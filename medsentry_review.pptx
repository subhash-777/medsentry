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autoCompressPictures="0">
  <p:sldMasterIdLst>
    <p:sldMasterId id="2147483648" r:id="rId1"/>
    <p:sldMasterId id="2147483665" r:id="rId2"/>
  </p:sldMasterIdLst>
  <p:notesMasterIdLst>
    <p:notesMasterId r:id="rId36"/>
  </p:notesMasterIdLst>
  <p:sldIdLst>
    <p:sldId id="296" r:id="rId3"/>
    <p:sldId id="335" r:id="rId4"/>
    <p:sldId id="362" r:id="rId5"/>
    <p:sldId id="363" r:id="rId6"/>
    <p:sldId id="364" r:id="rId7"/>
    <p:sldId id="365" r:id="rId8"/>
    <p:sldId id="366" r:id="rId9"/>
    <p:sldId id="368" r:id="rId10"/>
    <p:sldId id="369" r:id="rId11"/>
    <p:sldId id="370" r:id="rId12"/>
    <p:sldId id="264" r:id="rId14"/>
    <p:sldId id="371" r:id="rId15"/>
    <p:sldId id="372" r:id="rId16"/>
    <p:sldId id="373" r:id="rId17"/>
    <p:sldId id="374" r:id="rId18"/>
    <p:sldId id="353" r:id="rId34"/>
    <p:sldId id="319" r:id="rId35"/>
  </p:sldIdLst>
  <p:sldSz cx="12192000" cy="6858000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4123F"/>
    <a:srgbClr val="B90F50"/>
    <a:srgbClr val="DC3939"/>
    <a:srgbClr val="802121"/>
    <a:srgbClr val="F0466E"/>
    <a:srgbClr val="9B1347"/>
    <a:srgbClr val="056C50"/>
    <a:srgbClr val="0000FF"/>
    <a:srgbClr val="991346"/>
    <a:srgbClr val="4C4D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33" dt="2026-08-22T13:50:32.212"/>
    <p1510:client id="{366E5952-F3E7-B825-3339-9E8B69EC99A6}" v="85" dt="2026-08-22T13:31:49.269"/>
    <p1510:client id="{52D1F178-9A91-6579-C2CA-114187B1ECAE}" v="66" dt="2026-08-21T04:47:44.384"/>
    <p1510:client id="{7440C14C-7B72-F395-0A40-7BAA4B1396CC}" v="1" dt="2026-08-21T16:26:23.738"/>
    <p1510:client id="{E65A5C87-C17B-4346-A2B2-EC8D572C4592}" v="568" dt="2026-08-21T00:51:19.5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384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69920" cy="481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143588" y="0"/>
            <a:ext cx="3169920" cy="481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77875" y="1200150"/>
            <a:ext cx="5759450" cy="32400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31521" y="4620578"/>
            <a:ext cx="5852160" cy="3780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19474"/>
            <a:ext cx="3169920" cy="481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43588" y="9119474"/>
            <a:ext cx="3169920" cy="481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971294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5C98A-B5B6-7CA1-82D5-A5ABBFFBA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199CB-3703-E45F-1CC3-097A76E50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7275F3-FCC6-33D0-2388-BF94FE21FE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E52A6-D6B9-1902-96DA-7C1DBA3A388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970859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3F398-50AE-36D9-8E86-510F7CF97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09498E-9305-F6DA-1A4B-3CFC53028B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63FF8B-A06B-DC0A-76C3-818500CC82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3CA14-AAC3-5975-942E-D11BD4DD7C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018668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E55FB-CFD1-09F8-FBA6-32002E33C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A61B8-7753-69DE-E8B1-9198E8C44F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C58708-5874-C1A5-8773-A66FDEA5A8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9C43BF-95C8-83D1-96F4-C943E00E9CE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994066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45073-37DC-DC14-4915-4D381381B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80DAD1-A853-9A84-0187-2865A3D461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C16207-90A6-0949-6B19-0AC57A87B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C0B157-5DB7-FA92-7FDA-9A5CC950679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910227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F2231-7BD5-E3AF-1F0B-3B44130E6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1C3FE-50BC-4B44-A470-D0282677F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EFE79C-5DD1-DD96-84F9-255B7B2CE1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AFB2F2-B552-1702-DDEC-4FB1D216F4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548871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D70B-9D4B-3C70-600F-A5488876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CD26E0-DE41-C3DB-1689-5229ACBE83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031EE-EFCF-BB3A-134D-53CE1905DA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E9092-5756-DC48-9131-A28FDB5907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567142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B5658-FC80-C973-F2E9-767B2364D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10B52F-A453-DB35-2821-1753782A8F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38B5CE-D66E-C280-B64C-9D146AA75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0979B5-8A6D-38DB-F8A8-2F0D774319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059655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D70B-9D4B-3C70-600F-A5488876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CD26E0-DE41-C3DB-1689-5229ACBE83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031EE-EFCF-BB3A-134D-53CE1905DA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E9092-5756-DC48-9131-A28FDB5907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567142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D70B-9D4B-3C70-600F-A5488876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CD26E0-DE41-C3DB-1689-5229ACBE83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031EE-EFCF-BB3A-134D-53CE1905DA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E9092-5756-DC48-9131-A28FDB5907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567142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01448-058C-5D89-659B-217212A2A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707BC8-6775-32BE-8BF6-28FB50CCEE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CF8A9C-D5FF-8F87-A43A-502481C50F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202622-7C4D-417C-579A-2A92D05F07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585977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2D5D8-72C1-53DE-C1B6-74B8AE9A2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15E1E-F473-9DD2-356B-D57CD3903C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2E49DE-D226-21C4-4A04-B775626F0A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7BF7DC-FCA9-27EA-60BA-F4CC191263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238352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881DD-F47C-5021-E38C-05B5BE345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26E1FF-D7A1-A586-1BB5-F982590C15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2DEE4E-9177-B374-B891-CC6CEB87D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C43CC2-3A42-0258-3218-312857C437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626613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D8DB1-982F-69D7-329B-93A72365B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DFDB6D-5742-62D8-4DD5-D8B166459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90C0D-6C56-0FC1-D32D-B4297E2E5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B64AE-831C-470D-143C-6B3BF4EC45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684612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637AC-DF77-1262-C4E3-1B0FEEE07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EE5A54-394D-2490-1A3F-1BABB386FC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0385B7-49B6-EB3B-0EED-F07B863D6B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F0E43C-767B-8EDC-CFFE-910B328B8C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27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32739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71C2C-D51E-5E81-93E6-212B9917F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CE4B82-1C3B-4182-287A-3333605D19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71186-840B-28AF-60F9-054C8E11F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007F4-8140-08EC-F412-20137BC5CA1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663257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A85DE-9BB2-58B4-DB10-4362094FB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357754-B1E0-D217-AF14-852758219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8F47FD-BFAC-194D-3750-8F0BF40686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A12C08-1A51-9875-D377-C4CBD98BFD1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256338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C9DB7-3591-354B-9AD0-325677932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9DF79C-1592-18CA-7C58-68ABA9866D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49F5DB-C05D-3825-A78E-21CD7B3F3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5D16AA-98C0-321D-0AFC-410CD9E6B3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055011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1F3F7-CC59-F193-0C66-FAA6CDC12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9D416-0F39-CE2C-E172-561F90A792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18FBF5-8050-4FCC-F47E-C7EC604667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8C2BD-67B4-FE31-1CAB-DDE7EA087CE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>
              <a:buSzPts val="1200"/>
            </a:pPr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5763428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0_Blank">
  <p:cSld name="20_Blank"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6"/>
          <p:cNvSpPr txBox="1">
            <a:spLocks noGrp="1"/>
          </p:cNvSpPr>
          <p:nvPr>
            <p:ph type="body" idx="1"/>
          </p:nvPr>
        </p:nvSpPr>
        <p:spPr>
          <a:xfrm>
            <a:off x="1500993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473" name="Google Shape;473;p6"/>
          <p:cNvCxnSpPr/>
          <p:nvPr/>
        </p:nvCxnSpPr>
        <p:spPr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74" name="Google Shape;474;p6"/>
          <p:cNvSpPr txBox="1">
            <a:spLocks noGrp="1"/>
          </p:cNvSpPr>
          <p:nvPr>
            <p:ph type="body" idx="2"/>
          </p:nvPr>
        </p:nvSpPr>
        <p:spPr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475" name="Google Shape;475;p6"/>
          <p:cNvGrpSpPr/>
          <p:nvPr/>
        </p:nvGrpSpPr>
        <p:grpSpPr>
          <a:xfrm>
            <a:off x="655527" y="416137"/>
            <a:ext cx="1121758" cy="1086289"/>
            <a:chOff x="4819650" y="1862134"/>
            <a:chExt cx="2558414" cy="3135659"/>
          </a:xfrm>
        </p:grpSpPr>
        <p:sp>
          <p:nvSpPr>
            <p:cNvPr id="476" name="Google Shape;476;p6"/>
            <p:cNvSpPr/>
            <p:nvPr/>
          </p:nvSpPr>
          <p:spPr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7" name="Google Shape;477;p6"/>
            <p:cNvSpPr/>
            <p:nvPr/>
          </p:nvSpPr>
          <p:spPr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8" name="Google Shape;478;p6"/>
            <p:cNvSpPr/>
            <p:nvPr/>
          </p:nvSpPr>
          <p:spPr>
            <a:xfrm>
              <a:off x="6231252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" name="Google Shape;479;p6"/>
            <p:cNvSpPr/>
            <p:nvPr/>
          </p:nvSpPr>
          <p:spPr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" name="Google Shape;480;p6"/>
            <p:cNvSpPr/>
            <p:nvPr/>
          </p:nvSpPr>
          <p:spPr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" name="Google Shape;481;p6"/>
            <p:cNvSpPr/>
            <p:nvPr/>
          </p:nvSpPr>
          <p:spPr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" name="Google Shape;482;p6"/>
            <p:cNvSpPr/>
            <p:nvPr/>
          </p:nvSpPr>
          <p:spPr>
            <a:xfrm>
              <a:off x="5838828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" name="Google Shape;483;p6"/>
            <p:cNvSpPr/>
            <p:nvPr/>
          </p:nvSpPr>
          <p:spPr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" name="Google Shape;484;p6"/>
            <p:cNvSpPr/>
            <p:nvPr/>
          </p:nvSpPr>
          <p:spPr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" name="Google Shape;485;p6"/>
            <p:cNvSpPr/>
            <p:nvPr/>
          </p:nvSpPr>
          <p:spPr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" name="Google Shape;486;p6"/>
            <p:cNvSpPr/>
            <p:nvPr/>
          </p:nvSpPr>
          <p:spPr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" name="Google Shape;487;p6"/>
            <p:cNvSpPr/>
            <p:nvPr/>
          </p:nvSpPr>
          <p:spPr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" name="Google Shape;488;p6"/>
            <p:cNvSpPr/>
            <p:nvPr/>
          </p:nvSpPr>
          <p:spPr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" name="Google Shape;489;p6"/>
            <p:cNvSpPr/>
            <p:nvPr/>
          </p:nvSpPr>
          <p:spPr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" name="Google Shape;490;p6"/>
            <p:cNvSpPr/>
            <p:nvPr/>
          </p:nvSpPr>
          <p:spPr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1" name="Google Shape;491;p6"/>
            <p:cNvSpPr/>
            <p:nvPr/>
          </p:nvSpPr>
          <p:spPr>
            <a:xfrm>
              <a:off x="6188393" y="3388996"/>
              <a:ext cx="104775" cy="81914"/>
            </a:xfrm>
            <a:custGeom>
              <a:avLst/>
              <a:gdLst/>
              <a:ahLst/>
              <a:cxnLst/>
              <a:rect l="l" t="t" r="r" b="b"/>
              <a:pathLst>
                <a:path w="104775" h="81914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2" name="Google Shape;492;p6"/>
            <p:cNvSpPr/>
            <p:nvPr/>
          </p:nvSpPr>
          <p:spPr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3" name="Google Shape;493;p6"/>
            <p:cNvSpPr/>
            <p:nvPr/>
          </p:nvSpPr>
          <p:spPr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4" name="Google Shape;494;p6"/>
            <p:cNvSpPr/>
            <p:nvPr/>
          </p:nvSpPr>
          <p:spPr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5" name="Google Shape;495;p6"/>
            <p:cNvSpPr/>
            <p:nvPr/>
          </p:nvSpPr>
          <p:spPr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6" name="Google Shape;496;p6"/>
            <p:cNvSpPr/>
            <p:nvPr/>
          </p:nvSpPr>
          <p:spPr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7" name="Google Shape;497;p6"/>
            <p:cNvSpPr/>
            <p:nvPr/>
          </p:nvSpPr>
          <p:spPr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8" name="Google Shape;498;p6"/>
            <p:cNvSpPr/>
            <p:nvPr/>
          </p:nvSpPr>
          <p:spPr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9" name="Google Shape;499;p6"/>
            <p:cNvSpPr/>
            <p:nvPr/>
          </p:nvSpPr>
          <p:spPr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0" name="Google Shape;500;p6"/>
            <p:cNvSpPr/>
            <p:nvPr/>
          </p:nvSpPr>
          <p:spPr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1" name="Google Shape;501;p6"/>
            <p:cNvSpPr/>
            <p:nvPr/>
          </p:nvSpPr>
          <p:spPr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2" name="Google Shape;502;p6"/>
            <p:cNvSpPr/>
            <p:nvPr/>
          </p:nvSpPr>
          <p:spPr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3" name="Google Shape;503;p6"/>
            <p:cNvSpPr/>
            <p:nvPr/>
          </p:nvSpPr>
          <p:spPr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4" name="Google Shape;504;p6"/>
            <p:cNvSpPr/>
            <p:nvPr/>
          </p:nvSpPr>
          <p:spPr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5" name="Google Shape;505;p6"/>
            <p:cNvSpPr/>
            <p:nvPr/>
          </p:nvSpPr>
          <p:spPr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6" name="Google Shape;506;p6"/>
            <p:cNvSpPr/>
            <p:nvPr/>
          </p:nvSpPr>
          <p:spPr>
            <a:xfrm>
              <a:off x="6518908" y="2761295"/>
              <a:ext cx="188595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7" name="Google Shape;507;p6"/>
            <p:cNvSpPr/>
            <p:nvPr/>
          </p:nvSpPr>
          <p:spPr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8" name="Google Shape;508;p6"/>
            <p:cNvSpPr/>
            <p:nvPr/>
          </p:nvSpPr>
          <p:spPr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9" name="Google Shape;509;p6"/>
            <p:cNvSpPr/>
            <p:nvPr/>
          </p:nvSpPr>
          <p:spPr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0" name="Google Shape;510;p6"/>
            <p:cNvSpPr/>
            <p:nvPr/>
          </p:nvSpPr>
          <p:spPr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1" name="Google Shape;511;p6"/>
            <p:cNvSpPr/>
            <p:nvPr/>
          </p:nvSpPr>
          <p:spPr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2" name="Google Shape;512;p6"/>
            <p:cNvSpPr/>
            <p:nvPr/>
          </p:nvSpPr>
          <p:spPr>
            <a:xfrm>
              <a:off x="5492112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3" name="Google Shape;513;p6"/>
            <p:cNvSpPr/>
            <p:nvPr/>
          </p:nvSpPr>
          <p:spPr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4" name="Google Shape;514;p6"/>
            <p:cNvSpPr/>
            <p:nvPr/>
          </p:nvSpPr>
          <p:spPr>
            <a:xfrm>
              <a:off x="5765485" y="2550792"/>
              <a:ext cx="109537" cy="219075"/>
            </a:xfrm>
            <a:custGeom>
              <a:avLst/>
              <a:gdLst/>
              <a:ahLst/>
              <a:cxnLst/>
              <a:rect l="l" t="t" r="r" b="b"/>
              <a:pathLst>
                <a:path w="109537" h="219075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5" name="Google Shape;515;p6"/>
            <p:cNvSpPr/>
            <p:nvPr/>
          </p:nvSpPr>
          <p:spPr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6" name="Google Shape;516;p6"/>
            <p:cNvSpPr/>
            <p:nvPr/>
          </p:nvSpPr>
          <p:spPr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7" name="Google Shape;517;p6"/>
            <p:cNvSpPr/>
            <p:nvPr/>
          </p:nvSpPr>
          <p:spPr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" name="Google Shape;518;p6"/>
            <p:cNvSpPr/>
            <p:nvPr/>
          </p:nvSpPr>
          <p:spPr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" name="Google Shape;519;p6"/>
            <p:cNvSpPr/>
            <p:nvPr/>
          </p:nvSpPr>
          <p:spPr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" name="Google Shape;520;p6"/>
            <p:cNvSpPr/>
            <p:nvPr/>
          </p:nvSpPr>
          <p:spPr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" name="Google Shape;521;p6"/>
            <p:cNvSpPr/>
            <p:nvPr/>
          </p:nvSpPr>
          <p:spPr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" name="Google Shape;522;p6"/>
            <p:cNvSpPr/>
            <p:nvPr/>
          </p:nvSpPr>
          <p:spPr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" name="Google Shape;523;p6"/>
            <p:cNvSpPr/>
            <p:nvPr/>
          </p:nvSpPr>
          <p:spPr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" name="Google Shape;524;p6"/>
            <p:cNvSpPr/>
            <p:nvPr/>
          </p:nvSpPr>
          <p:spPr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" name="Google Shape;525;p6"/>
            <p:cNvSpPr/>
            <p:nvPr/>
          </p:nvSpPr>
          <p:spPr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" name="Google Shape;526;p6"/>
            <p:cNvSpPr/>
            <p:nvPr/>
          </p:nvSpPr>
          <p:spPr>
            <a:xfrm>
              <a:off x="5534023" y="2244085"/>
              <a:ext cx="77033" cy="27622"/>
            </a:xfrm>
            <a:custGeom>
              <a:avLst/>
              <a:gdLst/>
              <a:ahLst/>
              <a:cxnLst/>
              <a:rect l="l" t="t" r="r" b="b"/>
              <a:pathLst>
                <a:path w="77033" h="27622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" name="Google Shape;527;p6"/>
            <p:cNvSpPr/>
            <p:nvPr/>
          </p:nvSpPr>
          <p:spPr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" name="Google Shape;528;p6"/>
            <p:cNvSpPr/>
            <p:nvPr/>
          </p:nvSpPr>
          <p:spPr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9" name="Google Shape;529;p6"/>
            <p:cNvSpPr/>
            <p:nvPr/>
          </p:nvSpPr>
          <p:spPr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" name="Google Shape;530;p6"/>
            <p:cNvSpPr/>
            <p:nvPr/>
          </p:nvSpPr>
          <p:spPr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1" name="Google Shape;531;p6"/>
            <p:cNvSpPr/>
            <p:nvPr/>
          </p:nvSpPr>
          <p:spPr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2" name="Google Shape;532;p6"/>
            <p:cNvSpPr/>
            <p:nvPr/>
          </p:nvSpPr>
          <p:spPr>
            <a:xfrm>
              <a:off x="6667143" y="2388355"/>
              <a:ext cx="87539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" name="Google Shape;533;p6"/>
            <p:cNvSpPr/>
            <p:nvPr/>
          </p:nvSpPr>
          <p:spPr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4" name="Google Shape;534;p6"/>
            <p:cNvSpPr/>
            <p:nvPr/>
          </p:nvSpPr>
          <p:spPr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5" name="Google Shape;535;p6"/>
            <p:cNvSpPr/>
            <p:nvPr/>
          </p:nvSpPr>
          <p:spPr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6" name="Google Shape;536;p6"/>
            <p:cNvSpPr/>
            <p:nvPr/>
          </p:nvSpPr>
          <p:spPr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7" name="Google Shape;537;p6"/>
            <p:cNvSpPr/>
            <p:nvPr/>
          </p:nvSpPr>
          <p:spPr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38" name="Google Shape;538;p6"/>
            <p:cNvGrpSpPr/>
            <p:nvPr/>
          </p:nvGrpSpPr>
          <p:grpSpPr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539" name="Google Shape;539;p6"/>
              <p:cNvSpPr/>
              <p:nvPr/>
            </p:nvSpPr>
            <p:spPr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0" name="Google Shape;540;p6"/>
              <p:cNvSpPr/>
              <p:nvPr/>
            </p:nvSpPr>
            <p:spPr>
              <a:xfrm>
                <a:off x="5744527" y="4910137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1" name="Google Shape;541;p6"/>
              <p:cNvSpPr/>
              <p:nvPr/>
            </p:nvSpPr>
            <p:spPr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2" name="Google Shape;542;p6"/>
              <p:cNvSpPr/>
              <p:nvPr/>
            </p:nvSpPr>
            <p:spPr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3" name="Google Shape;543;p6"/>
              <p:cNvSpPr/>
              <p:nvPr/>
            </p:nvSpPr>
            <p:spPr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4" name="Google Shape;544;p6"/>
              <p:cNvSpPr/>
              <p:nvPr/>
            </p:nvSpPr>
            <p:spPr>
              <a:xfrm>
                <a:off x="7259002" y="4910137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545" name="Google Shape;545;p6"/>
            <p:cNvSpPr/>
            <p:nvPr/>
          </p:nvSpPr>
          <p:spPr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6" name="Google Shape;546;p6"/>
            <p:cNvSpPr/>
            <p:nvPr/>
          </p:nvSpPr>
          <p:spPr>
            <a:xfrm>
              <a:off x="6256974" y="2756533"/>
              <a:ext cx="368617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7" name="Google Shape;547;p6"/>
            <p:cNvSpPr/>
            <p:nvPr/>
          </p:nvSpPr>
          <p:spPr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48" name="Google Shape;548;p6"/>
            <p:cNvGrpSpPr/>
            <p:nvPr/>
          </p:nvGrpSpPr>
          <p:grpSpPr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549" name="Google Shape;549;p6"/>
              <p:cNvSpPr/>
              <p:nvPr/>
            </p:nvSpPr>
            <p:spPr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0" name="Google Shape;550;p6"/>
              <p:cNvSpPr/>
              <p:nvPr/>
            </p:nvSpPr>
            <p:spPr>
              <a:xfrm>
                <a:off x="6030277" y="4486275"/>
                <a:ext cx="53339" cy="31432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1" name="Google Shape;551;p6"/>
              <p:cNvSpPr/>
              <p:nvPr/>
            </p:nvSpPr>
            <p:spPr>
              <a:xfrm rot="-4288464">
                <a:off x="5514870" y="4359989"/>
                <a:ext cx="37120" cy="36169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2" name="Google Shape;552;p6"/>
              <p:cNvSpPr/>
              <p:nvPr/>
            </p:nvSpPr>
            <p:spPr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3" name="Google Shape;553;p6"/>
              <p:cNvSpPr/>
              <p:nvPr/>
            </p:nvSpPr>
            <p:spPr>
              <a:xfrm rot="-1451706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4" name="Google Shape;554;p6"/>
              <p:cNvSpPr/>
              <p:nvPr/>
            </p:nvSpPr>
            <p:spPr>
              <a:xfrm>
                <a:off x="6727133" y="4373310"/>
                <a:ext cx="54368" cy="46765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5" name="Google Shape;555;p6"/>
              <p:cNvSpPr/>
              <p:nvPr/>
            </p:nvSpPr>
            <p:spPr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6" name="Google Shape;556;p6"/>
              <p:cNvSpPr/>
              <p:nvPr/>
            </p:nvSpPr>
            <p:spPr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7" name="Google Shape;557;p6"/>
              <p:cNvSpPr/>
              <p:nvPr/>
            </p:nvSpPr>
            <p:spPr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8" name="Google Shape;558;p6"/>
              <p:cNvSpPr/>
              <p:nvPr/>
            </p:nvSpPr>
            <p:spPr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cxnSp>
        <p:nvCxnSpPr>
          <p:cNvPr id="559" name="Google Shape;559;p6"/>
          <p:cNvCxnSpPr/>
          <p:nvPr/>
        </p:nvCxnSpPr>
        <p:spPr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560" name="Google Shape;560;p6"/>
          <p:cNvGrpSpPr/>
          <p:nvPr/>
        </p:nvGrpSpPr>
        <p:grpSpPr>
          <a:xfrm>
            <a:off x="-8010120" y="6251576"/>
            <a:ext cx="22234031" cy="490550"/>
            <a:chOff x="-9757307" y="6258187"/>
            <a:chExt cx="21948698" cy="484255"/>
          </a:xfrm>
        </p:grpSpPr>
        <p:sp>
          <p:nvSpPr>
            <p:cNvPr id="561" name="Google Shape;561;p6"/>
            <p:cNvSpPr/>
            <p:nvPr/>
          </p:nvSpPr>
          <p:spPr>
            <a:xfrm>
              <a:off x="-9757307" y="6258187"/>
              <a:ext cx="10470371" cy="483649"/>
            </a:xfrm>
            <a:custGeom>
              <a:avLst/>
              <a:gdLst/>
              <a:ahLst/>
              <a:cxnLst/>
              <a:rect l="l" t="t" r="r" b="b"/>
              <a:pathLst>
                <a:path w="10470371" h="483649" extrusionOk="0">
                  <a:moveTo>
                    <a:pt x="10470372" y="483649"/>
                  </a:moveTo>
                  <a:lnTo>
                    <a:pt x="0" y="483649"/>
                  </a:lnTo>
                  <a:lnTo>
                    <a:pt x="0" y="0"/>
                  </a:lnTo>
                  <a:lnTo>
                    <a:pt x="9986722" y="0"/>
                  </a:lnTo>
                  <a:cubicBezTo>
                    <a:pt x="10120226" y="0"/>
                    <a:pt x="10228244" y="108017"/>
                    <a:pt x="10228244" y="241521"/>
                  </a:cubicBezTo>
                  <a:cubicBezTo>
                    <a:pt x="10228244" y="375025"/>
                    <a:pt x="10336868" y="483649"/>
                    <a:pt x="10470372" y="48364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2" name="Google Shape;562;p6"/>
            <p:cNvSpPr/>
            <p:nvPr/>
          </p:nvSpPr>
          <p:spPr>
            <a:xfrm>
              <a:off x="2107576" y="6258187"/>
              <a:ext cx="10083815" cy="484255"/>
            </a:xfrm>
            <a:custGeom>
              <a:avLst/>
              <a:gdLst/>
              <a:ahLst/>
              <a:cxnLst/>
              <a:rect l="l" t="t" r="r" b="b"/>
              <a:pathLst>
                <a:path w="10083815" h="484255" extrusionOk="0">
                  <a:moveTo>
                    <a:pt x="10083816" y="607"/>
                  </a:moveTo>
                  <a:lnTo>
                    <a:pt x="10083816" y="484256"/>
                  </a:lnTo>
                  <a:lnTo>
                    <a:pt x="0" y="484256"/>
                  </a:lnTo>
                  <a:cubicBezTo>
                    <a:pt x="66752" y="484256"/>
                    <a:pt x="127436" y="456948"/>
                    <a:pt x="171129" y="413256"/>
                  </a:cubicBezTo>
                  <a:cubicBezTo>
                    <a:pt x="214821" y="369564"/>
                    <a:pt x="242128" y="308880"/>
                    <a:pt x="242128" y="242128"/>
                  </a:cubicBezTo>
                  <a:cubicBezTo>
                    <a:pt x="242128" y="175376"/>
                    <a:pt x="269436" y="114692"/>
                    <a:pt x="313129" y="71000"/>
                  </a:cubicBezTo>
                  <a:cubicBezTo>
                    <a:pt x="356821" y="27308"/>
                    <a:pt x="417504" y="0"/>
                    <a:pt x="484257" y="0"/>
                  </a:cubicBezTo>
                  <a:lnTo>
                    <a:pt x="1008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63" name="Google Shape;563;p6"/>
          <p:cNvGrpSpPr/>
          <p:nvPr/>
        </p:nvGrpSpPr>
        <p:grpSpPr>
          <a:xfrm>
            <a:off x="6473371" y="6378004"/>
            <a:ext cx="344329" cy="344244"/>
            <a:chOff x="4719818" y="6336659"/>
            <a:chExt cx="344329" cy="344244"/>
          </a:xfrm>
        </p:grpSpPr>
        <p:sp>
          <p:nvSpPr>
            <p:cNvPr id="564" name="Google Shape;564;p6"/>
            <p:cNvSpPr/>
            <p:nvPr/>
          </p:nvSpPr>
          <p:spPr>
            <a:xfrm>
              <a:off x="4719818" y="6336659"/>
              <a:ext cx="177727" cy="344244"/>
            </a:xfrm>
            <a:custGeom>
              <a:avLst/>
              <a:gdLst/>
              <a:ahLst/>
              <a:cxnLst/>
              <a:rect l="l" t="t" r="r" b="b"/>
              <a:pathLst>
                <a:path w="177727" h="344244" extrusionOk="0">
                  <a:moveTo>
                    <a:pt x="143455" y="324582"/>
                  </a:moveTo>
                  <a:cubicBezTo>
                    <a:pt x="135751" y="322500"/>
                    <a:pt x="128412" y="320522"/>
                    <a:pt x="120760" y="318492"/>
                  </a:cubicBezTo>
                  <a:cubicBezTo>
                    <a:pt x="118730" y="322032"/>
                    <a:pt x="116596" y="325727"/>
                    <a:pt x="114410" y="329371"/>
                  </a:cubicBezTo>
                  <a:cubicBezTo>
                    <a:pt x="111859" y="333639"/>
                    <a:pt x="109100" y="334368"/>
                    <a:pt x="104884" y="331922"/>
                  </a:cubicBezTo>
                  <a:cubicBezTo>
                    <a:pt x="92340" y="324738"/>
                    <a:pt x="79847" y="317503"/>
                    <a:pt x="67355" y="310268"/>
                  </a:cubicBezTo>
                  <a:cubicBezTo>
                    <a:pt x="62826" y="307613"/>
                    <a:pt x="62150" y="305011"/>
                    <a:pt x="64700" y="300482"/>
                  </a:cubicBezTo>
                  <a:cubicBezTo>
                    <a:pt x="66730" y="296839"/>
                    <a:pt x="68864" y="293247"/>
                    <a:pt x="70686" y="290020"/>
                  </a:cubicBezTo>
                  <a:cubicBezTo>
                    <a:pt x="65065" y="284450"/>
                    <a:pt x="59651" y="279141"/>
                    <a:pt x="53874" y="273415"/>
                  </a:cubicBezTo>
                  <a:cubicBezTo>
                    <a:pt x="50855" y="275133"/>
                    <a:pt x="47159" y="277319"/>
                    <a:pt x="43463" y="279401"/>
                  </a:cubicBezTo>
                  <a:cubicBezTo>
                    <a:pt x="39091" y="281848"/>
                    <a:pt x="36384" y="281223"/>
                    <a:pt x="33886" y="276903"/>
                  </a:cubicBezTo>
                  <a:cubicBezTo>
                    <a:pt x="26598" y="264306"/>
                    <a:pt x="19311" y="251710"/>
                    <a:pt x="12076" y="239061"/>
                  </a:cubicBezTo>
                  <a:cubicBezTo>
                    <a:pt x="9682" y="234845"/>
                    <a:pt x="10514" y="232086"/>
                    <a:pt x="14783" y="229588"/>
                  </a:cubicBezTo>
                  <a:cubicBezTo>
                    <a:pt x="18270" y="227506"/>
                    <a:pt x="21810" y="225528"/>
                    <a:pt x="25297" y="223498"/>
                  </a:cubicBezTo>
                  <a:cubicBezTo>
                    <a:pt x="25401" y="223445"/>
                    <a:pt x="25453" y="223289"/>
                    <a:pt x="25557" y="223185"/>
                  </a:cubicBezTo>
                  <a:cubicBezTo>
                    <a:pt x="23579" y="215898"/>
                    <a:pt x="21601" y="208559"/>
                    <a:pt x="19467" y="200699"/>
                  </a:cubicBezTo>
                  <a:cubicBezTo>
                    <a:pt x="15459" y="200699"/>
                    <a:pt x="11087" y="200751"/>
                    <a:pt x="6715" y="200699"/>
                  </a:cubicBezTo>
                  <a:cubicBezTo>
                    <a:pt x="1978" y="200647"/>
                    <a:pt x="52" y="198669"/>
                    <a:pt x="0" y="193880"/>
                  </a:cubicBezTo>
                  <a:cubicBezTo>
                    <a:pt x="0" y="179306"/>
                    <a:pt x="0" y="164731"/>
                    <a:pt x="0" y="150157"/>
                  </a:cubicBezTo>
                  <a:cubicBezTo>
                    <a:pt x="0" y="145368"/>
                    <a:pt x="1978" y="143390"/>
                    <a:pt x="6715" y="143390"/>
                  </a:cubicBezTo>
                  <a:cubicBezTo>
                    <a:pt x="10983" y="143338"/>
                    <a:pt x="15303" y="143390"/>
                    <a:pt x="19467" y="143390"/>
                  </a:cubicBezTo>
                  <a:cubicBezTo>
                    <a:pt x="21497" y="135738"/>
                    <a:pt x="23475" y="128451"/>
                    <a:pt x="25557" y="120695"/>
                  </a:cubicBezTo>
                  <a:cubicBezTo>
                    <a:pt x="22174" y="118717"/>
                    <a:pt x="18635" y="116687"/>
                    <a:pt x="15043" y="114605"/>
                  </a:cubicBezTo>
                  <a:cubicBezTo>
                    <a:pt x="10358" y="111898"/>
                    <a:pt x="9578" y="109192"/>
                    <a:pt x="12232" y="104611"/>
                  </a:cubicBezTo>
                  <a:cubicBezTo>
                    <a:pt x="19363" y="92171"/>
                    <a:pt x="26546" y="79782"/>
                    <a:pt x="33730" y="67394"/>
                  </a:cubicBezTo>
                  <a:cubicBezTo>
                    <a:pt x="36436" y="62709"/>
                    <a:pt x="39039" y="62085"/>
                    <a:pt x="43776" y="64792"/>
                  </a:cubicBezTo>
                  <a:cubicBezTo>
                    <a:pt x="47315" y="66769"/>
                    <a:pt x="50803" y="68852"/>
                    <a:pt x="53978" y="70673"/>
                  </a:cubicBezTo>
                  <a:cubicBezTo>
                    <a:pt x="59495" y="65104"/>
                    <a:pt x="64804" y="59690"/>
                    <a:pt x="70582" y="53861"/>
                  </a:cubicBezTo>
                  <a:cubicBezTo>
                    <a:pt x="68812" y="50790"/>
                    <a:pt x="66626" y="47042"/>
                    <a:pt x="64492" y="43242"/>
                  </a:cubicBezTo>
                  <a:cubicBezTo>
                    <a:pt x="62150" y="39078"/>
                    <a:pt x="62826" y="36423"/>
                    <a:pt x="66991" y="33977"/>
                  </a:cubicBezTo>
                  <a:cubicBezTo>
                    <a:pt x="79691" y="26585"/>
                    <a:pt x="92392" y="19246"/>
                    <a:pt x="105145" y="11959"/>
                  </a:cubicBezTo>
                  <a:cubicBezTo>
                    <a:pt x="109048" y="9721"/>
                    <a:pt x="111807" y="10501"/>
                    <a:pt x="114150" y="14405"/>
                  </a:cubicBezTo>
                  <a:cubicBezTo>
                    <a:pt x="116388" y="18049"/>
                    <a:pt x="118470" y="21797"/>
                    <a:pt x="120656" y="25596"/>
                  </a:cubicBezTo>
                  <a:cubicBezTo>
                    <a:pt x="128151" y="23566"/>
                    <a:pt x="135595" y="21588"/>
                    <a:pt x="143351" y="19506"/>
                  </a:cubicBezTo>
                  <a:cubicBezTo>
                    <a:pt x="143351" y="15394"/>
                    <a:pt x="143351" y="11074"/>
                    <a:pt x="143351" y="6806"/>
                  </a:cubicBezTo>
                  <a:cubicBezTo>
                    <a:pt x="143403" y="2017"/>
                    <a:pt x="145329" y="39"/>
                    <a:pt x="150065" y="39"/>
                  </a:cubicBezTo>
                  <a:cubicBezTo>
                    <a:pt x="157092" y="-13"/>
                    <a:pt x="164171" y="-13"/>
                    <a:pt x="171198" y="39"/>
                  </a:cubicBezTo>
                  <a:cubicBezTo>
                    <a:pt x="175675" y="91"/>
                    <a:pt x="177705" y="2121"/>
                    <a:pt x="177705" y="6650"/>
                  </a:cubicBezTo>
                  <a:cubicBezTo>
                    <a:pt x="177757" y="24816"/>
                    <a:pt x="177705" y="42982"/>
                    <a:pt x="177705" y="61148"/>
                  </a:cubicBezTo>
                  <a:cubicBezTo>
                    <a:pt x="177705" y="67134"/>
                    <a:pt x="176091" y="68747"/>
                    <a:pt x="170105" y="68904"/>
                  </a:cubicBezTo>
                  <a:cubicBezTo>
                    <a:pt x="125705" y="69997"/>
                    <a:pt x="87343" y="98573"/>
                    <a:pt x="73705" y="140631"/>
                  </a:cubicBezTo>
                  <a:cubicBezTo>
                    <a:pt x="54654" y="199346"/>
                    <a:pt x="91819" y="261912"/>
                    <a:pt x="152668" y="273363"/>
                  </a:cubicBezTo>
                  <a:cubicBezTo>
                    <a:pt x="158758" y="274508"/>
                    <a:pt x="164952" y="274873"/>
                    <a:pt x="171146" y="275341"/>
                  </a:cubicBezTo>
                  <a:cubicBezTo>
                    <a:pt x="175675" y="275706"/>
                    <a:pt x="177653" y="277475"/>
                    <a:pt x="177653" y="282004"/>
                  </a:cubicBezTo>
                  <a:cubicBezTo>
                    <a:pt x="177653" y="300534"/>
                    <a:pt x="177653" y="319065"/>
                    <a:pt x="177653" y="337595"/>
                  </a:cubicBezTo>
                  <a:cubicBezTo>
                    <a:pt x="177653" y="342124"/>
                    <a:pt x="175623" y="344206"/>
                    <a:pt x="171146" y="344206"/>
                  </a:cubicBezTo>
                  <a:cubicBezTo>
                    <a:pt x="163963" y="344258"/>
                    <a:pt x="156780" y="344258"/>
                    <a:pt x="149649" y="344206"/>
                  </a:cubicBezTo>
                  <a:cubicBezTo>
                    <a:pt x="145381" y="344154"/>
                    <a:pt x="143351" y="342124"/>
                    <a:pt x="143299" y="337803"/>
                  </a:cubicBezTo>
                  <a:cubicBezTo>
                    <a:pt x="143403" y="333223"/>
                    <a:pt x="143455" y="328798"/>
                    <a:pt x="143455" y="324582"/>
                  </a:cubicBezTo>
                  <a:close/>
                  <a:moveTo>
                    <a:pt x="106654" y="24347"/>
                  </a:moveTo>
                  <a:cubicBezTo>
                    <a:pt x="96608" y="30177"/>
                    <a:pt x="86874" y="35799"/>
                    <a:pt x="77037" y="41524"/>
                  </a:cubicBezTo>
                  <a:cubicBezTo>
                    <a:pt x="78286" y="43658"/>
                    <a:pt x="79223" y="45324"/>
                    <a:pt x="80160" y="46938"/>
                  </a:cubicBezTo>
                  <a:cubicBezTo>
                    <a:pt x="81097" y="48603"/>
                    <a:pt x="82086" y="50217"/>
                    <a:pt x="83023" y="51883"/>
                  </a:cubicBezTo>
                  <a:cubicBezTo>
                    <a:pt x="85209" y="55839"/>
                    <a:pt x="84688" y="57817"/>
                    <a:pt x="81461" y="60992"/>
                  </a:cubicBezTo>
                  <a:cubicBezTo>
                    <a:pt x="74642" y="67654"/>
                    <a:pt x="67876" y="74421"/>
                    <a:pt x="61213" y="81240"/>
                  </a:cubicBezTo>
                  <a:cubicBezTo>
                    <a:pt x="57986" y="84519"/>
                    <a:pt x="56060" y="85040"/>
                    <a:pt x="52104" y="82801"/>
                  </a:cubicBezTo>
                  <a:cubicBezTo>
                    <a:pt x="48720" y="80876"/>
                    <a:pt x="45337" y="78898"/>
                    <a:pt x="41693" y="76815"/>
                  </a:cubicBezTo>
                  <a:cubicBezTo>
                    <a:pt x="35916" y="86809"/>
                    <a:pt x="30294" y="96491"/>
                    <a:pt x="24568" y="106485"/>
                  </a:cubicBezTo>
                  <a:cubicBezTo>
                    <a:pt x="28108" y="108515"/>
                    <a:pt x="31491" y="110493"/>
                    <a:pt x="34875" y="112471"/>
                  </a:cubicBezTo>
                  <a:cubicBezTo>
                    <a:pt x="38779" y="114813"/>
                    <a:pt x="39403" y="116843"/>
                    <a:pt x="38206" y="121112"/>
                  </a:cubicBezTo>
                  <a:cubicBezTo>
                    <a:pt x="35603" y="130377"/>
                    <a:pt x="33157" y="139694"/>
                    <a:pt x="30763" y="149063"/>
                  </a:cubicBezTo>
                  <a:cubicBezTo>
                    <a:pt x="29722" y="153071"/>
                    <a:pt x="27952" y="154685"/>
                    <a:pt x="23788" y="154737"/>
                  </a:cubicBezTo>
                  <a:cubicBezTo>
                    <a:pt x="19780" y="154789"/>
                    <a:pt x="15772" y="154737"/>
                    <a:pt x="11816" y="154737"/>
                  </a:cubicBezTo>
                  <a:cubicBezTo>
                    <a:pt x="11816" y="166501"/>
                    <a:pt x="11816" y="177796"/>
                    <a:pt x="11816" y="189195"/>
                  </a:cubicBezTo>
                  <a:cubicBezTo>
                    <a:pt x="15928" y="189195"/>
                    <a:pt x="19728" y="189195"/>
                    <a:pt x="23527" y="189195"/>
                  </a:cubicBezTo>
                  <a:cubicBezTo>
                    <a:pt x="27952" y="189195"/>
                    <a:pt x="29722" y="190809"/>
                    <a:pt x="30763" y="194973"/>
                  </a:cubicBezTo>
                  <a:cubicBezTo>
                    <a:pt x="33105" y="204186"/>
                    <a:pt x="35499" y="213400"/>
                    <a:pt x="38102" y="222561"/>
                  </a:cubicBezTo>
                  <a:cubicBezTo>
                    <a:pt x="39351" y="227037"/>
                    <a:pt x="38779" y="229067"/>
                    <a:pt x="34719" y="231461"/>
                  </a:cubicBezTo>
                  <a:cubicBezTo>
                    <a:pt x="31387" y="233439"/>
                    <a:pt x="28004" y="235365"/>
                    <a:pt x="24568" y="237395"/>
                  </a:cubicBezTo>
                  <a:cubicBezTo>
                    <a:pt x="30346" y="247493"/>
                    <a:pt x="35916" y="257175"/>
                    <a:pt x="41433" y="266701"/>
                  </a:cubicBezTo>
                  <a:cubicBezTo>
                    <a:pt x="42110" y="266596"/>
                    <a:pt x="42370" y="266649"/>
                    <a:pt x="42526" y="266544"/>
                  </a:cubicBezTo>
                  <a:cubicBezTo>
                    <a:pt x="45649" y="264775"/>
                    <a:pt x="48720" y="262953"/>
                    <a:pt x="51844" y="261183"/>
                  </a:cubicBezTo>
                  <a:cubicBezTo>
                    <a:pt x="56060" y="258789"/>
                    <a:pt x="57882" y="259257"/>
                    <a:pt x="61265" y="262693"/>
                  </a:cubicBezTo>
                  <a:cubicBezTo>
                    <a:pt x="67823" y="269459"/>
                    <a:pt x="74486" y="276122"/>
                    <a:pt x="81253" y="282680"/>
                  </a:cubicBezTo>
                  <a:cubicBezTo>
                    <a:pt x="84844" y="286168"/>
                    <a:pt x="85313" y="287886"/>
                    <a:pt x="82762" y="292362"/>
                  </a:cubicBezTo>
                  <a:cubicBezTo>
                    <a:pt x="80888" y="295641"/>
                    <a:pt x="79015" y="298921"/>
                    <a:pt x="77037" y="302408"/>
                  </a:cubicBezTo>
                  <a:cubicBezTo>
                    <a:pt x="87083" y="308186"/>
                    <a:pt x="96764" y="313807"/>
                    <a:pt x="106654" y="319533"/>
                  </a:cubicBezTo>
                  <a:cubicBezTo>
                    <a:pt x="108736" y="315942"/>
                    <a:pt x="110662" y="312506"/>
                    <a:pt x="112692" y="309175"/>
                  </a:cubicBezTo>
                  <a:cubicBezTo>
                    <a:pt x="114982" y="305323"/>
                    <a:pt x="117012" y="304750"/>
                    <a:pt x="121385" y="305948"/>
                  </a:cubicBezTo>
                  <a:cubicBezTo>
                    <a:pt x="130546" y="308498"/>
                    <a:pt x="139759" y="310945"/>
                    <a:pt x="148972" y="313287"/>
                  </a:cubicBezTo>
                  <a:cubicBezTo>
                    <a:pt x="153240" y="314380"/>
                    <a:pt x="154854" y="316046"/>
                    <a:pt x="154906" y="320418"/>
                  </a:cubicBezTo>
                  <a:cubicBezTo>
                    <a:pt x="154906" y="324426"/>
                    <a:pt x="154906" y="328434"/>
                    <a:pt x="154906" y="332390"/>
                  </a:cubicBezTo>
                  <a:cubicBezTo>
                    <a:pt x="159018" y="332390"/>
                    <a:pt x="162558" y="332390"/>
                    <a:pt x="166201" y="332390"/>
                  </a:cubicBezTo>
                  <a:cubicBezTo>
                    <a:pt x="166201" y="317087"/>
                    <a:pt x="166201" y="301992"/>
                    <a:pt x="166201" y="286845"/>
                  </a:cubicBezTo>
                  <a:cubicBezTo>
                    <a:pt x="105769" y="283409"/>
                    <a:pt x="59651" y="234272"/>
                    <a:pt x="57465" y="176859"/>
                  </a:cubicBezTo>
                  <a:cubicBezTo>
                    <a:pt x="56372" y="148022"/>
                    <a:pt x="64752" y="122153"/>
                    <a:pt x="82971" y="99770"/>
                  </a:cubicBezTo>
                  <a:cubicBezTo>
                    <a:pt x="104364" y="73484"/>
                    <a:pt x="132420" y="59690"/>
                    <a:pt x="166201" y="57088"/>
                  </a:cubicBezTo>
                  <a:cubicBezTo>
                    <a:pt x="166201" y="41785"/>
                    <a:pt x="166201" y="26638"/>
                    <a:pt x="166201" y="11490"/>
                  </a:cubicBezTo>
                  <a:cubicBezTo>
                    <a:pt x="162349" y="11490"/>
                    <a:pt x="158758" y="11490"/>
                    <a:pt x="154906" y="11490"/>
                  </a:cubicBezTo>
                  <a:cubicBezTo>
                    <a:pt x="154906" y="15655"/>
                    <a:pt x="154906" y="19611"/>
                    <a:pt x="154906" y="23514"/>
                  </a:cubicBezTo>
                  <a:cubicBezTo>
                    <a:pt x="154854" y="27679"/>
                    <a:pt x="153240" y="29448"/>
                    <a:pt x="149232" y="30489"/>
                  </a:cubicBezTo>
                  <a:cubicBezTo>
                    <a:pt x="139915" y="32884"/>
                    <a:pt x="130598" y="35330"/>
                    <a:pt x="121281" y="37881"/>
                  </a:cubicBezTo>
                  <a:cubicBezTo>
                    <a:pt x="117012" y="39078"/>
                    <a:pt x="114982" y="38453"/>
                    <a:pt x="112640" y="34549"/>
                  </a:cubicBezTo>
                  <a:cubicBezTo>
                    <a:pt x="110714" y="31374"/>
                    <a:pt x="108840" y="28043"/>
                    <a:pt x="106654" y="243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5" name="Google Shape;565;p6"/>
            <p:cNvSpPr/>
            <p:nvPr/>
          </p:nvSpPr>
          <p:spPr>
            <a:xfrm>
              <a:off x="4800186" y="6416806"/>
              <a:ext cx="183534" cy="183586"/>
            </a:xfrm>
            <a:custGeom>
              <a:avLst/>
              <a:gdLst/>
              <a:ahLst/>
              <a:cxnLst/>
              <a:rect l="l" t="t" r="r" b="b"/>
              <a:pathLst>
                <a:path w="183534" h="183586" extrusionOk="0">
                  <a:moveTo>
                    <a:pt x="183535" y="91715"/>
                  </a:moveTo>
                  <a:cubicBezTo>
                    <a:pt x="183535" y="142466"/>
                    <a:pt x="142518" y="183587"/>
                    <a:pt x="91871" y="183587"/>
                  </a:cubicBezTo>
                  <a:cubicBezTo>
                    <a:pt x="41121" y="183587"/>
                    <a:pt x="0" y="142570"/>
                    <a:pt x="0" y="91872"/>
                  </a:cubicBezTo>
                  <a:cubicBezTo>
                    <a:pt x="0" y="40965"/>
                    <a:pt x="41069" y="-52"/>
                    <a:pt x="92028" y="0"/>
                  </a:cubicBezTo>
                  <a:cubicBezTo>
                    <a:pt x="142518" y="104"/>
                    <a:pt x="183535" y="41173"/>
                    <a:pt x="183535" y="91715"/>
                  </a:cubicBezTo>
                  <a:close/>
                  <a:moveTo>
                    <a:pt x="58975" y="18999"/>
                  </a:moveTo>
                  <a:cubicBezTo>
                    <a:pt x="61577" y="24204"/>
                    <a:pt x="63972" y="29253"/>
                    <a:pt x="66678" y="34146"/>
                  </a:cubicBezTo>
                  <a:cubicBezTo>
                    <a:pt x="67355" y="35395"/>
                    <a:pt x="68708" y="36436"/>
                    <a:pt x="70010" y="37113"/>
                  </a:cubicBezTo>
                  <a:cubicBezTo>
                    <a:pt x="75735" y="40080"/>
                    <a:pt x="81513" y="42891"/>
                    <a:pt x="87239" y="45806"/>
                  </a:cubicBezTo>
                  <a:cubicBezTo>
                    <a:pt x="92132" y="48304"/>
                    <a:pt x="93016" y="51219"/>
                    <a:pt x="90206" y="55904"/>
                  </a:cubicBezTo>
                  <a:cubicBezTo>
                    <a:pt x="85937" y="63087"/>
                    <a:pt x="81201" y="70010"/>
                    <a:pt x="77453" y="77453"/>
                  </a:cubicBezTo>
                  <a:cubicBezTo>
                    <a:pt x="74122" y="84064"/>
                    <a:pt x="69801" y="87187"/>
                    <a:pt x="62254" y="86146"/>
                  </a:cubicBezTo>
                  <a:cubicBezTo>
                    <a:pt x="58350" y="85573"/>
                    <a:pt x="53249" y="84897"/>
                    <a:pt x="50490" y="86822"/>
                  </a:cubicBezTo>
                  <a:cubicBezTo>
                    <a:pt x="47888" y="88644"/>
                    <a:pt x="47575" y="93797"/>
                    <a:pt x="46274" y="97493"/>
                  </a:cubicBezTo>
                  <a:cubicBezTo>
                    <a:pt x="44608" y="102334"/>
                    <a:pt x="43359" y="103219"/>
                    <a:pt x="38154" y="103219"/>
                  </a:cubicBezTo>
                  <a:cubicBezTo>
                    <a:pt x="29722" y="103219"/>
                    <a:pt x="21237" y="103219"/>
                    <a:pt x="11868" y="103219"/>
                  </a:cubicBezTo>
                  <a:cubicBezTo>
                    <a:pt x="14158" y="110923"/>
                    <a:pt x="16240" y="118002"/>
                    <a:pt x="18426" y="125237"/>
                  </a:cubicBezTo>
                  <a:cubicBezTo>
                    <a:pt x="20196" y="124716"/>
                    <a:pt x="21081" y="124456"/>
                    <a:pt x="22018" y="124144"/>
                  </a:cubicBezTo>
                  <a:cubicBezTo>
                    <a:pt x="30867" y="121229"/>
                    <a:pt x="39663" y="118366"/>
                    <a:pt x="48460" y="115347"/>
                  </a:cubicBezTo>
                  <a:cubicBezTo>
                    <a:pt x="51323" y="114358"/>
                    <a:pt x="53717" y="114670"/>
                    <a:pt x="56112" y="116544"/>
                  </a:cubicBezTo>
                  <a:cubicBezTo>
                    <a:pt x="61317" y="120552"/>
                    <a:pt x="66730" y="124300"/>
                    <a:pt x="71831" y="128412"/>
                  </a:cubicBezTo>
                  <a:cubicBezTo>
                    <a:pt x="73861" y="130026"/>
                    <a:pt x="75111" y="129869"/>
                    <a:pt x="76985" y="128308"/>
                  </a:cubicBezTo>
                  <a:cubicBezTo>
                    <a:pt x="84168" y="122374"/>
                    <a:pt x="91455" y="116596"/>
                    <a:pt x="98794" y="110818"/>
                  </a:cubicBezTo>
                  <a:cubicBezTo>
                    <a:pt x="102282" y="108060"/>
                    <a:pt x="104832" y="108164"/>
                    <a:pt x="107955" y="111235"/>
                  </a:cubicBezTo>
                  <a:cubicBezTo>
                    <a:pt x="113317" y="116492"/>
                    <a:pt x="118730" y="121749"/>
                    <a:pt x="123883" y="127267"/>
                  </a:cubicBezTo>
                  <a:cubicBezTo>
                    <a:pt x="125132" y="128620"/>
                    <a:pt x="125965" y="130754"/>
                    <a:pt x="126069" y="132628"/>
                  </a:cubicBezTo>
                  <a:cubicBezTo>
                    <a:pt x="126382" y="137729"/>
                    <a:pt x="126173" y="142882"/>
                    <a:pt x="126173" y="148035"/>
                  </a:cubicBezTo>
                  <a:cubicBezTo>
                    <a:pt x="126173" y="152252"/>
                    <a:pt x="124976" y="153813"/>
                    <a:pt x="120916" y="154906"/>
                  </a:cubicBezTo>
                  <a:cubicBezTo>
                    <a:pt x="115086" y="156468"/>
                    <a:pt x="109257" y="157925"/>
                    <a:pt x="103427" y="159435"/>
                  </a:cubicBezTo>
                  <a:cubicBezTo>
                    <a:pt x="103427" y="163391"/>
                    <a:pt x="103427" y="167034"/>
                    <a:pt x="103427" y="171042"/>
                  </a:cubicBezTo>
                  <a:cubicBezTo>
                    <a:pt x="126382" y="167295"/>
                    <a:pt x="144287" y="155999"/>
                    <a:pt x="157821" y="137313"/>
                  </a:cubicBezTo>
                  <a:cubicBezTo>
                    <a:pt x="151887" y="131379"/>
                    <a:pt x="146109" y="125653"/>
                    <a:pt x="140384" y="119927"/>
                  </a:cubicBezTo>
                  <a:cubicBezTo>
                    <a:pt x="136896" y="116388"/>
                    <a:pt x="136688" y="114358"/>
                    <a:pt x="139447" y="110194"/>
                  </a:cubicBezTo>
                  <a:cubicBezTo>
                    <a:pt x="141997" y="106290"/>
                    <a:pt x="144600" y="102438"/>
                    <a:pt x="147150" y="98534"/>
                  </a:cubicBezTo>
                  <a:cubicBezTo>
                    <a:pt x="147671" y="97753"/>
                    <a:pt x="148452" y="96764"/>
                    <a:pt x="148295" y="96036"/>
                  </a:cubicBezTo>
                  <a:cubicBezTo>
                    <a:pt x="147306" y="91455"/>
                    <a:pt x="146109" y="86927"/>
                    <a:pt x="144964" y="82138"/>
                  </a:cubicBezTo>
                  <a:cubicBezTo>
                    <a:pt x="141112" y="83387"/>
                    <a:pt x="137833" y="84376"/>
                    <a:pt x="134606" y="85521"/>
                  </a:cubicBezTo>
                  <a:cubicBezTo>
                    <a:pt x="131379" y="86666"/>
                    <a:pt x="128828" y="85938"/>
                    <a:pt x="126746" y="83127"/>
                  </a:cubicBezTo>
                  <a:cubicBezTo>
                    <a:pt x="121385" y="75944"/>
                    <a:pt x="115867" y="68865"/>
                    <a:pt x="110766" y="61525"/>
                  </a:cubicBezTo>
                  <a:cubicBezTo>
                    <a:pt x="109569" y="59808"/>
                    <a:pt x="109048" y="56997"/>
                    <a:pt x="109413" y="54915"/>
                  </a:cubicBezTo>
                  <a:cubicBezTo>
                    <a:pt x="110766" y="48044"/>
                    <a:pt x="112692" y="41225"/>
                    <a:pt x="114462" y="34458"/>
                  </a:cubicBezTo>
                  <a:cubicBezTo>
                    <a:pt x="115711" y="29670"/>
                    <a:pt x="117064" y="28681"/>
                    <a:pt x="122009" y="28681"/>
                  </a:cubicBezTo>
                  <a:cubicBezTo>
                    <a:pt x="128047" y="28681"/>
                    <a:pt x="134033" y="28681"/>
                    <a:pt x="140644" y="28681"/>
                  </a:cubicBezTo>
                  <a:cubicBezTo>
                    <a:pt x="118730" y="10358"/>
                    <a:pt x="84220" y="6298"/>
                    <a:pt x="58975" y="18999"/>
                  </a:cubicBezTo>
                  <a:close/>
                  <a:moveTo>
                    <a:pt x="11399" y="91819"/>
                  </a:moveTo>
                  <a:cubicBezTo>
                    <a:pt x="19363" y="91819"/>
                    <a:pt x="26859" y="91872"/>
                    <a:pt x="34354" y="91715"/>
                  </a:cubicBezTo>
                  <a:cubicBezTo>
                    <a:pt x="35135" y="91715"/>
                    <a:pt x="36228" y="90466"/>
                    <a:pt x="36592" y="89581"/>
                  </a:cubicBezTo>
                  <a:cubicBezTo>
                    <a:pt x="37946" y="86146"/>
                    <a:pt x="39039" y="82606"/>
                    <a:pt x="40184" y="79119"/>
                  </a:cubicBezTo>
                  <a:cubicBezTo>
                    <a:pt x="41225" y="75996"/>
                    <a:pt x="43255" y="74538"/>
                    <a:pt x="46638" y="74590"/>
                  </a:cubicBezTo>
                  <a:cubicBezTo>
                    <a:pt x="52156" y="74694"/>
                    <a:pt x="57621" y="74642"/>
                    <a:pt x="63139" y="74590"/>
                  </a:cubicBezTo>
                  <a:cubicBezTo>
                    <a:pt x="64128" y="74590"/>
                    <a:pt x="65533" y="74382"/>
                    <a:pt x="65950" y="73705"/>
                  </a:cubicBezTo>
                  <a:cubicBezTo>
                    <a:pt x="69958" y="67303"/>
                    <a:pt x="73809" y="60745"/>
                    <a:pt x="77869" y="54030"/>
                  </a:cubicBezTo>
                  <a:cubicBezTo>
                    <a:pt x="72560" y="51375"/>
                    <a:pt x="67511" y="49189"/>
                    <a:pt x="62826" y="46378"/>
                  </a:cubicBezTo>
                  <a:cubicBezTo>
                    <a:pt x="60536" y="45025"/>
                    <a:pt x="58350" y="42891"/>
                    <a:pt x="56997" y="40548"/>
                  </a:cubicBezTo>
                  <a:cubicBezTo>
                    <a:pt x="53978" y="35343"/>
                    <a:pt x="51479" y="29774"/>
                    <a:pt x="48668" y="24152"/>
                  </a:cubicBezTo>
                  <a:cubicBezTo>
                    <a:pt x="24777" y="40600"/>
                    <a:pt x="12492" y="62775"/>
                    <a:pt x="11399" y="91819"/>
                  </a:cubicBezTo>
                  <a:close/>
                  <a:moveTo>
                    <a:pt x="24881" y="135543"/>
                  </a:moveTo>
                  <a:cubicBezTo>
                    <a:pt x="40288" y="160528"/>
                    <a:pt x="70426" y="173281"/>
                    <a:pt x="91819" y="171615"/>
                  </a:cubicBezTo>
                  <a:cubicBezTo>
                    <a:pt x="91819" y="166410"/>
                    <a:pt x="91819" y="161153"/>
                    <a:pt x="91819" y="155895"/>
                  </a:cubicBezTo>
                  <a:cubicBezTo>
                    <a:pt x="91819" y="151731"/>
                    <a:pt x="93016" y="150222"/>
                    <a:pt x="97181" y="149129"/>
                  </a:cubicBezTo>
                  <a:cubicBezTo>
                    <a:pt x="103010" y="147619"/>
                    <a:pt x="108840" y="146110"/>
                    <a:pt x="114774" y="144600"/>
                  </a:cubicBezTo>
                  <a:cubicBezTo>
                    <a:pt x="114774" y="142258"/>
                    <a:pt x="114878" y="140228"/>
                    <a:pt x="114722" y="138198"/>
                  </a:cubicBezTo>
                  <a:cubicBezTo>
                    <a:pt x="114618" y="136636"/>
                    <a:pt x="114618" y="134606"/>
                    <a:pt x="113733" y="133565"/>
                  </a:cubicBezTo>
                  <a:cubicBezTo>
                    <a:pt x="110402" y="129661"/>
                    <a:pt x="106758" y="126122"/>
                    <a:pt x="103115" y="122374"/>
                  </a:cubicBezTo>
                  <a:cubicBezTo>
                    <a:pt x="94942" y="128880"/>
                    <a:pt x="87239" y="135075"/>
                    <a:pt x="79483" y="141217"/>
                  </a:cubicBezTo>
                  <a:cubicBezTo>
                    <a:pt x="75631" y="144288"/>
                    <a:pt x="73861" y="144288"/>
                    <a:pt x="69958" y="141425"/>
                  </a:cubicBezTo>
                  <a:cubicBezTo>
                    <a:pt x="64232" y="137157"/>
                    <a:pt x="58506" y="132784"/>
                    <a:pt x="52728" y="128620"/>
                  </a:cubicBezTo>
                  <a:cubicBezTo>
                    <a:pt x="51792" y="127943"/>
                    <a:pt x="50282" y="127319"/>
                    <a:pt x="49345" y="127579"/>
                  </a:cubicBezTo>
                  <a:cubicBezTo>
                    <a:pt x="41173" y="130078"/>
                    <a:pt x="33209" y="132784"/>
                    <a:pt x="24881" y="135543"/>
                  </a:cubicBezTo>
                  <a:close/>
                  <a:moveTo>
                    <a:pt x="124976" y="40184"/>
                  </a:moveTo>
                  <a:cubicBezTo>
                    <a:pt x="123831" y="44869"/>
                    <a:pt x="122582" y="49241"/>
                    <a:pt x="121749" y="53665"/>
                  </a:cubicBezTo>
                  <a:cubicBezTo>
                    <a:pt x="121489" y="55071"/>
                    <a:pt x="121801" y="56945"/>
                    <a:pt x="122582" y="58142"/>
                  </a:cubicBezTo>
                  <a:cubicBezTo>
                    <a:pt x="125393" y="62306"/>
                    <a:pt x="128724" y="66054"/>
                    <a:pt x="131431" y="70270"/>
                  </a:cubicBezTo>
                  <a:cubicBezTo>
                    <a:pt x="133305" y="73185"/>
                    <a:pt x="135178" y="73601"/>
                    <a:pt x="138197" y="72248"/>
                  </a:cubicBezTo>
                  <a:cubicBezTo>
                    <a:pt x="140748" y="71051"/>
                    <a:pt x="143611" y="70374"/>
                    <a:pt x="146318" y="69541"/>
                  </a:cubicBezTo>
                  <a:cubicBezTo>
                    <a:pt x="151002" y="68084"/>
                    <a:pt x="153657" y="69437"/>
                    <a:pt x="154906" y="74174"/>
                  </a:cubicBezTo>
                  <a:cubicBezTo>
                    <a:pt x="156780" y="81201"/>
                    <a:pt x="158706" y="88176"/>
                    <a:pt x="160163" y="95307"/>
                  </a:cubicBezTo>
                  <a:cubicBezTo>
                    <a:pt x="160580" y="97285"/>
                    <a:pt x="159955" y="99835"/>
                    <a:pt x="159018" y="101657"/>
                  </a:cubicBezTo>
                  <a:cubicBezTo>
                    <a:pt x="157040" y="105301"/>
                    <a:pt x="154438" y="108632"/>
                    <a:pt x="152251" y="112172"/>
                  </a:cubicBezTo>
                  <a:cubicBezTo>
                    <a:pt x="151783" y="112953"/>
                    <a:pt x="151627" y="114618"/>
                    <a:pt x="152095" y="115139"/>
                  </a:cubicBezTo>
                  <a:cubicBezTo>
                    <a:pt x="155843" y="119147"/>
                    <a:pt x="159747" y="122946"/>
                    <a:pt x="163703" y="126902"/>
                  </a:cubicBezTo>
                  <a:cubicBezTo>
                    <a:pt x="177705" y="99315"/>
                    <a:pt x="173697" y="65481"/>
                    <a:pt x="154177" y="41589"/>
                  </a:cubicBezTo>
                  <a:cubicBezTo>
                    <a:pt x="153605" y="40913"/>
                    <a:pt x="152408" y="40340"/>
                    <a:pt x="151523" y="40288"/>
                  </a:cubicBezTo>
                  <a:cubicBezTo>
                    <a:pt x="142778" y="40132"/>
                    <a:pt x="134085" y="40184"/>
                    <a:pt x="124976" y="4018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6" name="Google Shape;566;p6"/>
            <p:cNvSpPr/>
            <p:nvPr/>
          </p:nvSpPr>
          <p:spPr>
            <a:xfrm>
              <a:off x="4909338" y="6611944"/>
              <a:ext cx="91573" cy="63200"/>
            </a:xfrm>
            <a:custGeom>
              <a:avLst/>
              <a:gdLst/>
              <a:ahLst/>
              <a:cxnLst/>
              <a:rect l="l" t="t" r="r" b="b"/>
              <a:pathLst>
                <a:path w="91573" h="63200" extrusionOk="0">
                  <a:moveTo>
                    <a:pt x="44400" y="40137"/>
                  </a:moveTo>
                  <a:cubicBezTo>
                    <a:pt x="48512" y="40137"/>
                    <a:pt x="52364" y="40345"/>
                    <a:pt x="56112" y="40032"/>
                  </a:cubicBezTo>
                  <a:cubicBezTo>
                    <a:pt x="57257" y="39928"/>
                    <a:pt x="58662" y="38627"/>
                    <a:pt x="59287" y="37534"/>
                  </a:cubicBezTo>
                  <a:cubicBezTo>
                    <a:pt x="63451" y="30507"/>
                    <a:pt x="71259" y="27124"/>
                    <a:pt x="78858" y="29258"/>
                  </a:cubicBezTo>
                  <a:cubicBezTo>
                    <a:pt x="86926" y="31548"/>
                    <a:pt x="91871" y="38419"/>
                    <a:pt x="91559" y="46955"/>
                  </a:cubicBezTo>
                  <a:cubicBezTo>
                    <a:pt x="91299" y="54451"/>
                    <a:pt x="85521" y="61113"/>
                    <a:pt x="77817" y="62831"/>
                  </a:cubicBezTo>
                  <a:cubicBezTo>
                    <a:pt x="70686" y="64393"/>
                    <a:pt x="63035" y="60905"/>
                    <a:pt x="59391" y="54138"/>
                  </a:cubicBezTo>
                  <a:cubicBezTo>
                    <a:pt x="58298" y="52161"/>
                    <a:pt x="57153" y="51484"/>
                    <a:pt x="55019" y="51536"/>
                  </a:cubicBezTo>
                  <a:cubicBezTo>
                    <a:pt x="50386" y="51692"/>
                    <a:pt x="45701" y="51484"/>
                    <a:pt x="41069" y="51640"/>
                  </a:cubicBezTo>
                  <a:cubicBezTo>
                    <a:pt x="37269" y="51744"/>
                    <a:pt x="35135" y="50078"/>
                    <a:pt x="34094" y="46435"/>
                  </a:cubicBezTo>
                  <a:cubicBezTo>
                    <a:pt x="30867" y="34879"/>
                    <a:pt x="27483" y="23324"/>
                    <a:pt x="24048" y="11508"/>
                  </a:cubicBezTo>
                  <a:cubicBezTo>
                    <a:pt x="16084" y="11508"/>
                    <a:pt x="8120" y="11508"/>
                    <a:pt x="0" y="11508"/>
                  </a:cubicBezTo>
                  <a:cubicBezTo>
                    <a:pt x="0" y="7656"/>
                    <a:pt x="0" y="4117"/>
                    <a:pt x="0" y="57"/>
                  </a:cubicBezTo>
                  <a:cubicBezTo>
                    <a:pt x="2967" y="57"/>
                    <a:pt x="6038" y="57"/>
                    <a:pt x="9057" y="57"/>
                  </a:cubicBezTo>
                  <a:cubicBezTo>
                    <a:pt x="15147" y="57"/>
                    <a:pt x="21237" y="161"/>
                    <a:pt x="27327" y="5"/>
                  </a:cubicBezTo>
                  <a:cubicBezTo>
                    <a:pt x="31127" y="-100"/>
                    <a:pt x="33261" y="1566"/>
                    <a:pt x="34302" y="5210"/>
                  </a:cubicBezTo>
                  <a:cubicBezTo>
                    <a:pt x="37581" y="16713"/>
                    <a:pt x="40965" y="28269"/>
                    <a:pt x="44400" y="40137"/>
                  </a:cubicBezTo>
                  <a:close/>
                  <a:moveTo>
                    <a:pt x="80108" y="45706"/>
                  </a:moveTo>
                  <a:cubicBezTo>
                    <a:pt x="80056" y="42739"/>
                    <a:pt x="77245" y="40032"/>
                    <a:pt x="74278" y="40137"/>
                  </a:cubicBezTo>
                  <a:cubicBezTo>
                    <a:pt x="71311" y="40189"/>
                    <a:pt x="68604" y="42999"/>
                    <a:pt x="68708" y="45966"/>
                  </a:cubicBezTo>
                  <a:cubicBezTo>
                    <a:pt x="68760" y="48933"/>
                    <a:pt x="71571" y="51640"/>
                    <a:pt x="74538" y="51536"/>
                  </a:cubicBezTo>
                  <a:cubicBezTo>
                    <a:pt x="77453" y="51484"/>
                    <a:pt x="80160" y="48673"/>
                    <a:pt x="80108" y="457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7" name="Google Shape;567;p6"/>
            <p:cNvSpPr/>
            <p:nvPr/>
          </p:nvSpPr>
          <p:spPr>
            <a:xfrm>
              <a:off x="4909338" y="6347899"/>
              <a:ext cx="91562" cy="57560"/>
            </a:xfrm>
            <a:custGeom>
              <a:avLst/>
              <a:gdLst/>
              <a:ahLst/>
              <a:cxnLst/>
              <a:rect l="l" t="t" r="r" b="b"/>
              <a:pathLst>
                <a:path w="91562" h="57560" extrusionOk="0">
                  <a:moveTo>
                    <a:pt x="0" y="57455"/>
                  </a:moveTo>
                  <a:cubicBezTo>
                    <a:pt x="0" y="53499"/>
                    <a:pt x="0" y="49960"/>
                    <a:pt x="0" y="46004"/>
                  </a:cubicBezTo>
                  <a:cubicBezTo>
                    <a:pt x="5361" y="46004"/>
                    <a:pt x="10567" y="45900"/>
                    <a:pt x="15772" y="46056"/>
                  </a:cubicBezTo>
                  <a:cubicBezTo>
                    <a:pt x="18218" y="46160"/>
                    <a:pt x="19571" y="45431"/>
                    <a:pt x="20665" y="43089"/>
                  </a:cubicBezTo>
                  <a:cubicBezTo>
                    <a:pt x="24985" y="34032"/>
                    <a:pt x="29670" y="25183"/>
                    <a:pt x="33990" y="16178"/>
                  </a:cubicBezTo>
                  <a:cubicBezTo>
                    <a:pt x="35603" y="12847"/>
                    <a:pt x="37842" y="11389"/>
                    <a:pt x="41589" y="11545"/>
                  </a:cubicBezTo>
                  <a:cubicBezTo>
                    <a:pt x="46222" y="11754"/>
                    <a:pt x="50907" y="11754"/>
                    <a:pt x="55539" y="11493"/>
                  </a:cubicBezTo>
                  <a:cubicBezTo>
                    <a:pt x="56736" y="11441"/>
                    <a:pt x="58402" y="10452"/>
                    <a:pt x="58975" y="9411"/>
                  </a:cubicBezTo>
                  <a:cubicBezTo>
                    <a:pt x="63035" y="2228"/>
                    <a:pt x="70738" y="-1415"/>
                    <a:pt x="78286" y="511"/>
                  </a:cubicBezTo>
                  <a:cubicBezTo>
                    <a:pt x="86042" y="2488"/>
                    <a:pt x="91403" y="9047"/>
                    <a:pt x="91559" y="16751"/>
                  </a:cubicBezTo>
                  <a:cubicBezTo>
                    <a:pt x="91715" y="25079"/>
                    <a:pt x="86718" y="31794"/>
                    <a:pt x="78702" y="33980"/>
                  </a:cubicBezTo>
                  <a:cubicBezTo>
                    <a:pt x="71103" y="36062"/>
                    <a:pt x="63191" y="32731"/>
                    <a:pt x="59287" y="25495"/>
                  </a:cubicBezTo>
                  <a:cubicBezTo>
                    <a:pt x="58298" y="23622"/>
                    <a:pt x="57205" y="22945"/>
                    <a:pt x="55175" y="23049"/>
                  </a:cubicBezTo>
                  <a:cubicBezTo>
                    <a:pt x="51375" y="23257"/>
                    <a:pt x="46742" y="21956"/>
                    <a:pt x="43984" y="23674"/>
                  </a:cubicBezTo>
                  <a:cubicBezTo>
                    <a:pt x="41173" y="25391"/>
                    <a:pt x="40184" y="30024"/>
                    <a:pt x="38466" y="33407"/>
                  </a:cubicBezTo>
                  <a:cubicBezTo>
                    <a:pt x="35135" y="40018"/>
                    <a:pt x="31752" y="46576"/>
                    <a:pt x="28524" y="53239"/>
                  </a:cubicBezTo>
                  <a:cubicBezTo>
                    <a:pt x="27067" y="56310"/>
                    <a:pt x="24881" y="57611"/>
                    <a:pt x="21445" y="57559"/>
                  </a:cubicBezTo>
                  <a:cubicBezTo>
                    <a:pt x="14418" y="57351"/>
                    <a:pt x="7391" y="57455"/>
                    <a:pt x="0" y="57455"/>
                  </a:cubicBezTo>
                  <a:close/>
                  <a:moveTo>
                    <a:pt x="80108" y="17271"/>
                  </a:moveTo>
                  <a:cubicBezTo>
                    <a:pt x="80108" y="14304"/>
                    <a:pt x="77297" y="11598"/>
                    <a:pt x="74382" y="11598"/>
                  </a:cubicBezTo>
                  <a:cubicBezTo>
                    <a:pt x="71415" y="11598"/>
                    <a:pt x="68656" y="14408"/>
                    <a:pt x="68708" y="17323"/>
                  </a:cubicBezTo>
                  <a:cubicBezTo>
                    <a:pt x="68760" y="20290"/>
                    <a:pt x="71519" y="22997"/>
                    <a:pt x="74434" y="22997"/>
                  </a:cubicBezTo>
                  <a:cubicBezTo>
                    <a:pt x="77401" y="22997"/>
                    <a:pt x="80108" y="20238"/>
                    <a:pt x="80108" y="172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8" name="Google Shape;568;p6"/>
            <p:cNvSpPr/>
            <p:nvPr/>
          </p:nvSpPr>
          <p:spPr>
            <a:xfrm>
              <a:off x="4966700" y="6399581"/>
              <a:ext cx="85885" cy="40233"/>
            </a:xfrm>
            <a:custGeom>
              <a:avLst/>
              <a:gdLst/>
              <a:ahLst/>
              <a:cxnLst/>
              <a:rect l="l" t="t" r="r" b="b"/>
              <a:pathLst>
                <a:path w="85885" h="40233" extrusionOk="0">
                  <a:moveTo>
                    <a:pt x="0" y="40180"/>
                  </a:moveTo>
                  <a:cubicBezTo>
                    <a:pt x="0" y="36276"/>
                    <a:pt x="0" y="32736"/>
                    <a:pt x="0" y="28728"/>
                  </a:cubicBezTo>
                  <a:cubicBezTo>
                    <a:pt x="2655" y="28728"/>
                    <a:pt x="5257" y="28416"/>
                    <a:pt x="7808" y="28780"/>
                  </a:cubicBezTo>
                  <a:cubicBezTo>
                    <a:pt x="12544" y="29561"/>
                    <a:pt x="15355" y="27635"/>
                    <a:pt x="17437" y="23575"/>
                  </a:cubicBezTo>
                  <a:cubicBezTo>
                    <a:pt x="18895" y="20712"/>
                    <a:pt x="21081" y="18266"/>
                    <a:pt x="22695" y="15507"/>
                  </a:cubicBezTo>
                  <a:cubicBezTo>
                    <a:pt x="24412" y="12644"/>
                    <a:pt x="26651" y="11395"/>
                    <a:pt x="30034" y="11499"/>
                  </a:cubicBezTo>
                  <a:cubicBezTo>
                    <a:pt x="36384" y="11707"/>
                    <a:pt x="42682" y="11447"/>
                    <a:pt x="49033" y="11603"/>
                  </a:cubicBezTo>
                  <a:cubicBezTo>
                    <a:pt x="51271" y="11655"/>
                    <a:pt x="52572" y="11135"/>
                    <a:pt x="53769" y="8949"/>
                  </a:cubicBezTo>
                  <a:cubicBezTo>
                    <a:pt x="57569" y="1870"/>
                    <a:pt x="65481" y="-1410"/>
                    <a:pt x="72925" y="568"/>
                  </a:cubicBezTo>
                  <a:cubicBezTo>
                    <a:pt x="80784" y="2702"/>
                    <a:pt x="85885" y="9313"/>
                    <a:pt x="85885" y="17381"/>
                  </a:cubicBezTo>
                  <a:cubicBezTo>
                    <a:pt x="85885" y="25345"/>
                    <a:pt x="80628" y="31955"/>
                    <a:pt x="72716" y="34038"/>
                  </a:cubicBezTo>
                  <a:cubicBezTo>
                    <a:pt x="65325" y="35963"/>
                    <a:pt x="57517" y="32528"/>
                    <a:pt x="53665" y="25397"/>
                  </a:cubicBezTo>
                  <a:cubicBezTo>
                    <a:pt x="52624" y="23523"/>
                    <a:pt x="51583" y="22898"/>
                    <a:pt x="49553" y="22951"/>
                  </a:cubicBezTo>
                  <a:cubicBezTo>
                    <a:pt x="43828" y="23055"/>
                    <a:pt x="37165" y="21233"/>
                    <a:pt x="32584" y="23523"/>
                  </a:cubicBezTo>
                  <a:cubicBezTo>
                    <a:pt x="28108" y="25813"/>
                    <a:pt x="25662" y="32216"/>
                    <a:pt x="22434" y="36848"/>
                  </a:cubicBezTo>
                  <a:cubicBezTo>
                    <a:pt x="20873" y="39087"/>
                    <a:pt x="18999" y="40284"/>
                    <a:pt x="16188" y="40232"/>
                  </a:cubicBezTo>
                  <a:cubicBezTo>
                    <a:pt x="10931" y="40128"/>
                    <a:pt x="5674" y="40180"/>
                    <a:pt x="0" y="40180"/>
                  </a:cubicBezTo>
                  <a:close/>
                  <a:moveTo>
                    <a:pt x="74382" y="17121"/>
                  </a:moveTo>
                  <a:cubicBezTo>
                    <a:pt x="74278" y="14154"/>
                    <a:pt x="71467" y="11447"/>
                    <a:pt x="68552" y="11551"/>
                  </a:cubicBezTo>
                  <a:cubicBezTo>
                    <a:pt x="65585" y="11655"/>
                    <a:pt x="62931" y="14466"/>
                    <a:pt x="62983" y="17381"/>
                  </a:cubicBezTo>
                  <a:cubicBezTo>
                    <a:pt x="63087" y="20348"/>
                    <a:pt x="65898" y="23055"/>
                    <a:pt x="68812" y="22951"/>
                  </a:cubicBezTo>
                  <a:cubicBezTo>
                    <a:pt x="71779" y="22846"/>
                    <a:pt x="74434" y="20036"/>
                    <a:pt x="74382" y="17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9" name="Google Shape;569;p6"/>
            <p:cNvSpPr/>
            <p:nvPr/>
          </p:nvSpPr>
          <p:spPr>
            <a:xfrm>
              <a:off x="4972425" y="6571723"/>
              <a:ext cx="74454" cy="51657"/>
            </a:xfrm>
            <a:custGeom>
              <a:avLst/>
              <a:gdLst/>
              <a:ahLst/>
              <a:cxnLst/>
              <a:rect l="l" t="t" r="r" b="b"/>
              <a:pathLst>
                <a:path w="74454" h="51657" extrusionOk="0">
                  <a:moveTo>
                    <a:pt x="0" y="11492"/>
                  </a:moveTo>
                  <a:cubicBezTo>
                    <a:pt x="0" y="7484"/>
                    <a:pt x="0" y="3945"/>
                    <a:pt x="0" y="93"/>
                  </a:cubicBezTo>
                  <a:cubicBezTo>
                    <a:pt x="6090" y="93"/>
                    <a:pt x="12076" y="-219"/>
                    <a:pt x="17958" y="301"/>
                  </a:cubicBezTo>
                  <a:cubicBezTo>
                    <a:pt x="19676" y="457"/>
                    <a:pt x="21810" y="2696"/>
                    <a:pt x="22643" y="4465"/>
                  </a:cubicBezTo>
                  <a:cubicBezTo>
                    <a:pt x="25714" y="11284"/>
                    <a:pt x="28316" y="18363"/>
                    <a:pt x="31179" y="25286"/>
                  </a:cubicBezTo>
                  <a:cubicBezTo>
                    <a:pt x="31804" y="26796"/>
                    <a:pt x="31752" y="29138"/>
                    <a:pt x="34406" y="28669"/>
                  </a:cubicBezTo>
                  <a:cubicBezTo>
                    <a:pt x="37165" y="28201"/>
                    <a:pt x="40288" y="30179"/>
                    <a:pt x="42370" y="26067"/>
                  </a:cubicBezTo>
                  <a:cubicBezTo>
                    <a:pt x="45806" y="19404"/>
                    <a:pt x="51896" y="16437"/>
                    <a:pt x="59339" y="17322"/>
                  </a:cubicBezTo>
                  <a:cubicBezTo>
                    <a:pt x="66366" y="18155"/>
                    <a:pt x="71155" y="22267"/>
                    <a:pt x="73497" y="28878"/>
                  </a:cubicBezTo>
                  <a:cubicBezTo>
                    <a:pt x="76464" y="37154"/>
                    <a:pt x="72300" y="46523"/>
                    <a:pt x="64284" y="50115"/>
                  </a:cubicBezTo>
                  <a:cubicBezTo>
                    <a:pt x="56216" y="53758"/>
                    <a:pt x="46638" y="50791"/>
                    <a:pt x="42370" y="42880"/>
                  </a:cubicBezTo>
                  <a:cubicBezTo>
                    <a:pt x="41121" y="40537"/>
                    <a:pt x="39768" y="39913"/>
                    <a:pt x="37373" y="40069"/>
                  </a:cubicBezTo>
                  <a:cubicBezTo>
                    <a:pt x="34771" y="40225"/>
                    <a:pt x="32116" y="40017"/>
                    <a:pt x="29513" y="40121"/>
                  </a:cubicBezTo>
                  <a:cubicBezTo>
                    <a:pt x="26026" y="40277"/>
                    <a:pt x="23944" y="38767"/>
                    <a:pt x="22695" y="35540"/>
                  </a:cubicBezTo>
                  <a:cubicBezTo>
                    <a:pt x="19884" y="28305"/>
                    <a:pt x="16917" y="21174"/>
                    <a:pt x="14158" y="13939"/>
                  </a:cubicBezTo>
                  <a:cubicBezTo>
                    <a:pt x="13377" y="11909"/>
                    <a:pt x="12336" y="11232"/>
                    <a:pt x="10254" y="11336"/>
                  </a:cubicBezTo>
                  <a:cubicBezTo>
                    <a:pt x="6975" y="11596"/>
                    <a:pt x="3644" y="11492"/>
                    <a:pt x="0" y="11492"/>
                  </a:cubicBezTo>
                  <a:close/>
                  <a:moveTo>
                    <a:pt x="57153" y="40121"/>
                  </a:moveTo>
                  <a:cubicBezTo>
                    <a:pt x="60120" y="40121"/>
                    <a:pt x="62879" y="37414"/>
                    <a:pt x="62879" y="34447"/>
                  </a:cubicBezTo>
                  <a:cubicBezTo>
                    <a:pt x="62879" y="31480"/>
                    <a:pt x="60172" y="28721"/>
                    <a:pt x="57205" y="28721"/>
                  </a:cubicBezTo>
                  <a:cubicBezTo>
                    <a:pt x="54238" y="28721"/>
                    <a:pt x="51479" y="31428"/>
                    <a:pt x="51479" y="34395"/>
                  </a:cubicBezTo>
                  <a:cubicBezTo>
                    <a:pt x="51479" y="37362"/>
                    <a:pt x="54238" y="40121"/>
                    <a:pt x="57153" y="40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0" name="Google Shape;570;p6"/>
            <p:cNvSpPr/>
            <p:nvPr/>
          </p:nvSpPr>
          <p:spPr>
            <a:xfrm>
              <a:off x="4995328" y="6491387"/>
              <a:ext cx="68819" cy="34505"/>
            </a:xfrm>
            <a:custGeom>
              <a:avLst/>
              <a:gdLst/>
              <a:ahLst/>
              <a:cxnLst/>
              <a:rect l="l" t="t" r="r" b="b"/>
              <a:pathLst>
                <a:path w="68819" h="34505" extrusionOk="0">
                  <a:moveTo>
                    <a:pt x="0" y="22964"/>
                  </a:moveTo>
                  <a:cubicBezTo>
                    <a:pt x="0" y="18956"/>
                    <a:pt x="0" y="15468"/>
                    <a:pt x="0" y="11512"/>
                  </a:cubicBezTo>
                  <a:cubicBezTo>
                    <a:pt x="1353" y="11512"/>
                    <a:pt x="2603" y="11512"/>
                    <a:pt x="3852" y="11512"/>
                  </a:cubicBezTo>
                  <a:cubicBezTo>
                    <a:pt x="13429" y="11512"/>
                    <a:pt x="22955" y="11460"/>
                    <a:pt x="32532" y="11564"/>
                  </a:cubicBezTo>
                  <a:cubicBezTo>
                    <a:pt x="34406" y="11564"/>
                    <a:pt x="35447" y="11044"/>
                    <a:pt x="36384" y="9326"/>
                  </a:cubicBezTo>
                  <a:cubicBezTo>
                    <a:pt x="40757" y="1258"/>
                    <a:pt x="49501" y="-1969"/>
                    <a:pt x="57725" y="1206"/>
                  </a:cubicBezTo>
                  <a:cubicBezTo>
                    <a:pt x="65481" y="4173"/>
                    <a:pt x="70114" y="12553"/>
                    <a:pt x="68500" y="20569"/>
                  </a:cubicBezTo>
                  <a:cubicBezTo>
                    <a:pt x="66782" y="29158"/>
                    <a:pt x="59183" y="35040"/>
                    <a:pt x="50282" y="34467"/>
                  </a:cubicBezTo>
                  <a:cubicBezTo>
                    <a:pt x="44244" y="34103"/>
                    <a:pt x="39559" y="31084"/>
                    <a:pt x="36749" y="25826"/>
                  </a:cubicBezTo>
                  <a:cubicBezTo>
                    <a:pt x="35499" y="23484"/>
                    <a:pt x="34094" y="23016"/>
                    <a:pt x="31752" y="23016"/>
                  </a:cubicBezTo>
                  <a:cubicBezTo>
                    <a:pt x="22434" y="23120"/>
                    <a:pt x="13117" y="23068"/>
                    <a:pt x="3800" y="23068"/>
                  </a:cubicBezTo>
                  <a:cubicBezTo>
                    <a:pt x="2603" y="22964"/>
                    <a:pt x="1457" y="22964"/>
                    <a:pt x="0" y="22964"/>
                  </a:cubicBezTo>
                  <a:close/>
                  <a:moveTo>
                    <a:pt x="57205" y="17394"/>
                  </a:moveTo>
                  <a:cubicBezTo>
                    <a:pt x="57309" y="14479"/>
                    <a:pt x="54654" y="11616"/>
                    <a:pt x="51687" y="11512"/>
                  </a:cubicBezTo>
                  <a:cubicBezTo>
                    <a:pt x="48773" y="11408"/>
                    <a:pt x="45910" y="14063"/>
                    <a:pt x="45806" y="17030"/>
                  </a:cubicBezTo>
                  <a:cubicBezTo>
                    <a:pt x="45701" y="19945"/>
                    <a:pt x="48356" y="22807"/>
                    <a:pt x="51323" y="22912"/>
                  </a:cubicBezTo>
                  <a:cubicBezTo>
                    <a:pt x="54238" y="23068"/>
                    <a:pt x="57101" y="20361"/>
                    <a:pt x="57205" y="1739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71" name="Google Shape;571;p6"/>
          <p:cNvGrpSpPr/>
          <p:nvPr/>
        </p:nvGrpSpPr>
        <p:grpSpPr>
          <a:xfrm>
            <a:off x="2740313" y="6376331"/>
            <a:ext cx="347590" cy="347590"/>
            <a:chOff x="590912" y="6333677"/>
            <a:chExt cx="347590" cy="347590"/>
          </a:xfrm>
        </p:grpSpPr>
        <p:sp>
          <p:nvSpPr>
            <p:cNvPr id="572" name="Google Shape;572;p6"/>
            <p:cNvSpPr/>
            <p:nvPr/>
          </p:nvSpPr>
          <p:spPr>
            <a:xfrm>
              <a:off x="590912" y="6335150"/>
              <a:ext cx="347590" cy="346117"/>
            </a:xfrm>
            <a:custGeom>
              <a:avLst/>
              <a:gdLst/>
              <a:ahLst/>
              <a:cxnLst/>
              <a:rect l="l" t="t" r="r" b="b"/>
              <a:pathLst>
                <a:path w="347590" h="346117" extrusionOk="0">
                  <a:moveTo>
                    <a:pt x="347591" y="98395"/>
                  </a:moveTo>
                  <a:cubicBezTo>
                    <a:pt x="346440" y="105506"/>
                    <a:pt x="345290" y="112617"/>
                    <a:pt x="344192" y="119728"/>
                  </a:cubicBezTo>
                  <a:cubicBezTo>
                    <a:pt x="343669" y="123074"/>
                    <a:pt x="343303" y="126473"/>
                    <a:pt x="342780" y="129819"/>
                  </a:cubicBezTo>
                  <a:cubicBezTo>
                    <a:pt x="342100" y="134107"/>
                    <a:pt x="339434" y="136041"/>
                    <a:pt x="335094" y="135414"/>
                  </a:cubicBezTo>
                  <a:cubicBezTo>
                    <a:pt x="328401" y="134473"/>
                    <a:pt x="321656" y="133479"/>
                    <a:pt x="314964" y="132486"/>
                  </a:cubicBezTo>
                  <a:cubicBezTo>
                    <a:pt x="312192" y="132068"/>
                    <a:pt x="309735" y="132434"/>
                    <a:pt x="308114" y="134996"/>
                  </a:cubicBezTo>
                  <a:cubicBezTo>
                    <a:pt x="306388" y="137715"/>
                    <a:pt x="307225" y="140172"/>
                    <a:pt x="309003" y="142473"/>
                  </a:cubicBezTo>
                  <a:cubicBezTo>
                    <a:pt x="312977" y="147701"/>
                    <a:pt x="316898" y="152930"/>
                    <a:pt x="320820" y="158211"/>
                  </a:cubicBezTo>
                  <a:cubicBezTo>
                    <a:pt x="324114" y="162655"/>
                    <a:pt x="323695" y="165427"/>
                    <a:pt x="319251" y="168825"/>
                  </a:cubicBezTo>
                  <a:cubicBezTo>
                    <a:pt x="311042" y="174995"/>
                    <a:pt x="302781" y="181217"/>
                    <a:pt x="294519" y="187335"/>
                  </a:cubicBezTo>
                  <a:cubicBezTo>
                    <a:pt x="289970" y="190681"/>
                    <a:pt x="287251" y="190315"/>
                    <a:pt x="283905" y="185871"/>
                  </a:cubicBezTo>
                  <a:cubicBezTo>
                    <a:pt x="279984" y="180747"/>
                    <a:pt x="276114" y="175570"/>
                    <a:pt x="272297" y="170394"/>
                  </a:cubicBezTo>
                  <a:cubicBezTo>
                    <a:pt x="270572" y="168041"/>
                    <a:pt x="268480" y="166368"/>
                    <a:pt x="265448" y="167100"/>
                  </a:cubicBezTo>
                  <a:cubicBezTo>
                    <a:pt x="262206" y="167884"/>
                    <a:pt x="261160" y="170446"/>
                    <a:pt x="260742" y="173479"/>
                  </a:cubicBezTo>
                  <a:cubicBezTo>
                    <a:pt x="259853" y="179962"/>
                    <a:pt x="258912" y="186446"/>
                    <a:pt x="257971" y="192930"/>
                  </a:cubicBezTo>
                  <a:cubicBezTo>
                    <a:pt x="257291" y="197635"/>
                    <a:pt x="255043" y="199570"/>
                    <a:pt x="250337" y="198943"/>
                  </a:cubicBezTo>
                  <a:cubicBezTo>
                    <a:pt x="239566" y="197531"/>
                    <a:pt x="228847" y="196015"/>
                    <a:pt x="218128" y="194341"/>
                  </a:cubicBezTo>
                  <a:cubicBezTo>
                    <a:pt x="213318" y="193609"/>
                    <a:pt x="211749" y="191413"/>
                    <a:pt x="212377" y="186551"/>
                  </a:cubicBezTo>
                  <a:cubicBezTo>
                    <a:pt x="213109" y="180485"/>
                    <a:pt x="214050" y="174472"/>
                    <a:pt x="214886" y="168407"/>
                  </a:cubicBezTo>
                  <a:cubicBezTo>
                    <a:pt x="215043" y="167414"/>
                    <a:pt x="215461" y="166263"/>
                    <a:pt x="215200" y="165427"/>
                  </a:cubicBezTo>
                  <a:cubicBezTo>
                    <a:pt x="214520" y="163440"/>
                    <a:pt x="213893" y="161087"/>
                    <a:pt x="212429" y="159727"/>
                  </a:cubicBezTo>
                  <a:cubicBezTo>
                    <a:pt x="210546" y="157950"/>
                    <a:pt x="207932" y="158629"/>
                    <a:pt x="205841" y="160146"/>
                  </a:cubicBezTo>
                  <a:cubicBezTo>
                    <a:pt x="200664" y="163963"/>
                    <a:pt x="195488" y="167832"/>
                    <a:pt x="190364" y="171701"/>
                  </a:cubicBezTo>
                  <a:cubicBezTo>
                    <a:pt x="184769" y="175884"/>
                    <a:pt x="182416" y="175570"/>
                    <a:pt x="178285" y="170028"/>
                  </a:cubicBezTo>
                  <a:cubicBezTo>
                    <a:pt x="172325" y="162080"/>
                    <a:pt x="166312" y="154133"/>
                    <a:pt x="160351" y="146133"/>
                  </a:cubicBezTo>
                  <a:cubicBezTo>
                    <a:pt x="156900" y="141532"/>
                    <a:pt x="157318" y="138760"/>
                    <a:pt x="161920" y="135309"/>
                  </a:cubicBezTo>
                  <a:cubicBezTo>
                    <a:pt x="167044" y="131440"/>
                    <a:pt x="172220" y="127519"/>
                    <a:pt x="177397" y="123702"/>
                  </a:cubicBezTo>
                  <a:cubicBezTo>
                    <a:pt x="179802" y="121924"/>
                    <a:pt x="181266" y="119780"/>
                    <a:pt x="180429" y="116748"/>
                  </a:cubicBezTo>
                  <a:cubicBezTo>
                    <a:pt x="179645" y="113872"/>
                    <a:pt x="177397" y="112774"/>
                    <a:pt x="174573" y="112408"/>
                  </a:cubicBezTo>
                  <a:cubicBezTo>
                    <a:pt x="168194" y="111571"/>
                    <a:pt x="161815" y="110630"/>
                    <a:pt x="155436" y="109689"/>
                  </a:cubicBezTo>
                  <a:cubicBezTo>
                    <a:pt x="149684" y="108852"/>
                    <a:pt x="147959" y="106656"/>
                    <a:pt x="148743" y="100957"/>
                  </a:cubicBezTo>
                  <a:cubicBezTo>
                    <a:pt x="150155" y="90552"/>
                    <a:pt x="151671" y="80147"/>
                    <a:pt x="153292" y="69742"/>
                  </a:cubicBezTo>
                  <a:cubicBezTo>
                    <a:pt x="154024" y="64879"/>
                    <a:pt x="156534" y="63101"/>
                    <a:pt x="161344" y="63781"/>
                  </a:cubicBezTo>
                  <a:cubicBezTo>
                    <a:pt x="167933" y="64722"/>
                    <a:pt x="174573" y="65611"/>
                    <a:pt x="181161" y="66657"/>
                  </a:cubicBezTo>
                  <a:cubicBezTo>
                    <a:pt x="183985" y="67127"/>
                    <a:pt x="186390" y="66657"/>
                    <a:pt x="188011" y="64147"/>
                  </a:cubicBezTo>
                  <a:cubicBezTo>
                    <a:pt x="189736" y="61480"/>
                    <a:pt x="188900" y="59023"/>
                    <a:pt x="187122" y="56670"/>
                  </a:cubicBezTo>
                  <a:cubicBezTo>
                    <a:pt x="183200" y="51546"/>
                    <a:pt x="179279" y="46422"/>
                    <a:pt x="175567" y="41193"/>
                  </a:cubicBezTo>
                  <a:cubicBezTo>
                    <a:pt x="174312" y="39415"/>
                    <a:pt x="173527" y="37324"/>
                    <a:pt x="172534" y="35337"/>
                  </a:cubicBezTo>
                  <a:cubicBezTo>
                    <a:pt x="172638" y="34918"/>
                    <a:pt x="172795" y="34552"/>
                    <a:pt x="172900" y="34134"/>
                  </a:cubicBezTo>
                  <a:cubicBezTo>
                    <a:pt x="165580" y="35232"/>
                    <a:pt x="158155" y="35807"/>
                    <a:pt x="150992" y="37428"/>
                  </a:cubicBezTo>
                  <a:cubicBezTo>
                    <a:pt x="112352" y="46369"/>
                    <a:pt x="82077" y="78944"/>
                    <a:pt x="77110" y="118212"/>
                  </a:cubicBezTo>
                  <a:cubicBezTo>
                    <a:pt x="72195" y="157270"/>
                    <a:pt x="85999" y="188904"/>
                    <a:pt x="117789" y="212485"/>
                  </a:cubicBezTo>
                  <a:cubicBezTo>
                    <a:pt x="122286" y="215831"/>
                    <a:pt x="126940" y="219230"/>
                    <a:pt x="130757" y="223308"/>
                  </a:cubicBezTo>
                  <a:cubicBezTo>
                    <a:pt x="136770" y="229687"/>
                    <a:pt x="139593" y="237740"/>
                    <a:pt x="139855" y="246471"/>
                  </a:cubicBezTo>
                  <a:cubicBezTo>
                    <a:pt x="140064" y="254262"/>
                    <a:pt x="139907" y="262105"/>
                    <a:pt x="139959" y="269896"/>
                  </a:cubicBezTo>
                  <a:cubicBezTo>
                    <a:pt x="140011" y="277739"/>
                    <a:pt x="144508" y="282445"/>
                    <a:pt x="152351" y="282497"/>
                  </a:cubicBezTo>
                  <a:cubicBezTo>
                    <a:pt x="167201" y="282602"/>
                    <a:pt x="181998" y="282602"/>
                    <a:pt x="196847" y="282497"/>
                  </a:cubicBezTo>
                  <a:cubicBezTo>
                    <a:pt x="204743" y="282445"/>
                    <a:pt x="209187" y="277791"/>
                    <a:pt x="209187" y="269896"/>
                  </a:cubicBezTo>
                  <a:cubicBezTo>
                    <a:pt x="209239" y="262994"/>
                    <a:pt x="209082" y="256092"/>
                    <a:pt x="209239" y="249190"/>
                  </a:cubicBezTo>
                  <a:cubicBezTo>
                    <a:pt x="209448" y="235282"/>
                    <a:pt x="215095" y="224093"/>
                    <a:pt x="226494" y="215884"/>
                  </a:cubicBezTo>
                  <a:cubicBezTo>
                    <a:pt x="230991" y="212642"/>
                    <a:pt x="235435" y="209348"/>
                    <a:pt x="240193" y="205845"/>
                  </a:cubicBezTo>
                  <a:cubicBezTo>
                    <a:pt x="242546" y="208511"/>
                    <a:pt x="245004" y="211230"/>
                    <a:pt x="247827" y="214367"/>
                  </a:cubicBezTo>
                  <a:cubicBezTo>
                    <a:pt x="243435" y="217661"/>
                    <a:pt x="239513" y="221008"/>
                    <a:pt x="235174" y="223831"/>
                  </a:cubicBezTo>
                  <a:cubicBezTo>
                    <a:pt x="225030" y="230419"/>
                    <a:pt x="220376" y="239622"/>
                    <a:pt x="220742" y="251596"/>
                  </a:cubicBezTo>
                  <a:cubicBezTo>
                    <a:pt x="220952" y="257922"/>
                    <a:pt x="220795" y="264249"/>
                    <a:pt x="220742" y="270628"/>
                  </a:cubicBezTo>
                  <a:cubicBezTo>
                    <a:pt x="220690" y="278523"/>
                    <a:pt x="217448" y="284746"/>
                    <a:pt x="211279" y="289661"/>
                  </a:cubicBezTo>
                  <a:cubicBezTo>
                    <a:pt x="210180" y="290549"/>
                    <a:pt x="209344" y="292379"/>
                    <a:pt x="209292" y="293791"/>
                  </a:cubicBezTo>
                  <a:cubicBezTo>
                    <a:pt x="209135" y="303046"/>
                    <a:pt x="209239" y="312353"/>
                    <a:pt x="209187" y="321608"/>
                  </a:cubicBezTo>
                  <a:cubicBezTo>
                    <a:pt x="209135" y="336144"/>
                    <a:pt x="199462" y="345921"/>
                    <a:pt x="184978" y="346078"/>
                  </a:cubicBezTo>
                  <a:cubicBezTo>
                    <a:pt x="178076" y="346130"/>
                    <a:pt x="171174" y="346130"/>
                    <a:pt x="164273" y="346078"/>
                  </a:cubicBezTo>
                  <a:cubicBezTo>
                    <a:pt x="149841" y="345921"/>
                    <a:pt x="140116" y="336196"/>
                    <a:pt x="139959" y="321660"/>
                  </a:cubicBezTo>
                  <a:cubicBezTo>
                    <a:pt x="139907" y="312249"/>
                    <a:pt x="140011" y="302889"/>
                    <a:pt x="139855" y="293477"/>
                  </a:cubicBezTo>
                  <a:cubicBezTo>
                    <a:pt x="139855" y="292170"/>
                    <a:pt x="138966" y="290497"/>
                    <a:pt x="137972" y="289661"/>
                  </a:cubicBezTo>
                  <a:cubicBezTo>
                    <a:pt x="131750" y="284798"/>
                    <a:pt x="128613" y="278471"/>
                    <a:pt x="128456" y="270628"/>
                  </a:cubicBezTo>
                  <a:cubicBezTo>
                    <a:pt x="128351" y="265661"/>
                    <a:pt x="128456" y="260694"/>
                    <a:pt x="128456" y="254785"/>
                  </a:cubicBezTo>
                  <a:cubicBezTo>
                    <a:pt x="125685" y="257504"/>
                    <a:pt x="123436" y="259700"/>
                    <a:pt x="121188" y="261948"/>
                  </a:cubicBezTo>
                  <a:cubicBezTo>
                    <a:pt x="117005" y="266079"/>
                    <a:pt x="115123" y="266288"/>
                    <a:pt x="110312" y="262942"/>
                  </a:cubicBezTo>
                  <a:cubicBezTo>
                    <a:pt x="105763" y="259857"/>
                    <a:pt x="101267" y="256720"/>
                    <a:pt x="96299" y="253321"/>
                  </a:cubicBezTo>
                  <a:cubicBezTo>
                    <a:pt x="94940" y="259543"/>
                    <a:pt x="93737" y="265295"/>
                    <a:pt x="92483" y="270942"/>
                  </a:cubicBezTo>
                  <a:cubicBezTo>
                    <a:pt x="91489" y="275386"/>
                    <a:pt x="89711" y="276746"/>
                    <a:pt x="85162" y="276798"/>
                  </a:cubicBezTo>
                  <a:cubicBezTo>
                    <a:pt x="78365" y="276850"/>
                    <a:pt x="71568" y="276850"/>
                    <a:pt x="64770" y="276798"/>
                  </a:cubicBezTo>
                  <a:cubicBezTo>
                    <a:pt x="60431" y="276746"/>
                    <a:pt x="58653" y="275334"/>
                    <a:pt x="57712" y="271046"/>
                  </a:cubicBezTo>
                  <a:cubicBezTo>
                    <a:pt x="56457" y="265452"/>
                    <a:pt x="55254" y="259805"/>
                    <a:pt x="53999" y="254158"/>
                  </a:cubicBezTo>
                  <a:cubicBezTo>
                    <a:pt x="53999" y="254053"/>
                    <a:pt x="53842" y="254001"/>
                    <a:pt x="53372" y="253583"/>
                  </a:cubicBezTo>
                  <a:cubicBezTo>
                    <a:pt x="49241" y="256406"/>
                    <a:pt x="45006" y="259334"/>
                    <a:pt x="40771" y="262210"/>
                  </a:cubicBezTo>
                  <a:cubicBezTo>
                    <a:pt x="34601" y="266445"/>
                    <a:pt x="33398" y="266341"/>
                    <a:pt x="28065" y="261007"/>
                  </a:cubicBezTo>
                  <a:cubicBezTo>
                    <a:pt x="23673" y="256615"/>
                    <a:pt x="19281" y="252223"/>
                    <a:pt x="14889" y="247779"/>
                  </a:cubicBezTo>
                  <a:cubicBezTo>
                    <a:pt x="10758" y="243648"/>
                    <a:pt x="10601" y="241766"/>
                    <a:pt x="13948" y="236903"/>
                  </a:cubicBezTo>
                  <a:cubicBezTo>
                    <a:pt x="16980" y="232406"/>
                    <a:pt x="20065" y="227962"/>
                    <a:pt x="23464" y="222995"/>
                  </a:cubicBezTo>
                  <a:cubicBezTo>
                    <a:pt x="18287" y="221844"/>
                    <a:pt x="13529" y="220851"/>
                    <a:pt x="8771" y="219805"/>
                  </a:cubicBezTo>
                  <a:cubicBezTo>
                    <a:pt x="7673" y="219544"/>
                    <a:pt x="6575" y="219387"/>
                    <a:pt x="5477" y="219125"/>
                  </a:cubicBezTo>
                  <a:cubicBezTo>
                    <a:pt x="1660" y="218184"/>
                    <a:pt x="92" y="216354"/>
                    <a:pt x="39" y="212485"/>
                  </a:cubicBezTo>
                  <a:cubicBezTo>
                    <a:pt x="-13" y="205374"/>
                    <a:pt x="-13" y="198211"/>
                    <a:pt x="39" y="191100"/>
                  </a:cubicBezTo>
                  <a:cubicBezTo>
                    <a:pt x="92" y="187230"/>
                    <a:pt x="1660" y="185296"/>
                    <a:pt x="5477" y="184459"/>
                  </a:cubicBezTo>
                  <a:cubicBezTo>
                    <a:pt x="11281" y="183152"/>
                    <a:pt x="17085" y="181949"/>
                    <a:pt x="23464" y="180590"/>
                  </a:cubicBezTo>
                  <a:cubicBezTo>
                    <a:pt x="20065" y="175675"/>
                    <a:pt x="16980" y="171126"/>
                    <a:pt x="13843" y="166577"/>
                  </a:cubicBezTo>
                  <a:cubicBezTo>
                    <a:pt x="10549" y="161767"/>
                    <a:pt x="10706" y="159832"/>
                    <a:pt x="14836" y="155701"/>
                  </a:cubicBezTo>
                  <a:cubicBezTo>
                    <a:pt x="19699" y="150839"/>
                    <a:pt x="24562" y="145924"/>
                    <a:pt x="29477" y="141061"/>
                  </a:cubicBezTo>
                  <a:cubicBezTo>
                    <a:pt x="32875" y="137715"/>
                    <a:pt x="35019" y="137505"/>
                    <a:pt x="39045" y="140224"/>
                  </a:cubicBezTo>
                  <a:cubicBezTo>
                    <a:pt x="43803" y="143466"/>
                    <a:pt x="48509" y="146708"/>
                    <a:pt x="53790" y="150316"/>
                  </a:cubicBezTo>
                  <a:cubicBezTo>
                    <a:pt x="54941" y="144721"/>
                    <a:pt x="56143" y="139597"/>
                    <a:pt x="57084" y="134473"/>
                  </a:cubicBezTo>
                  <a:cubicBezTo>
                    <a:pt x="57921" y="129976"/>
                    <a:pt x="59437" y="126316"/>
                    <a:pt x="65032" y="126787"/>
                  </a:cubicBezTo>
                  <a:cubicBezTo>
                    <a:pt x="66078" y="113035"/>
                    <a:pt x="68901" y="100068"/>
                    <a:pt x="74548" y="87833"/>
                  </a:cubicBezTo>
                  <a:cubicBezTo>
                    <a:pt x="87358" y="59964"/>
                    <a:pt x="108116" y="40565"/>
                    <a:pt x="136822" y="29690"/>
                  </a:cubicBezTo>
                  <a:cubicBezTo>
                    <a:pt x="150992" y="24356"/>
                    <a:pt x="165684" y="22160"/>
                    <a:pt x="180743" y="23468"/>
                  </a:cubicBezTo>
                  <a:cubicBezTo>
                    <a:pt x="184246" y="23781"/>
                    <a:pt x="187017" y="22997"/>
                    <a:pt x="189736" y="20696"/>
                  </a:cubicBezTo>
                  <a:cubicBezTo>
                    <a:pt x="193449" y="17559"/>
                    <a:pt x="197475" y="14788"/>
                    <a:pt x="201344" y="11860"/>
                  </a:cubicBezTo>
                  <a:cubicBezTo>
                    <a:pt x="205998" y="8357"/>
                    <a:pt x="208769" y="8723"/>
                    <a:pt x="212220" y="13272"/>
                  </a:cubicBezTo>
                  <a:cubicBezTo>
                    <a:pt x="216089" y="18396"/>
                    <a:pt x="219958" y="23572"/>
                    <a:pt x="223827" y="28749"/>
                  </a:cubicBezTo>
                  <a:cubicBezTo>
                    <a:pt x="225501" y="30945"/>
                    <a:pt x="227435" y="32618"/>
                    <a:pt x="230363" y="31990"/>
                  </a:cubicBezTo>
                  <a:cubicBezTo>
                    <a:pt x="233448" y="31311"/>
                    <a:pt x="234703" y="29062"/>
                    <a:pt x="235121" y="26134"/>
                  </a:cubicBezTo>
                  <a:cubicBezTo>
                    <a:pt x="236063" y="19441"/>
                    <a:pt x="237004" y="12696"/>
                    <a:pt x="238102" y="6004"/>
                  </a:cubicBezTo>
                  <a:cubicBezTo>
                    <a:pt x="238886" y="1089"/>
                    <a:pt x="241291" y="-532"/>
                    <a:pt x="246154" y="148"/>
                  </a:cubicBezTo>
                  <a:cubicBezTo>
                    <a:pt x="256454" y="1612"/>
                    <a:pt x="266755" y="3076"/>
                    <a:pt x="277055" y="4487"/>
                  </a:cubicBezTo>
                  <a:cubicBezTo>
                    <a:pt x="282546" y="5272"/>
                    <a:pt x="284428" y="7677"/>
                    <a:pt x="283644" y="13324"/>
                  </a:cubicBezTo>
                  <a:cubicBezTo>
                    <a:pt x="282755" y="19703"/>
                    <a:pt x="281866" y="26082"/>
                    <a:pt x="280925" y="32461"/>
                  </a:cubicBezTo>
                  <a:cubicBezTo>
                    <a:pt x="280506" y="35389"/>
                    <a:pt x="280872" y="37951"/>
                    <a:pt x="283644" y="39520"/>
                  </a:cubicBezTo>
                  <a:cubicBezTo>
                    <a:pt x="286415" y="41141"/>
                    <a:pt x="288820" y="39990"/>
                    <a:pt x="291121" y="38265"/>
                  </a:cubicBezTo>
                  <a:cubicBezTo>
                    <a:pt x="296349" y="34291"/>
                    <a:pt x="301578" y="30369"/>
                    <a:pt x="306859" y="26448"/>
                  </a:cubicBezTo>
                  <a:cubicBezTo>
                    <a:pt x="310937" y="23415"/>
                    <a:pt x="313918" y="23834"/>
                    <a:pt x="317003" y="27964"/>
                  </a:cubicBezTo>
                  <a:cubicBezTo>
                    <a:pt x="323329" y="36330"/>
                    <a:pt x="329656" y="44748"/>
                    <a:pt x="335931" y="53219"/>
                  </a:cubicBezTo>
                  <a:cubicBezTo>
                    <a:pt x="339120" y="57506"/>
                    <a:pt x="338702" y="60225"/>
                    <a:pt x="334310" y="63572"/>
                  </a:cubicBezTo>
                  <a:cubicBezTo>
                    <a:pt x="329186" y="67493"/>
                    <a:pt x="324009" y="71310"/>
                    <a:pt x="318833" y="75179"/>
                  </a:cubicBezTo>
                  <a:cubicBezTo>
                    <a:pt x="316375" y="77009"/>
                    <a:pt x="314702" y="79153"/>
                    <a:pt x="315643" y="82395"/>
                  </a:cubicBezTo>
                  <a:cubicBezTo>
                    <a:pt x="316532" y="85480"/>
                    <a:pt x="318990" y="86369"/>
                    <a:pt x="321865" y="86735"/>
                  </a:cubicBezTo>
                  <a:cubicBezTo>
                    <a:pt x="328244" y="87571"/>
                    <a:pt x="334623" y="88617"/>
                    <a:pt x="341002" y="89401"/>
                  </a:cubicBezTo>
                  <a:cubicBezTo>
                    <a:pt x="343931" y="89767"/>
                    <a:pt x="345970" y="91231"/>
                    <a:pt x="347591" y="93480"/>
                  </a:cubicBezTo>
                  <a:cubicBezTo>
                    <a:pt x="347591" y="95258"/>
                    <a:pt x="347591" y="96826"/>
                    <a:pt x="347591" y="98395"/>
                  </a:cubicBezTo>
                  <a:close/>
                  <a:moveTo>
                    <a:pt x="332009" y="123283"/>
                  </a:moveTo>
                  <a:cubicBezTo>
                    <a:pt x="333107" y="115545"/>
                    <a:pt x="334205" y="108120"/>
                    <a:pt x="335303" y="100539"/>
                  </a:cubicBezTo>
                  <a:cubicBezTo>
                    <a:pt x="333369" y="100225"/>
                    <a:pt x="331800" y="99963"/>
                    <a:pt x="330284" y="99754"/>
                  </a:cubicBezTo>
                  <a:cubicBezTo>
                    <a:pt x="326048" y="99075"/>
                    <a:pt x="321761" y="98604"/>
                    <a:pt x="317578" y="97767"/>
                  </a:cubicBezTo>
                  <a:cubicBezTo>
                    <a:pt x="310728" y="96408"/>
                    <a:pt x="306232" y="92068"/>
                    <a:pt x="304454" y="85480"/>
                  </a:cubicBezTo>
                  <a:cubicBezTo>
                    <a:pt x="302624" y="78735"/>
                    <a:pt x="304402" y="72617"/>
                    <a:pt x="309839" y="68016"/>
                  </a:cubicBezTo>
                  <a:cubicBezTo>
                    <a:pt x="314388" y="64199"/>
                    <a:pt x="319251" y="60696"/>
                    <a:pt x="324166" y="56931"/>
                  </a:cubicBezTo>
                  <a:cubicBezTo>
                    <a:pt x="319460" y="50709"/>
                    <a:pt x="314964" y="44696"/>
                    <a:pt x="310415" y="38631"/>
                  </a:cubicBezTo>
                  <a:cubicBezTo>
                    <a:pt x="305186" y="42448"/>
                    <a:pt x="300375" y="46265"/>
                    <a:pt x="295251" y="49559"/>
                  </a:cubicBezTo>
                  <a:cubicBezTo>
                    <a:pt x="287356" y="54578"/>
                    <a:pt x="277108" y="52016"/>
                    <a:pt x="271984" y="44225"/>
                  </a:cubicBezTo>
                  <a:cubicBezTo>
                    <a:pt x="268794" y="39415"/>
                    <a:pt x="269003" y="34186"/>
                    <a:pt x="269788" y="28853"/>
                  </a:cubicBezTo>
                  <a:cubicBezTo>
                    <a:pt x="270415" y="24513"/>
                    <a:pt x="271042" y="20226"/>
                    <a:pt x="271670" y="15677"/>
                  </a:cubicBezTo>
                  <a:cubicBezTo>
                    <a:pt x="267644" y="15102"/>
                    <a:pt x="263984" y="14579"/>
                    <a:pt x="260271" y="14056"/>
                  </a:cubicBezTo>
                  <a:cubicBezTo>
                    <a:pt x="256507" y="13533"/>
                    <a:pt x="252794" y="13010"/>
                    <a:pt x="248873" y="12487"/>
                  </a:cubicBezTo>
                  <a:cubicBezTo>
                    <a:pt x="248036" y="18239"/>
                    <a:pt x="247670" y="23572"/>
                    <a:pt x="246363" y="28644"/>
                  </a:cubicBezTo>
                  <a:cubicBezTo>
                    <a:pt x="245422" y="32199"/>
                    <a:pt x="243853" y="36069"/>
                    <a:pt x="241396" y="38735"/>
                  </a:cubicBezTo>
                  <a:cubicBezTo>
                    <a:pt x="233971" y="46683"/>
                    <a:pt x="222154" y="45480"/>
                    <a:pt x="215148" y="36539"/>
                  </a:cubicBezTo>
                  <a:cubicBezTo>
                    <a:pt x="211854" y="32304"/>
                    <a:pt x="208664" y="27964"/>
                    <a:pt x="205370" y="23572"/>
                  </a:cubicBezTo>
                  <a:cubicBezTo>
                    <a:pt x="199043" y="28330"/>
                    <a:pt x="193030" y="32827"/>
                    <a:pt x="186965" y="37376"/>
                  </a:cubicBezTo>
                  <a:cubicBezTo>
                    <a:pt x="190521" y="42186"/>
                    <a:pt x="193867" y="46422"/>
                    <a:pt x="197004" y="50866"/>
                  </a:cubicBezTo>
                  <a:cubicBezTo>
                    <a:pt x="201396" y="57088"/>
                    <a:pt x="201867" y="63781"/>
                    <a:pt x="197893" y="70264"/>
                  </a:cubicBezTo>
                  <a:cubicBezTo>
                    <a:pt x="193919" y="76748"/>
                    <a:pt x="187749" y="79310"/>
                    <a:pt x="180168" y="78264"/>
                  </a:cubicBezTo>
                  <a:cubicBezTo>
                    <a:pt x="174939" y="77532"/>
                    <a:pt x="169658" y="76800"/>
                    <a:pt x="164063" y="76016"/>
                  </a:cubicBezTo>
                  <a:cubicBezTo>
                    <a:pt x="162965" y="83650"/>
                    <a:pt x="161920" y="91075"/>
                    <a:pt x="160822" y="98761"/>
                  </a:cubicBezTo>
                  <a:cubicBezTo>
                    <a:pt x="166259" y="99545"/>
                    <a:pt x="171384" y="100329"/>
                    <a:pt x="176508" y="101061"/>
                  </a:cubicBezTo>
                  <a:cubicBezTo>
                    <a:pt x="180638" y="101637"/>
                    <a:pt x="184351" y="103205"/>
                    <a:pt x="187331" y="106186"/>
                  </a:cubicBezTo>
                  <a:cubicBezTo>
                    <a:pt x="194338" y="113297"/>
                    <a:pt x="194076" y="124643"/>
                    <a:pt x="186442" y="131231"/>
                  </a:cubicBezTo>
                  <a:cubicBezTo>
                    <a:pt x="181946" y="135100"/>
                    <a:pt x="177031" y="138551"/>
                    <a:pt x="172063" y="142368"/>
                  </a:cubicBezTo>
                  <a:cubicBezTo>
                    <a:pt x="176717" y="148538"/>
                    <a:pt x="181214" y="154551"/>
                    <a:pt x="185867" y="160721"/>
                  </a:cubicBezTo>
                  <a:cubicBezTo>
                    <a:pt x="190311" y="157427"/>
                    <a:pt x="194494" y="154290"/>
                    <a:pt x="198625" y="151205"/>
                  </a:cubicBezTo>
                  <a:cubicBezTo>
                    <a:pt x="202913" y="148015"/>
                    <a:pt x="207618" y="146447"/>
                    <a:pt x="212952" y="147545"/>
                  </a:cubicBezTo>
                  <a:cubicBezTo>
                    <a:pt x="222834" y="149584"/>
                    <a:pt x="228272" y="158054"/>
                    <a:pt x="226651" y="168721"/>
                  </a:cubicBezTo>
                  <a:cubicBezTo>
                    <a:pt x="225919" y="173583"/>
                    <a:pt x="225239" y="178498"/>
                    <a:pt x="224507" y="183623"/>
                  </a:cubicBezTo>
                  <a:cubicBezTo>
                    <a:pt x="232298" y="184721"/>
                    <a:pt x="239618" y="185766"/>
                    <a:pt x="247252" y="186864"/>
                  </a:cubicBezTo>
                  <a:cubicBezTo>
                    <a:pt x="247932" y="181792"/>
                    <a:pt x="248664" y="177139"/>
                    <a:pt x="249239" y="172433"/>
                  </a:cubicBezTo>
                  <a:cubicBezTo>
                    <a:pt x="250337" y="163753"/>
                    <a:pt x="254834" y="158002"/>
                    <a:pt x="262206" y="155963"/>
                  </a:cubicBezTo>
                  <a:cubicBezTo>
                    <a:pt x="269578" y="153924"/>
                    <a:pt x="276271" y="156590"/>
                    <a:pt x="281657" y="163649"/>
                  </a:cubicBezTo>
                  <a:cubicBezTo>
                    <a:pt x="284637" y="167623"/>
                    <a:pt x="287617" y="171597"/>
                    <a:pt x="290755" y="175727"/>
                  </a:cubicBezTo>
                  <a:cubicBezTo>
                    <a:pt x="296977" y="171021"/>
                    <a:pt x="303042" y="166525"/>
                    <a:pt x="309212" y="161871"/>
                  </a:cubicBezTo>
                  <a:cubicBezTo>
                    <a:pt x="305866" y="157427"/>
                    <a:pt x="302624" y="153192"/>
                    <a:pt x="299539" y="148904"/>
                  </a:cubicBezTo>
                  <a:cubicBezTo>
                    <a:pt x="294885" y="142473"/>
                    <a:pt x="294467" y="135048"/>
                    <a:pt x="298284" y="128878"/>
                  </a:cubicBezTo>
                  <a:cubicBezTo>
                    <a:pt x="302101" y="122708"/>
                    <a:pt x="309055" y="119780"/>
                    <a:pt x="316794" y="120983"/>
                  </a:cubicBezTo>
                  <a:cubicBezTo>
                    <a:pt x="321604" y="121872"/>
                    <a:pt x="326519" y="122499"/>
                    <a:pt x="332009" y="123283"/>
                  </a:cubicBezTo>
                  <a:close/>
                  <a:moveTo>
                    <a:pt x="66078" y="149375"/>
                  </a:moveTo>
                  <a:cubicBezTo>
                    <a:pt x="65816" y="150107"/>
                    <a:pt x="65607" y="150473"/>
                    <a:pt x="65502" y="150943"/>
                  </a:cubicBezTo>
                  <a:cubicBezTo>
                    <a:pt x="62365" y="162446"/>
                    <a:pt x="54784" y="165218"/>
                    <a:pt x="44901" y="158473"/>
                  </a:cubicBezTo>
                  <a:cubicBezTo>
                    <a:pt x="41660" y="156276"/>
                    <a:pt x="38470" y="154028"/>
                    <a:pt x="35647" y="152146"/>
                  </a:cubicBezTo>
                  <a:cubicBezTo>
                    <a:pt x="31882" y="155806"/>
                    <a:pt x="28483" y="159100"/>
                    <a:pt x="24876" y="162551"/>
                  </a:cubicBezTo>
                  <a:cubicBezTo>
                    <a:pt x="27385" y="166211"/>
                    <a:pt x="30000" y="169923"/>
                    <a:pt x="32457" y="173688"/>
                  </a:cubicBezTo>
                  <a:cubicBezTo>
                    <a:pt x="37634" y="181583"/>
                    <a:pt x="34287" y="190106"/>
                    <a:pt x="25085" y="192250"/>
                  </a:cubicBezTo>
                  <a:cubicBezTo>
                    <a:pt x="20588" y="193296"/>
                    <a:pt x="16091" y="194237"/>
                    <a:pt x="11647" y="195178"/>
                  </a:cubicBezTo>
                  <a:cubicBezTo>
                    <a:pt x="11647" y="199936"/>
                    <a:pt x="11647" y="204380"/>
                    <a:pt x="11647" y="208929"/>
                  </a:cubicBezTo>
                  <a:cubicBezTo>
                    <a:pt x="15725" y="209766"/>
                    <a:pt x="19595" y="210550"/>
                    <a:pt x="23464" y="211387"/>
                  </a:cubicBezTo>
                  <a:cubicBezTo>
                    <a:pt x="34862" y="213897"/>
                    <a:pt x="38156" y="222210"/>
                    <a:pt x="31568" y="231779"/>
                  </a:cubicBezTo>
                  <a:cubicBezTo>
                    <a:pt x="29268" y="235073"/>
                    <a:pt x="27019" y="238419"/>
                    <a:pt x="25032" y="241295"/>
                  </a:cubicBezTo>
                  <a:cubicBezTo>
                    <a:pt x="28692" y="245112"/>
                    <a:pt x="31987" y="248511"/>
                    <a:pt x="35385" y="252066"/>
                  </a:cubicBezTo>
                  <a:cubicBezTo>
                    <a:pt x="39098" y="249556"/>
                    <a:pt x="42758" y="246942"/>
                    <a:pt x="46522" y="244485"/>
                  </a:cubicBezTo>
                  <a:cubicBezTo>
                    <a:pt x="54418" y="239308"/>
                    <a:pt x="62993" y="242707"/>
                    <a:pt x="65136" y="251805"/>
                  </a:cubicBezTo>
                  <a:cubicBezTo>
                    <a:pt x="66182" y="256301"/>
                    <a:pt x="67071" y="260798"/>
                    <a:pt x="68065" y="265295"/>
                  </a:cubicBezTo>
                  <a:cubicBezTo>
                    <a:pt x="72770" y="265295"/>
                    <a:pt x="77267" y="265295"/>
                    <a:pt x="81764" y="265295"/>
                  </a:cubicBezTo>
                  <a:cubicBezTo>
                    <a:pt x="82705" y="260903"/>
                    <a:pt x="83541" y="256720"/>
                    <a:pt x="84483" y="252537"/>
                  </a:cubicBezTo>
                  <a:cubicBezTo>
                    <a:pt x="86836" y="242236"/>
                    <a:pt x="95254" y="238994"/>
                    <a:pt x="103986" y="244903"/>
                  </a:cubicBezTo>
                  <a:cubicBezTo>
                    <a:pt x="107489" y="247308"/>
                    <a:pt x="110992" y="249713"/>
                    <a:pt x="114809" y="252328"/>
                  </a:cubicBezTo>
                  <a:cubicBezTo>
                    <a:pt x="118260" y="248772"/>
                    <a:pt x="121293" y="245269"/>
                    <a:pt x="124744" y="242184"/>
                  </a:cubicBezTo>
                  <a:cubicBezTo>
                    <a:pt x="126731" y="240354"/>
                    <a:pt x="126678" y="238942"/>
                    <a:pt x="125632" y="236694"/>
                  </a:cubicBezTo>
                  <a:cubicBezTo>
                    <a:pt x="121502" y="227648"/>
                    <a:pt x="112613" y="223884"/>
                    <a:pt x="105554" y="218080"/>
                  </a:cubicBezTo>
                  <a:cubicBezTo>
                    <a:pt x="95254" y="235491"/>
                    <a:pt x="78313" y="238733"/>
                    <a:pt x="66182" y="235648"/>
                  </a:cubicBezTo>
                  <a:cubicBezTo>
                    <a:pt x="51960" y="231988"/>
                    <a:pt x="40928" y="219805"/>
                    <a:pt x="40352" y="204746"/>
                  </a:cubicBezTo>
                  <a:cubicBezTo>
                    <a:pt x="39516" y="184041"/>
                    <a:pt x="50914" y="172172"/>
                    <a:pt x="70313" y="167414"/>
                  </a:cubicBezTo>
                  <a:cubicBezTo>
                    <a:pt x="68901" y="161348"/>
                    <a:pt x="67542" y="155544"/>
                    <a:pt x="66078" y="149375"/>
                  </a:cubicBezTo>
                  <a:close/>
                  <a:moveTo>
                    <a:pt x="76587" y="224877"/>
                  </a:moveTo>
                  <a:cubicBezTo>
                    <a:pt x="83907" y="224668"/>
                    <a:pt x="90862" y="220589"/>
                    <a:pt x="95411" y="212276"/>
                  </a:cubicBezTo>
                  <a:cubicBezTo>
                    <a:pt x="96456" y="210341"/>
                    <a:pt x="96195" y="209139"/>
                    <a:pt x="94731" y="207622"/>
                  </a:cubicBezTo>
                  <a:cubicBezTo>
                    <a:pt x="87672" y="200250"/>
                    <a:pt x="81816" y="191936"/>
                    <a:pt x="77215" y="182838"/>
                  </a:cubicBezTo>
                  <a:cubicBezTo>
                    <a:pt x="75071" y="178551"/>
                    <a:pt x="74705" y="178446"/>
                    <a:pt x="69842" y="179544"/>
                  </a:cubicBezTo>
                  <a:cubicBezTo>
                    <a:pt x="58391" y="182263"/>
                    <a:pt x="50914" y="192668"/>
                    <a:pt x="52065" y="204119"/>
                  </a:cubicBezTo>
                  <a:cubicBezTo>
                    <a:pt x="53267" y="215988"/>
                    <a:pt x="62574" y="224511"/>
                    <a:pt x="76587" y="224877"/>
                  </a:cubicBezTo>
                  <a:close/>
                  <a:moveTo>
                    <a:pt x="151410" y="317477"/>
                  </a:moveTo>
                  <a:cubicBezTo>
                    <a:pt x="151410" y="319046"/>
                    <a:pt x="151410" y="320248"/>
                    <a:pt x="151410" y="321503"/>
                  </a:cubicBezTo>
                  <a:cubicBezTo>
                    <a:pt x="151462" y="330078"/>
                    <a:pt x="156063" y="334627"/>
                    <a:pt x="164639" y="334680"/>
                  </a:cubicBezTo>
                  <a:cubicBezTo>
                    <a:pt x="169135" y="334680"/>
                    <a:pt x="173684" y="334680"/>
                    <a:pt x="178181" y="334680"/>
                  </a:cubicBezTo>
                  <a:cubicBezTo>
                    <a:pt x="181109" y="334680"/>
                    <a:pt x="184089" y="334836"/>
                    <a:pt x="186965" y="334575"/>
                  </a:cubicBezTo>
                  <a:cubicBezTo>
                    <a:pt x="194860" y="333843"/>
                    <a:pt x="198886" y="327046"/>
                    <a:pt x="197109" y="317477"/>
                  </a:cubicBezTo>
                  <a:cubicBezTo>
                    <a:pt x="182102" y="317477"/>
                    <a:pt x="166991" y="317477"/>
                    <a:pt x="151410" y="317477"/>
                  </a:cubicBezTo>
                  <a:close/>
                  <a:moveTo>
                    <a:pt x="197475" y="294575"/>
                  </a:moveTo>
                  <a:cubicBezTo>
                    <a:pt x="181946" y="294575"/>
                    <a:pt x="166782" y="294575"/>
                    <a:pt x="151671" y="294575"/>
                  </a:cubicBezTo>
                  <a:cubicBezTo>
                    <a:pt x="151671" y="298445"/>
                    <a:pt x="151671" y="302000"/>
                    <a:pt x="151671" y="305556"/>
                  </a:cubicBezTo>
                  <a:cubicBezTo>
                    <a:pt x="167096" y="305556"/>
                    <a:pt x="182259" y="305556"/>
                    <a:pt x="197475" y="305556"/>
                  </a:cubicBezTo>
                  <a:cubicBezTo>
                    <a:pt x="197475" y="301739"/>
                    <a:pt x="197475" y="298288"/>
                    <a:pt x="197475" y="29457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3" name="Google Shape;573;p6"/>
            <p:cNvSpPr/>
            <p:nvPr/>
          </p:nvSpPr>
          <p:spPr>
            <a:xfrm>
              <a:off x="655839" y="6333677"/>
              <a:ext cx="22901" cy="49097"/>
            </a:xfrm>
            <a:custGeom>
              <a:avLst/>
              <a:gdLst/>
              <a:ahLst/>
              <a:cxnLst/>
              <a:rect l="l" t="t" r="r" b="b"/>
              <a:pathLst>
                <a:path w="22901" h="49097" extrusionOk="0">
                  <a:moveTo>
                    <a:pt x="11085" y="52"/>
                  </a:moveTo>
                  <a:cubicBezTo>
                    <a:pt x="15006" y="15320"/>
                    <a:pt x="18876" y="30588"/>
                    <a:pt x="22902" y="46169"/>
                  </a:cubicBezTo>
                  <a:cubicBezTo>
                    <a:pt x="19189" y="47163"/>
                    <a:pt x="15738" y="48052"/>
                    <a:pt x="11765" y="49097"/>
                  </a:cubicBezTo>
                  <a:cubicBezTo>
                    <a:pt x="7843" y="33725"/>
                    <a:pt x="3922" y="18510"/>
                    <a:pt x="0" y="3190"/>
                  </a:cubicBezTo>
                  <a:cubicBezTo>
                    <a:pt x="3399" y="2091"/>
                    <a:pt x="6536" y="1046"/>
                    <a:pt x="9725" y="0"/>
                  </a:cubicBezTo>
                  <a:cubicBezTo>
                    <a:pt x="10144" y="52"/>
                    <a:pt x="10614" y="52"/>
                    <a:pt x="11085" y="5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4" name="Google Shape;574;p6"/>
            <p:cNvSpPr/>
            <p:nvPr/>
          </p:nvSpPr>
          <p:spPr>
            <a:xfrm>
              <a:off x="684820" y="6399349"/>
              <a:ext cx="86206" cy="177984"/>
            </a:xfrm>
            <a:custGeom>
              <a:avLst/>
              <a:gdLst/>
              <a:ahLst/>
              <a:cxnLst/>
              <a:rect l="l" t="t" r="r" b="b"/>
              <a:pathLst>
                <a:path w="86206" h="177984" extrusionOk="0">
                  <a:moveTo>
                    <a:pt x="86207" y="177985"/>
                  </a:moveTo>
                  <a:cubicBezTo>
                    <a:pt x="82442" y="177985"/>
                    <a:pt x="78834" y="177985"/>
                    <a:pt x="74965" y="177985"/>
                  </a:cubicBezTo>
                  <a:cubicBezTo>
                    <a:pt x="74704" y="175789"/>
                    <a:pt x="74547" y="173540"/>
                    <a:pt x="74129" y="171344"/>
                  </a:cubicBezTo>
                  <a:cubicBezTo>
                    <a:pt x="71410" y="158482"/>
                    <a:pt x="64037" y="149279"/>
                    <a:pt x="51959" y="144155"/>
                  </a:cubicBezTo>
                  <a:cubicBezTo>
                    <a:pt x="40142" y="139136"/>
                    <a:pt x="29685" y="132286"/>
                    <a:pt x="20900" y="122874"/>
                  </a:cubicBezTo>
                  <a:cubicBezTo>
                    <a:pt x="-9217" y="90666"/>
                    <a:pt x="-6446" y="36915"/>
                    <a:pt x="27018" y="8209"/>
                  </a:cubicBezTo>
                  <a:cubicBezTo>
                    <a:pt x="30260" y="5438"/>
                    <a:pt x="33763" y="2876"/>
                    <a:pt x="37423" y="0"/>
                  </a:cubicBezTo>
                  <a:cubicBezTo>
                    <a:pt x="39567" y="3399"/>
                    <a:pt x="41554" y="6484"/>
                    <a:pt x="43645" y="9778"/>
                  </a:cubicBezTo>
                  <a:cubicBezTo>
                    <a:pt x="41345" y="11555"/>
                    <a:pt x="39149" y="13072"/>
                    <a:pt x="37109" y="14797"/>
                  </a:cubicBezTo>
                  <a:cubicBezTo>
                    <a:pt x="-2890" y="47424"/>
                    <a:pt x="5267" y="110430"/>
                    <a:pt x="52273" y="131502"/>
                  </a:cubicBezTo>
                  <a:cubicBezTo>
                    <a:pt x="61893" y="135842"/>
                    <a:pt x="70835" y="140861"/>
                    <a:pt x="77109" y="149645"/>
                  </a:cubicBezTo>
                  <a:cubicBezTo>
                    <a:pt x="83070" y="158116"/>
                    <a:pt x="86207" y="167475"/>
                    <a:pt x="86207" y="17798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5" name="Google Shape;575;p6"/>
            <p:cNvSpPr/>
            <p:nvPr/>
          </p:nvSpPr>
          <p:spPr>
            <a:xfrm>
              <a:off x="606323" y="6365153"/>
              <a:ext cx="47058" cy="38221"/>
            </a:xfrm>
            <a:custGeom>
              <a:avLst/>
              <a:gdLst/>
              <a:ahLst/>
              <a:cxnLst/>
              <a:rect l="l" t="t" r="r" b="b"/>
              <a:pathLst>
                <a:path w="47058" h="38221" extrusionOk="0">
                  <a:moveTo>
                    <a:pt x="0" y="9359"/>
                  </a:moveTo>
                  <a:cubicBezTo>
                    <a:pt x="2353" y="6118"/>
                    <a:pt x="4392" y="3242"/>
                    <a:pt x="6693" y="0"/>
                  </a:cubicBezTo>
                  <a:cubicBezTo>
                    <a:pt x="20183" y="9621"/>
                    <a:pt x="33516" y="19137"/>
                    <a:pt x="47058" y="28810"/>
                  </a:cubicBezTo>
                  <a:cubicBezTo>
                    <a:pt x="44810" y="31947"/>
                    <a:pt x="42771" y="34875"/>
                    <a:pt x="40366" y="38222"/>
                  </a:cubicBezTo>
                  <a:cubicBezTo>
                    <a:pt x="26928" y="28601"/>
                    <a:pt x="13595" y="19085"/>
                    <a:pt x="0" y="935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6" name="Google Shape;576;p6"/>
            <p:cNvSpPr/>
            <p:nvPr/>
          </p:nvSpPr>
          <p:spPr>
            <a:xfrm>
              <a:off x="596755" y="6421937"/>
              <a:ext cx="48888" cy="22692"/>
            </a:xfrm>
            <a:custGeom>
              <a:avLst/>
              <a:gdLst/>
              <a:ahLst/>
              <a:cxnLst/>
              <a:rect l="l" t="t" r="r" b="b"/>
              <a:pathLst>
                <a:path w="48888" h="22692" extrusionOk="0">
                  <a:moveTo>
                    <a:pt x="0" y="11503"/>
                  </a:moveTo>
                  <a:cubicBezTo>
                    <a:pt x="15582" y="7582"/>
                    <a:pt x="30692" y="3817"/>
                    <a:pt x="46117" y="0"/>
                  </a:cubicBezTo>
                  <a:cubicBezTo>
                    <a:pt x="47058" y="3765"/>
                    <a:pt x="47947" y="7320"/>
                    <a:pt x="48888" y="11189"/>
                  </a:cubicBezTo>
                  <a:cubicBezTo>
                    <a:pt x="33464" y="15059"/>
                    <a:pt x="18405" y="18823"/>
                    <a:pt x="2823" y="22693"/>
                  </a:cubicBezTo>
                  <a:cubicBezTo>
                    <a:pt x="1882" y="18980"/>
                    <a:pt x="993" y="15477"/>
                    <a:pt x="0" y="115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7" name="Google Shape;577;p6"/>
            <p:cNvSpPr/>
            <p:nvPr/>
          </p:nvSpPr>
          <p:spPr>
            <a:xfrm>
              <a:off x="865614" y="6578850"/>
              <a:ext cx="41986" cy="37698"/>
            </a:xfrm>
            <a:custGeom>
              <a:avLst/>
              <a:gdLst/>
              <a:ahLst/>
              <a:cxnLst/>
              <a:rect l="l" t="t" r="r" b="b"/>
              <a:pathLst>
                <a:path w="41986" h="37698" extrusionOk="0">
                  <a:moveTo>
                    <a:pt x="34562" y="37699"/>
                  </a:moveTo>
                  <a:cubicBezTo>
                    <a:pt x="22902" y="27974"/>
                    <a:pt x="11555" y="18510"/>
                    <a:pt x="0" y="8889"/>
                  </a:cubicBezTo>
                  <a:cubicBezTo>
                    <a:pt x="2510" y="5856"/>
                    <a:pt x="4863" y="2980"/>
                    <a:pt x="7372" y="0"/>
                  </a:cubicBezTo>
                  <a:cubicBezTo>
                    <a:pt x="18928" y="9621"/>
                    <a:pt x="30274" y="19085"/>
                    <a:pt x="41986" y="28810"/>
                  </a:cubicBezTo>
                  <a:cubicBezTo>
                    <a:pt x="39529" y="31790"/>
                    <a:pt x="37176" y="34562"/>
                    <a:pt x="34562" y="3769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8" name="Google Shape;578;p6"/>
            <p:cNvSpPr/>
            <p:nvPr/>
          </p:nvSpPr>
          <p:spPr>
            <a:xfrm>
              <a:off x="840726" y="6595007"/>
              <a:ext cx="10927" cy="40104"/>
            </a:xfrm>
            <a:custGeom>
              <a:avLst/>
              <a:gdLst/>
              <a:ahLst/>
              <a:cxnLst/>
              <a:rect l="l" t="t" r="r" b="b"/>
              <a:pathLst>
                <a:path w="10927" h="40104" extrusionOk="0">
                  <a:moveTo>
                    <a:pt x="10928" y="40104"/>
                  </a:moveTo>
                  <a:cubicBezTo>
                    <a:pt x="7216" y="40104"/>
                    <a:pt x="3712" y="40104"/>
                    <a:pt x="0" y="40104"/>
                  </a:cubicBezTo>
                  <a:cubicBezTo>
                    <a:pt x="0" y="26719"/>
                    <a:pt x="0" y="13438"/>
                    <a:pt x="0" y="0"/>
                  </a:cubicBezTo>
                  <a:cubicBezTo>
                    <a:pt x="3660" y="0"/>
                    <a:pt x="7163" y="0"/>
                    <a:pt x="10928" y="0"/>
                  </a:cubicBezTo>
                  <a:cubicBezTo>
                    <a:pt x="10928" y="13281"/>
                    <a:pt x="10928" y="26562"/>
                    <a:pt x="10928" y="4010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9" name="Google Shape;579;p6"/>
            <p:cNvSpPr/>
            <p:nvPr/>
          </p:nvSpPr>
          <p:spPr>
            <a:xfrm>
              <a:off x="875287" y="6548942"/>
              <a:ext cx="39947" cy="11032"/>
            </a:xfrm>
            <a:custGeom>
              <a:avLst/>
              <a:gdLst/>
              <a:ahLst/>
              <a:cxnLst/>
              <a:rect l="l" t="t" r="r" b="b"/>
              <a:pathLst>
                <a:path w="39947" h="11032" extrusionOk="0">
                  <a:moveTo>
                    <a:pt x="0" y="11033"/>
                  </a:moveTo>
                  <a:cubicBezTo>
                    <a:pt x="0" y="7320"/>
                    <a:pt x="0" y="3765"/>
                    <a:pt x="0" y="0"/>
                  </a:cubicBezTo>
                  <a:cubicBezTo>
                    <a:pt x="13385" y="0"/>
                    <a:pt x="26562" y="0"/>
                    <a:pt x="39947" y="0"/>
                  </a:cubicBezTo>
                  <a:cubicBezTo>
                    <a:pt x="39947" y="3608"/>
                    <a:pt x="39947" y="7216"/>
                    <a:pt x="39947" y="11033"/>
                  </a:cubicBezTo>
                  <a:cubicBezTo>
                    <a:pt x="26719" y="11033"/>
                    <a:pt x="13438" y="11033"/>
                    <a:pt x="0" y="1103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0" name="Google Shape;580;p6"/>
            <p:cNvSpPr/>
            <p:nvPr/>
          </p:nvSpPr>
          <p:spPr>
            <a:xfrm>
              <a:off x="759942" y="6589151"/>
              <a:ext cx="11032" cy="16993"/>
            </a:xfrm>
            <a:custGeom>
              <a:avLst/>
              <a:gdLst/>
              <a:ahLst/>
              <a:cxnLst/>
              <a:rect l="l" t="t" r="r" b="b"/>
              <a:pathLst>
                <a:path w="11032" h="16993" extrusionOk="0">
                  <a:moveTo>
                    <a:pt x="0" y="0"/>
                  </a:moveTo>
                  <a:cubicBezTo>
                    <a:pt x="3817" y="0"/>
                    <a:pt x="7268" y="0"/>
                    <a:pt x="11033" y="0"/>
                  </a:cubicBezTo>
                  <a:cubicBezTo>
                    <a:pt x="11033" y="5647"/>
                    <a:pt x="11033" y="11189"/>
                    <a:pt x="11033" y="16993"/>
                  </a:cubicBezTo>
                  <a:cubicBezTo>
                    <a:pt x="7320" y="16993"/>
                    <a:pt x="3765" y="16993"/>
                    <a:pt x="0" y="16993"/>
                  </a:cubicBezTo>
                  <a:cubicBezTo>
                    <a:pt x="0" y="11294"/>
                    <a:pt x="0" y="5804"/>
                    <a:pt x="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1" name="Google Shape;581;p6"/>
            <p:cNvSpPr/>
            <p:nvPr/>
          </p:nvSpPr>
          <p:spPr>
            <a:xfrm>
              <a:off x="792726" y="6388682"/>
              <a:ext cx="92286" cy="92286"/>
            </a:xfrm>
            <a:custGeom>
              <a:avLst/>
              <a:gdLst/>
              <a:ahLst/>
              <a:cxnLst/>
              <a:rect l="l" t="t" r="r" b="b"/>
              <a:pathLst>
                <a:path w="92286" h="92286" extrusionOk="0">
                  <a:moveTo>
                    <a:pt x="0" y="46117"/>
                  </a:moveTo>
                  <a:cubicBezTo>
                    <a:pt x="52" y="20706"/>
                    <a:pt x="20810" y="-52"/>
                    <a:pt x="46274" y="0"/>
                  </a:cubicBezTo>
                  <a:cubicBezTo>
                    <a:pt x="71738" y="52"/>
                    <a:pt x="92339" y="20758"/>
                    <a:pt x="92286" y="46274"/>
                  </a:cubicBezTo>
                  <a:cubicBezTo>
                    <a:pt x="92234" y="71633"/>
                    <a:pt x="71633" y="92182"/>
                    <a:pt x="46274" y="92287"/>
                  </a:cubicBezTo>
                  <a:cubicBezTo>
                    <a:pt x="20915" y="92391"/>
                    <a:pt x="0" y="71476"/>
                    <a:pt x="0" y="46117"/>
                  </a:cubicBezTo>
                  <a:close/>
                  <a:moveTo>
                    <a:pt x="80731" y="46274"/>
                  </a:moveTo>
                  <a:cubicBezTo>
                    <a:pt x="80783" y="27242"/>
                    <a:pt x="65359" y="11660"/>
                    <a:pt x="46431" y="11556"/>
                  </a:cubicBezTo>
                  <a:cubicBezTo>
                    <a:pt x="27398" y="11451"/>
                    <a:pt x="11555" y="27189"/>
                    <a:pt x="11555" y="46169"/>
                  </a:cubicBezTo>
                  <a:cubicBezTo>
                    <a:pt x="11608" y="64941"/>
                    <a:pt x="27346" y="80731"/>
                    <a:pt x="46117" y="80783"/>
                  </a:cubicBezTo>
                  <a:cubicBezTo>
                    <a:pt x="64940" y="80836"/>
                    <a:pt x="80679" y="65097"/>
                    <a:pt x="80731" y="4627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82" name="Google Shape;582;p6"/>
          <p:cNvGrpSpPr/>
          <p:nvPr/>
        </p:nvGrpSpPr>
        <p:grpSpPr>
          <a:xfrm>
            <a:off x="4512595" y="6338111"/>
            <a:ext cx="346984" cy="353721"/>
            <a:chOff x="2499198" y="6329527"/>
            <a:chExt cx="346984" cy="353721"/>
          </a:xfrm>
        </p:grpSpPr>
        <p:sp>
          <p:nvSpPr>
            <p:cNvPr id="583" name="Google Shape;583;p6"/>
            <p:cNvSpPr/>
            <p:nvPr/>
          </p:nvSpPr>
          <p:spPr>
            <a:xfrm>
              <a:off x="2510141" y="6329527"/>
              <a:ext cx="325277" cy="353721"/>
            </a:xfrm>
            <a:custGeom>
              <a:avLst/>
              <a:gdLst/>
              <a:ahLst/>
              <a:cxnLst/>
              <a:rect l="l" t="t" r="r" b="b"/>
              <a:pathLst>
                <a:path w="325277" h="353721" extrusionOk="0">
                  <a:moveTo>
                    <a:pt x="252337" y="212965"/>
                  </a:moveTo>
                  <a:cubicBezTo>
                    <a:pt x="252337" y="217932"/>
                    <a:pt x="252232" y="222533"/>
                    <a:pt x="252441" y="227082"/>
                  </a:cubicBezTo>
                  <a:cubicBezTo>
                    <a:pt x="252494" y="228128"/>
                    <a:pt x="253330" y="229331"/>
                    <a:pt x="254167" y="230167"/>
                  </a:cubicBezTo>
                  <a:cubicBezTo>
                    <a:pt x="256834" y="232938"/>
                    <a:pt x="259605" y="235605"/>
                    <a:pt x="262533" y="238481"/>
                  </a:cubicBezTo>
                  <a:cubicBezTo>
                    <a:pt x="259448" y="241304"/>
                    <a:pt x="256677" y="243866"/>
                    <a:pt x="253592" y="246638"/>
                  </a:cubicBezTo>
                  <a:cubicBezTo>
                    <a:pt x="248206" y="241252"/>
                    <a:pt x="242507" y="235501"/>
                    <a:pt x="236755" y="229801"/>
                  </a:cubicBezTo>
                  <a:cubicBezTo>
                    <a:pt x="235762" y="228808"/>
                    <a:pt x="234821" y="227867"/>
                    <a:pt x="233827" y="226873"/>
                  </a:cubicBezTo>
                  <a:cubicBezTo>
                    <a:pt x="230376" y="223579"/>
                    <a:pt x="226455" y="223370"/>
                    <a:pt x="223631" y="226298"/>
                  </a:cubicBezTo>
                  <a:cubicBezTo>
                    <a:pt x="220912" y="229174"/>
                    <a:pt x="221069" y="232938"/>
                    <a:pt x="224311" y="236233"/>
                  </a:cubicBezTo>
                  <a:cubicBezTo>
                    <a:pt x="230429" y="242455"/>
                    <a:pt x="236651" y="248572"/>
                    <a:pt x="242821" y="254742"/>
                  </a:cubicBezTo>
                  <a:cubicBezTo>
                    <a:pt x="247474" y="259448"/>
                    <a:pt x="247579" y="261539"/>
                    <a:pt x="243343" y="266454"/>
                  </a:cubicBezTo>
                  <a:cubicBezTo>
                    <a:pt x="233618" y="277748"/>
                    <a:pt x="234193" y="293801"/>
                    <a:pt x="244964" y="304728"/>
                  </a:cubicBezTo>
                  <a:cubicBezTo>
                    <a:pt x="257827" y="317800"/>
                    <a:pt x="270846" y="330663"/>
                    <a:pt x="283814" y="343630"/>
                  </a:cubicBezTo>
                  <a:cubicBezTo>
                    <a:pt x="284598" y="344414"/>
                    <a:pt x="285330" y="345251"/>
                    <a:pt x="286062" y="345983"/>
                  </a:cubicBezTo>
                  <a:cubicBezTo>
                    <a:pt x="283186" y="348597"/>
                    <a:pt x="280363" y="351159"/>
                    <a:pt x="277591" y="353721"/>
                  </a:cubicBezTo>
                  <a:cubicBezTo>
                    <a:pt x="270010" y="346087"/>
                    <a:pt x="261748" y="337774"/>
                    <a:pt x="253539" y="329513"/>
                  </a:cubicBezTo>
                  <a:cubicBezTo>
                    <a:pt x="253173" y="329669"/>
                    <a:pt x="252755" y="329826"/>
                    <a:pt x="252389" y="329983"/>
                  </a:cubicBezTo>
                  <a:cubicBezTo>
                    <a:pt x="252389" y="334114"/>
                    <a:pt x="252389" y="338244"/>
                    <a:pt x="252389" y="342375"/>
                  </a:cubicBezTo>
                  <a:cubicBezTo>
                    <a:pt x="252389" y="348702"/>
                    <a:pt x="250507" y="350584"/>
                    <a:pt x="244128" y="350584"/>
                  </a:cubicBezTo>
                  <a:cubicBezTo>
                    <a:pt x="226664" y="350584"/>
                    <a:pt x="209200" y="350584"/>
                    <a:pt x="191736" y="350584"/>
                  </a:cubicBezTo>
                  <a:cubicBezTo>
                    <a:pt x="188651" y="350584"/>
                    <a:pt x="185671" y="350480"/>
                    <a:pt x="184050" y="347238"/>
                  </a:cubicBezTo>
                  <a:cubicBezTo>
                    <a:pt x="182481" y="343996"/>
                    <a:pt x="184102" y="341643"/>
                    <a:pt x="186037" y="339133"/>
                  </a:cubicBezTo>
                  <a:cubicBezTo>
                    <a:pt x="194351" y="328414"/>
                    <a:pt x="194664" y="314140"/>
                    <a:pt x="186926" y="303264"/>
                  </a:cubicBezTo>
                  <a:cubicBezTo>
                    <a:pt x="179240" y="292441"/>
                    <a:pt x="165279" y="287997"/>
                    <a:pt x="152730" y="292336"/>
                  </a:cubicBezTo>
                  <a:cubicBezTo>
                    <a:pt x="140234" y="296676"/>
                    <a:pt x="132077" y="308702"/>
                    <a:pt x="132704" y="322140"/>
                  </a:cubicBezTo>
                  <a:cubicBezTo>
                    <a:pt x="133018" y="328676"/>
                    <a:pt x="135319" y="334532"/>
                    <a:pt x="139502" y="339604"/>
                  </a:cubicBezTo>
                  <a:cubicBezTo>
                    <a:pt x="141384" y="341905"/>
                    <a:pt x="142482" y="344257"/>
                    <a:pt x="141175" y="347133"/>
                  </a:cubicBezTo>
                  <a:cubicBezTo>
                    <a:pt x="139815" y="350009"/>
                    <a:pt x="137306" y="350636"/>
                    <a:pt x="134325" y="350636"/>
                  </a:cubicBezTo>
                  <a:cubicBezTo>
                    <a:pt x="116391" y="350584"/>
                    <a:pt x="98404" y="350636"/>
                    <a:pt x="80470" y="350584"/>
                  </a:cubicBezTo>
                  <a:cubicBezTo>
                    <a:pt x="74875" y="350584"/>
                    <a:pt x="72836" y="348545"/>
                    <a:pt x="72836" y="342898"/>
                  </a:cubicBezTo>
                  <a:cubicBezTo>
                    <a:pt x="72836" y="329669"/>
                    <a:pt x="72836" y="316441"/>
                    <a:pt x="72836" y="303264"/>
                  </a:cubicBezTo>
                  <a:cubicBezTo>
                    <a:pt x="72836" y="301905"/>
                    <a:pt x="72836" y="300598"/>
                    <a:pt x="72836" y="298820"/>
                  </a:cubicBezTo>
                  <a:cubicBezTo>
                    <a:pt x="61542" y="303578"/>
                    <a:pt x="50509" y="304153"/>
                    <a:pt x="39424" y="299761"/>
                  </a:cubicBezTo>
                  <a:cubicBezTo>
                    <a:pt x="31320" y="296519"/>
                    <a:pt x="24836" y="291238"/>
                    <a:pt x="19974" y="283971"/>
                  </a:cubicBezTo>
                  <a:cubicBezTo>
                    <a:pt x="10301" y="269435"/>
                    <a:pt x="10719" y="250402"/>
                    <a:pt x="20967" y="236233"/>
                  </a:cubicBezTo>
                  <a:cubicBezTo>
                    <a:pt x="32366" y="220494"/>
                    <a:pt x="48836" y="216102"/>
                    <a:pt x="72627" y="222481"/>
                  </a:cubicBezTo>
                  <a:cubicBezTo>
                    <a:pt x="72627" y="199475"/>
                    <a:pt x="72627" y="176469"/>
                    <a:pt x="72627" y="153096"/>
                  </a:cubicBezTo>
                  <a:cubicBezTo>
                    <a:pt x="67293" y="153096"/>
                    <a:pt x="62117" y="153096"/>
                    <a:pt x="56940" y="153096"/>
                  </a:cubicBezTo>
                  <a:cubicBezTo>
                    <a:pt x="40941" y="153096"/>
                    <a:pt x="30954" y="143162"/>
                    <a:pt x="30954" y="127266"/>
                  </a:cubicBezTo>
                  <a:cubicBezTo>
                    <a:pt x="30954" y="112051"/>
                    <a:pt x="30902" y="96835"/>
                    <a:pt x="31006" y="81620"/>
                  </a:cubicBezTo>
                  <a:cubicBezTo>
                    <a:pt x="31006" y="78953"/>
                    <a:pt x="30379" y="77019"/>
                    <a:pt x="28392" y="75084"/>
                  </a:cubicBezTo>
                  <a:cubicBezTo>
                    <a:pt x="19817" y="66718"/>
                    <a:pt x="11399" y="58195"/>
                    <a:pt x="2928" y="49725"/>
                  </a:cubicBezTo>
                  <a:cubicBezTo>
                    <a:pt x="1987" y="48784"/>
                    <a:pt x="1046" y="47738"/>
                    <a:pt x="0" y="46640"/>
                  </a:cubicBezTo>
                  <a:cubicBezTo>
                    <a:pt x="2876" y="43869"/>
                    <a:pt x="5595" y="41254"/>
                    <a:pt x="8575" y="38379"/>
                  </a:cubicBezTo>
                  <a:cubicBezTo>
                    <a:pt x="13333" y="43137"/>
                    <a:pt x="18144" y="47999"/>
                    <a:pt x="23006" y="52810"/>
                  </a:cubicBezTo>
                  <a:cubicBezTo>
                    <a:pt x="28653" y="58457"/>
                    <a:pt x="34457" y="63947"/>
                    <a:pt x="39843" y="69855"/>
                  </a:cubicBezTo>
                  <a:cubicBezTo>
                    <a:pt x="41516" y="71685"/>
                    <a:pt x="42771" y="74614"/>
                    <a:pt x="42823" y="77019"/>
                  </a:cubicBezTo>
                  <a:cubicBezTo>
                    <a:pt x="43084" y="93855"/>
                    <a:pt x="42928" y="110692"/>
                    <a:pt x="42980" y="127528"/>
                  </a:cubicBezTo>
                  <a:cubicBezTo>
                    <a:pt x="42980" y="136364"/>
                    <a:pt x="47738" y="141070"/>
                    <a:pt x="56627" y="141123"/>
                  </a:cubicBezTo>
                  <a:cubicBezTo>
                    <a:pt x="61855" y="141123"/>
                    <a:pt x="67084" y="141123"/>
                    <a:pt x="72836" y="141123"/>
                  </a:cubicBezTo>
                  <a:cubicBezTo>
                    <a:pt x="72836" y="136051"/>
                    <a:pt x="72940" y="131136"/>
                    <a:pt x="72731" y="126221"/>
                  </a:cubicBezTo>
                  <a:cubicBezTo>
                    <a:pt x="72679" y="125227"/>
                    <a:pt x="71424" y="124234"/>
                    <a:pt x="70535" y="123345"/>
                  </a:cubicBezTo>
                  <a:cubicBezTo>
                    <a:pt x="67973" y="120835"/>
                    <a:pt x="65359" y="118325"/>
                    <a:pt x="62587" y="115711"/>
                  </a:cubicBezTo>
                  <a:cubicBezTo>
                    <a:pt x="65777" y="112783"/>
                    <a:pt x="68548" y="110221"/>
                    <a:pt x="71633" y="107397"/>
                  </a:cubicBezTo>
                  <a:cubicBezTo>
                    <a:pt x="78692" y="114508"/>
                    <a:pt x="86012" y="121776"/>
                    <a:pt x="93280" y="129097"/>
                  </a:cubicBezTo>
                  <a:cubicBezTo>
                    <a:pt x="94587" y="130404"/>
                    <a:pt x="95894" y="131763"/>
                    <a:pt x="97254" y="133070"/>
                  </a:cubicBezTo>
                  <a:cubicBezTo>
                    <a:pt x="100757" y="136469"/>
                    <a:pt x="104574" y="136783"/>
                    <a:pt x="107450" y="133907"/>
                  </a:cubicBezTo>
                  <a:cubicBezTo>
                    <a:pt x="110378" y="131031"/>
                    <a:pt x="110169" y="127110"/>
                    <a:pt x="106770" y="123711"/>
                  </a:cubicBezTo>
                  <a:cubicBezTo>
                    <a:pt x="98875" y="115763"/>
                    <a:pt x="90927" y="107816"/>
                    <a:pt x="82979" y="99868"/>
                  </a:cubicBezTo>
                  <a:cubicBezTo>
                    <a:pt x="77542" y="94430"/>
                    <a:pt x="77489" y="92966"/>
                    <a:pt x="82352" y="87058"/>
                  </a:cubicBezTo>
                  <a:cubicBezTo>
                    <a:pt x="91554" y="75868"/>
                    <a:pt x="90822" y="59973"/>
                    <a:pt x="80313" y="49359"/>
                  </a:cubicBezTo>
                  <a:cubicBezTo>
                    <a:pt x="67555" y="36392"/>
                    <a:pt x="54588" y="23581"/>
                    <a:pt x="41673" y="10771"/>
                  </a:cubicBezTo>
                  <a:cubicBezTo>
                    <a:pt x="40732" y="9830"/>
                    <a:pt x="39320" y="9307"/>
                    <a:pt x="37908" y="8523"/>
                  </a:cubicBezTo>
                  <a:cubicBezTo>
                    <a:pt x="41725" y="4967"/>
                    <a:pt x="44392" y="2405"/>
                    <a:pt x="47006" y="0"/>
                  </a:cubicBezTo>
                  <a:cubicBezTo>
                    <a:pt x="55110" y="8104"/>
                    <a:pt x="63320" y="16366"/>
                    <a:pt x="71581" y="24627"/>
                  </a:cubicBezTo>
                  <a:cubicBezTo>
                    <a:pt x="71999" y="24470"/>
                    <a:pt x="72417" y="24261"/>
                    <a:pt x="72836" y="24104"/>
                  </a:cubicBezTo>
                  <a:cubicBezTo>
                    <a:pt x="72836" y="20130"/>
                    <a:pt x="72836" y="16104"/>
                    <a:pt x="72836" y="12131"/>
                  </a:cubicBezTo>
                  <a:cubicBezTo>
                    <a:pt x="72836" y="5229"/>
                    <a:pt x="74561" y="3503"/>
                    <a:pt x="81411" y="3503"/>
                  </a:cubicBezTo>
                  <a:cubicBezTo>
                    <a:pt x="98718" y="3503"/>
                    <a:pt x="116077" y="3503"/>
                    <a:pt x="133384" y="3503"/>
                  </a:cubicBezTo>
                  <a:cubicBezTo>
                    <a:pt x="136469" y="3503"/>
                    <a:pt x="139449" y="3556"/>
                    <a:pt x="141070" y="6797"/>
                  </a:cubicBezTo>
                  <a:cubicBezTo>
                    <a:pt x="142691" y="9987"/>
                    <a:pt x="141070" y="12392"/>
                    <a:pt x="139136" y="14902"/>
                  </a:cubicBezTo>
                  <a:cubicBezTo>
                    <a:pt x="129358" y="27503"/>
                    <a:pt x="130770" y="44810"/>
                    <a:pt x="142377" y="55476"/>
                  </a:cubicBezTo>
                  <a:cubicBezTo>
                    <a:pt x="153776" y="65986"/>
                    <a:pt x="171501" y="65934"/>
                    <a:pt x="182847" y="55372"/>
                  </a:cubicBezTo>
                  <a:cubicBezTo>
                    <a:pt x="194403" y="44653"/>
                    <a:pt x="195762" y="27398"/>
                    <a:pt x="185880" y="14745"/>
                  </a:cubicBezTo>
                  <a:cubicBezTo>
                    <a:pt x="183998" y="12340"/>
                    <a:pt x="182534" y="10039"/>
                    <a:pt x="183945" y="6954"/>
                  </a:cubicBezTo>
                  <a:cubicBezTo>
                    <a:pt x="185462" y="3660"/>
                    <a:pt x="188390" y="3451"/>
                    <a:pt x="191527" y="3451"/>
                  </a:cubicBezTo>
                  <a:cubicBezTo>
                    <a:pt x="209096" y="3503"/>
                    <a:pt x="226664" y="3451"/>
                    <a:pt x="244285" y="3503"/>
                  </a:cubicBezTo>
                  <a:cubicBezTo>
                    <a:pt x="250402" y="3503"/>
                    <a:pt x="252337" y="5438"/>
                    <a:pt x="252337" y="11503"/>
                  </a:cubicBezTo>
                  <a:cubicBezTo>
                    <a:pt x="252337" y="24575"/>
                    <a:pt x="252337" y="37699"/>
                    <a:pt x="252337" y="50771"/>
                  </a:cubicBezTo>
                  <a:cubicBezTo>
                    <a:pt x="252337" y="52130"/>
                    <a:pt x="252337" y="53490"/>
                    <a:pt x="252337" y="55267"/>
                  </a:cubicBezTo>
                  <a:cubicBezTo>
                    <a:pt x="263735" y="50405"/>
                    <a:pt x="274873" y="49934"/>
                    <a:pt x="286062" y="54431"/>
                  </a:cubicBezTo>
                  <a:cubicBezTo>
                    <a:pt x="294166" y="57673"/>
                    <a:pt x="300598" y="63058"/>
                    <a:pt x="305356" y="70378"/>
                  </a:cubicBezTo>
                  <a:cubicBezTo>
                    <a:pt x="314872" y="84914"/>
                    <a:pt x="314401" y="103737"/>
                    <a:pt x="304205" y="117803"/>
                  </a:cubicBezTo>
                  <a:cubicBezTo>
                    <a:pt x="292755" y="133593"/>
                    <a:pt x="276075" y="138090"/>
                    <a:pt x="252546" y="131606"/>
                  </a:cubicBezTo>
                  <a:cubicBezTo>
                    <a:pt x="252546" y="154613"/>
                    <a:pt x="252546" y="177619"/>
                    <a:pt x="252546" y="200991"/>
                  </a:cubicBezTo>
                  <a:cubicBezTo>
                    <a:pt x="257932" y="200991"/>
                    <a:pt x="263265" y="200991"/>
                    <a:pt x="268598" y="200991"/>
                  </a:cubicBezTo>
                  <a:cubicBezTo>
                    <a:pt x="284284" y="201043"/>
                    <a:pt x="294219" y="211030"/>
                    <a:pt x="294219" y="226769"/>
                  </a:cubicBezTo>
                  <a:cubicBezTo>
                    <a:pt x="294219" y="241984"/>
                    <a:pt x="294323" y="257200"/>
                    <a:pt x="294166" y="272415"/>
                  </a:cubicBezTo>
                  <a:cubicBezTo>
                    <a:pt x="294114" y="275291"/>
                    <a:pt x="295055" y="277226"/>
                    <a:pt x="297042" y="279212"/>
                  </a:cubicBezTo>
                  <a:cubicBezTo>
                    <a:pt x="306454" y="288467"/>
                    <a:pt x="315761" y="297827"/>
                    <a:pt x="325277" y="307291"/>
                  </a:cubicBezTo>
                  <a:cubicBezTo>
                    <a:pt x="322244" y="310114"/>
                    <a:pt x="319473" y="312676"/>
                    <a:pt x="316336" y="315552"/>
                  </a:cubicBezTo>
                  <a:cubicBezTo>
                    <a:pt x="312362" y="311526"/>
                    <a:pt x="308075" y="307186"/>
                    <a:pt x="303735" y="302898"/>
                  </a:cubicBezTo>
                  <a:cubicBezTo>
                    <a:pt x="297670" y="296833"/>
                    <a:pt x="291604" y="290663"/>
                    <a:pt x="285434" y="284703"/>
                  </a:cubicBezTo>
                  <a:cubicBezTo>
                    <a:pt x="283134" y="282454"/>
                    <a:pt x="282088" y="280049"/>
                    <a:pt x="282088" y="276755"/>
                  </a:cubicBezTo>
                  <a:cubicBezTo>
                    <a:pt x="282193" y="260023"/>
                    <a:pt x="282140" y="243344"/>
                    <a:pt x="282140" y="226612"/>
                  </a:cubicBezTo>
                  <a:cubicBezTo>
                    <a:pt x="282140" y="217723"/>
                    <a:pt x="277382" y="213017"/>
                    <a:pt x="268546" y="213017"/>
                  </a:cubicBezTo>
                  <a:cubicBezTo>
                    <a:pt x="263422" y="212965"/>
                    <a:pt x="258193" y="212965"/>
                    <a:pt x="252337" y="212965"/>
                  </a:cubicBezTo>
                  <a:close/>
                  <a:moveTo>
                    <a:pt x="240363" y="171083"/>
                  </a:moveTo>
                  <a:cubicBezTo>
                    <a:pt x="240363" y="154194"/>
                    <a:pt x="240363" y="137881"/>
                    <a:pt x="240363" y="121567"/>
                  </a:cubicBezTo>
                  <a:cubicBezTo>
                    <a:pt x="240363" y="118639"/>
                    <a:pt x="240938" y="116077"/>
                    <a:pt x="243814" y="114718"/>
                  </a:cubicBezTo>
                  <a:cubicBezTo>
                    <a:pt x="246690" y="113358"/>
                    <a:pt x="249043" y="114456"/>
                    <a:pt x="251291" y="116391"/>
                  </a:cubicBezTo>
                  <a:cubicBezTo>
                    <a:pt x="256311" y="120574"/>
                    <a:pt x="262219" y="122874"/>
                    <a:pt x="268755" y="123188"/>
                  </a:cubicBezTo>
                  <a:cubicBezTo>
                    <a:pt x="282140" y="123816"/>
                    <a:pt x="294219" y="115659"/>
                    <a:pt x="298559" y="103162"/>
                  </a:cubicBezTo>
                  <a:cubicBezTo>
                    <a:pt x="302846" y="90718"/>
                    <a:pt x="298559" y="76914"/>
                    <a:pt x="287944" y="69176"/>
                  </a:cubicBezTo>
                  <a:cubicBezTo>
                    <a:pt x="277016" y="61176"/>
                    <a:pt x="262637" y="61437"/>
                    <a:pt x="251814" y="69855"/>
                  </a:cubicBezTo>
                  <a:cubicBezTo>
                    <a:pt x="249304" y="71790"/>
                    <a:pt x="246951" y="73411"/>
                    <a:pt x="243709" y="71842"/>
                  </a:cubicBezTo>
                  <a:cubicBezTo>
                    <a:pt x="240468" y="70274"/>
                    <a:pt x="240363" y="67293"/>
                    <a:pt x="240363" y="64156"/>
                  </a:cubicBezTo>
                  <a:cubicBezTo>
                    <a:pt x="240415" y="49307"/>
                    <a:pt x="240363" y="34457"/>
                    <a:pt x="240363" y="19660"/>
                  </a:cubicBezTo>
                  <a:cubicBezTo>
                    <a:pt x="240363" y="18353"/>
                    <a:pt x="240363" y="17046"/>
                    <a:pt x="240363" y="15791"/>
                  </a:cubicBezTo>
                  <a:cubicBezTo>
                    <a:pt x="226873" y="15791"/>
                    <a:pt x="213906" y="15791"/>
                    <a:pt x="200834" y="15791"/>
                  </a:cubicBezTo>
                  <a:cubicBezTo>
                    <a:pt x="207579" y="37281"/>
                    <a:pt x="203501" y="54222"/>
                    <a:pt x="188808" y="66091"/>
                  </a:cubicBezTo>
                  <a:cubicBezTo>
                    <a:pt x="175318" y="76966"/>
                    <a:pt x="156233" y="78849"/>
                    <a:pt x="141593" y="69542"/>
                  </a:cubicBezTo>
                  <a:cubicBezTo>
                    <a:pt x="121201" y="56627"/>
                    <a:pt x="116600" y="37960"/>
                    <a:pt x="124182" y="15791"/>
                  </a:cubicBezTo>
                  <a:cubicBezTo>
                    <a:pt x="111057" y="15791"/>
                    <a:pt x="98038" y="15791"/>
                    <a:pt x="84809" y="15791"/>
                  </a:cubicBezTo>
                  <a:cubicBezTo>
                    <a:pt x="84809" y="21647"/>
                    <a:pt x="84966" y="27242"/>
                    <a:pt x="84757" y="32836"/>
                  </a:cubicBezTo>
                  <a:cubicBezTo>
                    <a:pt x="84600" y="35869"/>
                    <a:pt x="85594" y="37908"/>
                    <a:pt x="87738" y="39947"/>
                  </a:cubicBezTo>
                  <a:cubicBezTo>
                    <a:pt x="97149" y="48888"/>
                    <a:pt x="101489" y="59921"/>
                    <a:pt x="100496" y="72940"/>
                  </a:cubicBezTo>
                  <a:cubicBezTo>
                    <a:pt x="99920" y="80313"/>
                    <a:pt x="97149" y="86901"/>
                    <a:pt x="92966" y="93123"/>
                  </a:cubicBezTo>
                  <a:cubicBezTo>
                    <a:pt x="100705" y="100809"/>
                    <a:pt x="108391" y="108234"/>
                    <a:pt x="115868" y="115920"/>
                  </a:cubicBezTo>
                  <a:cubicBezTo>
                    <a:pt x="123293" y="123554"/>
                    <a:pt x="123240" y="134848"/>
                    <a:pt x="116025" y="142168"/>
                  </a:cubicBezTo>
                  <a:cubicBezTo>
                    <a:pt x="108757" y="149645"/>
                    <a:pt x="97358" y="149698"/>
                    <a:pt x="89515" y="142273"/>
                  </a:cubicBezTo>
                  <a:cubicBezTo>
                    <a:pt x="88156" y="140966"/>
                    <a:pt x="87058" y="139345"/>
                    <a:pt x="85855" y="137881"/>
                  </a:cubicBezTo>
                  <a:cubicBezTo>
                    <a:pt x="85594" y="138142"/>
                    <a:pt x="85385" y="138404"/>
                    <a:pt x="85123" y="138717"/>
                  </a:cubicBezTo>
                  <a:cubicBezTo>
                    <a:pt x="85123" y="149488"/>
                    <a:pt x="85123" y="160207"/>
                    <a:pt x="85123" y="171083"/>
                  </a:cubicBezTo>
                  <a:cubicBezTo>
                    <a:pt x="92130" y="171083"/>
                    <a:pt x="98875" y="171083"/>
                    <a:pt x="105620" y="171083"/>
                  </a:cubicBezTo>
                  <a:cubicBezTo>
                    <a:pt x="115240" y="171083"/>
                    <a:pt x="124809" y="171135"/>
                    <a:pt x="134430" y="171083"/>
                  </a:cubicBezTo>
                  <a:cubicBezTo>
                    <a:pt x="137410" y="171083"/>
                    <a:pt x="139920" y="171710"/>
                    <a:pt x="141279" y="174586"/>
                  </a:cubicBezTo>
                  <a:cubicBezTo>
                    <a:pt x="142534" y="177305"/>
                    <a:pt x="141698" y="179658"/>
                    <a:pt x="139815" y="181802"/>
                  </a:cubicBezTo>
                  <a:cubicBezTo>
                    <a:pt x="139083" y="182638"/>
                    <a:pt x="138404" y="183527"/>
                    <a:pt x="137776" y="184468"/>
                  </a:cubicBezTo>
                  <a:cubicBezTo>
                    <a:pt x="131554" y="194351"/>
                    <a:pt x="130822" y="204651"/>
                    <a:pt x="136312" y="215004"/>
                  </a:cubicBezTo>
                  <a:cubicBezTo>
                    <a:pt x="141698" y="225200"/>
                    <a:pt x="150534" y="230638"/>
                    <a:pt x="162037" y="230847"/>
                  </a:cubicBezTo>
                  <a:cubicBezTo>
                    <a:pt x="174325" y="231056"/>
                    <a:pt x="183789" y="225409"/>
                    <a:pt x="189279" y="214481"/>
                  </a:cubicBezTo>
                  <a:cubicBezTo>
                    <a:pt x="195030" y="203083"/>
                    <a:pt x="193462" y="191998"/>
                    <a:pt x="185619" y="181906"/>
                  </a:cubicBezTo>
                  <a:cubicBezTo>
                    <a:pt x="183789" y="179553"/>
                    <a:pt x="182743" y="177201"/>
                    <a:pt x="184155" y="174377"/>
                  </a:cubicBezTo>
                  <a:cubicBezTo>
                    <a:pt x="185514" y="171658"/>
                    <a:pt x="187919" y="171031"/>
                    <a:pt x="190743" y="171083"/>
                  </a:cubicBezTo>
                  <a:cubicBezTo>
                    <a:pt x="198220" y="171135"/>
                    <a:pt x="205697" y="171083"/>
                    <a:pt x="213174" y="171083"/>
                  </a:cubicBezTo>
                  <a:cubicBezTo>
                    <a:pt x="222063" y="171083"/>
                    <a:pt x="231004" y="171083"/>
                    <a:pt x="240363" y="171083"/>
                  </a:cubicBezTo>
                  <a:close/>
                  <a:moveTo>
                    <a:pt x="240363" y="338506"/>
                  </a:moveTo>
                  <a:cubicBezTo>
                    <a:pt x="240363" y="332702"/>
                    <a:pt x="240154" y="327369"/>
                    <a:pt x="240415" y="322035"/>
                  </a:cubicBezTo>
                  <a:cubicBezTo>
                    <a:pt x="240572" y="318637"/>
                    <a:pt x="239579" y="316284"/>
                    <a:pt x="237121" y="313879"/>
                  </a:cubicBezTo>
                  <a:cubicBezTo>
                    <a:pt x="227814" y="304990"/>
                    <a:pt x="223684" y="294010"/>
                    <a:pt x="224677" y="281199"/>
                  </a:cubicBezTo>
                  <a:cubicBezTo>
                    <a:pt x="225252" y="273827"/>
                    <a:pt x="228023" y="267291"/>
                    <a:pt x="232102" y="261226"/>
                  </a:cubicBezTo>
                  <a:cubicBezTo>
                    <a:pt x="231317" y="260389"/>
                    <a:pt x="230742" y="259762"/>
                    <a:pt x="230115" y="259187"/>
                  </a:cubicBezTo>
                  <a:cubicBezTo>
                    <a:pt x="224991" y="254062"/>
                    <a:pt x="219762" y="249095"/>
                    <a:pt x="214847" y="243814"/>
                  </a:cubicBezTo>
                  <a:cubicBezTo>
                    <a:pt x="208311" y="236860"/>
                    <a:pt x="207997" y="226873"/>
                    <a:pt x="213697" y="219501"/>
                  </a:cubicBezTo>
                  <a:cubicBezTo>
                    <a:pt x="219344" y="212233"/>
                    <a:pt x="229278" y="210246"/>
                    <a:pt x="237592" y="214743"/>
                  </a:cubicBezTo>
                  <a:cubicBezTo>
                    <a:pt x="238429" y="215161"/>
                    <a:pt x="239265" y="215579"/>
                    <a:pt x="240154" y="216050"/>
                  </a:cubicBezTo>
                  <a:cubicBezTo>
                    <a:pt x="240154" y="204965"/>
                    <a:pt x="240154" y="194142"/>
                    <a:pt x="240154" y="183423"/>
                  </a:cubicBezTo>
                  <a:cubicBezTo>
                    <a:pt x="226925" y="183423"/>
                    <a:pt x="213958" y="183423"/>
                    <a:pt x="200886" y="183423"/>
                  </a:cubicBezTo>
                  <a:cubicBezTo>
                    <a:pt x="207631" y="205645"/>
                    <a:pt x="203292" y="222638"/>
                    <a:pt x="187972" y="234402"/>
                  </a:cubicBezTo>
                  <a:cubicBezTo>
                    <a:pt x="174168" y="245017"/>
                    <a:pt x="155083" y="245906"/>
                    <a:pt x="140286" y="236546"/>
                  </a:cubicBezTo>
                  <a:cubicBezTo>
                    <a:pt x="132913" y="231893"/>
                    <a:pt x="127476" y="225514"/>
                    <a:pt x="124077" y="217514"/>
                  </a:cubicBezTo>
                  <a:cubicBezTo>
                    <a:pt x="119267" y="206168"/>
                    <a:pt x="119685" y="194769"/>
                    <a:pt x="124495" y="183370"/>
                  </a:cubicBezTo>
                  <a:cubicBezTo>
                    <a:pt x="111110" y="183370"/>
                    <a:pt x="98090" y="183370"/>
                    <a:pt x="84757" y="183370"/>
                  </a:cubicBezTo>
                  <a:cubicBezTo>
                    <a:pt x="84757" y="185096"/>
                    <a:pt x="84757" y="186560"/>
                    <a:pt x="84757" y="188024"/>
                  </a:cubicBezTo>
                  <a:cubicBezTo>
                    <a:pt x="84757" y="202873"/>
                    <a:pt x="84705" y="217671"/>
                    <a:pt x="84757" y="232520"/>
                  </a:cubicBezTo>
                  <a:cubicBezTo>
                    <a:pt x="84757" y="235448"/>
                    <a:pt x="84287" y="238063"/>
                    <a:pt x="81411" y="239474"/>
                  </a:cubicBezTo>
                  <a:cubicBezTo>
                    <a:pt x="78587" y="240886"/>
                    <a:pt x="76130" y="239997"/>
                    <a:pt x="73881" y="237958"/>
                  </a:cubicBezTo>
                  <a:cubicBezTo>
                    <a:pt x="73149" y="237278"/>
                    <a:pt x="72313" y="236703"/>
                    <a:pt x="71476" y="236180"/>
                  </a:cubicBezTo>
                  <a:cubicBezTo>
                    <a:pt x="61646" y="229906"/>
                    <a:pt x="51346" y="229122"/>
                    <a:pt x="40993" y="234507"/>
                  </a:cubicBezTo>
                  <a:cubicBezTo>
                    <a:pt x="30640" y="239893"/>
                    <a:pt x="25098" y="248834"/>
                    <a:pt x="24941" y="260494"/>
                  </a:cubicBezTo>
                  <a:cubicBezTo>
                    <a:pt x="24784" y="272781"/>
                    <a:pt x="30483" y="282193"/>
                    <a:pt x="41464" y="287683"/>
                  </a:cubicBezTo>
                  <a:cubicBezTo>
                    <a:pt x="52601" y="293225"/>
                    <a:pt x="63476" y="291866"/>
                    <a:pt x="73411" y="284337"/>
                  </a:cubicBezTo>
                  <a:cubicBezTo>
                    <a:pt x="75816" y="282507"/>
                    <a:pt x="78169" y="280990"/>
                    <a:pt x="81202" y="282402"/>
                  </a:cubicBezTo>
                  <a:cubicBezTo>
                    <a:pt x="84496" y="283918"/>
                    <a:pt x="84757" y="286846"/>
                    <a:pt x="84705" y="289984"/>
                  </a:cubicBezTo>
                  <a:cubicBezTo>
                    <a:pt x="84653" y="302689"/>
                    <a:pt x="84705" y="315395"/>
                    <a:pt x="84705" y="328153"/>
                  </a:cubicBezTo>
                  <a:cubicBezTo>
                    <a:pt x="84705" y="331604"/>
                    <a:pt x="84705" y="335055"/>
                    <a:pt x="84705" y="338663"/>
                  </a:cubicBezTo>
                  <a:cubicBezTo>
                    <a:pt x="98090" y="338663"/>
                    <a:pt x="111110" y="338663"/>
                    <a:pt x="124234" y="338663"/>
                  </a:cubicBezTo>
                  <a:cubicBezTo>
                    <a:pt x="116914" y="318637"/>
                    <a:pt x="120208" y="301121"/>
                    <a:pt x="137044" y="287840"/>
                  </a:cubicBezTo>
                  <a:cubicBezTo>
                    <a:pt x="151057" y="276807"/>
                    <a:pt x="167161" y="275395"/>
                    <a:pt x="182586" y="284389"/>
                  </a:cubicBezTo>
                  <a:cubicBezTo>
                    <a:pt x="203867" y="296833"/>
                    <a:pt x="208520" y="315918"/>
                    <a:pt x="200886" y="338663"/>
                  </a:cubicBezTo>
                  <a:cubicBezTo>
                    <a:pt x="214115" y="338506"/>
                    <a:pt x="227082" y="338506"/>
                    <a:pt x="240363" y="3385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4" name="Google Shape;584;p6"/>
            <p:cNvSpPr/>
            <p:nvPr/>
          </p:nvSpPr>
          <p:spPr>
            <a:xfrm>
              <a:off x="2499198" y="6500819"/>
              <a:ext cx="71777" cy="125750"/>
            </a:xfrm>
            <a:custGeom>
              <a:avLst/>
              <a:gdLst/>
              <a:ahLst/>
              <a:cxnLst/>
              <a:rect l="l" t="t" r="r" b="b"/>
              <a:pathLst>
                <a:path w="71777" h="125750" extrusionOk="0">
                  <a:moveTo>
                    <a:pt x="59779" y="0"/>
                  </a:moveTo>
                  <a:cubicBezTo>
                    <a:pt x="64015" y="0"/>
                    <a:pt x="67675" y="0"/>
                    <a:pt x="71596" y="0"/>
                  </a:cubicBezTo>
                  <a:cubicBezTo>
                    <a:pt x="71596" y="7216"/>
                    <a:pt x="72067" y="14327"/>
                    <a:pt x="71492" y="21333"/>
                  </a:cubicBezTo>
                  <a:cubicBezTo>
                    <a:pt x="70812" y="29176"/>
                    <a:pt x="65008" y="34771"/>
                    <a:pt x="56590" y="36444"/>
                  </a:cubicBezTo>
                  <a:cubicBezTo>
                    <a:pt x="39858" y="39790"/>
                    <a:pt x="26839" y="48470"/>
                    <a:pt x="18734" y="63476"/>
                  </a:cubicBezTo>
                  <a:cubicBezTo>
                    <a:pt x="9166" y="81149"/>
                    <a:pt x="9584" y="98979"/>
                    <a:pt x="19257" y="116600"/>
                  </a:cubicBezTo>
                  <a:cubicBezTo>
                    <a:pt x="19675" y="117384"/>
                    <a:pt x="20094" y="118116"/>
                    <a:pt x="20721" y="119267"/>
                  </a:cubicBezTo>
                  <a:cubicBezTo>
                    <a:pt x="17532" y="121358"/>
                    <a:pt x="14342" y="123450"/>
                    <a:pt x="10943" y="125750"/>
                  </a:cubicBezTo>
                  <a:cubicBezTo>
                    <a:pt x="5453" y="117750"/>
                    <a:pt x="2107" y="109123"/>
                    <a:pt x="748" y="99816"/>
                  </a:cubicBezTo>
                  <a:cubicBezTo>
                    <a:pt x="-4429" y="64208"/>
                    <a:pt x="17741" y="32575"/>
                    <a:pt x="52930" y="25045"/>
                  </a:cubicBezTo>
                  <a:cubicBezTo>
                    <a:pt x="58420" y="23895"/>
                    <a:pt x="59727" y="22222"/>
                    <a:pt x="59727" y="16627"/>
                  </a:cubicBezTo>
                  <a:cubicBezTo>
                    <a:pt x="59779" y="11189"/>
                    <a:pt x="59779" y="5699"/>
                    <a:pt x="597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5" name="Google Shape;585;p6"/>
            <p:cNvSpPr/>
            <p:nvPr/>
          </p:nvSpPr>
          <p:spPr>
            <a:xfrm>
              <a:off x="2791340" y="6358756"/>
              <a:ext cx="54842" cy="116547"/>
            </a:xfrm>
            <a:custGeom>
              <a:avLst/>
              <a:gdLst/>
              <a:ahLst/>
              <a:cxnLst/>
              <a:rect l="l" t="t" r="r" b="b"/>
              <a:pathLst>
                <a:path w="54842" h="116547" extrusionOk="0">
                  <a:moveTo>
                    <a:pt x="0" y="11033"/>
                  </a:moveTo>
                  <a:cubicBezTo>
                    <a:pt x="732" y="7216"/>
                    <a:pt x="1464" y="3608"/>
                    <a:pt x="2144" y="0"/>
                  </a:cubicBezTo>
                  <a:cubicBezTo>
                    <a:pt x="21385" y="366"/>
                    <a:pt x="45124" y="21961"/>
                    <a:pt x="52130" y="45281"/>
                  </a:cubicBezTo>
                  <a:cubicBezTo>
                    <a:pt x="60025" y="71581"/>
                    <a:pt x="50248" y="101489"/>
                    <a:pt x="28496" y="116548"/>
                  </a:cubicBezTo>
                  <a:cubicBezTo>
                    <a:pt x="26248" y="113567"/>
                    <a:pt x="23947" y="110535"/>
                    <a:pt x="21595" y="107345"/>
                  </a:cubicBezTo>
                  <a:cubicBezTo>
                    <a:pt x="38797" y="92705"/>
                    <a:pt x="46483" y="74561"/>
                    <a:pt x="41464" y="52392"/>
                  </a:cubicBezTo>
                  <a:cubicBezTo>
                    <a:pt x="36496" y="30379"/>
                    <a:pt x="22013" y="17150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6" name="Google Shape;586;p6"/>
            <p:cNvSpPr/>
            <p:nvPr/>
          </p:nvSpPr>
          <p:spPr>
            <a:xfrm>
              <a:off x="2516572" y="6627092"/>
              <a:ext cx="15999" cy="15999"/>
            </a:xfrm>
            <a:custGeom>
              <a:avLst/>
              <a:gdLst/>
              <a:ahLst/>
              <a:cxnLst/>
              <a:rect l="l" t="t" r="r" b="b"/>
              <a:pathLst>
                <a:path w="15999" h="15999" extrusionOk="0">
                  <a:moveTo>
                    <a:pt x="0" y="8209"/>
                  </a:moveTo>
                  <a:cubicBezTo>
                    <a:pt x="3242" y="5229"/>
                    <a:pt x="6065" y="2614"/>
                    <a:pt x="8889" y="0"/>
                  </a:cubicBezTo>
                  <a:cubicBezTo>
                    <a:pt x="11346" y="2196"/>
                    <a:pt x="13490" y="4183"/>
                    <a:pt x="16000" y="6484"/>
                  </a:cubicBezTo>
                  <a:cubicBezTo>
                    <a:pt x="13699" y="9516"/>
                    <a:pt x="11451" y="12549"/>
                    <a:pt x="8836" y="16000"/>
                  </a:cubicBezTo>
                  <a:cubicBezTo>
                    <a:pt x="5908" y="13438"/>
                    <a:pt x="3190" y="11033"/>
                    <a:pt x="0" y="820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87" name="Google Shape;587;p6"/>
          <p:cNvGrpSpPr/>
          <p:nvPr/>
        </p:nvGrpSpPr>
        <p:grpSpPr>
          <a:xfrm>
            <a:off x="8360775" y="6348026"/>
            <a:ext cx="346443" cy="346144"/>
            <a:chOff x="6401236" y="6334616"/>
            <a:chExt cx="346443" cy="346144"/>
          </a:xfrm>
        </p:grpSpPr>
        <p:sp>
          <p:nvSpPr>
            <p:cNvPr id="588" name="Google Shape;588;p6"/>
            <p:cNvSpPr/>
            <p:nvPr/>
          </p:nvSpPr>
          <p:spPr>
            <a:xfrm>
              <a:off x="6401236" y="6334616"/>
              <a:ext cx="346443" cy="346144"/>
            </a:xfrm>
            <a:custGeom>
              <a:avLst/>
              <a:gdLst/>
              <a:ahLst/>
              <a:cxnLst/>
              <a:rect l="l" t="t" r="r" b="b"/>
              <a:pathLst>
                <a:path w="346443" h="346144" extrusionOk="0">
                  <a:moveTo>
                    <a:pt x="0" y="155947"/>
                  </a:moveTo>
                  <a:cubicBezTo>
                    <a:pt x="3696" y="155999"/>
                    <a:pt x="7443" y="155999"/>
                    <a:pt x="11139" y="156051"/>
                  </a:cubicBezTo>
                  <a:cubicBezTo>
                    <a:pt x="14210" y="156103"/>
                    <a:pt x="16344" y="154698"/>
                    <a:pt x="17489" y="151939"/>
                  </a:cubicBezTo>
                  <a:cubicBezTo>
                    <a:pt x="18635" y="149129"/>
                    <a:pt x="17958" y="146630"/>
                    <a:pt x="15876" y="144496"/>
                  </a:cubicBezTo>
                  <a:cubicBezTo>
                    <a:pt x="13325" y="141945"/>
                    <a:pt x="10671" y="139499"/>
                    <a:pt x="8224" y="137209"/>
                  </a:cubicBezTo>
                  <a:cubicBezTo>
                    <a:pt x="21549" y="123883"/>
                    <a:pt x="34614" y="110870"/>
                    <a:pt x="48044" y="97389"/>
                  </a:cubicBezTo>
                  <a:cubicBezTo>
                    <a:pt x="50178" y="99627"/>
                    <a:pt x="52572" y="102126"/>
                    <a:pt x="54967" y="104624"/>
                  </a:cubicBezTo>
                  <a:cubicBezTo>
                    <a:pt x="57205" y="106967"/>
                    <a:pt x="59755" y="108008"/>
                    <a:pt x="62879" y="106602"/>
                  </a:cubicBezTo>
                  <a:cubicBezTo>
                    <a:pt x="65950" y="105249"/>
                    <a:pt x="67095" y="102802"/>
                    <a:pt x="66991" y="99523"/>
                  </a:cubicBezTo>
                  <a:cubicBezTo>
                    <a:pt x="66887" y="96192"/>
                    <a:pt x="66991" y="92808"/>
                    <a:pt x="66991" y="89269"/>
                  </a:cubicBezTo>
                  <a:cubicBezTo>
                    <a:pt x="85729" y="89269"/>
                    <a:pt x="104156" y="89269"/>
                    <a:pt x="122946" y="89269"/>
                  </a:cubicBezTo>
                  <a:cubicBezTo>
                    <a:pt x="122946" y="92913"/>
                    <a:pt x="122998" y="96400"/>
                    <a:pt x="122946" y="99835"/>
                  </a:cubicBezTo>
                  <a:cubicBezTo>
                    <a:pt x="122894" y="102959"/>
                    <a:pt x="124039" y="105353"/>
                    <a:pt x="127006" y="106602"/>
                  </a:cubicBezTo>
                  <a:cubicBezTo>
                    <a:pt x="129973" y="107851"/>
                    <a:pt x="132524" y="107071"/>
                    <a:pt x="134710" y="104832"/>
                  </a:cubicBezTo>
                  <a:cubicBezTo>
                    <a:pt x="137156" y="102334"/>
                    <a:pt x="139551" y="99783"/>
                    <a:pt x="142049" y="97181"/>
                  </a:cubicBezTo>
                  <a:cubicBezTo>
                    <a:pt x="143194" y="98014"/>
                    <a:pt x="144027" y="98690"/>
                    <a:pt x="145329" y="99679"/>
                  </a:cubicBezTo>
                  <a:cubicBezTo>
                    <a:pt x="145329" y="92184"/>
                    <a:pt x="145329" y="85261"/>
                    <a:pt x="145329" y="77974"/>
                  </a:cubicBezTo>
                  <a:cubicBezTo>
                    <a:pt x="148139" y="77974"/>
                    <a:pt x="150586" y="77974"/>
                    <a:pt x="153032" y="77974"/>
                  </a:cubicBezTo>
                  <a:cubicBezTo>
                    <a:pt x="160111" y="77922"/>
                    <a:pt x="165525" y="75007"/>
                    <a:pt x="168335" y="68344"/>
                  </a:cubicBezTo>
                  <a:cubicBezTo>
                    <a:pt x="171146" y="61577"/>
                    <a:pt x="169585" y="55539"/>
                    <a:pt x="164379" y="50438"/>
                  </a:cubicBezTo>
                  <a:cubicBezTo>
                    <a:pt x="162610" y="48721"/>
                    <a:pt x="160684" y="47159"/>
                    <a:pt x="159018" y="45649"/>
                  </a:cubicBezTo>
                  <a:cubicBezTo>
                    <a:pt x="169897" y="34823"/>
                    <a:pt x="180359" y="24464"/>
                    <a:pt x="191446" y="13429"/>
                  </a:cubicBezTo>
                  <a:cubicBezTo>
                    <a:pt x="192748" y="14939"/>
                    <a:pt x="194205" y="16969"/>
                    <a:pt x="195923" y="18739"/>
                  </a:cubicBezTo>
                  <a:cubicBezTo>
                    <a:pt x="201284" y="24152"/>
                    <a:pt x="207478" y="25610"/>
                    <a:pt x="213777" y="22851"/>
                  </a:cubicBezTo>
                  <a:cubicBezTo>
                    <a:pt x="220491" y="19884"/>
                    <a:pt x="223666" y="14627"/>
                    <a:pt x="223458" y="7287"/>
                  </a:cubicBezTo>
                  <a:cubicBezTo>
                    <a:pt x="223406" y="4945"/>
                    <a:pt x="223458" y="2603"/>
                    <a:pt x="223458" y="0"/>
                  </a:cubicBezTo>
                  <a:cubicBezTo>
                    <a:pt x="238397" y="0"/>
                    <a:pt x="253076" y="0"/>
                    <a:pt x="268171" y="0"/>
                  </a:cubicBezTo>
                  <a:cubicBezTo>
                    <a:pt x="268171" y="2498"/>
                    <a:pt x="268171" y="4945"/>
                    <a:pt x="268171" y="7391"/>
                  </a:cubicBezTo>
                  <a:cubicBezTo>
                    <a:pt x="268223" y="14575"/>
                    <a:pt x="271138" y="20092"/>
                    <a:pt x="278008" y="22851"/>
                  </a:cubicBezTo>
                  <a:cubicBezTo>
                    <a:pt x="284827" y="25610"/>
                    <a:pt x="290813" y="23892"/>
                    <a:pt x="295862" y="18739"/>
                  </a:cubicBezTo>
                  <a:cubicBezTo>
                    <a:pt x="297528" y="17073"/>
                    <a:pt x="299089" y="15303"/>
                    <a:pt x="300391" y="13950"/>
                  </a:cubicBezTo>
                  <a:cubicBezTo>
                    <a:pt x="311061" y="24621"/>
                    <a:pt x="321472" y="35031"/>
                    <a:pt x="332351" y="45858"/>
                  </a:cubicBezTo>
                  <a:cubicBezTo>
                    <a:pt x="330841" y="47263"/>
                    <a:pt x="328811" y="48981"/>
                    <a:pt x="326937" y="50907"/>
                  </a:cubicBezTo>
                  <a:cubicBezTo>
                    <a:pt x="322148" y="55800"/>
                    <a:pt x="320691" y="61525"/>
                    <a:pt x="323241" y="67980"/>
                  </a:cubicBezTo>
                  <a:cubicBezTo>
                    <a:pt x="325792" y="74382"/>
                    <a:pt x="330737" y="77661"/>
                    <a:pt x="337556" y="78026"/>
                  </a:cubicBezTo>
                  <a:cubicBezTo>
                    <a:pt x="340366" y="78182"/>
                    <a:pt x="343177" y="78026"/>
                    <a:pt x="346196" y="78026"/>
                  </a:cubicBezTo>
                  <a:cubicBezTo>
                    <a:pt x="346196" y="92965"/>
                    <a:pt x="346196" y="107643"/>
                    <a:pt x="346196" y="122790"/>
                  </a:cubicBezTo>
                  <a:cubicBezTo>
                    <a:pt x="343438" y="122790"/>
                    <a:pt x="340783" y="122790"/>
                    <a:pt x="338076" y="122790"/>
                  </a:cubicBezTo>
                  <a:cubicBezTo>
                    <a:pt x="331049" y="122842"/>
                    <a:pt x="325948" y="126017"/>
                    <a:pt x="323293" y="132524"/>
                  </a:cubicBezTo>
                  <a:cubicBezTo>
                    <a:pt x="320639" y="139030"/>
                    <a:pt x="322044" y="144912"/>
                    <a:pt x="326989" y="149857"/>
                  </a:cubicBezTo>
                  <a:cubicBezTo>
                    <a:pt x="328811" y="151679"/>
                    <a:pt x="330789" y="153345"/>
                    <a:pt x="333392" y="155739"/>
                  </a:cubicBezTo>
                  <a:cubicBezTo>
                    <a:pt x="329175" y="159643"/>
                    <a:pt x="325376" y="163183"/>
                    <a:pt x="321576" y="166670"/>
                  </a:cubicBezTo>
                  <a:cubicBezTo>
                    <a:pt x="321732" y="166930"/>
                    <a:pt x="321888" y="167190"/>
                    <a:pt x="321992" y="167451"/>
                  </a:cubicBezTo>
                  <a:cubicBezTo>
                    <a:pt x="326104" y="167451"/>
                    <a:pt x="330216" y="167399"/>
                    <a:pt x="334381" y="167451"/>
                  </a:cubicBezTo>
                  <a:cubicBezTo>
                    <a:pt x="341876" y="167555"/>
                    <a:pt x="346404" y="171979"/>
                    <a:pt x="346404" y="179475"/>
                  </a:cubicBezTo>
                  <a:cubicBezTo>
                    <a:pt x="346457" y="204928"/>
                    <a:pt x="346457" y="230433"/>
                    <a:pt x="346404" y="255887"/>
                  </a:cubicBezTo>
                  <a:cubicBezTo>
                    <a:pt x="346404" y="263382"/>
                    <a:pt x="341928" y="267859"/>
                    <a:pt x="334381" y="267911"/>
                  </a:cubicBezTo>
                  <a:cubicBezTo>
                    <a:pt x="320170" y="267963"/>
                    <a:pt x="305960" y="267859"/>
                    <a:pt x="291750" y="267963"/>
                  </a:cubicBezTo>
                  <a:cubicBezTo>
                    <a:pt x="286649" y="268015"/>
                    <a:pt x="282901" y="265881"/>
                    <a:pt x="280195" y="261456"/>
                  </a:cubicBezTo>
                  <a:cubicBezTo>
                    <a:pt x="265932" y="270670"/>
                    <a:pt x="250473" y="276239"/>
                    <a:pt x="233504" y="278321"/>
                  </a:cubicBezTo>
                  <a:cubicBezTo>
                    <a:pt x="235014" y="283110"/>
                    <a:pt x="235066" y="287638"/>
                    <a:pt x="232932" y="291959"/>
                  </a:cubicBezTo>
                  <a:cubicBezTo>
                    <a:pt x="230745" y="296331"/>
                    <a:pt x="227206" y="299142"/>
                    <a:pt x="222521" y="300808"/>
                  </a:cubicBezTo>
                  <a:cubicBezTo>
                    <a:pt x="224291" y="307626"/>
                    <a:pt x="223562" y="313820"/>
                    <a:pt x="218409" y="319026"/>
                  </a:cubicBezTo>
                  <a:cubicBezTo>
                    <a:pt x="213360" y="324127"/>
                    <a:pt x="206906" y="324023"/>
                    <a:pt x="200399" y="323867"/>
                  </a:cubicBezTo>
                  <a:cubicBezTo>
                    <a:pt x="202585" y="333965"/>
                    <a:pt x="198994" y="342449"/>
                    <a:pt x="187386" y="346145"/>
                  </a:cubicBezTo>
                  <a:cubicBezTo>
                    <a:pt x="163911" y="346145"/>
                    <a:pt x="140488" y="346145"/>
                    <a:pt x="117012" y="346145"/>
                  </a:cubicBezTo>
                  <a:cubicBezTo>
                    <a:pt x="110506" y="344948"/>
                    <a:pt x="103947" y="344011"/>
                    <a:pt x="97545" y="342449"/>
                  </a:cubicBezTo>
                  <a:cubicBezTo>
                    <a:pt x="86354" y="339690"/>
                    <a:pt x="75996" y="334797"/>
                    <a:pt x="66314" y="328603"/>
                  </a:cubicBezTo>
                  <a:cubicBezTo>
                    <a:pt x="61577" y="334329"/>
                    <a:pt x="60328" y="334954"/>
                    <a:pt x="52937" y="334954"/>
                  </a:cubicBezTo>
                  <a:cubicBezTo>
                    <a:pt x="40080" y="334954"/>
                    <a:pt x="27275" y="334745"/>
                    <a:pt x="14470" y="335058"/>
                  </a:cubicBezTo>
                  <a:cubicBezTo>
                    <a:pt x="7600" y="335214"/>
                    <a:pt x="2655" y="333080"/>
                    <a:pt x="0" y="326573"/>
                  </a:cubicBezTo>
                  <a:cubicBezTo>
                    <a:pt x="0" y="298621"/>
                    <a:pt x="0" y="270670"/>
                    <a:pt x="0" y="242666"/>
                  </a:cubicBezTo>
                  <a:cubicBezTo>
                    <a:pt x="2134" y="238241"/>
                    <a:pt x="5205" y="235014"/>
                    <a:pt x="10567" y="234337"/>
                  </a:cubicBezTo>
                  <a:cubicBezTo>
                    <a:pt x="9630" y="233192"/>
                    <a:pt x="8953" y="232359"/>
                    <a:pt x="8068" y="231266"/>
                  </a:cubicBezTo>
                  <a:cubicBezTo>
                    <a:pt x="10775" y="228664"/>
                    <a:pt x="13377" y="226217"/>
                    <a:pt x="15928" y="223667"/>
                  </a:cubicBezTo>
                  <a:cubicBezTo>
                    <a:pt x="18010" y="221585"/>
                    <a:pt x="18739" y="219034"/>
                    <a:pt x="17489" y="216223"/>
                  </a:cubicBezTo>
                  <a:cubicBezTo>
                    <a:pt x="16292" y="213465"/>
                    <a:pt x="14158" y="212059"/>
                    <a:pt x="11139" y="212111"/>
                  </a:cubicBezTo>
                  <a:cubicBezTo>
                    <a:pt x="7443" y="212163"/>
                    <a:pt x="3696" y="212163"/>
                    <a:pt x="0" y="212215"/>
                  </a:cubicBezTo>
                  <a:cubicBezTo>
                    <a:pt x="0" y="193373"/>
                    <a:pt x="0" y="174634"/>
                    <a:pt x="0" y="155947"/>
                  </a:cubicBezTo>
                  <a:close/>
                  <a:moveTo>
                    <a:pt x="134137" y="290137"/>
                  </a:moveTo>
                  <a:cubicBezTo>
                    <a:pt x="135751" y="290137"/>
                    <a:pt x="137052" y="290137"/>
                    <a:pt x="138406" y="290137"/>
                  </a:cubicBezTo>
                  <a:cubicBezTo>
                    <a:pt x="164015" y="290137"/>
                    <a:pt x="189573" y="290137"/>
                    <a:pt x="215182" y="290137"/>
                  </a:cubicBezTo>
                  <a:cubicBezTo>
                    <a:pt x="216431" y="290137"/>
                    <a:pt x="217680" y="290189"/>
                    <a:pt x="218878" y="289981"/>
                  </a:cubicBezTo>
                  <a:cubicBezTo>
                    <a:pt x="221688" y="289460"/>
                    <a:pt x="223198" y="287638"/>
                    <a:pt x="223354" y="284828"/>
                  </a:cubicBezTo>
                  <a:cubicBezTo>
                    <a:pt x="223458" y="281809"/>
                    <a:pt x="221845" y="279935"/>
                    <a:pt x="219034" y="279206"/>
                  </a:cubicBezTo>
                  <a:cubicBezTo>
                    <a:pt x="217993" y="278946"/>
                    <a:pt x="216796" y="279102"/>
                    <a:pt x="215650" y="279102"/>
                  </a:cubicBezTo>
                  <a:cubicBezTo>
                    <a:pt x="189833" y="279102"/>
                    <a:pt x="164015" y="279102"/>
                    <a:pt x="138197" y="279102"/>
                  </a:cubicBezTo>
                  <a:cubicBezTo>
                    <a:pt x="136896" y="279102"/>
                    <a:pt x="135595" y="279102"/>
                    <a:pt x="134241" y="279102"/>
                  </a:cubicBezTo>
                  <a:cubicBezTo>
                    <a:pt x="134241" y="275146"/>
                    <a:pt x="134241" y="271711"/>
                    <a:pt x="134241" y="267859"/>
                  </a:cubicBezTo>
                  <a:cubicBezTo>
                    <a:pt x="135751" y="267859"/>
                    <a:pt x="137052" y="267859"/>
                    <a:pt x="138354" y="267859"/>
                  </a:cubicBezTo>
                  <a:cubicBezTo>
                    <a:pt x="160111" y="267859"/>
                    <a:pt x="181869" y="267859"/>
                    <a:pt x="203626" y="267859"/>
                  </a:cubicBezTo>
                  <a:cubicBezTo>
                    <a:pt x="204980" y="267859"/>
                    <a:pt x="206333" y="267911"/>
                    <a:pt x="207687" y="267703"/>
                  </a:cubicBezTo>
                  <a:cubicBezTo>
                    <a:pt x="210653" y="267182"/>
                    <a:pt x="212267" y="265152"/>
                    <a:pt x="212267" y="262289"/>
                  </a:cubicBezTo>
                  <a:cubicBezTo>
                    <a:pt x="212267" y="259374"/>
                    <a:pt x="210549" y="257448"/>
                    <a:pt x="207634" y="256876"/>
                  </a:cubicBezTo>
                  <a:cubicBezTo>
                    <a:pt x="206541" y="256668"/>
                    <a:pt x="205396" y="256772"/>
                    <a:pt x="204251" y="256772"/>
                  </a:cubicBezTo>
                  <a:cubicBezTo>
                    <a:pt x="182285" y="256772"/>
                    <a:pt x="160267" y="256772"/>
                    <a:pt x="138302" y="256772"/>
                  </a:cubicBezTo>
                  <a:cubicBezTo>
                    <a:pt x="137000" y="256772"/>
                    <a:pt x="135699" y="256772"/>
                    <a:pt x="134346" y="256772"/>
                  </a:cubicBezTo>
                  <a:cubicBezTo>
                    <a:pt x="134346" y="252816"/>
                    <a:pt x="134346" y="249276"/>
                    <a:pt x="134346" y="245476"/>
                  </a:cubicBezTo>
                  <a:cubicBezTo>
                    <a:pt x="135855" y="245476"/>
                    <a:pt x="137052" y="245476"/>
                    <a:pt x="138302" y="245476"/>
                  </a:cubicBezTo>
                  <a:cubicBezTo>
                    <a:pt x="144496" y="245476"/>
                    <a:pt x="150690" y="245581"/>
                    <a:pt x="156884" y="245424"/>
                  </a:cubicBezTo>
                  <a:cubicBezTo>
                    <a:pt x="163078" y="245268"/>
                    <a:pt x="167451" y="240584"/>
                    <a:pt x="167242" y="234702"/>
                  </a:cubicBezTo>
                  <a:cubicBezTo>
                    <a:pt x="150482" y="234702"/>
                    <a:pt x="133617" y="234025"/>
                    <a:pt x="116908" y="234858"/>
                  </a:cubicBezTo>
                  <a:cubicBezTo>
                    <a:pt x="99575" y="235743"/>
                    <a:pt x="83803" y="242145"/>
                    <a:pt x="69541" y="252087"/>
                  </a:cubicBezTo>
                  <a:cubicBezTo>
                    <a:pt x="67719" y="253388"/>
                    <a:pt x="66939" y="254742"/>
                    <a:pt x="66939" y="257084"/>
                  </a:cubicBezTo>
                  <a:cubicBezTo>
                    <a:pt x="67043" y="275562"/>
                    <a:pt x="66939" y="294041"/>
                    <a:pt x="67095" y="312571"/>
                  </a:cubicBezTo>
                  <a:cubicBezTo>
                    <a:pt x="67095" y="313977"/>
                    <a:pt x="67928" y="315903"/>
                    <a:pt x="69021" y="316683"/>
                  </a:cubicBezTo>
                  <a:cubicBezTo>
                    <a:pt x="83907" y="327458"/>
                    <a:pt x="100512" y="333913"/>
                    <a:pt x="118834" y="334589"/>
                  </a:cubicBezTo>
                  <a:cubicBezTo>
                    <a:pt x="136844" y="335266"/>
                    <a:pt x="154906" y="334901"/>
                    <a:pt x="172968" y="334954"/>
                  </a:cubicBezTo>
                  <a:cubicBezTo>
                    <a:pt x="176560" y="334954"/>
                    <a:pt x="180203" y="335266"/>
                    <a:pt x="183795" y="334797"/>
                  </a:cubicBezTo>
                  <a:cubicBezTo>
                    <a:pt x="185669" y="334589"/>
                    <a:pt x="188063" y="333496"/>
                    <a:pt x="189104" y="331987"/>
                  </a:cubicBezTo>
                  <a:cubicBezTo>
                    <a:pt x="191759" y="328239"/>
                    <a:pt x="188584" y="323814"/>
                    <a:pt x="183430" y="323814"/>
                  </a:cubicBezTo>
                  <a:cubicBezTo>
                    <a:pt x="168231" y="323762"/>
                    <a:pt x="152980" y="323814"/>
                    <a:pt x="137781" y="323814"/>
                  </a:cubicBezTo>
                  <a:cubicBezTo>
                    <a:pt x="136584" y="323814"/>
                    <a:pt x="135439" y="323814"/>
                    <a:pt x="134294" y="323814"/>
                  </a:cubicBezTo>
                  <a:cubicBezTo>
                    <a:pt x="134294" y="319806"/>
                    <a:pt x="134294" y="316371"/>
                    <a:pt x="134294" y="312623"/>
                  </a:cubicBezTo>
                  <a:cubicBezTo>
                    <a:pt x="135855" y="312623"/>
                    <a:pt x="137156" y="312623"/>
                    <a:pt x="138510" y="312623"/>
                  </a:cubicBezTo>
                  <a:cubicBezTo>
                    <a:pt x="160267" y="312623"/>
                    <a:pt x="182025" y="312623"/>
                    <a:pt x="203783" y="312623"/>
                  </a:cubicBezTo>
                  <a:cubicBezTo>
                    <a:pt x="205136" y="312623"/>
                    <a:pt x="206489" y="312623"/>
                    <a:pt x="207843" y="312415"/>
                  </a:cubicBezTo>
                  <a:cubicBezTo>
                    <a:pt x="210706" y="311895"/>
                    <a:pt x="212215" y="309917"/>
                    <a:pt x="212267" y="307210"/>
                  </a:cubicBezTo>
                  <a:cubicBezTo>
                    <a:pt x="212371" y="304295"/>
                    <a:pt x="210706" y="302317"/>
                    <a:pt x="207843" y="301640"/>
                  </a:cubicBezTo>
                  <a:cubicBezTo>
                    <a:pt x="206750" y="301380"/>
                    <a:pt x="205604" y="301484"/>
                    <a:pt x="204459" y="301484"/>
                  </a:cubicBezTo>
                  <a:cubicBezTo>
                    <a:pt x="182337" y="301484"/>
                    <a:pt x="160267" y="301484"/>
                    <a:pt x="138145" y="301484"/>
                  </a:cubicBezTo>
                  <a:cubicBezTo>
                    <a:pt x="136844" y="301484"/>
                    <a:pt x="135543" y="301484"/>
                    <a:pt x="134137" y="301484"/>
                  </a:cubicBezTo>
                  <a:cubicBezTo>
                    <a:pt x="134137" y="297476"/>
                    <a:pt x="134137" y="294093"/>
                    <a:pt x="134137" y="290137"/>
                  </a:cubicBezTo>
                  <a:close/>
                  <a:moveTo>
                    <a:pt x="174842" y="155791"/>
                  </a:moveTo>
                  <a:cubicBezTo>
                    <a:pt x="175414" y="156103"/>
                    <a:pt x="175675" y="156416"/>
                    <a:pt x="175987" y="156416"/>
                  </a:cubicBezTo>
                  <a:cubicBezTo>
                    <a:pt x="190614" y="156312"/>
                    <a:pt x="205292" y="156103"/>
                    <a:pt x="219919" y="156051"/>
                  </a:cubicBezTo>
                  <a:cubicBezTo>
                    <a:pt x="241052" y="156051"/>
                    <a:pt x="260623" y="161465"/>
                    <a:pt x="278581" y="172708"/>
                  </a:cubicBezTo>
                  <a:cubicBezTo>
                    <a:pt x="279102" y="173020"/>
                    <a:pt x="279726" y="173281"/>
                    <a:pt x="280403" y="173593"/>
                  </a:cubicBezTo>
                  <a:cubicBezTo>
                    <a:pt x="283162" y="168648"/>
                    <a:pt x="287378" y="166982"/>
                    <a:pt x="292687" y="167295"/>
                  </a:cubicBezTo>
                  <a:cubicBezTo>
                    <a:pt x="296070" y="167451"/>
                    <a:pt x="299454" y="167347"/>
                    <a:pt x="302837" y="167295"/>
                  </a:cubicBezTo>
                  <a:cubicBezTo>
                    <a:pt x="303826" y="167295"/>
                    <a:pt x="305075" y="167243"/>
                    <a:pt x="305700" y="166670"/>
                  </a:cubicBezTo>
                  <a:cubicBezTo>
                    <a:pt x="309552" y="163078"/>
                    <a:pt x="313247" y="159331"/>
                    <a:pt x="316891" y="155739"/>
                  </a:cubicBezTo>
                  <a:cubicBezTo>
                    <a:pt x="304815" y="136063"/>
                    <a:pt x="311842" y="117689"/>
                    <a:pt x="333287" y="111703"/>
                  </a:cubicBezTo>
                  <a:cubicBezTo>
                    <a:pt x="334068" y="111495"/>
                    <a:pt x="335109" y="110298"/>
                    <a:pt x="335109" y="109517"/>
                  </a:cubicBezTo>
                  <a:cubicBezTo>
                    <a:pt x="335265" y="102802"/>
                    <a:pt x="335213" y="96036"/>
                    <a:pt x="335213" y="89061"/>
                  </a:cubicBezTo>
                  <a:cubicBezTo>
                    <a:pt x="324647" y="87447"/>
                    <a:pt x="316943" y="82190"/>
                    <a:pt x="312935" y="72352"/>
                  </a:cubicBezTo>
                  <a:cubicBezTo>
                    <a:pt x="308979" y="62566"/>
                    <a:pt x="310593" y="53405"/>
                    <a:pt x="316371" y="45597"/>
                  </a:cubicBezTo>
                  <a:cubicBezTo>
                    <a:pt x="310905" y="40132"/>
                    <a:pt x="305700" y="34927"/>
                    <a:pt x="300443" y="29617"/>
                  </a:cubicBezTo>
                  <a:cubicBezTo>
                    <a:pt x="292427" y="35499"/>
                    <a:pt x="283370" y="37061"/>
                    <a:pt x="273688" y="33105"/>
                  </a:cubicBezTo>
                  <a:cubicBezTo>
                    <a:pt x="263902" y="29097"/>
                    <a:pt x="258645" y="21393"/>
                    <a:pt x="256927" y="10879"/>
                  </a:cubicBezTo>
                  <a:cubicBezTo>
                    <a:pt x="249953" y="10879"/>
                    <a:pt x="243238" y="10775"/>
                    <a:pt x="236471" y="10983"/>
                  </a:cubicBezTo>
                  <a:cubicBezTo>
                    <a:pt x="235690" y="10983"/>
                    <a:pt x="234389" y="12492"/>
                    <a:pt x="234181" y="13481"/>
                  </a:cubicBezTo>
                  <a:cubicBezTo>
                    <a:pt x="230017" y="32689"/>
                    <a:pt x="208728" y="41381"/>
                    <a:pt x="192435" y="30450"/>
                  </a:cubicBezTo>
                  <a:cubicBezTo>
                    <a:pt x="191811" y="30034"/>
                    <a:pt x="191134" y="29670"/>
                    <a:pt x="191030" y="29617"/>
                  </a:cubicBezTo>
                  <a:cubicBezTo>
                    <a:pt x="185617" y="34979"/>
                    <a:pt x="180463" y="40132"/>
                    <a:pt x="175102" y="45441"/>
                  </a:cubicBezTo>
                  <a:cubicBezTo>
                    <a:pt x="181140" y="53613"/>
                    <a:pt x="182650" y="62775"/>
                    <a:pt x="178590" y="72508"/>
                  </a:cubicBezTo>
                  <a:cubicBezTo>
                    <a:pt x="174530" y="82294"/>
                    <a:pt x="166774" y="87499"/>
                    <a:pt x="156520" y="89061"/>
                  </a:cubicBezTo>
                  <a:cubicBezTo>
                    <a:pt x="156520" y="96608"/>
                    <a:pt x="156520" y="103895"/>
                    <a:pt x="156520" y="111131"/>
                  </a:cubicBezTo>
                  <a:cubicBezTo>
                    <a:pt x="177705" y="113837"/>
                    <a:pt x="188219" y="138198"/>
                    <a:pt x="174842" y="155791"/>
                  </a:cubicBezTo>
                  <a:close/>
                  <a:moveTo>
                    <a:pt x="11347" y="200660"/>
                  </a:moveTo>
                  <a:cubicBezTo>
                    <a:pt x="19259" y="201336"/>
                    <a:pt x="24985" y="204772"/>
                    <a:pt x="27900" y="212059"/>
                  </a:cubicBezTo>
                  <a:cubicBezTo>
                    <a:pt x="30763" y="219242"/>
                    <a:pt x="29045" y="225697"/>
                    <a:pt x="23371" y="232307"/>
                  </a:cubicBezTo>
                  <a:cubicBezTo>
                    <a:pt x="25974" y="233140"/>
                    <a:pt x="27952" y="234285"/>
                    <a:pt x="29878" y="234337"/>
                  </a:cubicBezTo>
                  <a:cubicBezTo>
                    <a:pt x="37529" y="234546"/>
                    <a:pt x="45233" y="234598"/>
                    <a:pt x="52885" y="234337"/>
                  </a:cubicBezTo>
                  <a:cubicBezTo>
                    <a:pt x="58506" y="234181"/>
                    <a:pt x="63139" y="235430"/>
                    <a:pt x="66002" y="240688"/>
                  </a:cubicBezTo>
                  <a:cubicBezTo>
                    <a:pt x="71051" y="237929"/>
                    <a:pt x="75839" y="235274"/>
                    <a:pt x="80888" y="232463"/>
                  </a:cubicBezTo>
                  <a:cubicBezTo>
                    <a:pt x="52364" y="222730"/>
                    <a:pt x="42006" y="197068"/>
                    <a:pt x="45233" y="176039"/>
                  </a:cubicBezTo>
                  <a:cubicBezTo>
                    <a:pt x="48668" y="153709"/>
                    <a:pt x="67303" y="136220"/>
                    <a:pt x="91247" y="133929"/>
                  </a:cubicBezTo>
                  <a:cubicBezTo>
                    <a:pt x="102021" y="132888"/>
                    <a:pt x="112119" y="135491"/>
                    <a:pt x="121229" y="141269"/>
                  </a:cubicBezTo>
                  <a:cubicBezTo>
                    <a:pt x="134866" y="149857"/>
                    <a:pt x="142674" y="162402"/>
                    <a:pt x="145016" y="178434"/>
                  </a:cubicBezTo>
                  <a:cubicBezTo>
                    <a:pt x="149493" y="178434"/>
                    <a:pt x="153657" y="178434"/>
                    <a:pt x="157821" y="178434"/>
                  </a:cubicBezTo>
                  <a:cubicBezTo>
                    <a:pt x="161933" y="178434"/>
                    <a:pt x="165993" y="178434"/>
                    <a:pt x="170209" y="178434"/>
                  </a:cubicBezTo>
                  <a:cubicBezTo>
                    <a:pt x="169324" y="175623"/>
                    <a:pt x="167711" y="173176"/>
                    <a:pt x="168023" y="170990"/>
                  </a:cubicBezTo>
                  <a:cubicBezTo>
                    <a:pt x="168804" y="164744"/>
                    <a:pt x="164952" y="161361"/>
                    <a:pt x="161100" y="157769"/>
                  </a:cubicBezTo>
                  <a:cubicBezTo>
                    <a:pt x="160371" y="157092"/>
                    <a:pt x="159747" y="156364"/>
                    <a:pt x="158758" y="155219"/>
                  </a:cubicBezTo>
                  <a:cubicBezTo>
                    <a:pt x="160892" y="153293"/>
                    <a:pt x="162974" y="151575"/>
                    <a:pt x="164848" y="149597"/>
                  </a:cubicBezTo>
                  <a:cubicBezTo>
                    <a:pt x="169585" y="144704"/>
                    <a:pt x="171094" y="138926"/>
                    <a:pt x="168440" y="132524"/>
                  </a:cubicBezTo>
                  <a:cubicBezTo>
                    <a:pt x="165785" y="126017"/>
                    <a:pt x="160788" y="122738"/>
                    <a:pt x="153709" y="122686"/>
                  </a:cubicBezTo>
                  <a:cubicBezTo>
                    <a:pt x="151054" y="122686"/>
                    <a:pt x="148348" y="122686"/>
                    <a:pt x="145693" y="122686"/>
                  </a:cubicBezTo>
                  <a:cubicBezTo>
                    <a:pt x="144704" y="119251"/>
                    <a:pt x="146786" y="115035"/>
                    <a:pt x="142101" y="113369"/>
                  </a:cubicBezTo>
                  <a:cubicBezTo>
                    <a:pt x="136376" y="118366"/>
                    <a:pt x="129817" y="119823"/>
                    <a:pt x="122686" y="116856"/>
                  </a:cubicBezTo>
                  <a:cubicBezTo>
                    <a:pt x="115555" y="113889"/>
                    <a:pt x="112276" y="108008"/>
                    <a:pt x="111547" y="100356"/>
                  </a:cubicBezTo>
                  <a:cubicBezTo>
                    <a:pt x="101032" y="100356"/>
                    <a:pt x="90778" y="100356"/>
                    <a:pt x="80524" y="100356"/>
                  </a:cubicBezTo>
                  <a:cubicBezTo>
                    <a:pt x="79847" y="100356"/>
                    <a:pt x="79223" y="100512"/>
                    <a:pt x="78598" y="100564"/>
                  </a:cubicBezTo>
                  <a:cubicBezTo>
                    <a:pt x="77401" y="116596"/>
                    <a:pt x="59860" y="123883"/>
                    <a:pt x="47367" y="113161"/>
                  </a:cubicBezTo>
                  <a:cubicBezTo>
                    <a:pt x="40392" y="120136"/>
                    <a:pt x="33365" y="127163"/>
                    <a:pt x="26390" y="134138"/>
                  </a:cubicBezTo>
                  <a:cubicBezTo>
                    <a:pt x="25609" y="134918"/>
                    <a:pt x="24881" y="135751"/>
                    <a:pt x="23996" y="136688"/>
                  </a:cubicBezTo>
                  <a:cubicBezTo>
                    <a:pt x="29149" y="142518"/>
                    <a:pt x="30763" y="149024"/>
                    <a:pt x="27848" y="156208"/>
                  </a:cubicBezTo>
                  <a:cubicBezTo>
                    <a:pt x="24881" y="163495"/>
                    <a:pt x="18843" y="166774"/>
                    <a:pt x="11399" y="167555"/>
                  </a:cubicBezTo>
                  <a:cubicBezTo>
                    <a:pt x="11347" y="178694"/>
                    <a:pt x="11347" y="189521"/>
                    <a:pt x="11347" y="200660"/>
                  </a:cubicBezTo>
                  <a:close/>
                  <a:moveTo>
                    <a:pt x="222782" y="267390"/>
                  </a:moveTo>
                  <a:cubicBezTo>
                    <a:pt x="223250" y="267494"/>
                    <a:pt x="223718" y="267651"/>
                    <a:pt x="224135" y="267598"/>
                  </a:cubicBezTo>
                  <a:cubicBezTo>
                    <a:pt x="243967" y="267026"/>
                    <a:pt x="261872" y="260780"/>
                    <a:pt x="277904" y="249120"/>
                  </a:cubicBezTo>
                  <a:cubicBezTo>
                    <a:pt x="278841" y="248443"/>
                    <a:pt x="279310" y="246674"/>
                    <a:pt x="279310" y="245424"/>
                  </a:cubicBezTo>
                  <a:cubicBezTo>
                    <a:pt x="279414" y="226842"/>
                    <a:pt x="279362" y="208207"/>
                    <a:pt x="279414" y="189625"/>
                  </a:cubicBezTo>
                  <a:cubicBezTo>
                    <a:pt x="279414" y="187595"/>
                    <a:pt x="278841" y="186346"/>
                    <a:pt x="277176" y="185200"/>
                  </a:cubicBezTo>
                  <a:cubicBezTo>
                    <a:pt x="261144" y="174061"/>
                    <a:pt x="243446" y="167763"/>
                    <a:pt x="223823" y="167399"/>
                  </a:cubicBezTo>
                  <a:cubicBezTo>
                    <a:pt x="209717" y="167138"/>
                    <a:pt x="195663" y="167295"/>
                    <a:pt x="181557" y="167295"/>
                  </a:cubicBezTo>
                  <a:cubicBezTo>
                    <a:pt x="180672" y="167295"/>
                    <a:pt x="179839" y="167451"/>
                    <a:pt x="178954" y="167503"/>
                  </a:cubicBezTo>
                  <a:cubicBezTo>
                    <a:pt x="179474" y="174061"/>
                    <a:pt x="183587" y="178173"/>
                    <a:pt x="189833" y="178278"/>
                  </a:cubicBezTo>
                  <a:cubicBezTo>
                    <a:pt x="195142" y="178382"/>
                    <a:pt x="200451" y="178382"/>
                    <a:pt x="205709" y="178278"/>
                  </a:cubicBezTo>
                  <a:cubicBezTo>
                    <a:pt x="215650" y="178121"/>
                    <a:pt x="223094" y="182181"/>
                    <a:pt x="227779" y="191030"/>
                  </a:cubicBezTo>
                  <a:cubicBezTo>
                    <a:pt x="230433" y="195975"/>
                    <a:pt x="234545" y="199098"/>
                    <a:pt x="240063" y="200243"/>
                  </a:cubicBezTo>
                  <a:cubicBezTo>
                    <a:pt x="241780" y="200608"/>
                    <a:pt x="243602" y="200608"/>
                    <a:pt x="245580" y="200764"/>
                  </a:cubicBezTo>
                  <a:cubicBezTo>
                    <a:pt x="245580" y="204460"/>
                    <a:pt x="245580" y="207999"/>
                    <a:pt x="245580" y="211747"/>
                  </a:cubicBezTo>
                  <a:cubicBezTo>
                    <a:pt x="236575" y="212111"/>
                    <a:pt x="229132" y="209092"/>
                    <a:pt x="222677" y="202950"/>
                  </a:cubicBezTo>
                  <a:cubicBezTo>
                    <a:pt x="217680" y="207687"/>
                    <a:pt x="213933" y="213152"/>
                    <a:pt x="213256" y="219815"/>
                  </a:cubicBezTo>
                  <a:cubicBezTo>
                    <a:pt x="212423" y="228195"/>
                    <a:pt x="212631" y="236680"/>
                    <a:pt x="212475" y="245112"/>
                  </a:cubicBezTo>
                  <a:cubicBezTo>
                    <a:pt x="212475" y="245685"/>
                    <a:pt x="213048" y="246570"/>
                    <a:pt x="213620" y="246882"/>
                  </a:cubicBezTo>
                  <a:cubicBezTo>
                    <a:pt x="221949" y="251358"/>
                    <a:pt x="224655" y="258281"/>
                    <a:pt x="222782" y="267390"/>
                  </a:cubicBezTo>
                  <a:close/>
                  <a:moveTo>
                    <a:pt x="55695" y="245424"/>
                  </a:moveTo>
                  <a:cubicBezTo>
                    <a:pt x="41850" y="245424"/>
                    <a:pt x="28420" y="245528"/>
                    <a:pt x="15043" y="245372"/>
                  </a:cubicBezTo>
                  <a:cubicBezTo>
                    <a:pt x="11868" y="245320"/>
                    <a:pt x="11087" y="246309"/>
                    <a:pt x="11139" y="249328"/>
                  </a:cubicBezTo>
                  <a:cubicBezTo>
                    <a:pt x="11243" y="272856"/>
                    <a:pt x="11191" y="296435"/>
                    <a:pt x="11191" y="319963"/>
                  </a:cubicBezTo>
                  <a:cubicBezTo>
                    <a:pt x="11191" y="321160"/>
                    <a:pt x="11295" y="322357"/>
                    <a:pt x="11399" y="323554"/>
                  </a:cubicBezTo>
                  <a:cubicBezTo>
                    <a:pt x="26338" y="323554"/>
                    <a:pt x="40965" y="323554"/>
                    <a:pt x="55747" y="323554"/>
                  </a:cubicBezTo>
                  <a:cubicBezTo>
                    <a:pt x="55695" y="297528"/>
                    <a:pt x="55695" y="271659"/>
                    <a:pt x="55695" y="245424"/>
                  </a:cubicBezTo>
                  <a:close/>
                  <a:moveTo>
                    <a:pt x="335005" y="178642"/>
                  </a:moveTo>
                  <a:cubicBezTo>
                    <a:pt x="319962" y="178642"/>
                    <a:pt x="305388" y="178642"/>
                    <a:pt x="290657" y="178642"/>
                  </a:cubicBezTo>
                  <a:cubicBezTo>
                    <a:pt x="290657" y="204720"/>
                    <a:pt x="290657" y="230590"/>
                    <a:pt x="290657" y="256407"/>
                  </a:cubicBezTo>
                  <a:cubicBezTo>
                    <a:pt x="305544" y="256407"/>
                    <a:pt x="320222" y="256407"/>
                    <a:pt x="335005" y="256407"/>
                  </a:cubicBezTo>
                  <a:cubicBezTo>
                    <a:pt x="335005" y="230381"/>
                    <a:pt x="335005" y="204616"/>
                    <a:pt x="335005" y="178642"/>
                  </a:cubicBezTo>
                  <a:close/>
                  <a:moveTo>
                    <a:pt x="133669" y="179319"/>
                  </a:moveTo>
                  <a:cubicBezTo>
                    <a:pt x="130702" y="158498"/>
                    <a:pt x="113993" y="144184"/>
                    <a:pt x="93329" y="145121"/>
                  </a:cubicBezTo>
                  <a:cubicBezTo>
                    <a:pt x="76776" y="145901"/>
                    <a:pt x="64909" y="154282"/>
                    <a:pt x="58818" y="169585"/>
                  </a:cubicBezTo>
                  <a:cubicBezTo>
                    <a:pt x="52624" y="185148"/>
                    <a:pt x="55747" y="199567"/>
                    <a:pt x="67459" y="211643"/>
                  </a:cubicBezTo>
                  <a:cubicBezTo>
                    <a:pt x="78286" y="222834"/>
                    <a:pt x="94994" y="226061"/>
                    <a:pt x="109257" y="220387"/>
                  </a:cubicBezTo>
                  <a:cubicBezTo>
                    <a:pt x="111131" y="219659"/>
                    <a:pt x="111651" y="218722"/>
                    <a:pt x="111807" y="216744"/>
                  </a:cubicBezTo>
                  <a:cubicBezTo>
                    <a:pt x="112224" y="210133"/>
                    <a:pt x="115555" y="205344"/>
                    <a:pt x="121541" y="202430"/>
                  </a:cubicBezTo>
                  <a:cubicBezTo>
                    <a:pt x="122322" y="202065"/>
                    <a:pt x="123050" y="201649"/>
                    <a:pt x="123779" y="201284"/>
                  </a:cubicBezTo>
                  <a:cubicBezTo>
                    <a:pt x="121749" y="190145"/>
                    <a:pt x="123831" y="185513"/>
                    <a:pt x="133669" y="179319"/>
                  </a:cubicBezTo>
                  <a:close/>
                  <a:moveTo>
                    <a:pt x="203418" y="212007"/>
                  </a:moveTo>
                  <a:cubicBezTo>
                    <a:pt x="202013" y="212007"/>
                    <a:pt x="200920" y="212007"/>
                    <a:pt x="199775" y="212007"/>
                  </a:cubicBezTo>
                  <a:cubicBezTo>
                    <a:pt x="176768" y="212007"/>
                    <a:pt x="153813" y="212007"/>
                    <a:pt x="130806" y="212007"/>
                  </a:cubicBezTo>
                  <a:cubicBezTo>
                    <a:pt x="129817" y="212007"/>
                    <a:pt x="128776" y="211955"/>
                    <a:pt x="127787" y="212059"/>
                  </a:cubicBezTo>
                  <a:cubicBezTo>
                    <a:pt x="124872" y="212424"/>
                    <a:pt x="122894" y="214714"/>
                    <a:pt x="122998" y="217629"/>
                  </a:cubicBezTo>
                  <a:cubicBezTo>
                    <a:pt x="123102" y="220648"/>
                    <a:pt x="124716" y="222417"/>
                    <a:pt x="127631" y="222938"/>
                  </a:cubicBezTo>
                  <a:cubicBezTo>
                    <a:pt x="128308" y="223042"/>
                    <a:pt x="128984" y="223042"/>
                    <a:pt x="129661" y="223042"/>
                  </a:cubicBezTo>
                  <a:cubicBezTo>
                    <a:pt x="152772" y="223042"/>
                    <a:pt x="175831" y="223042"/>
                    <a:pt x="198942" y="223042"/>
                  </a:cubicBezTo>
                  <a:cubicBezTo>
                    <a:pt x="199671" y="223042"/>
                    <a:pt x="200451" y="222834"/>
                    <a:pt x="201128" y="222782"/>
                  </a:cubicBezTo>
                  <a:cubicBezTo>
                    <a:pt x="201909" y="219190"/>
                    <a:pt x="202638" y="215807"/>
                    <a:pt x="203418" y="212007"/>
                  </a:cubicBezTo>
                  <a:close/>
                  <a:moveTo>
                    <a:pt x="216744" y="192748"/>
                  </a:moveTo>
                  <a:cubicBezTo>
                    <a:pt x="213256" y="191551"/>
                    <a:pt x="210497" y="189833"/>
                    <a:pt x="207739" y="189781"/>
                  </a:cubicBezTo>
                  <a:cubicBezTo>
                    <a:pt x="185200" y="189573"/>
                    <a:pt x="162662" y="189625"/>
                    <a:pt x="140123" y="189677"/>
                  </a:cubicBezTo>
                  <a:cubicBezTo>
                    <a:pt x="136532" y="189677"/>
                    <a:pt x="134085" y="191967"/>
                    <a:pt x="134085" y="195142"/>
                  </a:cubicBezTo>
                  <a:cubicBezTo>
                    <a:pt x="134085" y="198317"/>
                    <a:pt x="136480" y="200660"/>
                    <a:pt x="140071" y="200660"/>
                  </a:cubicBezTo>
                  <a:cubicBezTo>
                    <a:pt x="162610" y="200712"/>
                    <a:pt x="185148" y="200712"/>
                    <a:pt x="207687" y="200660"/>
                  </a:cubicBezTo>
                  <a:cubicBezTo>
                    <a:pt x="208623" y="200660"/>
                    <a:pt x="209769" y="200348"/>
                    <a:pt x="210393" y="199775"/>
                  </a:cubicBezTo>
                  <a:cubicBezTo>
                    <a:pt x="212319" y="197901"/>
                    <a:pt x="213985" y="195819"/>
                    <a:pt x="216744" y="192748"/>
                  </a:cubicBezTo>
                  <a:close/>
                  <a:moveTo>
                    <a:pt x="200920" y="234546"/>
                  </a:moveTo>
                  <a:cubicBezTo>
                    <a:pt x="193372" y="234546"/>
                    <a:pt x="186189" y="234546"/>
                    <a:pt x="179266" y="234546"/>
                  </a:cubicBezTo>
                  <a:cubicBezTo>
                    <a:pt x="178277" y="238241"/>
                    <a:pt x="177288" y="241729"/>
                    <a:pt x="176351" y="245112"/>
                  </a:cubicBezTo>
                  <a:cubicBezTo>
                    <a:pt x="184576" y="245112"/>
                    <a:pt x="192748" y="245112"/>
                    <a:pt x="200920" y="245112"/>
                  </a:cubicBezTo>
                  <a:cubicBezTo>
                    <a:pt x="200920" y="241468"/>
                    <a:pt x="200920" y="238137"/>
                    <a:pt x="200920" y="23454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9" name="Google Shape;589;p6"/>
            <p:cNvSpPr/>
            <p:nvPr/>
          </p:nvSpPr>
          <p:spPr>
            <a:xfrm>
              <a:off x="6434965" y="6368085"/>
              <a:ext cx="10774" cy="10670"/>
            </a:xfrm>
            <a:custGeom>
              <a:avLst/>
              <a:gdLst/>
              <a:ahLst/>
              <a:cxnLst/>
              <a:rect l="l" t="t" r="r" b="b"/>
              <a:pathLst>
                <a:path w="10774" h="10670" extrusionOk="0">
                  <a:moveTo>
                    <a:pt x="10775" y="10671"/>
                  </a:moveTo>
                  <a:cubicBezTo>
                    <a:pt x="7079" y="10671"/>
                    <a:pt x="3644" y="10671"/>
                    <a:pt x="0" y="10671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592" y="0"/>
                    <a:pt x="7079" y="0"/>
                    <a:pt x="10775" y="0"/>
                  </a:cubicBezTo>
                  <a:cubicBezTo>
                    <a:pt x="10775" y="3540"/>
                    <a:pt x="10775" y="6975"/>
                    <a:pt x="10775" y="106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0" name="Google Shape;590;p6"/>
            <p:cNvSpPr/>
            <p:nvPr/>
          </p:nvSpPr>
          <p:spPr>
            <a:xfrm>
              <a:off x="6457452" y="6367929"/>
              <a:ext cx="10566" cy="10826"/>
            </a:xfrm>
            <a:custGeom>
              <a:avLst/>
              <a:gdLst/>
              <a:ahLst/>
              <a:cxnLst/>
              <a:rect l="l" t="t" r="r" b="b"/>
              <a:pathLst>
                <a:path w="10566" h="10826" extrusionOk="0">
                  <a:moveTo>
                    <a:pt x="0" y="0"/>
                  </a:moveTo>
                  <a:cubicBezTo>
                    <a:pt x="3644" y="0"/>
                    <a:pt x="6975" y="0"/>
                    <a:pt x="10567" y="0"/>
                  </a:cubicBezTo>
                  <a:cubicBezTo>
                    <a:pt x="10567" y="3644"/>
                    <a:pt x="10567" y="7131"/>
                    <a:pt x="10567" y="10827"/>
                  </a:cubicBezTo>
                  <a:cubicBezTo>
                    <a:pt x="7027" y="10827"/>
                    <a:pt x="3644" y="10827"/>
                    <a:pt x="0" y="10827"/>
                  </a:cubicBezTo>
                  <a:cubicBezTo>
                    <a:pt x="0" y="7183"/>
                    <a:pt x="0" y="364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1" name="Google Shape;591;p6"/>
            <p:cNvSpPr/>
            <p:nvPr/>
          </p:nvSpPr>
          <p:spPr>
            <a:xfrm>
              <a:off x="6479730" y="6368033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extrusionOk="0">
                  <a:moveTo>
                    <a:pt x="10671" y="0"/>
                  </a:moveTo>
                  <a:cubicBezTo>
                    <a:pt x="10671" y="3696"/>
                    <a:pt x="10671" y="7131"/>
                    <a:pt x="10671" y="10723"/>
                  </a:cubicBezTo>
                  <a:cubicBezTo>
                    <a:pt x="7079" y="10723"/>
                    <a:pt x="3696" y="10723"/>
                    <a:pt x="0" y="10723"/>
                  </a:cubicBezTo>
                  <a:cubicBezTo>
                    <a:pt x="0" y="7183"/>
                    <a:pt x="0" y="3696"/>
                    <a:pt x="0" y="0"/>
                  </a:cubicBezTo>
                  <a:cubicBezTo>
                    <a:pt x="3540" y="0"/>
                    <a:pt x="6975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2" name="Google Shape;592;p6"/>
            <p:cNvSpPr/>
            <p:nvPr/>
          </p:nvSpPr>
          <p:spPr>
            <a:xfrm>
              <a:off x="6658475" y="6636256"/>
              <a:ext cx="10774" cy="10566"/>
            </a:xfrm>
            <a:custGeom>
              <a:avLst/>
              <a:gdLst/>
              <a:ahLst/>
              <a:cxnLst/>
              <a:rect l="l" t="t" r="r" b="b"/>
              <a:pathLst>
                <a:path w="10774" h="10566" extrusionOk="0">
                  <a:moveTo>
                    <a:pt x="10775" y="0"/>
                  </a:moveTo>
                  <a:cubicBezTo>
                    <a:pt x="10775" y="3592"/>
                    <a:pt x="10775" y="6975"/>
                    <a:pt x="10775" y="10567"/>
                  </a:cubicBezTo>
                  <a:cubicBezTo>
                    <a:pt x="7183" y="10567"/>
                    <a:pt x="3696" y="10567"/>
                    <a:pt x="0" y="10567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435" y="0"/>
                    <a:pt x="6975" y="0"/>
                    <a:pt x="107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3" name="Google Shape;593;p6"/>
            <p:cNvSpPr/>
            <p:nvPr/>
          </p:nvSpPr>
          <p:spPr>
            <a:xfrm>
              <a:off x="6680858" y="6636204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extrusionOk="0">
                  <a:moveTo>
                    <a:pt x="10671" y="0"/>
                  </a:moveTo>
                  <a:cubicBezTo>
                    <a:pt x="10671" y="3644"/>
                    <a:pt x="10671" y="7027"/>
                    <a:pt x="10671" y="10723"/>
                  </a:cubicBezTo>
                  <a:cubicBezTo>
                    <a:pt x="7079" y="10723"/>
                    <a:pt x="3644" y="10723"/>
                    <a:pt x="0" y="10723"/>
                  </a:cubicBezTo>
                  <a:cubicBezTo>
                    <a:pt x="0" y="7235"/>
                    <a:pt x="0" y="3748"/>
                    <a:pt x="0" y="0"/>
                  </a:cubicBezTo>
                  <a:cubicBezTo>
                    <a:pt x="3435" y="0"/>
                    <a:pt x="6871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4" name="Google Shape;594;p6"/>
            <p:cNvSpPr/>
            <p:nvPr/>
          </p:nvSpPr>
          <p:spPr>
            <a:xfrm>
              <a:off x="6703136" y="6636152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extrusionOk="0">
                  <a:moveTo>
                    <a:pt x="0" y="10723"/>
                  </a:moveTo>
                  <a:cubicBezTo>
                    <a:pt x="0" y="6975"/>
                    <a:pt x="0" y="3592"/>
                    <a:pt x="0" y="0"/>
                  </a:cubicBezTo>
                  <a:cubicBezTo>
                    <a:pt x="3592" y="0"/>
                    <a:pt x="7027" y="0"/>
                    <a:pt x="10671" y="0"/>
                  </a:cubicBezTo>
                  <a:cubicBezTo>
                    <a:pt x="10671" y="3540"/>
                    <a:pt x="10671" y="7027"/>
                    <a:pt x="10671" y="10723"/>
                  </a:cubicBezTo>
                  <a:cubicBezTo>
                    <a:pt x="7131" y="10723"/>
                    <a:pt x="3696" y="10723"/>
                    <a:pt x="0" y="1072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5" name="Google Shape;595;p6"/>
            <p:cNvSpPr/>
            <p:nvPr/>
          </p:nvSpPr>
          <p:spPr>
            <a:xfrm>
              <a:off x="6591224" y="6378912"/>
              <a:ext cx="111703" cy="111704"/>
            </a:xfrm>
            <a:custGeom>
              <a:avLst/>
              <a:gdLst/>
              <a:ahLst/>
              <a:cxnLst/>
              <a:rect l="l" t="t" r="r" b="b"/>
              <a:pathLst>
                <a:path w="111703" h="111704" extrusionOk="0">
                  <a:moveTo>
                    <a:pt x="0" y="55748"/>
                  </a:moveTo>
                  <a:cubicBezTo>
                    <a:pt x="52" y="24881"/>
                    <a:pt x="25141" y="-52"/>
                    <a:pt x="56060" y="0"/>
                  </a:cubicBezTo>
                  <a:cubicBezTo>
                    <a:pt x="86822" y="104"/>
                    <a:pt x="111807" y="25349"/>
                    <a:pt x="111703" y="56216"/>
                  </a:cubicBezTo>
                  <a:cubicBezTo>
                    <a:pt x="111599" y="86979"/>
                    <a:pt x="86354" y="111859"/>
                    <a:pt x="55435" y="111703"/>
                  </a:cubicBezTo>
                  <a:cubicBezTo>
                    <a:pt x="24725" y="111599"/>
                    <a:pt x="-52" y="86562"/>
                    <a:pt x="0" y="55748"/>
                  </a:cubicBezTo>
                  <a:close/>
                  <a:moveTo>
                    <a:pt x="100460" y="55904"/>
                  </a:moveTo>
                  <a:cubicBezTo>
                    <a:pt x="100408" y="31127"/>
                    <a:pt x="80472" y="11243"/>
                    <a:pt x="55695" y="11295"/>
                  </a:cubicBezTo>
                  <a:cubicBezTo>
                    <a:pt x="30971" y="11347"/>
                    <a:pt x="10931" y="31491"/>
                    <a:pt x="11087" y="56112"/>
                  </a:cubicBezTo>
                  <a:cubicBezTo>
                    <a:pt x="11191" y="80576"/>
                    <a:pt x="31335" y="100616"/>
                    <a:pt x="55748" y="100668"/>
                  </a:cubicBezTo>
                  <a:cubicBezTo>
                    <a:pt x="80368" y="100720"/>
                    <a:pt x="100512" y="80576"/>
                    <a:pt x="100460" y="559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6" name="Google Shape;596;p6"/>
            <p:cNvSpPr/>
            <p:nvPr/>
          </p:nvSpPr>
          <p:spPr>
            <a:xfrm>
              <a:off x="6591221" y="6378912"/>
              <a:ext cx="11038" cy="11139"/>
            </a:xfrm>
            <a:custGeom>
              <a:avLst/>
              <a:gdLst/>
              <a:ahLst/>
              <a:cxnLst/>
              <a:rect l="l" t="t" r="r" b="b"/>
              <a:pathLst>
                <a:path w="11038" h="11139" extrusionOk="0">
                  <a:moveTo>
                    <a:pt x="11038" y="5570"/>
                  </a:moveTo>
                  <a:cubicBezTo>
                    <a:pt x="11038" y="8693"/>
                    <a:pt x="8592" y="11191"/>
                    <a:pt x="5469" y="11139"/>
                  </a:cubicBezTo>
                  <a:cubicBezTo>
                    <a:pt x="2502" y="11087"/>
                    <a:pt x="107" y="8745"/>
                    <a:pt x="3" y="5778"/>
                  </a:cubicBezTo>
                  <a:cubicBezTo>
                    <a:pt x="-101" y="2655"/>
                    <a:pt x="2294" y="104"/>
                    <a:pt x="5365" y="0"/>
                  </a:cubicBezTo>
                  <a:cubicBezTo>
                    <a:pt x="8488" y="0"/>
                    <a:pt x="11038" y="2446"/>
                    <a:pt x="11038" y="557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7" name="Google Shape;597;p6"/>
            <p:cNvSpPr/>
            <p:nvPr/>
          </p:nvSpPr>
          <p:spPr>
            <a:xfrm>
              <a:off x="6641454" y="6356633"/>
              <a:ext cx="11140" cy="11088"/>
            </a:xfrm>
            <a:custGeom>
              <a:avLst/>
              <a:gdLst/>
              <a:ahLst/>
              <a:cxnLst/>
              <a:rect l="l" t="t" r="r" b="b"/>
              <a:pathLst>
                <a:path w="11140" h="11088" extrusionOk="0">
                  <a:moveTo>
                    <a:pt x="11140" y="5466"/>
                  </a:moveTo>
                  <a:cubicBezTo>
                    <a:pt x="11192" y="8485"/>
                    <a:pt x="8745" y="11036"/>
                    <a:pt x="5674" y="11088"/>
                  </a:cubicBezTo>
                  <a:cubicBezTo>
                    <a:pt x="2655" y="11140"/>
                    <a:pt x="53" y="8641"/>
                    <a:pt x="1" y="5622"/>
                  </a:cubicBezTo>
                  <a:cubicBezTo>
                    <a:pt x="-51" y="2655"/>
                    <a:pt x="2499" y="1"/>
                    <a:pt x="5518" y="1"/>
                  </a:cubicBezTo>
                  <a:cubicBezTo>
                    <a:pt x="8537" y="-51"/>
                    <a:pt x="11088" y="2447"/>
                    <a:pt x="11140" y="546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8" name="Google Shape;598;p6"/>
            <p:cNvSpPr/>
            <p:nvPr/>
          </p:nvSpPr>
          <p:spPr>
            <a:xfrm>
              <a:off x="6691781" y="6479632"/>
              <a:ext cx="11146" cy="10986"/>
            </a:xfrm>
            <a:custGeom>
              <a:avLst/>
              <a:gdLst/>
              <a:ahLst/>
              <a:cxnLst/>
              <a:rect l="l" t="t" r="r" b="b"/>
              <a:pathLst>
                <a:path w="11146" h="10986" extrusionOk="0">
                  <a:moveTo>
                    <a:pt x="11146" y="5622"/>
                  </a:moveTo>
                  <a:cubicBezTo>
                    <a:pt x="11094" y="8693"/>
                    <a:pt x="8492" y="11087"/>
                    <a:pt x="5368" y="10983"/>
                  </a:cubicBezTo>
                  <a:cubicBezTo>
                    <a:pt x="2297" y="10879"/>
                    <a:pt x="-149" y="8276"/>
                    <a:pt x="7" y="5205"/>
                  </a:cubicBezTo>
                  <a:cubicBezTo>
                    <a:pt x="163" y="2238"/>
                    <a:pt x="2610" y="0"/>
                    <a:pt x="5577" y="0"/>
                  </a:cubicBezTo>
                  <a:cubicBezTo>
                    <a:pt x="8752" y="0"/>
                    <a:pt x="11198" y="2498"/>
                    <a:pt x="11146" y="56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9" name="Google Shape;599;p6"/>
            <p:cNvSpPr/>
            <p:nvPr/>
          </p:nvSpPr>
          <p:spPr>
            <a:xfrm>
              <a:off x="6714170" y="6429245"/>
              <a:ext cx="11088" cy="11192"/>
            </a:xfrm>
            <a:custGeom>
              <a:avLst/>
              <a:gdLst/>
              <a:ahLst/>
              <a:cxnLst/>
              <a:rect l="l" t="t" r="r" b="b"/>
              <a:pathLst>
                <a:path w="11088" h="11192" extrusionOk="0">
                  <a:moveTo>
                    <a:pt x="11088" y="5518"/>
                  </a:moveTo>
                  <a:cubicBezTo>
                    <a:pt x="11140" y="8485"/>
                    <a:pt x="8589" y="11140"/>
                    <a:pt x="5622" y="11192"/>
                  </a:cubicBezTo>
                  <a:cubicBezTo>
                    <a:pt x="2603" y="11244"/>
                    <a:pt x="53" y="8745"/>
                    <a:pt x="1" y="5674"/>
                  </a:cubicBezTo>
                  <a:cubicBezTo>
                    <a:pt x="-51" y="2603"/>
                    <a:pt x="2395" y="53"/>
                    <a:pt x="5466" y="1"/>
                  </a:cubicBezTo>
                  <a:cubicBezTo>
                    <a:pt x="8433" y="-51"/>
                    <a:pt x="11036" y="2499"/>
                    <a:pt x="11088" y="55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0" name="Google Shape;600;p6"/>
            <p:cNvSpPr/>
            <p:nvPr/>
          </p:nvSpPr>
          <p:spPr>
            <a:xfrm>
              <a:off x="6691788" y="6378964"/>
              <a:ext cx="11140" cy="11139"/>
            </a:xfrm>
            <a:custGeom>
              <a:avLst/>
              <a:gdLst/>
              <a:ahLst/>
              <a:cxnLst/>
              <a:rect l="l" t="t" r="r" b="b"/>
              <a:pathLst>
                <a:path w="11140" h="11139" extrusionOk="0">
                  <a:moveTo>
                    <a:pt x="5466" y="11139"/>
                  </a:moveTo>
                  <a:cubicBezTo>
                    <a:pt x="2447" y="11087"/>
                    <a:pt x="-51" y="8537"/>
                    <a:pt x="1" y="5517"/>
                  </a:cubicBezTo>
                  <a:cubicBezTo>
                    <a:pt x="53" y="2498"/>
                    <a:pt x="2655" y="0"/>
                    <a:pt x="5622" y="0"/>
                  </a:cubicBezTo>
                  <a:cubicBezTo>
                    <a:pt x="8589" y="52"/>
                    <a:pt x="11192" y="2707"/>
                    <a:pt x="11140" y="5674"/>
                  </a:cubicBezTo>
                  <a:cubicBezTo>
                    <a:pt x="11088" y="8641"/>
                    <a:pt x="8485" y="11191"/>
                    <a:pt x="5466" y="1113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1" name="Google Shape;601;p6"/>
            <p:cNvSpPr/>
            <p:nvPr/>
          </p:nvSpPr>
          <p:spPr>
            <a:xfrm>
              <a:off x="6568934" y="6429226"/>
              <a:ext cx="10947" cy="11165"/>
            </a:xfrm>
            <a:custGeom>
              <a:avLst/>
              <a:gdLst/>
              <a:ahLst/>
              <a:cxnLst/>
              <a:rect l="l" t="t" r="r" b="b"/>
              <a:pathLst>
                <a:path w="10947" h="11165" extrusionOk="0">
                  <a:moveTo>
                    <a:pt x="5218" y="11159"/>
                  </a:moveTo>
                  <a:cubicBezTo>
                    <a:pt x="2147" y="11003"/>
                    <a:pt x="-195" y="8400"/>
                    <a:pt x="13" y="5225"/>
                  </a:cubicBezTo>
                  <a:cubicBezTo>
                    <a:pt x="169" y="2102"/>
                    <a:pt x="2824" y="-241"/>
                    <a:pt x="5895" y="20"/>
                  </a:cubicBezTo>
                  <a:cubicBezTo>
                    <a:pt x="8862" y="280"/>
                    <a:pt x="11048" y="2726"/>
                    <a:pt x="10944" y="5745"/>
                  </a:cubicBezTo>
                  <a:cubicBezTo>
                    <a:pt x="10892" y="8869"/>
                    <a:pt x="8289" y="11315"/>
                    <a:pt x="5218" y="111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2" name="Google Shape;602;p6"/>
            <p:cNvSpPr/>
            <p:nvPr/>
          </p:nvSpPr>
          <p:spPr>
            <a:xfrm>
              <a:off x="6490556" y="6446056"/>
              <a:ext cx="11192" cy="11143"/>
            </a:xfrm>
            <a:custGeom>
              <a:avLst/>
              <a:gdLst/>
              <a:ahLst/>
              <a:cxnLst/>
              <a:rect l="l" t="t" r="r" b="b"/>
              <a:pathLst>
                <a:path w="11192" h="11143" extrusionOk="0">
                  <a:moveTo>
                    <a:pt x="11192" y="5417"/>
                  </a:moveTo>
                  <a:cubicBezTo>
                    <a:pt x="11244" y="8383"/>
                    <a:pt x="8693" y="11038"/>
                    <a:pt x="5726" y="11142"/>
                  </a:cubicBezTo>
                  <a:cubicBezTo>
                    <a:pt x="2760" y="11194"/>
                    <a:pt x="105" y="8644"/>
                    <a:pt x="1" y="5677"/>
                  </a:cubicBezTo>
                  <a:cubicBezTo>
                    <a:pt x="-51" y="2710"/>
                    <a:pt x="2499" y="55"/>
                    <a:pt x="5466" y="3"/>
                  </a:cubicBezTo>
                  <a:cubicBezTo>
                    <a:pt x="8485" y="-101"/>
                    <a:pt x="11140" y="2398"/>
                    <a:pt x="11192" y="541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3" name="Google Shape;603;p6"/>
            <p:cNvSpPr/>
            <p:nvPr/>
          </p:nvSpPr>
          <p:spPr>
            <a:xfrm>
              <a:off x="6538025" y="6465630"/>
              <a:ext cx="11194" cy="11192"/>
            </a:xfrm>
            <a:custGeom>
              <a:avLst/>
              <a:gdLst/>
              <a:ahLst/>
              <a:cxnLst/>
              <a:rect l="l" t="t" r="r" b="b"/>
              <a:pathLst>
                <a:path w="11194" h="11192" extrusionOk="0">
                  <a:moveTo>
                    <a:pt x="5468" y="1"/>
                  </a:moveTo>
                  <a:cubicBezTo>
                    <a:pt x="8435" y="-51"/>
                    <a:pt x="11090" y="2499"/>
                    <a:pt x="11194" y="5466"/>
                  </a:cubicBezTo>
                  <a:cubicBezTo>
                    <a:pt x="11246" y="8433"/>
                    <a:pt x="8696" y="11088"/>
                    <a:pt x="5729" y="11192"/>
                  </a:cubicBezTo>
                  <a:cubicBezTo>
                    <a:pt x="2762" y="11244"/>
                    <a:pt x="107" y="8693"/>
                    <a:pt x="3" y="5726"/>
                  </a:cubicBezTo>
                  <a:cubicBezTo>
                    <a:pt x="-101" y="2760"/>
                    <a:pt x="2502" y="53"/>
                    <a:pt x="54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4" name="Google Shape;604;p6"/>
            <p:cNvSpPr/>
            <p:nvPr/>
          </p:nvSpPr>
          <p:spPr>
            <a:xfrm>
              <a:off x="6443238" y="6465679"/>
              <a:ext cx="11142" cy="11145"/>
            </a:xfrm>
            <a:custGeom>
              <a:avLst/>
              <a:gdLst/>
              <a:ahLst/>
              <a:cxnLst/>
              <a:rect l="l" t="t" r="r" b="b"/>
              <a:pathLst>
                <a:path w="11142" h="11145" extrusionOk="0">
                  <a:moveTo>
                    <a:pt x="5729" y="11142"/>
                  </a:moveTo>
                  <a:cubicBezTo>
                    <a:pt x="2762" y="11246"/>
                    <a:pt x="107" y="8696"/>
                    <a:pt x="3" y="5729"/>
                  </a:cubicBezTo>
                  <a:cubicBezTo>
                    <a:pt x="-101" y="2762"/>
                    <a:pt x="2450" y="107"/>
                    <a:pt x="5416" y="3"/>
                  </a:cubicBezTo>
                  <a:cubicBezTo>
                    <a:pt x="8383" y="-101"/>
                    <a:pt x="11038" y="2398"/>
                    <a:pt x="11142" y="5417"/>
                  </a:cubicBezTo>
                  <a:cubicBezTo>
                    <a:pt x="11194" y="8383"/>
                    <a:pt x="8748" y="11038"/>
                    <a:pt x="5729" y="111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5" name="Google Shape;605;p6"/>
            <p:cNvSpPr/>
            <p:nvPr/>
          </p:nvSpPr>
          <p:spPr>
            <a:xfrm>
              <a:off x="6423563" y="6513047"/>
              <a:ext cx="11093" cy="11195"/>
            </a:xfrm>
            <a:custGeom>
              <a:avLst/>
              <a:gdLst/>
              <a:ahLst/>
              <a:cxnLst/>
              <a:rect l="l" t="t" r="r" b="b"/>
              <a:pathLst>
                <a:path w="11093" h="11195" extrusionOk="0">
                  <a:moveTo>
                    <a:pt x="5729" y="3"/>
                  </a:moveTo>
                  <a:cubicBezTo>
                    <a:pt x="8748" y="107"/>
                    <a:pt x="11194" y="2710"/>
                    <a:pt x="11090" y="5729"/>
                  </a:cubicBezTo>
                  <a:cubicBezTo>
                    <a:pt x="10986" y="8748"/>
                    <a:pt x="8383" y="11246"/>
                    <a:pt x="5416" y="11194"/>
                  </a:cubicBezTo>
                  <a:cubicBezTo>
                    <a:pt x="2450" y="11090"/>
                    <a:pt x="-101" y="8435"/>
                    <a:pt x="3" y="5469"/>
                  </a:cubicBezTo>
                  <a:cubicBezTo>
                    <a:pt x="107" y="2450"/>
                    <a:pt x="2762" y="-101"/>
                    <a:pt x="5729" y="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6" name="Google Shape;606;p6"/>
            <p:cNvSpPr/>
            <p:nvPr/>
          </p:nvSpPr>
          <p:spPr>
            <a:xfrm>
              <a:off x="6468226" y="6490667"/>
              <a:ext cx="55905" cy="55904"/>
            </a:xfrm>
            <a:custGeom>
              <a:avLst/>
              <a:gdLst/>
              <a:ahLst/>
              <a:cxnLst/>
              <a:rect l="l" t="t" r="r" b="b"/>
              <a:pathLst>
                <a:path w="55905" h="55904" extrusionOk="0">
                  <a:moveTo>
                    <a:pt x="0" y="27952"/>
                  </a:moveTo>
                  <a:cubicBezTo>
                    <a:pt x="0" y="12597"/>
                    <a:pt x="12701" y="-52"/>
                    <a:pt x="28004" y="0"/>
                  </a:cubicBezTo>
                  <a:cubicBezTo>
                    <a:pt x="43359" y="52"/>
                    <a:pt x="56060" y="12857"/>
                    <a:pt x="55904" y="28108"/>
                  </a:cubicBezTo>
                  <a:cubicBezTo>
                    <a:pt x="55747" y="43359"/>
                    <a:pt x="43255" y="55852"/>
                    <a:pt x="28056" y="55904"/>
                  </a:cubicBezTo>
                  <a:cubicBezTo>
                    <a:pt x="12805" y="56008"/>
                    <a:pt x="52" y="43307"/>
                    <a:pt x="0" y="27952"/>
                  </a:cubicBezTo>
                  <a:close/>
                  <a:moveTo>
                    <a:pt x="27952" y="11295"/>
                  </a:moveTo>
                  <a:cubicBezTo>
                    <a:pt x="18635" y="11295"/>
                    <a:pt x="11295" y="18687"/>
                    <a:pt x="11295" y="28004"/>
                  </a:cubicBezTo>
                  <a:cubicBezTo>
                    <a:pt x="11295" y="37321"/>
                    <a:pt x="18687" y="44661"/>
                    <a:pt x="28004" y="44661"/>
                  </a:cubicBezTo>
                  <a:cubicBezTo>
                    <a:pt x="37321" y="44661"/>
                    <a:pt x="44712" y="37217"/>
                    <a:pt x="44660" y="27952"/>
                  </a:cubicBezTo>
                  <a:cubicBezTo>
                    <a:pt x="44660" y="18635"/>
                    <a:pt x="37269" y="11243"/>
                    <a:pt x="27952" y="1129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7" name="Google Shape;607;p6"/>
            <p:cNvSpPr/>
            <p:nvPr/>
          </p:nvSpPr>
          <p:spPr>
            <a:xfrm>
              <a:off x="6613607" y="6401294"/>
              <a:ext cx="66990" cy="66990"/>
            </a:xfrm>
            <a:custGeom>
              <a:avLst/>
              <a:gdLst/>
              <a:ahLst/>
              <a:cxnLst/>
              <a:rect l="l" t="t" r="r" b="b"/>
              <a:pathLst>
                <a:path w="66990" h="66990" extrusionOk="0">
                  <a:moveTo>
                    <a:pt x="0" y="33625"/>
                  </a:moveTo>
                  <a:cubicBezTo>
                    <a:pt x="-52" y="15095"/>
                    <a:pt x="14991" y="0"/>
                    <a:pt x="33469" y="0"/>
                  </a:cubicBezTo>
                  <a:cubicBezTo>
                    <a:pt x="51896" y="0"/>
                    <a:pt x="67043" y="15199"/>
                    <a:pt x="66991" y="33625"/>
                  </a:cubicBezTo>
                  <a:cubicBezTo>
                    <a:pt x="66939" y="51948"/>
                    <a:pt x="52000" y="66939"/>
                    <a:pt x="33626" y="66991"/>
                  </a:cubicBezTo>
                  <a:cubicBezTo>
                    <a:pt x="15043" y="67043"/>
                    <a:pt x="52" y="52156"/>
                    <a:pt x="0" y="33625"/>
                  </a:cubicBezTo>
                  <a:close/>
                  <a:moveTo>
                    <a:pt x="33365" y="11243"/>
                  </a:moveTo>
                  <a:cubicBezTo>
                    <a:pt x="20977" y="11295"/>
                    <a:pt x="10931" y="21445"/>
                    <a:pt x="11087" y="33678"/>
                  </a:cubicBezTo>
                  <a:cubicBezTo>
                    <a:pt x="11243" y="45858"/>
                    <a:pt x="21237" y="55800"/>
                    <a:pt x="33365" y="55904"/>
                  </a:cubicBezTo>
                  <a:cubicBezTo>
                    <a:pt x="45650" y="55956"/>
                    <a:pt x="55696" y="45910"/>
                    <a:pt x="55748" y="33521"/>
                  </a:cubicBezTo>
                  <a:cubicBezTo>
                    <a:pt x="55748" y="21081"/>
                    <a:pt x="45806" y="11191"/>
                    <a:pt x="33365" y="1124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08" name="Google Shape;608;p6"/>
          <p:cNvSpPr txBox="1"/>
          <p:nvPr/>
        </p:nvSpPr>
        <p:spPr>
          <a:xfrm>
            <a:off x="875187" y="6390182"/>
            <a:ext cx="1378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University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609" name="Google Shape;609;p6"/>
          <p:cNvSpPr txBox="1"/>
          <p:nvPr/>
        </p:nvSpPr>
        <p:spPr>
          <a:xfrm>
            <a:off x="3035846" y="6390182"/>
            <a:ext cx="10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Innovations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610" name="Google Shape;610;p6"/>
          <p:cNvSpPr txBox="1"/>
          <p:nvPr/>
        </p:nvSpPr>
        <p:spPr>
          <a:xfrm>
            <a:off x="4848939" y="6276042"/>
            <a:ext cx="1155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Translational Research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611" name="Google Shape;611;p6"/>
          <p:cNvSpPr txBox="1"/>
          <p:nvPr/>
        </p:nvSpPr>
        <p:spPr>
          <a:xfrm>
            <a:off x="6786916" y="6390182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Mobilization 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612" name="Google Shape;612;p6"/>
          <p:cNvSpPr txBox="1"/>
          <p:nvPr/>
        </p:nvSpPr>
        <p:spPr>
          <a:xfrm>
            <a:off x="8690450" y="6390182"/>
            <a:ext cx="120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Collaborators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613" name="Google Shape;613;p6"/>
          <p:cNvSpPr/>
          <p:nvPr/>
        </p:nvSpPr>
        <p:spPr>
          <a:xfrm>
            <a:off x="543031" y="6352930"/>
            <a:ext cx="332156" cy="336336"/>
          </a:xfrm>
          <a:custGeom>
            <a:avLst/>
            <a:gdLst/>
            <a:ahLst/>
            <a:cxnLst/>
            <a:rect l="l" t="t" r="r" b="b"/>
            <a:pathLst>
              <a:path w="332156" h="336336" extrusionOk="0">
                <a:moveTo>
                  <a:pt x="320402" y="336337"/>
                </a:moveTo>
                <a:cubicBezTo>
                  <a:pt x="224802" y="336337"/>
                  <a:pt x="129113" y="336337"/>
                  <a:pt x="33512" y="336337"/>
                </a:cubicBezTo>
                <a:cubicBezTo>
                  <a:pt x="32898" y="336161"/>
                  <a:pt x="32372" y="335810"/>
                  <a:pt x="31758" y="335723"/>
                </a:cubicBezTo>
                <a:cubicBezTo>
                  <a:pt x="16936" y="332565"/>
                  <a:pt x="6762" y="323970"/>
                  <a:pt x="2026" y="309498"/>
                </a:cubicBezTo>
                <a:cubicBezTo>
                  <a:pt x="-2535" y="295290"/>
                  <a:pt x="710" y="282572"/>
                  <a:pt x="10709" y="271521"/>
                </a:cubicBezTo>
                <a:cubicBezTo>
                  <a:pt x="11323" y="270820"/>
                  <a:pt x="11936" y="270118"/>
                  <a:pt x="12726" y="269241"/>
                </a:cubicBezTo>
                <a:cubicBezTo>
                  <a:pt x="11323" y="268802"/>
                  <a:pt x="10182" y="268451"/>
                  <a:pt x="9130" y="268013"/>
                </a:cubicBezTo>
                <a:cubicBezTo>
                  <a:pt x="3604" y="265733"/>
                  <a:pt x="8" y="260295"/>
                  <a:pt x="184" y="254331"/>
                </a:cubicBezTo>
                <a:cubicBezTo>
                  <a:pt x="359" y="248103"/>
                  <a:pt x="2990" y="242841"/>
                  <a:pt x="9042" y="241087"/>
                </a:cubicBezTo>
                <a:cubicBezTo>
                  <a:pt x="13691" y="239683"/>
                  <a:pt x="14305" y="236965"/>
                  <a:pt x="14392" y="233281"/>
                </a:cubicBezTo>
                <a:cubicBezTo>
                  <a:pt x="14480" y="230737"/>
                  <a:pt x="14129" y="228282"/>
                  <a:pt x="14129" y="225738"/>
                </a:cubicBezTo>
                <a:cubicBezTo>
                  <a:pt x="14041" y="223107"/>
                  <a:pt x="12989" y="221791"/>
                  <a:pt x="10270" y="221002"/>
                </a:cubicBezTo>
                <a:cubicBezTo>
                  <a:pt x="3692" y="219072"/>
                  <a:pt x="-343" y="212845"/>
                  <a:pt x="184" y="206179"/>
                </a:cubicBezTo>
                <a:cubicBezTo>
                  <a:pt x="798" y="198812"/>
                  <a:pt x="5622" y="193286"/>
                  <a:pt x="12901" y="192585"/>
                </a:cubicBezTo>
                <a:cubicBezTo>
                  <a:pt x="17988" y="192059"/>
                  <a:pt x="23163" y="192322"/>
                  <a:pt x="28338" y="192234"/>
                </a:cubicBezTo>
                <a:cubicBezTo>
                  <a:pt x="29478" y="192234"/>
                  <a:pt x="30530" y="192146"/>
                  <a:pt x="32197" y="192059"/>
                </a:cubicBezTo>
                <a:cubicBezTo>
                  <a:pt x="31232" y="191006"/>
                  <a:pt x="30706" y="190392"/>
                  <a:pt x="30180" y="189866"/>
                </a:cubicBezTo>
                <a:cubicBezTo>
                  <a:pt x="12112" y="170044"/>
                  <a:pt x="18515" y="139434"/>
                  <a:pt x="42897" y="128383"/>
                </a:cubicBezTo>
                <a:cubicBezTo>
                  <a:pt x="50791" y="124875"/>
                  <a:pt x="59035" y="124787"/>
                  <a:pt x="67367" y="125050"/>
                </a:cubicBezTo>
                <a:cubicBezTo>
                  <a:pt x="69735" y="125138"/>
                  <a:pt x="70788" y="124436"/>
                  <a:pt x="71490" y="122068"/>
                </a:cubicBezTo>
                <a:cubicBezTo>
                  <a:pt x="75524" y="108123"/>
                  <a:pt x="79734" y="94177"/>
                  <a:pt x="83856" y="80232"/>
                </a:cubicBezTo>
                <a:cubicBezTo>
                  <a:pt x="84119" y="79443"/>
                  <a:pt x="84207" y="78653"/>
                  <a:pt x="84470" y="77688"/>
                </a:cubicBezTo>
                <a:cubicBezTo>
                  <a:pt x="80173" y="76548"/>
                  <a:pt x="76226" y="75496"/>
                  <a:pt x="72191" y="74443"/>
                </a:cubicBezTo>
                <a:cubicBezTo>
                  <a:pt x="54387" y="69795"/>
                  <a:pt x="36670" y="65146"/>
                  <a:pt x="18865" y="60498"/>
                </a:cubicBezTo>
                <a:cubicBezTo>
                  <a:pt x="14743" y="59445"/>
                  <a:pt x="11323" y="57604"/>
                  <a:pt x="9568" y="53481"/>
                </a:cubicBezTo>
                <a:cubicBezTo>
                  <a:pt x="6499" y="46465"/>
                  <a:pt x="9919" y="39010"/>
                  <a:pt x="17462" y="36905"/>
                </a:cubicBezTo>
                <a:cubicBezTo>
                  <a:pt x="28864" y="33747"/>
                  <a:pt x="40266" y="30853"/>
                  <a:pt x="51668" y="27783"/>
                </a:cubicBezTo>
                <a:cubicBezTo>
                  <a:pt x="58947" y="25854"/>
                  <a:pt x="66227" y="23924"/>
                  <a:pt x="73507" y="22082"/>
                </a:cubicBezTo>
                <a:cubicBezTo>
                  <a:pt x="77892" y="20942"/>
                  <a:pt x="80874" y="23661"/>
                  <a:pt x="80173" y="27783"/>
                </a:cubicBezTo>
                <a:cubicBezTo>
                  <a:pt x="79734" y="30414"/>
                  <a:pt x="77717" y="31204"/>
                  <a:pt x="75524" y="31730"/>
                </a:cubicBezTo>
                <a:cubicBezTo>
                  <a:pt x="57983" y="36291"/>
                  <a:pt x="40441" y="40851"/>
                  <a:pt x="22900" y="45588"/>
                </a:cubicBezTo>
                <a:cubicBezTo>
                  <a:pt x="21233" y="46026"/>
                  <a:pt x="19742" y="47429"/>
                  <a:pt x="18251" y="48307"/>
                </a:cubicBezTo>
                <a:cubicBezTo>
                  <a:pt x="19742" y="49271"/>
                  <a:pt x="21146" y="50762"/>
                  <a:pt x="22724" y="51201"/>
                </a:cubicBezTo>
                <a:cubicBezTo>
                  <a:pt x="63157" y="61901"/>
                  <a:pt x="103766" y="71900"/>
                  <a:pt x="144023" y="83302"/>
                </a:cubicBezTo>
                <a:cubicBezTo>
                  <a:pt x="163494" y="88827"/>
                  <a:pt x="181474" y="85845"/>
                  <a:pt x="199893" y="79706"/>
                </a:cubicBezTo>
                <a:cubicBezTo>
                  <a:pt x="199717" y="79443"/>
                  <a:pt x="199717" y="79092"/>
                  <a:pt x="199454" y="78916"/>
                </a:cubicBezTo>
                <a:cubicBezTo>
                  <a:pt x="191648" y="71812"/>
                  <a:pt x="183930" y="64796"/>
                  <a:pt x="176036" y="57779"/>
                </a:cubicBezTo>
                <a:cubicBezTo>
                  <a:pt x="175335" y="57165"/>
                  <a:pt x="173668" y="57077"/>
                  <a:pt x="172616" y="57340"/>
                </a:cubicBezTo>
                <a:cubicBezTo>
                  <a:pt x="166038" y="59358"/>
                  <a:pt x="159811" y="58744"/>
                  <a:pt x="154022" y="55148"/>
                </a:cubicBezTo>
                <a:cubicBezTo>
                  <a:pt x="152619" y="54271"/>
                  <a:pt x="151215" y="52166"/>
                  <a:pt x="151040" y="50499"/>
                </a:cubicBezTo>
                <a:cubicBezTo>
                  <a:pt x="150689" y="45588"/>
                  <a:pt x="150689" y="40676"/>
                  <a:pt x="150952" y="35764"/>
                </a:cubicBezTo>
                <a:cubicBezTo>
                  <a:pt x="151391" y="27959"/>
                  <a:pt x="157267" y="22345"/>
                  <a:pt x="165073" y="22170"/>
                </a:cubicBezTo>
                <a:cubicBezTo>
                  <a:pt x="172791" y="21907"/>
                  <a:pt x="178843" y="26906"/>
                  <a:pt x="179808" y="34624"/>
                </a:cubicBezTo>
                <a:cubicBezTo>
                  <a:pt x="180246" y="38045"/>
                  <a:pt x="180159" y="41641"/>
                  <a:pt x="180159" y="45061"/>
                </a:cubicBezTo>
                <a:cubicBezTo>
                  <a:pt x="180159" y="47166"/>
                  <a:pt x="180773" y="48657"/>
                  <a:pt x="182351" y="50148"/>
                </a:cubicBezTo>
                <a:cubicBezTo>
                  <a:pt x="191385" y="58217"/>
                  <a:pt x="200419" y="66374"/>
                  <a:pt x="209365" y="74619"/>
                </a:cubicBezTo>
                <a:cubicBezTo>
                  <a:pt x="211119" y="76197"/>
                  <a:pt x="212610" y="76636"/>
                  <a:pt x="214891" y="76022"/>
                </a:cubicBezTo>
                <a:cubicBezTo>
                  <a:pt x="246378" y="67690"/>
                  <a:pt x="277864" y="59445"/>
                  <a:pt x="309264" y="51113"/>
                </a:cubicBezTo>
                <a:cubicBezTo>
                  <a:pt x="310930" y="50675"/>
                  <a:pt x="312333" y="49184"/>
                  <a:pt x="313824" y="48219"/>
                </a:cubicBezTo>
                <a:cubicBezTo>
                  <a:pt x="312246" y="47254"/>
                  <a:pt x="310842" y="45851"/>
                  <a:pt x="309176" y="45412"/>
                </a:cubicBezTo>
                <a:cubicBezTo>
                  <a:pt x="270234" y="35063"/>
                  <a:pt x="231117" y="25240"/>
                  <a:pt x="192350" y="14452"/>
                </a:cubicBezTo>
                <a:cubicBezTo>
                  <a:pt x="174545" y="9452"/>
                  <a:pt x="157443" y="8926"/>
                  <a:pt x="139813" y="14539"/>
                </a:cubicBezTo>
                <a:cubicBezTo>
                  <a:pt x="127534" y="18486"/>
                  <a:pt x="114905" y="21205"/>
                  <a:pt x="102450" y="24450"/>
                </a:cubicBezTo>
                <a:cubicBezTo>
                  <a:pt x="99907" y="25152"/>
                  <a:pt x="97889" y="24889"/>
                  <a:pt x="96486" y="22521"/>
                </a:cubicBezTo>
                <a:cubicBezTo>
                  <a:pt x="94557" y="19363"/>
                  <a:pt x="95960" y="16030"/>
                  <a:pt x="99907" y="15066"/>
                </a:cubicBezTo>
                <a:cubicBezTo>
                  <a:pt x="116133" y="10768"/>
                  <a:pt x="132358" y="6383"/>
                  <a:pt x="148672" y="2173"/>
                </a:cubicBezTo>
                <a:cubicBezTo>
                  <a:pt x="160512" y="-809"/>
                  <a:pt x="172440" y="-722"/>
                  <a:pt x="184369" y="2436"/>
                </a:cubicBezTo>
                <a:cubicBezTo>
                  <a:pt x="208313" y="8751"/>
                  <a:pt x="232344" y="14978"/>
                  <a:pt x="256288" y="21293"/>
                </a:cubicBezTo>
                <a:cubicBezTo>
                  <a:pt x="275233" y="26292"/>
                  <a:pt x="294178" y="31116"/>
                  <a:pt x="312947" y="36291"/>
                </a:cubicBezTo>
                <a:cubicBezTo>
                  <a:pt x="315929" y="37080"/>
                  <a:pt x="319262" y="38834"/>
                  <a:pt x="321104" y="41202"/>
                </a:cubicBezTo>
                <a:cubicBezTo>
                  <a:pt x="326454" y="47780"/>
                  <a:pt x="322946" y="57516"/>
                  <a:pt x="314789" y="59796"/>
                </a:cubicBezTo>
                <a:cubicBezTo>
                  <a:pt x="299967" y="63918"/>
                  <a:pt x="285056" y="67690"/>
                  <a:pt x="270146" y="71637"/>
                </a:cubicBezTo>
                <a:cubicBezTo>
                  <a:pt x="262691" y="73566"/>
                  <a:pt x="255236" y="75583"/>
                  <a:pt x="247693" y="77601"/>
                </a:cubicBezTo>
                <a:cubicBezTo>
                  <a:pt x="247869" y="78566"/>
                  <a:pt x="247956" y="79179"/>
                  <a:pt x="248219" y="79793"/>
                </a:cubicBezTo>
                <a:cubicBezTo>
                  <a:pt x="252517" y="94265"/>
                  <a:pt x="256815" y="108649"/>
                  <a:pt x="261288" y="123121"/>
                </a:cubicBezTo>
                <a:cubicBezTo>
                  <a:pt x="261551" y="123910"/>
                  <a:pt x="263305" y="124787"/>
                  <a:pt x="264445" y="124787"/>
                </a:cubicBezTo>
                <a:cubicBezTo>
                  <a:pt x="275496" y="124875"/>
                  <a:pt x="286547" y="124787"/>
                  <a:pt x="297598" y="124875"/>
                </a:cubicBezTo>
                <a:cubicBezTo>
                  <a:pt x="305843" y="124963"/>
                  <a:pt x="311456" y="130488"/>
                  <a:pt x="311807" y="138557"/>
                </a:cubicBezTo>
                <a:cubicBezTo>
                  <a:pt x="312158" y="147328"/>
                  <a:pt x="307071" y="153555"/>
                  <a:pt x="298739" y="154432"/>
                </a:cubicBezTo>
                <a:cubicBezTo>
                  <a:pt x="296721" y="154608"/>
                  <a:pt x="296020" y="155397"/>
                  <a:pt x="296020" y="157239"/>
                </a:cubicBezTo>
                <a:cubicBezTo>
                  <a:pt x="296020" y="161361"/>
                  <a:pt x="296020" y="165483"/>
                  <a:pt x="296020" y="169606"/>
                </a:cubicBezTo>
                <a:cubicBezTo>
                  <a:pt x="296020" y="171535"/>
                  <a:pt x="296897" y="172061"/>
                  <a:pt x="298826" y="172324"/>
                </a:cubicBezTo>
                <a:cubicBezTo>
                  <a:pt x="306106" y="173289"/>
                  <a:pt x="311456" y="178289"/>
                  <a:pt x="312070" y="185568"/>
                </a:cubicBezTo>
                <a:cubicBezTo>
                  <a:pt x="312333" y="188813"/>
                  <a:pt x="311193" y="192322"/>
                  <a:pt x="310667" y="196005"/>
                </a:cubicBezTo>
                <a:cubicBezTo>
                  <a:pt x="321981" y="201969"/>
                  <a:pt x="329436" y="211529"/>
                  <a:pt x="331629" y="224861"/>
                </a:cubicBezTo>
                <a:cubicBezTo>
                  <a:pt x="333734" y="238368"/>
                  <a:pt x="328998" y="249594"/>
                  <a:pt x="319438" y="259242"/>
                </a:cubicBezTo>
                <a:cubicBezTo>
                  <a:pt x="320841" y="259681"/>
                  <a:pt x="321893" y="260032"/>
                  <a:pt x="322946" y="260382"/>
                </a:cubicBezTo>
                <a:cubicBezTo>
                  <a:pt x="328471" y="262575"/>
                  <a:pt x="332067" y="267837"/>
                  <a:pt x="332155" y="273889"/>
                </a:cubicBezTo>
                <a:cubicBezTo>
                  <a:pt x="332243" y="279941"/>
                  <a:pt x="328910" y="285905"/>
                  <a:pt x="323209" y="287484"/>
                </a:cubicBezTo>
                <a:cubicBezTo>
                  <a:pt x="318648" y="288712"/>
                  <a:pt x="318122" y="291518"/>
                  <a:pt x="317947" y="295114"/>
                </a:cubicBezTo>
                <a:cubicBezTo>
                  <a:pt x="317859" y="297833"/>
                  <a:pt x="318297" y="300552"/>
                  <a:pt x="318297" y="303271"/>
                </a:cubicBezTo>
                <a:cubicBezTo>
                  <a:pt x="318297" y="305727"/>
                  <a:pt x="319525" y="306779"/>
                  <a:pt x="321893" y="307481"/>
                </a:cubicBezTo>
                <a:cubicBezTo>
                  <a:pt x="329348" y="309674"/>
                  <a:pt x="333295" y="316778"/>
                  <a:pt x="331804" y="324409"/>
                </a:cubicBezTo>
                <a:cubicBezTo>
                  <a:pt x="330489" y="330899"/>
                  <a:pt x="326103" y="334232"/>
                  <a:pt x="320402" y="336337"/>
                </a:cubicBezTo>
                <a:close/>
                <a:moveTo>
                  <a:pt x="87540" y="279239"/>
                </a:moveTo>
                <a:cubicBezTo>
                  <a:pt x="88768" y="279239"/>
                  <a:pt x="89820" y="279239"/>
                  <a:pt x="90961" y="279239"/>
                </a:cubicBezTo>
                <a:cubicBezTo>
                  <a:pt x="165687" y="279239"/>
                  <a:pt x="240413" y="279239"/>
                  <a:pt x="315140" y="279239"/>
                </a:cubicBezTo>
                <a:cubicBezTo>
                  <a:pt x="316017" y="279239"/>
                  <a:pt x="316894" y="279327"/>
                  <a:pt x="317771" y="279152"/>
                </a:cubicBezTo>
                <a:cubicBezTo>
                  <a:pt x="320490" y="278801"/>
                  <a:pt x="322507" y="276520"/>
                  <a:pt x="322244" y="273977"/>
                </a:cubicBezTo>
                <a:cubicBezTo>
                  <a:pt x="321981" y="271258"/>
                  <a:pt x="320490" y="269592"/>
                  <a:pt x="317596" y="269328"/>
                </a:cubicBezTo>
                <a:cubicBezTo>
                  <a:pt x="316543" y="269241"/>
                  <a:pt x="315403" y="269241"/>
                  <a:pt x="314351" y="269241"/>
                </a:cubicBezTo>
                <a:cubicBezTo>
                  <a:pt x="299265" y="269241"/>
                  <a:pt x="284179" y="269241"/>
                  <a:pt x="269094" y="269153"/>
                </a:cubicBezTo>
                <a:cubicBezTo>
                  <a:pt x="267427" y="269153"/>
                  <a:pt x="265235" y="268802"/>
                  <a:pt x="264357" y="267750"/>
                </a:cubicBezTo>
                <a:cubicBezTo>
                  <a:pt x="263305" y="266434"/>
                  <a:pt x="262779" y="263891"/>
                  <a:pt x="263393" y="262487"/>
                </a:cubicBezTo>
                <a:cubicBezTo>
                  <a:pt x="264007" y="261084"/>
                  <a:pt x="266199" y="259593"/>
                  <a:pt x="267778" y="259505"/>
                </a:cubicBezTo>
                <a:cubicBezTo>
                  <a:pt x="276198" y="259242"/>
                  <a:pt x="284618" y="259418"/>
                  <a:pt x="293038" y="259330"/>
                </a:cubicBezTo>
                <a:cubicBezTo>
                  <a:pt x="311719" y="259067"/>
                  <a:pt x="324963" y="243279"/>
                  <a:pt x="321806" y="225387"/>
                </a:cubicBezTo>
                <a:cubicBezTo>
                  <a:pt x="319350" y="211529"/>
                  <a:pt x="307246" y="201969"/>
                  <a:pt x="291985" y="201969"/>
                </a:cubicBezTo>
                <a:cubicBezTo>
                  <a:pt x="200419" y="201969"/>
                  <a:pt x="108853" y="201969"/>
                  <a:pt x="17287" y="201969"/>
                </a:cubicBezTo>
                <a:cubicBezTo>
                  <a:pt x="16673" y="201969"/>
                  <a:pt x="15971" y="201969"/>
                  <a:pt x="15357" y="201969"/>
                </a:cubicBezTo>
                <a:cubicBezTo>
                  <a:pt x="12112" y="202233"/>
                  <a:pt x="10007" y="204338"/>
                  <a:pt x="10095" y="207056"/>
                </a:cubicBezTo>
                <a:cubicBezTo>
                  <a:pt x="10182" y="209688"/>
                  <a:pt x="12200" y="211705"/>
                  <a:pt x="15269" y="211968"/>
                </a:cubicBezTo>
                <a:cubicBezTo>
                  <a:pt x="16497" y="212056"/>
                  <a:pt x="17637" y="211968"/>
                  <a:pt x="18865" y="211968"/>
                </a:cubicBezTo>
                <a:cubicBezTo>
                  <a:pt x="109204" y="211968"/>
                  <a:pt x="199630" y="211968"/>
                  <a:pt x="289968" y="211968"/>
                </a:cubicBezTo>
                <a:cubicBezTo>
                  <a:pt x="291634" y="211968"/>
                  <a:pt x="293213" y="211968"/>
                  <a:pt x="294880" y="212056"/>
                </a:cubicBezTo>
                <a:cubicBezTo>
                  <a:pt x="303036" y="212494"/>
                  <a:pt x="309965" y="218283"/>
                  <a:pt x="311895" y="226089"/>
                </a:cubicBezTo>
                <a:cubicBezTo>
                  <a:pt x="313824" y="234070"/>
                  <a:pt x="310404" y="242227"/>
                  <a:pt x="303475" y="246525"/>
                </a:cubicBezTo>
                <a:cubicBezTo>
                  <a:pt x="299703" y="248893"/>
                  <a:pt x="295494" y="249244"/>
                  <a:pt x="291196" y="249244"/>
                </a:cubicBezTo>
                <a:cubicBezTo>
                  <a:pt x="224889" y="249244"/>
                  <a:pt x="158583" y="249244"/>
                  <a:pt x="92276" y="249244"/>
                </a:cubicBezTo>
                <a:cubicBezTo>
                  <a:pt x="90785" y="249244"/>
                  <a:pt x="89294" y="249244"/>
                  <a:pt x="87803" y="249244"/>
                </a:cubicBezTo>
                <a:cubicBezTo>
                  <a:pt x="87803" y="252840"/>
                  <a:pt x="87803" y="255909"/>
                  <a:pt x="87803" y="259330"/>
                </a:cubicBezTo>
                <a:cubicBezTo>
                  <a:pt x="89470" y="259330"/>
                  <a:pt x="90873" y="259330"/>
                  <a:pt x="92276" y="259330"/>
                </a:cubicBezTo>
                <a:cubicBezTo>
                  <a:pt x="140866" y="259330"/>
                  <a:pt x="189456" y="259330"/>
                  <a:pt x="237958" y="259330"/>
                </a:cubicBezTo>
                <a:cubicBezTo>
                  <a:pt x="239186" y="259330"/>
                  <a:pt x="240326" y="259330"/>
                  <a:pt x="241554" y="259330"/>
                </a:cubicBezTo>
                <a:cubicBezTo>
                  <a:pt x="244623" y="259505"/>
                  <a:pt x="246290" y="261172"/>
                  <a:pt x="246290" y="264066"/>
                </a:cubicBezTo>
                <a:cubicBezTo>
                  <a:pt x="246290" y="266873"/>
                  <a:pt x="244623" y="268802"/>
                  <a:pt x="241729" y="269065"/>
                </a:cubicBezTo>
                <a:cubicBezTo>
                  <a:pt x="240677" y="269153"/>
                  <a:pt x="239536" y="269153"/>
                  <a:pt x="238484" y="269153"/>
                </a:cubicBezTo>
                <a:cubicBezTo>
                  <a:pt x="189719" y="269153"/>
                  <a:pt x="140866" y="269153"/>
                  <a:pt x="92101" y="269153"/>
                </a:cubicBezTo>
                <a:cubicBezTo>
                  <a:pt x="90697" y="269153"/>
                  <a:pt x="89294" y="269153"/>
                  <a:pt x="87715" y="269153"/>
                </a:cubicBezTo>
                <a:cubicBezTo>
                  <a:pt x="87540" y="272661"/>
                  <a:pt x="87540" y="275643"/>
                  <a:pt x="87540" y="279239"/>
                </a:cubicBezTo>
                <a:close/>
                <a:moveTo>
                  <a:pt x="308211" y="289063"/>
                </a:moveTo>
                <a:cubicBezTo>
                  <a:pt x="307597" y="289063"/>
                  <a:pt x="306983" y="289063"/>
                  <a:pt x="306282" y="289063"/>
                </a:cubicBezTo>
                <a:cubicBezTo>
                  <a:pt x="232783" y="289063"/>
                  <a:pt x="159284" y="289063"/>
                  <a:pt x="85786" y="289063"/>
                </a:cubicBezTo>
                <a:cubicBezTo>
                  <a:pt x="84470" y="289063"/>
                  <a:pt x="82979" y="289501"/>
                  <a:pt x="81751" y="290115"/>
                </a:cubicBezTo>
                <a:cubicBezTo>
                  <a:pt x="75349" y="293360"/>
                  <a:pt x="68946" y="296781"/>
                  <a:pt x="62543" y="300114"/>
                </a:cubicBezTo>
                <a:cubicBezTo>
                  <a:pt x="57544" y="302657"/>
                  <a:pt x="54211" y="300640"/>
                  <a:pt x="54124" y="294939"/>
                </a:cubicBezTo>
                <a:cubicBezTo>
                  <a:pt x="54124" y="293097"/>
                  <a:pt x="54124" y="291255"/>
                  <a:pt x="54124" y="289150"/>
                </a:cubicBezTo>
                <a:cubicBezTo>
                  <a:pt x="48160" y="289150"/>
                  <a:pt x="42546" y="288887"/>
                  <a:pt x="36845" y="289238"/>
                </a:cubicBezTo>
                <a:cubicBezTo>
                  <a:pt x="32811" y="289501"/>
                  <a:pt x="29916" y="293448"/>
                  <a:pt x="29741" y="297482"/>
                </a:cubicBezTo>
                <a:cubicBezTo>
                  <a:pt x="29566" y="301517"/>
                  <a:pt x="32285" y="305201"/>
                  <a:pt x="36319" y="306165"/>
                </a:cubicBezTo>
                <a:cubicBezTo>
                  <a:pt x="37898" y="306516"/>
                  <a:pt x="39564" y="306604"/>
                  <a:pt x="41231" y="306604"/>
                </a:cubicBezTo>
                <a:cubicBezTo>
                  <a:pt x="129113" y="306604"/>
                  <a:pt x="216908" y="306604"/>
                  <a:pt x="304790" y="306604"/>
                </a:cubicBezTo>
                <a:cubicBezTo>
                  <a:pt x="305931" y="306604"/>
                  <a:pt x="307159" y="306604"/>
                  <a:pt x="308299" y="306604"/>
                </a:cubicBezTo>
                <a:cubicBezTo>
                  <a:pt x="308211" y="300815"/>
                  <a:pt x="308211" y="295202"/>
                  <a:pt x="308211" y="289063"/>
                </a:cubicBezTo>
                <a:close/>
                <a:moveTo>
                  <a:pt x="193578" y="134873"/>
                </a:moveTo>
                <a:cubicBezTo>
                  <a:pt x="191999" y="134873"/>
                  <a:pt x="190771" y="134873"/>
                  <a:pt x="189631" y="134873"/>
                </a:cubicBezTo>
                <a:cubicBezTo>
                  <a:pt x="146830" y="134873"/>
                  <a:pt x="104117" y="134873"/>
                  <a:pt x="61316" y="134873"/>
                </a:cubicBezTo>
                <a:cubicBezTo>
                  <a:pt x="59912" y="134873"/>
                  <a:pt x="58509" y="134873"/>
                  <a:pt x="57018" y="134961"/>
                </a:cubicBezTo>
                <a:cubicBezTo>
                  <a:pt x="38161" y="136101"/>
                  <a:pt x="25268" y="154432"/>
                  <a:pt x="30969" y="172237"/>
                </a:cubicBezTo>
                <a:cubicBezTo>
                  <a:pt x="34126" y="182235"/>
                  <a:pt x="44037" y="192322"/>
                  <a:pt x="60175" y="192234"/>
                </a:cubicBezTo>
                <a:cubicBezTo>
                  <a:pt x="138498" y="192059"/>
                  <a:pt x="216820" y="192146"/>
                  <a:pt x="295143" y="192146"/>
                </a:cubicBezTo>
                <a:cubicBezTo>
                  <a:pt x="296107" y="192146"/>
                  <a:pt x="297072" y="192146"/>
                  <a:pt x="298125" y="192059"/>
                </a:cubicBezTo>
                <a:cubicBezTo>
                  <a:pt x="300931" y="191795"/>
                  <a:pt x="302247" y="190129"/>
                  <a:pt x="302335" y="187498"/>
                </a:cubicBezTo>
                <a:cubicBezTo>
                  <a:pt x="302422" y="184779"/>
                  <a:pt x="301194" y="182849"/>
                  <a:pt x="298388" y="182235"/>
                </a:cubicBezTo>
                <a:cubicBezTo>
                  <a:pt x="297248" y="181972"/>
                  <a:pt x="296020" y="182148"/>
                  <a:pt x="294792" y="182148"/>
                </a:cubicBezTo>
                <a:cubicBezTo>
                  <a:pt x="217083" y="182148"/>
                  <a:pt x="139463" y="182148"/>
                  <a:pt x="61754" y="182148"/>
                </a:cubicBezTo>
                <a:cubicBezTo>
                  <a:pt x="60000" y="182148"/>
                  <a:pt x="58246" y="182148"/>
                  <a:pt x="56492" y="182060"/>
                </a:cubicBezTo>
                <a:cubicBezTo>
                  <a:pt x="46405" y="181358"/>
                  <a:pt x="38424" y="171623"/>
                  <a:pt x="39740" y="161536"/>
                </a:cubicBezTo>
                <a:cubicBezTo>
                  <a:pt x="41055" y="151275"/>
                  <a:pt x="48773" y="144784"/>
                  <a:pt x="59825" y="144784"/>
                </a:cubicBezTo>
                <a:cubicBezTo>
                  <a:pt x="102626" y="144784"/>
                  <a:pt x="145339" y="144784"/>
                  <a:pt x="188140" y="144784"/>
                </a:cubicBezTo>
                <a:cubicBezTo>
                  <a:pt x="189543" y="144784"/>
                  <a:pt x="190859" y="144784"/>
                  <a:pt x="192175" y="144784"/>
                </a:cubicBezTo>
                <a:cubicBezTo>
                  <a:pt x="192701" y="141276"/>
                  <a:pt x="193139" y="138294"/>
                  <a:pt x="193578" y="134873"/>
                </a:cubicBezTo>
                <a:close/>
                <a:moveTo>
                  <a:pt x="195595" y="124875"/>
                </a:moveTo>
                <a:cubicBezTo>
                  <a:pt x="197612" y="121542"/>
                  <a:pt x="198753" y="117507"/>
                  <a:pt x="201384" y="115578"/>
                </a:cubicBezTo>
                <a:cubicBezTo>
                  <a:pt x="206032" y="112157"/>
                  <a:pt x="205857" y="107947"/>
                  <a:pt x="205681" y="103299"/>
                </a:cubicBezTo>
                <a:cubicBezTo>
                  <a:pt x="205594" y="100755"/>
                  <a:pt x="205681" y="98300"/>
                  <a:pt x="205681" y="95756"/>
                </a:cubicBezTo>
                <a:cubicBezTo>
                  <a:pt x="205681" y="93563"/>
                  <a:pt x="205681" y="91283"/>
                  <a:pt x="205681" y="88827"/>
                </a:cubicBezTo>
                <a:cubicBezTo>
                  <a:pt x="200507" y="90143"/>
                  <a:pt x="195946" y="91195"/>
                  <a:pt x="191473" y="92599"/>
                </a:cubicBezTo>
                <a:cubicBezTo>
                  <a:pt x="174633" y="97949"/>
                  <a:pt x="157881" y="97686"/>
                  <a:pt x="140866" y="92686"/>
                </a:cubicBezTo>
                <a:cubicBezTo>
                  <a:pt x="125517" y="88126"/>
                  <a:pt x="109905" y="84442"/>
                  <a:pt x="94030" y="80232"/>
                </a:cubicBezTo>
                <a:cubicBezTo>
                  <a:pt x="89645" y="95142"/>
                  <a:pt x="85260" y="109965"/>
                  <a:pt x="80787" y="124875"/>
                </a:cubicBezTo>
                <a:cubicBezTo>
                  <a:pt x="119465" y="124875"/>
                  <a:pt x="157618" y="124875"/>
                  <a:pt x="195595" y="124875"/>
                </a:cubicBezTo>
                <a:close/>
                <a:moveTo>
                  <a:pt x="191561" y="154871"/>
                </a:moveTo>
                <a:cubicBezTo>
                  <a:pt x="190420" y="154783"/>
                  <a:pt x="189543" y="154695"/>
                  <a:pt x="188754" y="154695"/>
                </a:cubicBezTo>
                <a:cubicBezTo>
                  <a:pt x="145778" y="154695"/>
                  <a:pt x="102801" y="154695"/>
                  <a:pt x="59737" y="154695"/>
                </a:cubicBezTo>
                <a:cubicBezTo>
                  <a:pt x="58509" y="154695"/>
                  <a:pt x="57281" y="154783"/>
                  <a:pt x="56141" y="155046"/>
                </a:cubicBezTo>
                <a:cubicBezTo>
                  <a:pt x="52019" y="156011"/>
                  <a:pt x="49212" y="159870"/>
                  <a:pt x="49475" y="163992"/>
                </a:cubicBezTo>
                <a:cubicBezTo>
                  <a:pt x="49738" y="168202"/>
                  <a:pt x="52983" y="171710"/>
                  <a:pt x="57106" y="172149"/>
                </a:cubicBezTo>
                <a:cubicBezTo>
                  <a:pt x="58334" y="172324"/>
                  <a:pt x="59474" y="172237"/>
                  <a:pt x="60702" y="172237"/>
                </a:cubicBezTo>
                <a:cubicBezTo>
                  <a:pt x="134639" y="172237"/>
                  <a:pt x="208576" y="172237"/>
                  <a:pt x="282601" y="172237"/>
                </a:cubicBezTo>
                <a:cubicBezTo>
                  <a:pt x="283741" y="172237"/>
                  <a:pt x="284969" y="172237"/>
                  <a:pt x="285933" y="172237"/>
                </a:cubicBezTo>
                <a:cubicBezTo>
                  <a:pt x="285933" y="166185"/>
                  <a:pt x="285933" y="160572"/>
                  <a:pt x="285933" y="154783"/>
                </a:cubicBezTo>
                <a:cubicBezTo>
                  <a:pt x="267340" y="154783"/>
                  <a:pt x="248746" y="154783"/>
                  <a:pt x="229976" y="154783"/>
                </a:cubicBezTo>
                <a:cubicBezTo>
                  <a:pt x="229889" y="155485"/>
                  <a:pt x="229801" y="156011"/>
                  <a:pt x="229801" y="156537"/>
                </a:cubicBezTo>
                <a:cubicBezTo>
                  <a:pt x="229450" y="162063"/>
                  <a:pt x="228222" y="163203"/>
                  <a:pt x="222872" y="163291"/>
                </a:cubicBezTo>
                <a:cubicBezTo>
                  <a:pt x="214452" y="163291"/>
                  <a:pt x="206032" y="163291"/>
                  <a:pt x="197612" y="163291"/>
                </a:cubicBezTo>
                <a:cubicBezTo>
                  <a:pt x="193578" y="163291"/>
                  <a:pt x="192175" y="161887"/>
                  <a:pt x="191824" y="157765"/>
                </a:cubicBezTo>
                <a:cubicBezTo>
                  <a:pt x="191648" y="156976"/>
                  <a:pt x="191648" y="156099"/>
                  <a:pt x="191561" y="154871"/>
                </a:cubicBezTo>
                <a:close/>
                <a:moveTo>
                  <a:pt x="53948" y="269328"/>
                </a:moveTo>
                <a:cubicBezTo>
                  <a:pt x="48160" y="269328"/>
                  <a:pt x="42634" y="269153"/>
                  <a:pt x="37108" y="269328"/>
                </a:cubicBezTo>
                <a:cubicBezTo>
                  <a:pt x="22198" y="269942"/>
                  <a:pt x="10007" y="282748"/>
                  <a:pt x="9919" y="297658"/>
                </a:cubicBezTo>
                <a:cubicBezTo>
                  <a:pt x="9832" y="313796"/>
                  <a:pt x="22724" y="326426"/>
                  <a:pt x="39389" y="326426"/>
                </a:cubicBezTo>
                <a:cubicBezTo>
                  <a:pt x="131394" y="326426"/>
                  <a:pt x="223398" y="326426"/>
                  <a:pt x="315491" y="326426"/>
                </a:cubicBezTo>
                <a:cubicBezTo>
                  <a:pt x="316368" y="326426"/>
                  <a:pt x="317245" y="326514"/>
                  <a:pt x="318122" y="326338"/>
                </a:cubicBezTo>
                <a:cubicBezTo>
                  <a:pt x="320841" y="325724"/>
                  <a:pt x="322420" y="323970"/>
                  <a:pt x="322244" y="321251"/>
                </a:cubicBezTo>
                <a:cubicBezTo>
                  <a:pt x="322069" y="318532"/>
                  <a:pt x="320490" y="316778"/>
                  <a:pt x="317683" y="316603"/>
                </a:cubicBezTo>
                <a:cubicBezTo>
                  <a:pt x="316456" y="316515"/>
                  <a:pt x="315315" y="316515"/>
                  <a:pt x="314087" y="316515"/>
                </a:cubicBezTo>
                <a:cubicBezTo>
                  <a:pt x="223486" y="316515"/>
                  <a:pt x="132885" y="316515"/>
                  <a:pt x="42283" y="316515"/>
                </a:cubicBezTo>
                <a:cubicBezTo>
                  <a:pt x="41055" y="316515"/>
                  <a:pt x="39915" y="316515"/>
                  <a:pt x="38687" y="316515"/>
                </a:cubicBezTo>
                <a:cubicBezTo>
                  <a:pt x="30004" y="315989"/>
                  <a:pt x="23602" y="311428"/>
                  <a:pt x="21146" y="304061"/>
                </a:cubicBezTo>
                <a:cubicBezTo>
                  <a:pt x="17023" y="291694"/>
                  <a:pt x="25443" y="279590"/>
                  <a:pt x="38512" y="279239"/>
                </a:cubicBezTo>
                <a:cubicBezTo>
                  <a:pt x="43599" y="279064"/>
                  <a:pt x="48773" y="279239"/>
                  <a:pt x="54036" y="279239"/>
                </a:cubicBezTo>
                <a:cubicBezTo>
                  <a:pt x="53948" y="275907"/>
                  <a:pt x="53948" y="272837"/>
                  <a:pt x="53948" y="269328"/>
                </a:cubicBezTo>
                <a:close/>
                <a:moveTo>
                  <a:pt x="87628" y="239508"/>
                </a:moveTo>
                <a:cubicBezTo>
                  <a:pt x="89206" y="239508"/>
                  <a:pt x="90610" y="239508"/>
                  <a:pt x="92013" y="239508"/>
                </a:cubicBezTo>
                <a:cubicBezTo>
                  <a:pt x="158232" y="239508"/>
                  <a:pt x="224363" y="239508"/>
                  <a:pt x="290582" y="239508"/>
                </a:cubicBezTo>
                <a:cubicBezTo>
                  <a:pt x="292073" y="239508"/>
                  <a:pt x="293652" y="239508"/>
                  <a:pt x="295143" y="239333"/>
                </a:cubicBezTo>
                <a:cubicBezTo>
                  <a:pt x="299177" y="238719"/>
                  <a:pt x="301808" y="235912"/>
                  <a:pt x="302335" y="231878"/>
                </a:cubicBezTo>
                <a:cubicBezTo>
                  <a:pt x="303124" y="225738"/>
                  <a:pt x="299002" y="221967"/>
                  <a:pt x="291547" y="221967"/>
                </a:cubicBezTo>
                <a:cubicBezTo>
                  <a:pt x="224714" y="221967"/>
                  <a:pt x="157881" y="221967"/>
                  <a:pt x="91048" y="221967"/>
                </a:cubicBezTo>
                <a:cubicBezTo>
                  <a:pt x="89908" y="221967"/>
                  <a:pt x="88768" y="222142"/>
                  <a:pt x="87628" y="222142"/>
                </a:cubicBezTo>
                <a:cubicBezTo>
                  <a:pt x="87628" y="228106"/>
                  <a:pt x="87628" y="233632"/>
                  <a:pt x="87628" y="239508"/>
                </a:cubicBezTo>
                <a:close/>
                <a:moveTo>
                  <a:pt x="238133" y="80320"/>
                </a:moveTo>
                <a:cubicBezTo>
                  <a:pt x="231029" y="82162"/>
                  <a:pt x="224275" y="83828"/>
                  <a:pt x="217522" y="85758"/>
                </a:cubicBezTo>
                <a:cubicBezTo>
                  <a:pt x="216645" y="86021"/>
                  <a:pt x="215680" y="87512"/>
                  <a:pt x="215592" y="88476"/>
                </a:cubicBezTo>
                <a:cubicBezTo>
                  <a:pt x="215417" y="95581"/>
                  <a:pt x="215505" y="102685"/>
                  <a:pt x="215505" y="109789"/>
                </a:cubicBezTo>
                <a:cubicBezTo>
                  <a:pt x="215505" y="110666"/>
                  <a:pt x="215855" y="111894"/>
                  <a:pt x="216469" y="112333"/>
                </a:cubicBezTo>
                <a:cubicBezTo>
                  <a:pt x="220592" y="115052"/>
                  <a:pt x="222784" y="119086"/>
                  <a:pt x="224626" y="123559"/>
                </a:cubicBezTo>
                <a:cubicBezTo>
                  <a:pt x="224889" y="124261"/>
                  <a:pt x="226030" y="125050"/>
                  <a:pt x="226731" y="125050"/>
                </a:cubicBezTo>
                <a:cubicBezTo>
                  <a:pt x="234800" y="125138"/>
                  <a:pt x="242869" y="125138"/>
                  <a:pt x="251377" y="125138"/>
                </a:cubicBezTo>
                <a:cubicBezTo>
                  <a:pt x="246904" y="109965"/>
                  <a:pt x="242606" y="95318"/>
                  <a:pt x="238133" y="80320"/>
                </a:cubicBezTo>
                <a:close/>
                <a:moveTo>
                  <a:pt x="64298" y="222142"/>
                </a:moveTo>
                <a:cubicBezTo>
                  <a:pt x="64298" y="244244"/>
                  <a:pt x="64298" y="265908"/>
                  <a:pt x="64298" y="288098"/>
                </a:cubicBezTo>
                <a:cubicBezTo>
                  <a:pt x="68157" y="286081"/>
                  <a:pt x="71577" y="284151"/>
                  <a:pt x="75086" y="282572"/>
                </a:cubicBezTo>
                <a:cubicBezTo>
                  <a:pt x="77103" y="281607"/>
                  <a:pt x="77629" y="280380"/>
                  <a:pt x="77629" y="278275"/>
                </a:cubicBezTo>
                <a:cubicBezTo>
                  <a:pt x="77541" y="260558"/>
                  <a:pt x="77541" y="242841"/>
                  <a:pt x="77541" y="225124"/>
                </a:cubicBezTo>
                <a:cubicBezTo>
                  <a:pt x="77541" y="224159"/>
                  <a:pt x="77454" y="223195"/>
                  <a:pt x="77366" y="222142"/>
                </a:cubicBezTo>
                <a:cubicBezTo>
                  <a:pt x="72893" y="222142"/>
                  <a:pt x="68683" y="222142"/>
                  <a:pt x="64298" y="222142"/>
                </a:cubicBezTo>
                <a:close/>
                <a:moveTo>
                  <a:pt x="227696" y="134873"/>
                </a:moveTo>
                <a:cubicBezTo>
                  <a:pt x="228222" y="138469"/>
                  <a:pt x="228661" y="141539"/>
                  <a:pt x="229099" y="144697"/>
                </a:cubicBezTo>
                <a:cubicBezTo>
                  <a:pt x="230064" y="144784"/>
                  <a:pt x="230678" y="144784"/>
                  <a:pt x="231292" y="144784"/>
                </a:cubicBezTo>
                <a:cubicBezTo>
                  <a:pt x="252956" y="144784"/>
                  <a:pt x="274619" y="144784"/>
                  <a:pt x="296283" y="144784"/>
                </a:cubicBezTo>
                <a:cubicBezTo>
                  <a:pt x="296897" y="144784"/>
                  <a:pt x="297598" y="144784"/>
                  <a:pt x="298212" y="144697"/>
                </a:cubicBezTo>
                <a:cubicBezTo>
                  <a:pt x="300756" y="144346"/>
                  <a:pt x="302159" y="142767"/>
                  <a:pt x="302422" y="140311"/>
                </a:cubicBezTo>
                <a:cubicBezTo>
                  <a:pt x="302686" y="137856"/>
                  <a:pt x="301545" y="136014"/>
                  <a:pt x="299177" y="135224"/>
                </a:cubicBezTo>
                <a:cubicBezTo>
                  <a:pt x="297949" y="134786"/>
                  <a:pt x="296634" y="134786"/>
                  <a:pt x="295318" y="134786"/>
                </a:cubicBezTo>
                <a:cubicBezTo>
                  <a:pt x="274005" y="134786"/>
                  <a:pt x="252692" y="134786"/>
                  <a:pt x="231292" y="134786"/>
                </a:cubicBezTo>
                <a:cubicBezTo>
                  <a:pt x="230327" y="134873"/>
                  <a:pt x="229275" y="134873"/>
                  <a:pt x="227696" y="134873"/>
                </a:cubicBezTo>
                <a:close/>
                <a:moveTo>
                  <a:pt x="54036" y="222142"/>
                </a:moveTo>
                <a:cubicBezTo>
                  <a:pt x="43686" y="222142"/>
                  <a:pt x="33776" y="222142"/>
                  <a:pt x="23952" y="222142"/>
                </a:cubicBezTo>
                <a:cubicBezTo>
                  <a:pt x="23952" y="228018"/>
                  <a:pt x="23952" y="233632"/>
                  <a:pt x="23952" y="239157"/>
                </a:cubicBezTo>
                <a:cubicBezTo>
                  <a:pt x="33951" y="239157"/>
                  <a:pt x="43950" y="239157"/>
                  <a:pt x="54036" y="239157"/>
                </a:cubicBezTo>
                <a:cubicBezTo>
                  <a:pt x="54036" y="233456"/>
                  <a:pt x="54036" y="228018"/>
                  <a:pt x="54036" y="222142"/>
                </a:cubicBezTo>
                <a:close/>
                <a:moveTo>
                  <a:pt x="53948" y="249594"/>
                </a:moveTo>
                <a:cubicBezTo>
                  <a:pt x="53071" y="249507"/>
                  <a:pt x="52457" y="249331"/>
                  <a:pt x="51843" y="249331"/>
                </a:cubicBezTo>
                <a:cubicBezTo>
                  <a:pt x="39915" y="249331"/>
                  <a:pt x="28075" y="249331"/>
                  <a:pt x="16146" y="249331"/>
                </a:cubicBezTo>
                <a:cubicBezTo>
                  <a:pt x="15269" y="249331"/>
                  <a:pt x="14217" y="249244"/>
                  <a:pt x="13603" y="249682"/>
                </a:cubicBezTo>
                <a:cubicBezTo>
                  <a:pt x="12287" y="250647"/>
                  <a:pt x="10621" y="251875"/>
                  <a:pt x="10270" y="253278"/>
                </a:cubicBezTo>
                <a:cubicBezTo>
                  <a:pt x="9919" y="254681"/>
                  <a:pt x="10621" y="256874"/>
                  <a:pt x="11673" y="257927"/>
                </a:cubicBezTo>
                <a:cubicBezTo>
                  <a:pt x="12726" y="258979"/>
                  <a:pt x="14831" y="259330"/>
                  <a:pt x="16497" y="259330"/>
                </a:cubicBezTo>
                <a:cubicBezTo>
                  <a:pt x="27022" y="259418"/>
                  <a:pt x="37635" y="259418"/>
                  <a:pt x="48247" y="259418"/>
                </a:cubicBezTo>
                <a:cubicBezTo>
                  <a:pt x="50089" y="259418"/>
                  <a:pt x="51931" y="259418"/>
                  <a:pt x="53948" y="259418"/>
                </a:cubicBezTo>
                <a:cubicBezTo>
                  <a:pt x="53948" y="255909"/>
                  <a:pt x="53948" y="252840"/>
                  <a:pt x="53948" y="249594"/>
                </a:cubicBezTo>
                <a:close/>
                <a:moveTo>
                  <a:pt x="219802" y="153292"/>
                </a:moveTo>
                <a:cubicBezTo>
                  <a:pt x="219627" y="150398"/>
                  <a:pt x="219715" y="147766"/>
                  <a:pt x="219188" y="145398"/>
                </a:cubicBezTo>
                <a:cubicBezTo>
                  <a:pt x="217610" y="138206"/>
                  <a:pt x="215943" y="131014"/>
                  <a:pt x="214014" y="123910"/>
                </a:cubicBezTo>
                <a:cubicBezTo>
                  <a:pt x="213663" y="122682"/>
                  <a:pt x="211909" y="121103"/>
                  <a:pt x="210593" y="120928"/>
                </a:cubicBezTo>
                <a:cubicBezTo>
                  <a:pt x="209628" y="120753"/>
                  <a:pt x="207962" y="122419"/>
                  <a:pt x="207436" y="123647"/>
                </a:cubicBezTo>
                <a:cubicBezTo>
                  <a:pt x="202875" y="132944"/>
                  <a:pt x="202261" y="143030"/>
                  <a:pt x="201559" y="153292"/>
                </a:cubicBezTo>
                <a:cubicBezTo>
                  <a:pt x="207786" y="153292"/>
                  <a:pt x="213575" y="153292"/>
                  <a:pt x="219802" y="153292"/>
                </a:cubicBezTo>
                <a:close/>
                <a:moveTo>
                  <a:pt x="160863" y="41378"/>
                </a:moveTo>
                <a:cubicBezTo>
                  <a:pt x="160863" y="41378"/>
                  <a:pt x="160863" y="41378"/>
                  <a:pt x="160863" y="41378"/>
                </a:cubicBezTo>
                <a:cubicBezTo>
                  <a:pt x="160863" y="42167"/>
                  <a:pt x="160863" y="42869"/>
                  <a:pt x="160863" y="43658"/>
                </a:cubicBezTo>
                <a:cubicBezTo>
                  <a:pt x="160863" y="48219"/>
                  <a:pt x="161740" y="49008"/>
                  <a:pt x="166389" y="48745"/>
                </a:cubicBezTo>
                <a:cubicBezTo>
                  <a:pt x="167266" y="48657"/>
                  <a:pt x="168231" y="48570"/>
                  <a:pt x="168932" y="48219"/>
                </a:cubicBezTo>
                <a:cubicBezTo>
                  <a:pt x="169546" y="47868"/>
                  <a:pt x="170423" y="47079"/>
                  <a:pt x="170423" y="46552"/>
                </a:cubicBezTo>
                <a:cubicBezTo>
                  <a:pt x="170511" y="43044"/>
                  <a:pt x="170599" y="39536"/>
                  <a:pt x="170248" y="36115"/>
                </a:cubicBezTo>
                <a:cubicBezTo>
                  <a:pt x="169985" y="33484"/>
                  <a:pt x="168055" y="32168"/>
                  <a:pt x="165424" y="32256"/>
                </a:cubicBezTo>
                <a:cubicBezTo>
                  <a:pt x="162793" y="32344"/>
                  <a:pt x="161214" y="33923"/>
                  <a:pt x="160951" y="36554"/>
                </a:cubicBezTo>
                <a:cubicBezTo>
                  <a:pt x="160775" y="38133"/>
                  <a:pt x="160863" y="39711"/>
                  <a:pt x="160863" y="4137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90204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6"/>
          <p:cNvSpPr txBox="1"/>
          <p:nvPr/>
        </p:nvSpPr>
        <p:spPr>
          <a:xfrm>
            <a:off x="10681522" y="6397891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Recognitions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grpSp>
        <p:nvGrpSpPr>
          <p:cNvPr id="615" name="Google Shape;615;p6"/>
          <p:cNvGrpSpPr/>
          <p:nvPr/>
        </p:nvGrpSpPr>
        <p:grpSpPr>
          <a:xfrm>
            <a:off x="10399521" y="6312157"/>
            <a:ext cx="318276" cy="423136"/>
            <a:chOff x="4890592" y="1835560"/>
            <a:chExt cx="2409354" cy="3203147"/>
          </a:xfrm>
        </p:grpSpPr>
        <p:sp>
          <p:nvSpPr>
            <p:cNvPr id="616" name="Google Shape;616;p6"/>
            <p:cNvSpPr/>
            <p:nvPr/>
          </p:nvSpPr>
          <p:spPr>
            <a:xfrm>
              <a:off x="4890592" y="1835560"/>
              <a:ext cx="2409354" cy="3203147"/>
            </a:xfrm>
            <a:custGeom>
              <a:avLst/>
              <a:gdLst/>
              <a:ahLst/>
              <a:cxnLst/>
              <a:rect l="l" t="t" r="r" b="b"/>
              <a:pathLst>
                <a:path w="2409354" h="3203147" extrusionOk="0">
                  <a:moveTo>
                    <a:pt x="692010" y="2856454"/>
                  </a:moveTo>
                  <a:cubicBezTo>
                    <a:pt x="692010" y="2680241"/>
                    <a:pt x="691057" y="2504981"/>
                    <a:pt x="692962" y="2328769"/>
                  </a:cubicBezTo>
                  <a:cubicBezTo>
                    <a:pt x="692962" y="2304956"/>
                    <a:pt x="685342" y="2293526"/>
                    <a:pt x="664387" y="2283049"/>
                  </a:cubicBezTo>
                  <a:cubicBezTo>
                    <a:pt x="208140" y="2034446"/>
                    <a:pt x="-11888" y="1647731"/>
                    <a:pt x="495" y="1128619"/>
                  </a:cubicBezTo>
                  <a:cubicBezTo>
                    <a:pt x="1447" y="1102901"/>
                    <a:pt x="4305" y="1076231"/>
                    <a:pt x="8115" y="1050514"/>
                  </a:cubicBezTo>
                  <a:cubicBezTo>
                    <a:pt x="12877" y="1017176"/>
                    <a:pt x="33832" y="998126"/>
                    <a:pt x="61455" y="1000031"/>
                  </a:cubicBezTo>
                  <a:cubicBezTo>
                    <a:pt x="90982" y="1001936"/>
                    <a:pt x="110032" y="1025749"/>
                    <a:pt x="106222" y="1060991"/>
                  </a:cubicBezTo>
                  <a:cubicBezTo>
                    <a:pt x="93840" y="1168624"/>
                    <a:pt x="91935" y="1277209"/>
                    <a:pt x="111937" y="1383889"/>
                  </a:cubicBezTo>
                  <a:cubicBezTo>
                    <a:pt x="184327" y="1773461"/>
                    <a:pt x="398640" y="2057306"/>
                    <a:pt x="761542" y="2218279"/>
                  </a:cubicBezTo>
                  <a:cubicBezTo>
                    <a:pt x="1309230" y="2460214"/>
                    <a:pt x="1943595" y="2222089"/>
                    <a:pt x="2202675" y="1682021"/>
                  </a:cubicBezTo>
                  <a:cubicBezTo>
                    <a:pt x="2520810" y="1019081"/>
                    <a:pt x="2107425" y="229459"/>
                    <a:pt x="1383525" y="113254"/>
                  </a:cubicBezTo>
                  <a:cubicBezTo>
                    <a:pt x="1240650" y="90394"/>
                    <a:pt x="1099680" y="93251"/>
                    <a:pt x="958710" y="126589"/>
                  </a:cubicBezTo>
                  <a:cubicBezTo>
                    <a:pt x="952995" y="127541"/>
                    <a:pt x="947280" y="129446"/>
                    <a:pt x="941565" y="129446"/>
                  </a:cubicBezTo>
                  <a:cubicBezTo>
                    <a:pt x="907275" y="134209"/>
                    <a:pt x="884415" y="120874"/>
                    <a:pt x="877747" y="93251"/>
                  </a:cubicBezTo>
                  <a:cubicBezTo>
                    <a:pt x="871080" y="66581"/>
                    <a:pt x="887272" y="40864"/>
                    <a:pt x="920610" y="34196"/>
                  </a:cubicBezTo>
                  <a:cubicBezTo>
                    <a:pt x="987285" y="21814"/>
                    <a:pt x="1053960" y="6574"/>
                    <a:pt x="1120635" y="2764"/>
                  </a:cubicBezTo>
                  <a:cubicBezTo>
                    <a:pt x="1718805" y="-37241"/>
                    <a:pt x="2249347" y="360904"/>
                    <a:pt x="2380792" y="947644"/>
                  </a:cubicBezTo>
                  <a:cubicBezTo>
                    <a:pt x="2498902" y="1476281"/>
                    <a:pt x="2242680" y="2025874"/>
                    <a:pt x="1760715" y="2273524"/>
                  </a:cubicBezTo>
                  <a:cubicBezTo>
                    <a:pt x="1726425" y="2291621"/>
                    <a:pt x="1714042" y="2308766"/>
                    <a:pt x="1714995" y="2347819"/>
                  </a:cubicBezTo>
                  <a:cubicBezTo>
                    <a:pt x="1715947" y="2481169"/>
                    <a:pt x="1715947" y="2614519"/>
                    <a:pt x="1715947" y="2747869"/>
                  </a:cubicBezTo>
                  <a:cubicBezTo>
                    <a:pt x="1715947" y="2809781"/>
                    <a:pt x="1715947" y="2871694"/>
                    <a:pt x="1715947" y="2933606"/>
                  </a:cubicBezTo>
                  <a:cubicBezTo>
                    <a:pt x="1715947" y="2970754"/>
                    <a:pt x="1715947" y="3007901"/>
                    <a:pt x="1715947" y="3044096"/>
                  </a:cubicBezTo>
                  <a:cubicBezTo>
                    <a:pt x="1715947" y="3089816"/>
                    <a:pt x="1730235" y="3163159"/>
                    <a:pt x="1687372" y="3195544"/>
                  </a:cubicBezTo>
                  <a:cubicBezTo>
                    <a:pt x="1665465" y="3212689"/>
                    <a:pt x="1642605" y="3197449"/>
                    <a:pt x="1623555" y="3183161"/>
                  </a:cubicBezTo>
                  <a:cubicBezTo>
                    <a:pt x="1519732" y="3104104"/>
                    <a:pt x="1414957" y="3025999"/>
                    <a:pt x="1310182" y="2947894"/>
                  </a:cubicBezTo>
                  <a:cubicBezTo>
                    <a:pt x="1291132" y="2933606"/>
                    <a:pt x="1272082" y="2919319"/>
                    <a:pt x="1253032" y="2905031"/>
                  </a:cubicBezTo>
                  <a:cubicBezTo>
                    <a:pt x="1203502" y="2867884"/>
                    <a:pt x="1203502" y="2867884"/>
                    <a:pt x="1153020" y="2905984"/>
                  </a:cubicBezTo>
                  <a:cubicBezTo>
                    <a:pt x="1031100" y="2997424"/>
                    <a:pt x="910132" y="3087911"/>
                    <a:pt x="788212" y="3179351"/>
                  </a:cubicBezTo>
                  <a:cubicBezTo>
                    <a:pt x="768210" y="3194591"/>
                    <a:pt x="747255" y="3209831"/>
                    <a:pt x="720585" y="3197449"/>
                  </a:cubicBezTo>
                  <a:cubicBezTo>
                    <a:pt x="692010" y="3184114"/>
                    <a:pt x="691057" y="3157444"/>
                    <a:pt x="691057" y="3130774"/>
                  </a:cubicBezTo>
                  <a:cubicBezTo>
                    <a:pt x="692010" y="2957419"/>
                    <a:pt x="692010" y="3030761"/>
                    <a:pt x="692010" y="2856454"/>
                  </a:cubicBezTo>
                  <a:close/>
                  <a:moveTo>
                    <a:pt x="793927" y="2340199"/>
                  </a:moveTo>
                  <a:cubicBezTo>
                    <a:pt x="793927" y="2662144"/>
                    <a:pt x="793927" y="2732629"/>
                    <a:pt x="793927" y="3054574"/>
                  </a:cubicBezTo>
                  <a:cubicBezTo>
                    <a:pt x="918705" y="2961229"/>
                    <a:pt x="1038720" y="2870741"/>
                    <a:pt x="1159687" y="2780254"/>
                  </a:cubicBezTo>
                  <a:cubicBezTo>
                    <a:pt x="1196835" y="2752631"/>
                    <a:pt x="1211122" y="2752631"/>
                    <a:pt x="1248270" y="2779301"/>
                  </a:cubicBezTo>
                  <a:cubicBezTo>
                    <a:pt x="1342567" y="2849786"/>
                    <a:pt x="1435912" y="2920271"/>
                    <a:pt x="1530210" y="2990756"/>
                  </a:cubicBezTo>
                  <a:cubicBezTo>
                    <a:pt x="1556880" y="3010759"/>
                    <a:pt x="1584502" y="3030761"/>
                    <a:pt x="1614982" y="3053621"/>
                  </a:cubicBezTo>
                  <a:cubicBezTo>
                    <a:pt x="1614982" y="2730724"/>
                    <a:pt x="1614982" y="2659286"/>
                    <a:pt x="1614982" y="2339246"/>
                  </a:cubicBezTo>
                  <a:cubicBezTo>
                    <a:pt x="1340662" y="2434496"/>
                    <a:pt x="1068247" y="2434496"/>
                    <a:pt x="793927" y="23401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7" name="Google Shape;617;p6"/>
            <p:cNvSpPr/>
            <p:nvPr/>
          </p:nvSpPr>
          <p:spPr>
            <a:xfrm>
              <a:off x="5208262" y="2153600"/>
              <a:ext cx="1773563" cy="1773558"/>
            </a:xfrm>
            <a:custGeom>
              <a:avLst/>
              <a:gdLst/>
              <a:ahLst/>
              <a:cxnLst/>
              <a:rect l="l" t="t" r="r" b="b"/>
              <a:pathLst>
                <a:path w="1773563" h="1773558" extrusionOk="0">
                  <a:moveTo>
                    <a:pt x="886784" y="2"/>
                  </a:moveTo>
                  <a:cubicBezTo>
                    <a:pt x="1375417" y="-951"/>
                    <a:pt x="1774514" y="397194"/>
                    <a:pt x="1773562" y="884874"/>
                  </a:cubicBezTo>
                  <a:cubicBezTo>
                    <a:pt x="1772609" y="1377317"/>
                    <a:pt x="1378274" y="1772604"/>
                    <a:pt x="886784" y="1773557"/>
                  </a:cubicBezTo>
                  <a:cubicBezTo>
                    <a:pt x="399104" y="1774509"/>
                    <a:pt x="959" y="1377317"/>
                    <a:pt x="7" y="887732"/>
                  </a:cubicBezTo>
                  <a:cubicBezTo>
                    <a:pt x="-1898" y="398147"/>
                    <a:pt x="395294" y="954"/>
                    <a:pt x="886784" y="2"/>
                  </a:cubicBezTo>
                  <a:close/>
                  <a:moveTo>
                    <a:pt x="883927" y="1675449"/>
                  </a:moveTo>
                  <a:cubicBezTo>
                    <a:pt x="1311599" y="1681164"/>
                    <a:pt x="1667834" y="1329692"/>
                    <a:pt x="1675454" y="896304"/>
                  </a:cubicBezTo>
                  <a:cubicBezTo>
                    <a:pt x="1682122" y="462917"/>
                    <a:pt x="1330649" y="103824"/>
                    <a:pt x="892499" y="98109"/>
                  </a:cubicBezTo>
                  <a:cubicBezTo>
                    <a:pt x="464827" y="92394"/>
                    <a:pt x="101924" y="446724"/>
                    <a:pt x="98114" y="874397"/>
                  </a:cubicBezTo>
                  <a:cubicBezTo>
                    <a:pt x="93352" y="1316357"/>
                    <a:pt x="440062" y="1669734"/>
                    <a:pt x="883927" y="16754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8" name="Google Shape;618;p6"/>
            <p:cNvSpPr/>
            <p:nvPr/>
          </p:nvSpPr>
          <p:spPr>
            <a:xfrm>
              <a:off x="5004953" y="2365795"/>
              <a:ext cx="180456" cy="218580"/>
            </a:xfrm>
            <a:custGeom>
              <a:avLst/>
              <a:gdLst/>
              <a:ahLst/>
              <a:cxnLst/>
              <a:rect l="l" t="t" r="r" b="b"/>
              <a:pathLst>
                <a:path w="180456" h="218580" extrusionOk="0">
                  <a:moveTo>
                    <a:pt x="180456" y="42124"/>
                  </a:moveTo>
                  <a:cubicBezTo>
                    <a:pt x="142356" y="103084"/>
                    <a:pt x="108066" y="160234"/>
                    <a:pt x="69014" y="214527"/>
                  </a:cubicBezTo>
                  <a:cubicBezTo>
                    <a:pt x="63299" y="222147"/>
                    <a:pt x="28056" y="218337"/>
                    <a:pt x="15674" y="208812"/>
                  </a:cubicBezTo>
                  <a:cubicBezTo>
                    <a:pt x="4244" y="198334"/>
                    <a:pt x="-4329" y="169759"/>
                    <a:pt x="2339" y="156424"/>
                  </a:cubicBezTo>
                  <a:cubicBezTo>
                    <a:pt x="25199" y="107847"/>
                    <a:pt x="52821" y="60222"/>
                    <a:pt x="83301" y="15454"/>
                  </a:cubicBezTo>
                  <a:cubicBezTo>
                    <a:pt x="91874" y="3072"/>
                    <a:pt x="121401" y="-2643"/>
                    <a:pt x="138546" y="1167"/>
                  </a:cubicBezTo>
                  <a:cubicBezTo>
                    <a:pt x="153786" y="3072"/>
                    <a:pt x="164264" y="24027"/>
                    <a:pt x="180456" y="4212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9" name="Google Shape;619;p6"/>
            <p:cNvSpPr/>
            <p:nvPr/>
          </p:nvSpPr>
          <p:spPr>
            <a:xfrm>
              <a:off x="5307873" y="2016318"/>
              <a:ext cx="216625" cy="183988"/>
            </a:xfrm>
            <a:custGeom>
              <a:avLst/>
              <a:gdLst/>
              <a:ahLst/>
              <a:cxnLst/>
              <a:rect l="l" t="t" r="r" b="b"/>
              <a:pathLst>
                <a:path w="216625" h="183988" extrusionOk="0">
                  <a:moveTo>
                    <a:pt x="216626" y="57274"/>
                  </a:moveTo>
                  <a:cubicBezTo>
                    <a:pt x="210911" y="64894"/>
                    <a:pt x="203291" y="81086"/>
                    <a:pt x="190908" y="91564"/>
                  </a:cubicBezTo>
                  <a:cubicBezTo>
                    <a:pt x="156618" y="119186"/>
                    <a:pt x="120423" y="143951"/>
                    <a:pt x="85181" y="169669"/>
                  </a:cubicBezTo>
                  <a:cubicBezTo>
                    <a:pt x="57558" y="189671"/>
                    <a:pt x="30888" y="188719"/>
                    <a:pt x="11838" y="166811"/>
                  </a:cubicBezTo>
                  <a:cubicBezTo>
                    <a:pt x="-7212" y="143951"/>
                    <a:pt x="-3402" y="113471"/>
                    <a:pt x="24221" y="92516"/>
                  </a:cubicBezTo>
                  <a:cubicBezTo>
                    <a:pt x="61368" y="62989"/>
                    <a:pt x="99468" y="34414"/>
                    <a:pt x="139473" y="9649"/>
                  </a:cubicBezTo>
                  <a:cubicBezTo>
                    <a:pt x="173763" y="-14164"/>
                    <a:pt x="215673" y="7744"/>
                    <a:pt x="216626" y="57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0" name="Google Shape;620;p6"/>
            <p:cNvSpPr/>
            <p:nvPr/>
          </p:nvSpPr>
          <p:spPr>
            <a:xfrm>
              <a:off x="5601955" y="2523901"/>
              <a:ext cx="982825" cy="938660"/>
            </a:xfrm>
            <a:custGeom>
              <a:avLst/>
              <a:gdLst/>
              <a:ahLst/>
              <a:cxnLst/>
              <a:rect l="l" t="t" r="r" b="b"/>
              <a:pathLst>
                <a:path w="982825" h="938660" extrusionOk="0">
                  <a:moveTo>
                    <a:pt x="171147" y="873666"/>
                  </a:moveTo>
                  <a:cubicBezTo>
                    <a:pt x="183529" y="800323"/>
                    <a:pt x="196864" y="719361"/>
                    <a:pt x="212104" y="639351"/>
                  </a:cubicBezTo>
                  <a:cubicBezTo>
                    <a:pt x="216867" y="613633"/>
                    <a:pt x="213057" y="595536"/>
                    <a:pt x="193054" y="576486"/>
                  </a:cubicBezTo>
                  <a:cubicBezTo>
                    <a:pt x="135904" y="524098"/>
                    <a:pt x="82564" y="468853"/>
                    <a:pt x="26367" y="415513"/>
                  </a:cubicBezTo>
                  <a:cubicBezTo>
                    <a:pt x="8269" y="398368"/>
                    <a:pt x="-6018" y="379318"/>
                    <a:pt x="2554" y="352648"/>
                  </a:cubicBezTo>
                  <a:cubicBezTo>
                    <a:pt x="12079" y="326931"/>
                    <a:pt x="33987" y="320263"/>
                    <a:pt x="58752" y="316453"/>
                  </a:cubicBezTo>
                  <a:cubicBezTo>
                    <a:pt x="137809" y="305976"/>
                    <a:pt x="215914" y="294546"/>
                    <a:pt x="294972" y="281211"/>
                  </a:cubicBezTo>
                  <a:cubicBezTo>
                    <a:pt x="309259" y="278353"/>
                    <a:pt x="327357" y="265971"/>
                    <a:pt x="334024" y="253588"/>
                  </a:cubicBezTo>
                  <a:cubicBezTo>
                    <a:pt x="371172" y="183103"/>
                    <a:pt x="405462" y="111666"/>
                    <a:pt x="440704" y="40228"/>
                  </a:cubicBezTo>
                  <a:cubicBezTo>
                    <a:pt x="452134" y="17368"/>
                    <a:pt x="467374" y="-5492"/>
                    <a:pt x="493092" y="1176"/>
                  </a:cubicBezTo>
                  <a:cubicBezTo>
                    <a:pt x="513094" y="5938"/>
                    <a:pt x="535002" y="24036"/>
                    <a:pt x="544527" y="42133"/>
                  </a:cubicBezTo>
                  <a:cubicBezTo>
                    <a:pt x="580722" y="108808"/>
                    <a:pt x="614059" y="177388"/>
                    <a:pt x="646444" y="245968"/>
                  </a:cubicBezTo>
                  <a:cubicBezTo>
                    <a:pt x="657874" y="269781"/>
                    <a:pt x="670257" y="281211"/>
                    <a:pt x="698832" y="285021"/>
                  </a:cubicBezTo>
                  <a:cubicBezTo>
                    <a:pt x="776937" y="293593"/>
                    <a:pt x="854089" y="305023"/>
                    <a:pt x="931242" y="319311"/>
                  </a:cubicBezTo>
                  <a:cubicBezTo>
                    <a:pt x="950292" y="323121"/>
                    <a:pt x="976009" y="339313"/>
                    <a:pt x="981724" y="354553"/>
                  </a:cubicBezTo>
                  <a:cubicBezTo>
                    <a:pt x="986487" y="370746"/>
                    <a:pt x="975057" y="398368"/>
                    <a:pt x="961722" y="412656"/>
                  </a:cubicBezTo>
                  <a:cubicBezTo>
                    <a:pt x="906477" y="469806"/>
                    <a:pt x="849327" y="525051"/>
                    <a:pt x="791224" y="579343"/>
                  </a:cubicBezTo>
                  <a:cubicBezTo>
                    <a:pt x="774079" y="595536"/>
                    <a:pt x="769317" y="610776"/>
                    <a:pt x="774079" y="632683"/>
                  </a:cubicBezTo>
                  <a:cubicBezTo>
                    <a:pt x="788367" y="706978"/>
                    <a:pt x="800749" y="782226"/>
                    <a:pt x="813132" y="857473"/>
                  </a:cubicBezTo>
                  <a:cubicBezTo>
                    <a:pt x="815989" y="874618"/>
                    <a:pt x="816942" y="893668"/>
                    <a:pt x="812179" y="909861"/>
                  </a:cubicBezTo>
                  <a:cubicBezTo>
                    <a:pt x="803607" y="938436"/>
                    <a:pt x="770269" y="947008"/>
                    <a:pt x="736932" y="929863"/>
                  </a:cubicBezTo>
                  <a:cubicBezTo>
                    <a:pt x="664542" y="892716"/>
                    <a:pt x="591199" y="854616"/>
                    <a:pt x="519762" y="815563"/>
                  </a:cubicBezTo>
                  <a:cubicBezTo>
                    <a:pt x="500712" y="805086"/>
                    <a:pt x="486424" y="806038"/>
                    <a:pt x="467374" y="816516"/>
                  </a:cubicBezTo>
                  <a:cubicBezTo>
                    <a:pt x="395937" y="855568"/>
                    <a:pt x="322594" y="893668"/>
                    <a:pt x="250204" y="930816"/>
                  </a:cubicBezTo>
                  <a:cubicBezTo>
                    <a:pt x="204484" y="951771"/>
                    <a:pt x="169242" y="928911"/>
                    <a:pt x="171147" y="873666"/>
                  </a:cubicBezTo>
                  <a:close/>
                  <a:moveTo>
                    <a:pt x="820752" y="401226"/>
                  </a:moveTo>
                  <a:cubicBezTo>
                    <a:pt x="763602" y="392653"/>
                    <a:pt x="705499" y="381223"/>
                    <a:pt x="646444" y="375508"/>
                  </a:cubicBezTo>
                  <a:cubicBezTo>
                    <a:pt x="609297" y="371698"/>
                    <a:pt x="589294" y="355506"/>
                    <a:pt x="574054" y="322168"/>
                  </a:cubicBezTo>
                  <a:cubicBezTo>
                    <a:pt x="550242" y="268828"/>
                    <a:pt x="522619" y="216441"/>
                    <a:pt x="492139" y="156433"/>
                  </a:cubicBezTo>
                  <a:cubicBezTo>
                    <a:pt x="468327" y="205963"/>
                    <a:pt x="443562" y="245968"/>
                    <a:pt x="427369" y="289783"/>
                  </a:cubicBezTo>
                  <a:cubicBezTo>
                    <a:pt x="405462" y="351696"/>
                    <a:pt x="365457" y="382176"/>
                    <a:pt x="299734" y="380271"/>
                  </a:cubicBezTo>
                  <a:cubicBezTo>
                    <a:pt x="297829" y="380271"/>
                    <a:pt x="294972" y="380271"/>
                    <a:pt x="293067" y="381223"/>
                  </a:cubicBezTo>
                  <a:cubicBezTo>
                    <a:pt x="249252" y="387891"/>
                    <a:pt x="205437" y="394558"/>
                    <a:pt x="164479" y="401226"/>
                  </a:cubicBezTo>
                  <a:cubicBezTo>
                    <a:pt x="209247" y="447898"/>
                    <a:pt x="251157" y="492666"/>
                    <a:pt x="294019" y="536481"/>
                  </a:cubicBezTo>
                  <a:cubicBezTo>
                    <a:pt x="314022" y="556483"/>
                    <a:pt x="322594" y="577438"/>
                    <a:pt x="316879" y="606013"/>
                  </a:cubicBezTo>
                  <a:cubicBezTo>
                    <a:pt x="304497" y="666973"/>
                    <a:pt x="295924" y="729838"/>
                    <a:pt x="284494" y="797466"/>
                  </a:cubicBezTo>
                  <a:cubicBezTo>
                    <a:pt x="341644" y="767938"/>
                    <a:pt x="393079" y="743173"/>
                    <a:pt x="443562" y="713646"/>
                  </a:cubicBezTo>
                  <a:cubicBezTo>
                    <a:pt x="477852" y="693643"/>
                    <a:pt x="507379" y="692691"/>
                    <a:pt x="542622" y="713646"/>
                  </a:cubicBezTo>
                  <a:cubicBezTo>
                    <a:pt x="592152" y="743173"/>
                    <a:pt x="644539" y="767938"/>
                    <a:pt x="700737" y="797466"/>
                  </a:cubicBezTo>
                  <a:cubicBezTo>
                    <a:pt x="689307" y="730791"/>
                    <a:pt x="681687" y="669831"/>
                    <a:pt x="668352" y="609823"/>
                  </a:cubicBezTo>
                  <a:cubicBezTo>
                    <a:pt x="661684" y="577438"/>
                    <a:pt x="671209" y="555531"/>
                    <a:pt x="693117" y="533623"/>
                  </a:cubicBezTo>
                  <a:cubicBezTo>
                    <a:pt x="736932" y="492666"/>
                    <a:pt x="777889" y="447898"/>
                    <a:pt x="820752" y="40122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21" name="Google Shape;621;p6"/>
          <p:cNvSpPr>
            <a:spLocks noGrp="1"/>
          </p:cNvSpPr>
          <p:nvPr>
            <p:ph type="pic" idx="3"/>
          </p:nvPr>
        </p:nvSpPr>
        <p:spPr>
          <a:xfrm>
            <a:off x="945416" y="1511142"/>
            <a:ext cx="1387500" cy="1387500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622" name="Google Shape;622;p6"/>
          <p:cNvSpPr txBox="1">
            <a:spLocks noGrp="1"/>
          </p:cNvSpPr>
          <p:nvPr>
            <p:ph type="body" idx="4"/>
          </p:nvPr>
        </p:nvSpPr>
        <p:spPr>
          <a:xfrm>
            <a:off x="2422630" y="1625442"/>
            <a:ext cx="26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3" name="Google Shape;623;p6"/>
          <p:cNvSpPr txBox="1">
            <a:spLocks noGrp="1"/>
          </p:cNvSpPr>
          <p:nvPr>
            <p:ph type="body" idx="5"/>
          </p:nvPr>
        </p:nvSpPr>
        <p:spPr>
          <a:xfrm>
            <a:off x="2422630" y="2006442"/>
            <a:ext cx="26511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 rtl="0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1pPr>
            <a:lvl2pPr marL="914400" lvl="1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2pPr>
            <a:lvl3pPr marL="1371600" lvl="2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3pPr>
            <a:lvl4pPr marL="182880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4pPr>
            <a:lvl5pPr marL="228600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4" name="Google Shape;624;p6"/>
          <p:cNvSpPr>
            <a:spLocks noGrp="1"/>
          </p:cNvSpPr>
          <p:nvPr>
            <p:ph type="pic" idx="6"/>
          </p:nvPr>
        </p:nvSpPr>
        <p:spPr>
          <a:xfrm>
            <a:off x="933795" y="3027841"/>
            <a:ext cx="1387500" cy="1387500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625" name="Google Shape;625;p6"/>
          <p:cNvSpPr txBox="1">
            <a:spLocks noGrp="1"/>
          </p:cNvSpPr>
          <p:nvPr>
            <p:ph type="body" idx="7"/>
          </p:nvPr>
        </p:nvSpPr>
        <p:spPr>
          <a:xfrm>
            <a:off x="2411009" y="3142141"/>
            <a:ext cx="26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6" name="Google Shape;626;p6"/>
          <p:cNvSpPr txBox="1">
            <a:spLocks noGrp="1"/>
          </p:cNvSpPr>
          <p:nvPr>
            <p:ph type="body" idx="8"/>
          </p:nvPr>
        </p:nvSpPr>
        <p:spPr>
          <a:xfrm>
            <a:off x="2411009" y="3523141"/>
            <a:ext cx="26511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 rtl="0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1pPr>
            <a:lvl2pPr marL="914400" lvl="1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2pPr>
            <a:lvl3pPr marL="1371600" lvl="2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3pPr>
            <a:lvl4pPr marL="182880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4pPr>
            <a:lvl5pPr marL="228600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7" name="Google Shape;627;p6"/>
          <p:cNvSpPr>
            <a:spLocks noGrp="1"/>
          </p:cNvSpPr>
          <p:nvPr>
            <p:ph type="pic" idx="9"/>
          </p:nvPr>
        </p:nvSpPr>
        <p:spPr>
          <a:xfrm>
            <a:off x="933795" y="4571947"/>
            <a:ext cx="1387500" cy="1387500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628" name="Google Shape;628;p6"/>
          <p:cNvSpPr txBox="1">
            <a:spLocks noGrp="1"/>
          </p:cNvSpPr>
          <p:nvPr>
            <p:ph type="body" idx="13"/>
          </p:nvPr>
        </p:nvSpPr>
        <p:spPr>
          <a:xfrm>
            <a:off x="2411009" y="4686247"/>
            <a:ext cx="26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9" name="Google Shape;629;p6"/>
          <p:cNvSpPr txBox="1">
            <a:spLocks noGrp="1"/>
          </p:cNvSpPr>
          <p:nvPr>
            <p:ph type="body" idx="14"/>
          </p:nvPr>
        </p:nvSpPr>
        <p:spPr>
          <a:xfrm>
            <a:off x="2411009" y="5067247"/>
            <a:ext cx="26511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 rtl="0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1pPr>
            <a:lvl2pPr marL="914400" lvl="1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2pPr>
            <a:lvl3pPr marL="1371600" lvl="2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3pPr>
            <a:lvl4pPr marL="182880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4pPr>
            <a:lvl5pPr marL="228600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0" name="Google Shape;630;p6"/>
          <p:cNvSpPr>
            <a:spLocks noGrp="1"/>
          </p:cNvSpPr>
          <p:nvPr>
            <p:ph type="pic" idx="15"/>
          </p:nvPr>
        </p:nvSpPr>
        <p:spPr>
          <a:xfrm>
            <a:off x="6055143" y="1520779"/>
            <a:ext cx="1387500" cy="1387500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631" name="Google Shape;631;p6"/>
          <p:cNvSpPr txBox="1">
            <a:spLocks noGrp="1"/>
          </p:cNvSpPr>
          <p:nvPr>
            <p:ph type="body" idx="16"/>
          </p:nvPr>
        </p:nvSpPr>
        <p:spPr>
          <a:xfrm>
            <a:off x="7532357" y="1635079"/>
            <a:ext cx="26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2" name="Google Shape;632;p6"/>
          <p:cNvSpPr txBox="1">
            <a:spLocks noGrp="1"/>
          </p:cNvSpPr>
          <p:nvPr>
            <p:ph type="body" idx="17"/>
          </p:nvPr>
        </p:nvSpPr>
        <p:spPr>
          <a:xfrm>
            <a:off x="7532357" y="2016079"/>
            <a:ext cx="26511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 rtl="0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1pPr>
            <a:lvl2pPr marL="914400" lvl="1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2pPr>
            <a:lvl3pPr marL="1371600" lvl="2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3pPr>
            <a:lvl4pPr marL="182880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4pPr>
            <a:lvl5pPr marL="228600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3" name="Google Shape;633;p6"/>
          <p:cNvSpPr>
            <a:spLocks noGrp="1"/>
          </p:cNvSpPr>
          <p:nvPr>
            <p:ph type="pic" idx="18"/>
          </p:nvPr>
        </p:nvSpPr>
        <p:spPr>
          <a:xfrm>
            <a:off x="6043522" y="3037478"/>
            <a:ext cx="1387500" cy="1387500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634" name="Google Shape;634;p6"/>
          <p:cNvSpPr txBox="1">
            <a:spLocks noGrp="1"/>
          </p:cNvSpPr>
          <p:nvPr>
            <p:ph type="body" idx="19"/>
          </p:nvPr>
        </p:nvSpPr>
        <p:spPr>
          <a:xfrm>
            <a:off x="7520736" y="3151778"/>
            <a:ext cx="26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5" name="Google Shape;635;p6"/>
          <p:cNvSpPr txBox="1">
            <a:spLocks noGrp="1"/>
          </p:cNvSpPr>
          <p:nvPr>
            <p:ph type="body" idx="20"/>
          </p:nvPr>
        </p:nvSpPr>
        <p:spPr>
          <a:xfrm>
            <a:off x="7520736" y="3532778"/>
            <a:ext cx="26511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 rtl="0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1pPr>
            <a:lvl2pPr marL="914400" lvl="1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2pPr>
            <a:lvl3pPr marL="1371600" lvl="2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3pPr>
            <a:lvl4pPr marL="182880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4pPr>
            <a:lvl5pPr marL="228600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6" name="Google Shape;636;p6"/>
          <p:cNvSpPr>
            <a:spLocks noGrp="1"/>
          </p:cNvSpPr>
          <p:nvPr>
            <p:ph type="pic" idx="21"/>
          </p:nvPr>
        </p:nvSpPr>
        <p:spPr>
          <a:xfrm>
            <a:off x="6043522" y="4581584"/>
            <a:ext cx="1387500" cy="1387500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637" name="Google Shape;637;p6"/>
          <p:cNvSpPr txBox="1">
            <a:spLocks noGrp="1"/>
          </p:cNvSpPr>
          <p:nvPr>
            <p:ph type="body" idx="22"/>
          </p:nvPr>
        </p:nvSpPr>
        <p:spPr>
          <a:xfrm>
            <a:off x="7520736" y="4695884"/>
            <a:ext cx="26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8" name="Google Shape;638;p6"/>
          <p:cNvSpPr txBox="1">
            <a:spLocks noGrp="1"/>
          </p:cNvSpPr>
          <p:nvPr>
            <p:ph type="body" idx="23"/>
          </p:nvPr>
        </p:nvSpPr>
        <p:spPr>
          <a:xfrm>
            <a:off x="7520736" y="5076884"/>
            <a:ext cx="26511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 rtl="0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1pPr>
            <a:lvl2pPr marL="914400" lvl="1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2pPr>
            <a:lvl3pPr marL="1371600" lvl="2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3pPr>
            <a:lvl4pPr marL="182880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4pPr>
            <a:lvl5pPr marL="228600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  <a:sym typeface="Times New Roman" panose="02020503050405090304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9" name="Google Shape;639;p6"/>
          <p:cNvSpPr/>
          <p:nvPr/>
        </p:nvSpPr>
        <p:spPr>
          <a:xfrm>
            <a:off x="0" y="6745403"/>
            <a:ext cx="12192000" cy="130500"/>
          </a:xfrm>
          <a:prstGeom prst="rect">
            <a:avLst/>
          </a:prstGeom>
          <a:solidFill>
            <a:srgbClr val="B90F50"/>
          </a:solidFill>
          <a:ln w="19050" cap="flat" cmpd="sng">
            <a:solidFill>
              <a:srgbClr val="B90F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9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_Blank">
  <p:cSld name="14_Blank"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7"/>
          <p:cNvSpPr txBox="1">
            <a:spLocks noGrp="1"/>
          </p:cNvSpPr>
          <p:nvPr>
            <p:ph type="body" idx="1"/>
          </p:nvPr>
        </p:nvSpPr>
        <p:spPr>
          <a:xfrm>
            <a:off x="1500993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642" name="Google Shape;642;p7"/>
          <p:cNvCxnSpPr/>
          <p:nvPr/>
        </p:nvCxnSpPr>
        <p:spPr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43" name="Google Shape;643;p7"/>
          <p:cNvSpPr txBox="1">
            <a:spLocks noGrp="1"/>
          </p:cNvSpPr>
          <p:nvPr>
            <p:ph type="body" idx="2"/>
          </p:nvPr>
        </p:nvSpPr>
        <p:spPr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644" name="Google Shape;644;p7"/>
          <p:cNvGrpSpPr/>
          <p:nvPr/>
        </p:nvGrpSpPr>
        <p:grpSpPr>
          <a:xfrm>
            <a:off x="655527" y="416137"/>
            <a:ext cx="624253" cy="765101"/>
            <a:chOff x="4819650" y="1862134"/>
            <a:chExt cx="2558414" cy="3135659"/>
          </a:xfrm>
        </p:grpSpPr>
        <p:sp>
          <p:nvSpPr>
            <p:cNvPr id="645" name="Google Shape;645;p7"/>
            <p:cNvSpPr/>
            <p:nvPr/>
          </p:nvSpPr>
          <p:spPr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6" name="Google Shape;646;p7"/>
            <p:cNvSpPr/>
            <p:nvPr/>
          </p:nvSpPr>
          <p:spPr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7" name="Google Shape;647;p7"/>
            <p:cNvSpPr/>
            <p:nvPr/>
          </p:nvSpPr>
          <p:spPr>
            <a:xfrm>
              <a:off x="6231252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8" name="Google Shape;648;p7"/>
            <p:cNvSpPr/>
            <p:nvPr/>
          </p:nvSpPr>
          <p:spPr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9" name="Google Shape;649;p7"/>
            <p:cNvSpPr/>
            <p:nvPr/>
          </p:nvSpPr>
          <p:spPr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0" name="Google Shape;650;p7"/>
            <p:cNvSpPr/>
            <p:nvPr/>
          </p:nvSpPr>
          <p:spPr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1" name="Google Shape;651;p7"/>
            <p:cNvSpPr/>
            <p:nvPr/>
          </p:nvSpPr>
          <p:spPr>
            <a:xfrm>
              <a:off x="5838828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2" name="Google Shape;652;p7"/>
            <p:cNvSpPr/>
            <p:nvPr/>
          </p:nvSpPr>
          <p:spPr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3" name="Google Shape;653;p7"/>
            <p:cNvSpPr/>
            <p:nvPr/>
          </p:nvSpPr>
          <p:spPr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4" name="Google Shape;654;p7"/>
            <p:cNvSpPr/>
            <p:nvPr/>
          </p:nvSpPr>
          <p:spPr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5" name="Google Shape;655;p7"/>
            <p:cNvSpPr/>
            <p:nvPr/>
          </p:nvSpPr>
          <p:spPr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6" name="Google Shape;656;p7"/>
            <p:cNvSpPr/>
            <p:nvPr/>
          </p:nvSpPr>
          <p:spPr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7" name="Google Shape;657;p7"/>
            <p:cNvSpPr/>
            <p:nvPr/>
          </p:nvSpPr>
          <p:spPr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8" name="Google Shape;658;p7"/>
            <p:cNvSpPr/>
            <p:nvPr/>
          </p:nvSpPr>
          <p:spPr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9" name="Google Shape;659;p7"/>
            <p:cNvSpPr/>
            <p:nvPr/>
          </p:nvSpPr>
          <p:spPr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0" name="Google Shape;660;p7"/>
            <p:cNvSpPr/>
            <p:nvPr/>
          </p:nvSpPr>
          <p:spPr>
            <a:xfrm>
              <a:off x="6188393" y="3388996"/>
              <a:ext cx="104775" cy="81914"/>
            </a:xfrm>
            <a:custGeom>
              <a:avLst/>
              <a:gdLst/>
              <a:ahLst/>
              <a:cxnLst/>
              <a:rect l="l" t="t" r="r" b="b"/>
              <a:pathLst>
                <a:path w="104775" h="81914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1" name="Google Shape;661;p7"/>
            <p:cNvSpPr/>
            <p:nvPr/>
          </p:nvSpPr>
          <p:spPr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2" name="Google Shape;662;p7"/>
            <p:cNvSpPr/>
            <p:nvPr/>
          </p:nvSpPr>
          <p:spPr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3" name="Google Shape;663;p7"/>
            <p:cNvSpPr/>
            <p:nvPr/>
          </p:nvSpPr>
          <p:spPr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4" name="Google Shape;664;p7"/>
            <p:cNvSpPr/>
            <p:nvPr/>
          </p:nvSpPr>
          <p:spPr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5" name="Google Shape;665;p7"/>
            <p:cNvSpPr/>
            <p:nvPr/>
          </p:nvSpPr>
          <p:spPr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6" name="Google Shape;666;p7"/>
            <p:cNvSpPr/>
            <p:nvPr/>
          </p:nvSpPr>
          <p:spPr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7" name="Google Shape;667;p7"/>
            <p:cNvSpPr/>
            <p:nvPr/>
          </p:nvSpPr>
          <p:spPr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8" name="Google Shape;668;p7"/>
            <p:cNvSpPr/>
            <p:nvPr/>
          </p:nvSpPr>
          <p:spPr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9" name="Google Shape;669;p7"/>
            <p:cNvSpPr/>
            <p:nvPr/>
          </p:nvSpPr>
          <p:spPr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0" name="Google Shape;670;p7"/>
            <p:cNvSpPr/>
            <p:nvPr/>
          </p:nvSpPr>
          <p:spPr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1" name="Google Shape;671;p7"/>
            <p:cNvSpPr/>
            <p:nvPr/>
          </p:nvSpPr>
          <p:spPr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2" name="Google Shape;672;p7"/>
            <p:cNvSpPr/>
            <p:nvPr/>
          </p:nvSpPr>
          <p:spPr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3" name="Google Shape;673;p7"/>
            <p:cNvSpPr/>
            <p:nvPr/>
          </p:nvSpPr>
          <p:spPr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4" name="Google Shape;674;p7"/>
            <p:cNvSpPr/>
            <p:nvPr/>
          </p:nvSpPr>
          <p:spPr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5" name="Google Shape;675;p7"/>
            <p:cNvSpPr/>
            <p:nvPr/>
          </p:nvSpPr>
          <p:spPr>
            <a:xfrm>
              <a:off x="6518908" y="2761295"/>
              <a:ext cx="188595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6" name="Google Shape;676;p7"/>
            <p:cNvSpPr/>
            <p:nvPr/>
          </p:nvSpPr>
          <p:spPr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7" name="Google Shape;677;p7"/>
            <p:cNvSpPr/>
            <p:nvPr/>
          </p:nvSpPr>
          <p:spPr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8" name="Google Shape;678;p7"/>
            <p:cNvSpPr/>
            <p:nvPr/>
          </p:nvSpPr>
          <p:spPr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9" name="Google Shape;679;p7"/>
            <p:cNvSpPr/>
            <p:nvPr/>
          </p:nvSpPr>
          <p:spPr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0" name="Google Shape;680;p7"/>
            <p:cNvSpPr/>
            <p:nvPr/>
          </p:nvSpPr>
          <p:spPr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1" name="Google Shape;681;p7"/>
            <p:cNvSpPr/>
            <p:nvPr/>
          </p:nvSpPr>
          <p:spPr>
            <a:xfrm>
              <a:off x="5492112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2" name="Google Shape;682;p7"/>
            <p:cNvSpPr/>
            <p:nvPr/>
          </p:nvSpPr>
          <p:spPr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3" name="Google Shape;683;p7"/>
            <p:cNvSpPr/>
            <p:nvPr/>
          </p:nvSpPr>
          <p:spPr>
            <a:xfrm>
              <a:off x="5765485" y="2550792"/>
              <a:ext cx="109537" cy="219075"/>
            </a:xfrm>
            <a:custGeom>
              <a:avLst/>
              <a:gdLst/>
              <a:ahLst/>
              <a:cxnLst/>
              <a:rect l="l" t="t" r="r" b="b"/>
              <a:pathLst>
                <a:path w="109537" h="219075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4" name="Google Shape;684;p7"/>
            <p:cNvSpPr/>
            <p:nvPr/>
          </p:nvSpPr>
          <p:spPr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5" name="Google Shape;685;p7"/>
            <p:cNvSpPr/>
            <p:nvPr/>
          </p:nvSpPr>
          <p:spPr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6" name="Google Shape;686;p7"/>
            <p:cNvSpPr/>
            <p:nvPr/>
          </p:nvSpPr>
          <p:spPr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7" name="Google Shape;687;p7"/>
            <p:cNvSpPr/>
            <p:nvPr/>
          </p:nvSpPr>
          <p:spPr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8" name="Google Shape;688;p7"/>
            <p:cNvSpPr/>
            <p:nvPr/>
          </p:nvSpPr>
          <p:spPr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9" name="Google Shape;689;p7"/>
            <p:cNvSpPr/>
            <p:nvPr/>
          </p:nvSpPr>
          <p:spPr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0" name="Google Shape;690;p7"/>
            <p:cNvSpPr/>
            <p:nvPr/>
          </p:nvSpPr>
          <p:spPr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1" name="Google Shape;691;p7"/>
            <p:cNvSpPr/>
            <p:nvPr/>
          </p:nvSpPr>
          <p:spPr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2" name="Google Shape;692;p7"/>
            <p:cNvSpPr/>
            <p:nvPr/>
          </p:nvSpPr>
          <p:spPr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3" name="Google Shape;693;p7"/>
            <p:cNvSpPr/>
            <p:nvPr/>
          </p:nvSpPr>
          <p:spPr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4" name="Google Shape;694;p7"/>
            <p:cNvSpPr/>
            <p:nvPr/>
          </p:nvSpPr>
          <p:spPr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5" name="Google Shape;695;p7"/>
            <p:cNvSpPr/>
            <p:nvPr/>
          </p:nvSpPr>
          <p:spPr>
            <a:xfrm>
              <a:off x="5534023" y="2244085"/>
              <a:ext cx="77033" cy="27622"/>
            </a:xfrm>
            <a:custGeom>
              <a:avLst/>
              <a:gdLst/>
              <a:ahLst/>
              <a:cxnLst/>
              <a:rect l="l" t="t" r="r" b="b"/>
              <a:pathLst>
                <a:path w="77033" h="27622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6" name="Google Shape;696;p7"/>
            <p:cNvSpPr/>
            <p:nvPr/>
          </p:nvSpPr>
          <p:spPr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7" name="Google Shape;697;p7"/>
            <p:cNvSpPr/>
            <p:nvPr/>
          </p:nvSpPr>
          <p:spPr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8" name="Google Shape;698;p7"/>
            <p:cNvSpPr/>
            <p:nvPr/>
          </p:nvSpPr>
          <p:spPr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9" name="Google Shape;699;p7"/>
            <p:cNvSpPr/>
            <p:nvPr/>
          </p:nvSpPr>
          <p:spPr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0" name="Google Shape;700;p7"/>
            <p:cNvSpPr/>
            <p:nvPr/>
          </p:nvSpPr>
          <p:spPr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1" name="Google Shape;701;p7"/>
            <p:cNvSpPr/>
            <p:nvPr/>
          </p:nvSpPr>
          <p:spPr>
            <a:xfrm>
              <a:off x="6667143" y="2388355"/>
              <a:ext cx="87539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2" name="Google Shape;702;p7"/>
            <p:cNvSpPr/>
            <p:nvPr/>
          </p:nvSpPr>
          <p:spPr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3" name="Google Shape;703;p7"/>
            <p:cNvSpPr/>
            <p:nvPr/>
          </p:nvSpPr>
          <p:spPr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4" name="Google Shape;704;p7"/>
            <p:cNvSpPr/>
            <p:nvPr/>
          </p:nvSpPr>
          <p:spPr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5" name="Google Shape;705;p7"/>
            <p:cNvSpPr/>
            <p:nvPr/>
          </p:nvSpPr>
          <p:spPr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6" name="Google Shape;706;p7"/>
            <p:cNvSpPr/>
            <p:nvPr/>
          </p:nvSpPr>
          <p:spPr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707" name="Google Shape;707;p7"/>
            <p:cNvGrpSpPr/>
            <p:nvPr/>
          </p:nvGrpSpPr>
          <p:grpSpPr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708" name="Google Shape;708;p7"/>
              <p:cNvSpPr/>
              <p:nvPr/>
            </p:nvSpPr>
            <p:spPr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9" name="Google Shape;709;p7"/>
              <p:cNvSpPr/>
              <p:nvPr/>
            </p:nvSpPr>
            <p:spPr>
              <a:xfrm>
                <a:off x="5744527" y="4910137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0" name="Google Shape;710;p7"/>
              <p:cNvSpPr/>
              <p:nvPr/>
            </p:nvSpPr>
            <p:spPr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1" name="Google Shape;711;p7"/>
              <p:cNvSpPr/>
              <p:nvPr/>
            </p:nvSpPr>
            <p:spPr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2" name="Google Shape;712;p7"/>
              <p:cNvSpPr/>
              <p:nvPr/>
            </p:nvSpPr>
            <p:spPr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3" name="Google Shape;713;p7"/>
              <p:cNvSpPr/>
              <p:nvPr/>
            </p:nvSpPr>
            <p:spPr>
              <a:xfrm>
                <a:off x="7259002" y="4910137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714" name="Google Shape;714;p7"/>
            <p:cNvSpPr/>
            <p:nvPr/>
          </p:nvSpPr>
          <p:spPr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5" name="Google Shape;715;p7"/>
            <p:cNvSpPr/>
            <p:nvPr/>
          </p:nvSpPr>
          <p:spPr>
            <a:xfrm>
              <a:off x="6256974" y="2756533"/>
              <a:ext cx="368617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6" name="Google Shape;716;p7"/>
            <p:cNvSpPr/>
            <p:nvPr/>
          </p:nvSpPr>
          <p:spPr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717" name="Google Shape;717;p7"/>
            <p:cNvGrpSpPr/>
            <p:nvPr/>
          </p:nvGrpSpPr>
          <p:grpSpPr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718" name="Google Shape;718;p7"/>
              <p:cNvSpPr/>
              <p:nvPr/>
            </p:nvSpPr>
            <p:spPr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9" name="Google Shape;719;p7"/>
              <p:cNvSpPr/>
              <p:nvPr/>
            </p:nvSpPr>
            <p:spPr>
              <a:xfrm>
                <a:off x="6030277" y="4486275"/>
                <a:ext cx="53339" cy="31432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0" name="Google Shape;720;p7"/>
              <p:cNvSpPr/>
              <p:nvPr/>
            </p:nvSpPr>
            <p:spPr>
              <a:xfrm rot="-4288464">
                <a:off x="5514870" y="4359989"/>
                <a:ext cx="37120" cy="36169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1" name="Google Shape;721;p7"/>
              <p:cNvSpPr/>
              <p:nvPr/>
            </p:nvSpPr>
            <p:spPr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2" name="Google Shape;722;p7"/>
              <p:cNvSpPr/>
              <p:nvPr/>
            </p:nvSpPr>
            <p:spPr>
              <a:xfrm rot="-1451706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3" name="Google Shape;723;p7"/>
              <p:cNvSpPr/>
              <p:nvPr/>
            </p:nvSpPr>
            <p:spPr>
              <a:xfrm>
                <a:off x="6727133" y="4373310"/>
                <a:ext cx="54368" cy="46765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4" name="Google Shape;724;p7"/>
              <p:cNvSpPr/>
              <p:nvPr/>
            </p:nvSpPr>
            <p:spPr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5" name="Google Shape;725;p7"/>
              <p:cNvSpPr/>
              <p:nvPr/>
            </p:nvSpPr>
            <p:spPr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6" name="Google Shape;726;p7"/>
              <p:cNvSpPr/>
              <p:nvPr/>
            </p:nvSpPr>
            <p:spPr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7" name="Google Shape;727;p7"/>
              <p:cNvSpPr/>
              <p:nvPr/>
            </p:nvSpPr>
            <p:spPr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cxnSp>
        <p:nvCxnSpPr>
          <p:cNvPr id="728" name="Google Shape;728;p7"/>
          <p:cNvCxnSpPr/>
          <p:nvPr/>
        </p:nvCxnSpPr>
        <p:spPr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729" name="Google Shape;729;p7"/>
          <p:cNvGrpSpPr/>
          <p:nvPr/>
        </p:nvGrpSpPr>
        <p:grpSpPr>
          <a:xfrm>
            <a:off x="-6152069" y="6251576"/>
            <a:ext cx="22234031" cy="490550"/>
            <a:chOff x="-9757307" y="6258187"/>
            <a:chExt cx="21948698" cy="484255"/>
          </a:xfrm>
        </p:grpSpPr>
        <p:sp>
          <p:nvSpPr>
            <p:cNvPr id="730" name="Google Shape;730;p7"/>
            <p:cNvSpPr/>
            <p:nvPr/>
          </p:nvSpPr>
          <p:spPr>
            <a:xfrm>
              <a:off x="-9757307" y="6258187"/>
              <a:ext cx="10470371" cy="483649"/>
            </a:xfrm>
            <a:custGeom>
              <a:avLst/>
              <a:gdLst/>
              <a:ahLst/>
              <a:cxnLst/>
              <a:rect l="l" t="t" r="r" b="b"/>
              <a:pathLst>
                <a:path w="10470371" h="483649" extrusionOk="0">
                  <a:moveTo>
                    <a:pt x="10470372" y="483649"/>
                  </a:moveTo>
                  <a:lnTo>
                    <a:pt x="0" y="483649"/>
                  </a:lnTo>
                  <a:lnTo>
                    <a:pt x="0" y="0"/>
                  </a:lnTo>
                  <a:lnTo>
                    <a:pt x="9986722" y="0"/>
                  </a:lnTo>
                  <a:cubicBezTo>
                    <a:pt x="10120226" y="0"/>
                    <a:pt x="10228244" y="108017"/>
                    <a:pt x="10228244" y="241521"/>
                  </a:cubicBezTo>
                  <a:cubicBezTo>
                    <a:pt x="10228244" y="375025"/>
                    <a:pt x="10336868" y="483649"/>
                    <a:pt x="10470372" y="48364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1" name="Google Shape;731;p7"/>
            <p:cNvSpPr/>
            <p:nvPr/>
          </p:nvSpPr>
          <p:spPr>
            <a:xfrm>
              <a:off x="2107576" y="6258187"/>
              <a:ext cx="10083815" cy="484255"/>
            </a:xfrm>
            <a:custGeom>
              <a:avLst/>
              <a:gdLst/>
              <a:ahLst/>
              <a:cxnLst/>
              <a:rect l="l" t="t" r="r" b="b"/>
              <a:pathLst>
                <a:path w="10083815" h="484255" extrusionOk="0">
                  <a:moveTo>
                    <a:pt x="10083816" y="607"/>
                  </a:moveTo>
                  <a:lnTo>
                    <a:pt x="10083816" y="484256"/>
                  </a:lnTo>
                  <a:lnTo>
                    <a:pt x="0" y="484256"/>
                  </a:lnTo>
                  <a:cubicBezTo>
                    <a:pt x="66752" y="484256"/>
                    <a:pt x="127436" y="456948"/>
                    <a:pt x="171129" y="413256"/>
                  </a:cubicBezTo>
                  <a:cubicBezTo>
                    <a:pt x="214821" y="369564"/>
                    <a:pt x="242128" y="308880"/>
                    <a:pt x="242128" y="242128"/>
                  </a:cubicBezTo>
                  <a:cubicBezTo>
                    <a:pt x="242128" y="175376"/>
                    <a:pt x="269436" y="114692"/>
                    <a:pt x="313129" y="71000"/>
                  </a:cubicBezTo>
                  <a:cubicBezTo>
                    <a:pt x="356821" y="27308"/>
                    <a:pt x="417504" y="0"/>
                    <a:pt x="484257" y="0"/>
                  </a:cubicBezTo>
                  <a:lnTo>
                    <a:pt x="1008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32" name="Google Shape;732;p7"/>
          <p:cNvGrpSpPr/>
          <p:nvPr/>
        </p:nvGrpSpPr>
        <p:grpSpPr>
          <a:xfrm>
            <a:off x="6473371" y="6378004"/>
            <a:ext cx="344329" cy="344244"/>
            <a:chOff x="4719818" y="6336659"/>
            <a:chExt cx="344329" cy="344244"/>
          </a:xfrm>
        </p:grpSpPr>
        <p:sp>
          <p:nvSpPr>
            <p:cNvPr id="733" name="Google Shape;733;p7"/>
            <p:cNvSpPr/>
            <p:nvPr/>
          </p:nvSpPr>
          <p:spPr>
            <a:xfrm>
              <a:off x="4719818" y="6336659"/>
              <a:ext cx="177727" cy="344244"/>
            </a:xfrm>
            <a:custGeom>
              <a:avLst/>
              <a:gdLst/>
              <a:ahLst/>
              <a:cxnLst/>
              <a:rect l="l" t="t" r="r" b="b"/>
              <a:pathLst>
                <a:path w="177727" h="344244" extrusionOk="0">
                  <a:moveTo>
                    <a:pt x="143455" y="324582"/>
                  </a:moveTo>
                  <a:cubicBezTo>
                    <a:pt x="135751" y="322500"/>
                    <a:pt x="128412" y="320522"/>
                    <a:pt x="120760" y="318492"/>
                  </a:cubicBezTo>
                  <a:cubicBezTo>
                    <a:pt x="118730" y="322032"/>
                    <a:pt x="116596" y="325727"/>
                    <a:pt x="114410" y="329371"/>
                  </a:cubicBezTo>
                  <a:cubicBezTo>
                    <a:pt x="111859" y="333639"/>
                    <a:pt x="109100" y="334368"/>
                    <a:pt x="104884" y="331922"/>
                  </a:cubicBezTo>
                  <a:cubicBezTo>
                    <a:pt x="92340" y="324738"/>
                    <a:pt x="79847" y="317503"/>
                    <a:pt x="67355" y="310268"/>
                  </a:cubicBezTo>
                  <a:cubicBezTo>
                    <a:pt x="62826" y="307613"/>
                    <a:pt x="62150" y="305011"/>
                    <a:pt x="64700" y="300482"/>
                  </a:cubicBezTo>
                  <a:cubicBezTo>
                    <a:pt x="66730" y="296839"/>
                    <a:pt x="68864" y="293247"/>
                    <a:pt x="70686" y="290020"/>
                  </a:cubicBezTo>
                  <a:cubicBezTo>
                    <a:pt x="65065" y="284450"/>
                    <a:pt x="59651" y="279141"/>
                    <a:pt x="53874" y="273415"/>
                  </a:cubicBezTo>
                  <a:cubicBezTo>
                    <a:pt x="50855" y="275133"/>
                    <a:pt x="47159" y="277319"/>
                    <a:pt x="43463" y="279401"/>
                  </a:cubicBezTo>
                  <a:cubicBezTo>
                    <a:pt x="39091" y="281848"/>
                    <a:pt x="36384" y="281223"/>
                    <a:pt x="33886" y="276903"/>
                  </a:cubicBezTo>
                  <a:cubicBezTo>
                    <a:pt x="26598" y="264306"/>
                    <a:pt x="19311" y="251710"/>
                    <a:pt x="12076" y="239061"/>
                  </a:cubicBezTo>
                  <a:cubicBezTo>
                    <a:pt x="9682" y="234845"/>
                    <a:pt x="10514" y="232086"/>
                    <a:pt x="14783" y="229588"/>
                  </a:cubicBezTo>
                  <a:cubicBezTo>
                    <a:pt x="18270" y="227506"/>
                    <a:pt x="21810" y="225528"/>
                    <a:pt x="25297" y="223498"/>
                  </a:cubicBezTo>
                  <a:cubicBezTo>
                    <a:pt x="25401" y="223445"/>
                    <a:pt x="25453" y="223289"/>
                    <a:pt x="25557" y="223185"/>
                  </a:cubicBezTo>
                  <a:cubicBezTo>
                    <a:pt x="23579" y="215898"/>
                    <a:pt x="21601" y="208559"/>
                    <a:pt x="19467" y="200699"/>
                  </a:cubicBezTo>
                  <a:cubicBezTo>
                    <a:pt x="15459" y="200699"/>
                    <a:pt x="11087" y="200751"/>
                    <a:pt x="6715" y="200699"/>
                  </a:cubicBezTo>
                  <a:cubicBezTo>
                    <a:pt x="1978" y="200647"/>
                    <a:pt x="52" y="198669"/>
                    <a:pt x="0" y="193880"/>
                  </a:cubicBezTo>
                  <a:cubicBezTo>
                    <a:pt x="0" y="179306"/>
                    <a:pt x="0" y="164731"/>
                    <a:pt x="0" y="150157"/>
                  </a:cubicBezTo>
                  <a:cubicBezTo>
                    <a:pt x="0" y="145368"/>
                    <a:pt x="1978" y="143390"/>
                    <a:pt x="6715" y="143390"/>
                  </a:cubicBezTo>
                  <a:cubicBezTo>
                    <a:pt x="10983" y="143338"/>
                    <a:pt x="15303" y="143390"/>
                    <a:pt x="19467" y="143390"/>
                  </a:cubicBezTo>
                  <a:cubicBezTo>
                    <a:pt x="21497" y="135738"/>
                    <a:pt x="23475" y="128451"/>
                    <a:pt x="25557" y="120695"/>
                  </a:cubicBezTo>
                  <a:cubicBezTo>
                    <a:pt x="22174" y="118717"/>
                    <a:pt x="18635" y="116687"/>
                    <a:pt x="15043" y="114605"/>
                  </a:cubicBezTo>
                  <a:cubicBezTo>
                    <a:pt x="10358" y="111898"/>
                    <a:pt x="9578" y="109192"/>
                    <a:pt x="12232" y="104611"/>
                  </a:cubicBezTo>
                  <a:cubicBezTo>
                    <a:pt x="19363" y="92171"/>
                    <a:pt x="26546" y="79782"/>
                    <a:pt x="33730" y="67394"/>
                  </a:cubicBezTo>
                  <a:cubicBezTo>
                    <a:pt x="36436" y="62709"/>
                    <a:pt x="39039" y="62085"/>
                    <a:pt x="43776" y="64792"/>
                  </a:cubicBezTo>
                  <a:cubicBezTo>
                    <a:pt x="47315" y="66769"/>
                    <a:pt x="50803" y="68852"/>
                    <a:pt x="53978" y="70673"/>
                  </a:cubicBezTo>
                  <a:cubicBezTo>
                    <a:pt x="59495" y="65104"/>
                    <a:pt x="64804" y="59690"/>
                    <a:pt x="70582" y="53861"/>
                  </a:cubicBezTo>
                  <a:cubicBezTo>
                    <a:pt x="68812" y="50790"/>
                    <a:pt x="66626" y="47042"/>
                    <a:pt x="64492" y="43242"/>
                  </a:cubicBezTo>
                  <a:cubicBezTo>
                    <a:pt x="62150" y="39078"/>
                    <a:pt x="62826" y="36423"/>
                    <a:pt x="66991" y="33977"/>
                  </a:cubicBezTo>
                  <a:cubicBezTo>
                    <a:pt x="79691" y="26585"/>
                    <a:pt x="92392" y="19246"/>
                    <a:pt x="105145" y="11959"/>
                  </a:cubicBezTo>
                  <a:cubicBezTo>
                    <a:pt x="109048" y="9721"/>
                    <a:pt x="111807" y="10501"/>
                    <a:pt x="114150" y="14405"/>
                  </a:cubicBezTo>
                  <a:cubicBezTo>
                    <a:pt x="116388" y="18049"/>
                    <a:pt x="118470" y="21797"/>
                    <a:pt x="120656" y="25596"/>
                  </a:cubicBezTo>
                  <a:cubicBezTo>
                    <a:pt x="128151" y="23566"/>
                    <a:pt x="135595" y="21588"/>
                    <a:pt x="143351" y="19506"/>
                  </a:cubicBezTo>
                  <a:cubicBezTo>
                    <a:pt x="143351" y="15394"/>
                    <a:pt x="143351" y="11074"/>
                    <a:pt x="143351" y="6806"/>
                  </a:cubicBezTo>
                  <a:cubicBezTo>
                    <a:pt x="143403" y="2017"/>
                    <a:pt x="145329" y="39"/>
                    <a:pt x="150065" y="39"/>
                  </a:cubicBezTo>
                  <a:cubicBezTo>
                    <a:pt x="157092" y="-13"/>
                    <a:pt x="164171" y="-13"/>
                    <a:pt x="171198" y="39"/>
                  </a:cubicBezTo>
                  <a:cubicBezTo>
                    <a:pt x="175675" y="91"/>
                    <a:pt x="177705" y="2121"/>
                    <a:pt x="177705" y="6650"/>
                  </a:cubicBezTo>
                  <a:cubicBezTo>
                    <a:pt x="177757" y="24816"/>
                    <a:pt x="177705" y="42982"/>
                    <a:pt x="177705" y="61148"/>
                  </a:cubicBezTo>
                  <a:cubicBezTo>
                    <a:pt x="177705" y="67134"/>
                    <a:pt x="176091" y="68747"/>
                    <a:pt x="170105" y="68904"/>
                  </a:cubicBezTo>
                  <a:cubicBezTo>
                    <a:pt x="125705" y="69997"/>
                    <a:pt x="87343" y="98573"/>
                    <a:pt x="73705" y="140631"/>
                  </a:cubicBezTo>
                  <a:cubicBezTo>
                    <a:pt x="54654" y="199346"/>
                    <a:pt x="91819" y="261912"/>
                    <a:pt x="152668" y="273363"/>
                  </a:cubicBezTo>
                  <a:cubicBezTo>
                    <a:pt x="158758" y="274508"/>
                    <a:pt x="164952" y="274873"/>
                    <a:pt x="171146" y="275341"/>
                  </a:cubicBezTo>
                  <a:cubicBezTo>
                    <a:pt x="175675" y="275706"/>
                    <a:pt x="177653" y="277475"/>
                    <a:pt x="177653" y="282004"/>
                  </a:cubicBezTo>
                  <a:cubicBezTo>
                    <a:pt x="177653" y="300534"/>
                    <a:pt x="177653" y="319065"/>
                    <a:pt x="177653" y="337595"/>
                  </a:cubicBezTo>
                  <a:cubicBezTo>
                    <a:pt x="177653" y="342124"/>
                    <a:pt x="175623" y="344206"/>
                    <a:pt x="171146" y="344206"/>
                  </a:cubicBezTo>
                  <a:cubicBezTo>
                    <a:pt x="163963" y="344258"/>
                    <a:pt x="156780" y="344258"/>
                    <a:pt x="149649" y="344206"/>
                  </a:cubicBezTo>
                  <a:cubicBezTo>
                    <a:pt x="145381" y="344154"/>
                    <a:pt x="143351" y="342124"/>
                    <a:pt x="143299" y="337803"/>
                  </a:cubicBezTo>
                  <a:cubicBezTo>
                    <a:pt x="143403" y="333223"/>
                    <a:pt x="143455" y="328798"/>
                    <a:pt x="143455" y="324582"/>
                  </a:cubicBezTo>
                  <a:close/>
                  <a:moveTo>
                    <a:pt x="106654" y="24347"/>
                  </a:moveTo>
                  <a:cubicBezTo>
                    <a:pt x="96608" y="30177"/>
                    <a:pt x="86874" y="35799"/>
                    <a:pt x="77037" y="41524"/>
                  </a:cubicBezTo>
                  <a:cubicBezTo>
                    <a:pt x="78286" y="43658"/>
                    <a:pt x="79223" y="45324"/>
                    <a:pt x="80160" y="46938"/>
                  </a:cubicBezTo>
                  <a:cubicBezTo>
                    <a:pt x="81097" y="48603"/>
                    <a:pt x="82086" y="50217"/>
                    <a:pt x="83023" y="51883"/>
                  </a:cubicBezTo>
                  <a:cubicBezTo>
                    <a:pt x="85209" y="55839"/>
                    <a:pt x="84688" y="57817"/>
                    <a:pt x="81461" y="60992"/>
                  </a:cubicBezTo>
                  <a:cubicBezTo>
                    <a:pt x="74642" y="67654"/>
                    <a:pt x="67876" y="74421"/>
                    <a:pt x="61213" y="81240"/>
                  </a:cubicBezTo>
                  <a:cubicBezTo>
                    <a:pt x="57986" y="84519"/>
                    <a:pt x="56060" y="85040"/>
                    <a:pt x="52104" y="82801"/>
                  </a:cubicBezTo>
                  <a:cubicBezTo>
                    <a:pt x="48720" y="80876"/>
                    <a:pt x="45337" y="78898"/>
                    <a:pt x="41693" y="76815"/>
                  </a:cubicBezTo>
                  <a:cubicBezTo>
                    <a:pt x="35916" y="86809"/>
                    <a:pt x="30294" y="96491"/>
                    <a:pt x="24568" y="106485"/>
                  </a:cubicBezTo>
                  <a:cubicBezTo>
                    <a:pt x="28108" y="108515"/>
                    <a:pt x="31491" y="110493"/>
                    <a:pt x="34875" y="112471"/>
                  </a:cubicBezTo>
                  <a:cubicBezTo>
                    <a:pt x="38779" y="114813"/>
                    <a:pt x="39403" y="116843"/>
                    <a:pt x="38206" y="121112"/>
                  </a:cubicBezTo>
                  <a:cubicBezTo>
                    <a:pt x="35603" y="130377"/>
                    <a:pt x="33157" y="139694"/>
                    <a:pt x="30763" y="149063"/>
                  </a:cubicBezTo>
                  <a:cubicBezTo>
                    <a:pt x="29722" y="153071"/>
                    <a:pt x="27952" y="154685"/>
                    <a:pt x="23788" y="154737"/>
                  </a:cubicBezTo>
                  <a:cubicBezTo>
                    <a:pt x="19780" y="154789"/>
                    <a:pt x="15772" y="154737"/>
                    <a:pt x="11816" y="154737"/>
                  </a:cubicBezTo>
                  <a:cubicBezTo>
                    <a:pt x="11816" y="166501"/>
                    <a:pt x="11816" y="177796"/>
                    <a:pt x="11816" y="189195"/>
                  </a:cubicBezTo>
                  <a:cubicBezTo>
                    <a:pt x="15928" y="189195"/>
                    <a:pt x="19728" y="189195"/>
                    <a:pt x="23527" y="189195"/>
                  </a:cubicBezTo>
                  <a:cubicBezTo>
                    <a:pt x="27952" y="189195"/>
                    <a:pt x="29722" y="190809"/>
                    <a:pt x="30763" y="194973"/>
                  </a:cubicBezTo>
                  <a:cubicBezTo>
                    <a:pt x="33105" y="204186"/>
                    <a:pt x="35499" y="213400"/>
                    <a:pt x="38102" y="222561"/>
                  </a:cubicBezTo>
                  <a:cubicBezTo>
                    <a:pt x="39351" y="227037"/>
                    <a:pt x="38779" y="229067"/>
                    <a:pt x="34719" y="231461"/>
                  </a:cubicBezTo>
                  <a:cubicBezTo>
                    <a:pt x="31387" y="233439"/>
                    <a:pt x="28004" y="235365"/>
                    <a:pt x="24568" y="237395"/>
                  </a:cubicBezTo>
                  <a:cubicBezTo>
                    <a:pt x="30346" y="247493"/>
                    <a:pt x="35916" y="257175"/>
                    <a:pt x="41433" y="266701"/>
                  </a:cubicBezTo>
                  <a:cubicBezTo>
                    <a:pt x="42110" y="266596"/>
                    <a:pt x="42370" y="266649"/>
                    <a:pt x="42526" y="266544"/>
                  </a:cubicBezTo>
                  <a:cubicBezTo>
                    <a:pt x="45649" y="264775"/>
                    <a:pt x="48720" y="262953"/>
                    <a:pt x="51844" y="261183"/>
                  </a:cubicBezTo>
                  <a:cubicBezTo>
                    <a:pt x="56060" y="258789"/>
                    <a:pt x="57882" y="259257"/>
                    <a:pt x="61265" y="262693"/>
                  </a:cubicBezTo>
                  <a:cubicBezTo>
                    <a:pt x="67823" y="269459"/>
                    <a:pt x="74486" y="276122"/>
                    <a:pt x="81253" y="282680"/>
                  </a:cubicBezTo>
                  <a:cubicBezTo>
                    <a:pt x="84844" y="286168"/>
                    <a:pt x="85313" y="287886"/>
                    <a:pt x="82762" y="292362"/>
                  </a:cubicBezTo>
                  <a:cubicBezTo>
                    <a:pt x="80888" y="295641"/>
                    <a:pt x="79015" y="298921"/>
                    <a:pt x="77037" y="302408"/>
                  </a:cubicBezTo>
                  <a:cubicBezTo>
                    <a:pt x="87083" y="308186"/>
                    <a:pt x="96764" y="313807"/>
                    <a:pt x="106654" y="319533"/>
                  </a:cubicBezTo>
                  <a:cubicBezTo>
                    <a:pt x="108736" y="315942"/>
                    <a:pt x="110662" y="312506"/>
                    <a:pt x="112692" y="309175"/>
                  </a:cubicBezTo>
                  <a:cubicBezTo>
                    <a:pt x="114982" y="305323"/>
                    <a:pt x="117012" y="304750"/>
                    <a:pt x="121385" y="305948"/>
                  </a:cubicBezTo>
                  <a:cubicBezTo>
                    <a:pt x="130546" y="308498"/>
                    <a:pt x="139759" y="310945"/>
                    <a:pt x="148972" y="313287"/>
                  </a:cubicBezTo>
                  <a:cubicBezTo>
                    <a:pt x="153240" y="314380"/>
                    <a:pt x="154854" y="316046"/>
                    <a:pt x="154906" y="320418"/>
                  </a:cubicBezTo>
                  <a:cubicBezTo>
                    <a:pt x="154906" y="324426"/>
                    <a:pt x="154906" y="328434"/>
                    <a:pt x="154906" y="332390"/>
                  </a:cubicBezTo>
                  <a:cubicBezTo>
                    <a:pt x="159018" y="332390"/>
                    <a:pt x="162558" y="332390"/>
                    <a:pt x="166201" y="332390"/>
                  </a:cubicBezTo>
                  <a:cubicBezTo>
                    <a:pt x="166201" y="317087"/>
                    <a:pt x="166201" y="301992"/>
                    <a:pt x="166201" y="286845"/>
                  </a:cubicBezTo>
                  <a:cubicBezTo>
                    <a:pt x="105769" y="283409"/>
                    <a:pt x="59651" y="234272"/>
                    <a:pt x="57465" y="176859"/>
                  </a:cubicBezTo>
                  <a:cubicBezTo>
                    <a:pt x="56372" y="148022"/>
                    <a:pt x="64752" y="122153"/>
                    <a:pt x="82971" y="99770"/>
                  </a:cubicBezTo>
                  <a:cubicBezTo>
                    <a:pt x="104364" y="73484"/>
                    <a:pt x="132420" y="59690"/>
                    <a:pt x="166201" y="57088"/>
                  </a:cubicBezTo>
                  <a:cubicBezTo>
                    <a:pt x="166201" y="41785"/>
                    <a:pt x="166201" y="26638"/>
                    <a:pt x="166201" y="11490"/>
                  </a:cubicBezTo>
                  <a:cubicBezTo>
                    <a:pt x="162349" y="11490"/>
                    <a:pt x="158758" y="11490"/>
                    <a:pt x="154906" y="11490"/>
                  </a:cubicBezTo>
                  <a:cubicBezTo>
                    <a:pt x="154906" y="15655"/>
                    <a:pt x="154906" y="19611"/>
                    <a:pt x="154906" y="23514"/>
                  </a:cubicBezTo>
                  <a:cubicBezTo>
                    <a:pt x="154854" y="27679"/>
                    <a:pt x="153240" y="29448"/>
                    <a:pt x="149232" y="30489"/>
                  </a:cubicBezTo>
                  <a:cubicBezTo>
                    <a:pt x="139915" y="32884"/>
                    <a:pt x="130598" y="35330"/>
                    <a:pt x="121281" y="37881"/>
                  </a:cubicBezTo>
                  <a:cubicBezTo>
                    <a:pt x="117012" y="39078"/>
                    <a:pt x="114982" y="38453"/>
                    <a:pt x="112640" y="34549"/>
                  </a:cubicBezTo>
                  <a:cubicBezTo>
                    <a:pt x="110714" y="31374"/>
                    <a:pt x="108840" y="28043"/>
                    <a:pt x="106654" y="243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4" name="Google Shape;734;p7"/>
            <p:cNvSpPr/>
            <p:nvPr/>
          </p:nvSpPr>
          <p:spPr>
            <a:xfrm>
              <a:off x="4800186" y="6416806"/>
              <a:ext cx="183534" cy="183586"/>
            </a:xfrm>
            <a:custGeom>
              <a:avLst/>
              <a:gdLst/>
              <a:ahLst/>
              <a:cxnLst/>
              <a:rect l="l" t="t" r="r" b="b"/>
              <a:pathLst>
                <a:path w="183534" h="183586" extrusionOk="0">
                  <a:moveTo>
                    <a:pt x="183535" y="91715"/>
                  </a:moveTo>
                  <a:cubicBezTo>
                    <a:pt x="183535" y="142466"/>
                    <a:pt x="142518" y="183587"/>
                    <a:pt x="91871" y="183587"/>
                  </a:cubicBezTo>
                  <a:cubicBezTo>
                    <a:pt x="41121" y="183587"/>
                    <a:pt x="0" y="142570"/>
                    <a:pt x="0" y="91872"/>
                  </a:cubicBezTo>
                  <a:cubicBezTo>
                    <a:pt x="0" y="40965"/>
                    <a:pt x="41069" y="-52"/>
                    <a:pt x="92028" y="0"/>
                  </a:cubicBezTo>
                  <a:cubicBezTo>
                    <a:pt x="142518" y="104"/>
                    <a:pt x="183535" y="41173"/>
                    <a:pt x="183535" y="91715"/>
                  </a:cubicBezTo>
                  <a:close/>
                  <a:moveTo>
                    <a:pt x="58975" y="18999"/>
                  </a:moveTo>
                  <a:cubicBezTo>
                    <a:pt x="61577" y="24204"/>
                    <a:pt x="63972" y="29253"/>
                    <a:pt x="66678" y="34146"/>
                  </a:cubicBezTo>
                  <a:cubicBezTo>
                    <a:pt x="67355" y="35395"/>
                    <a:pt x="68708" y="36436"/>
                    <a:pt x="70010" y="37113"/>
                  </a:cubicBezTo>
                  <a:cubicBezTo>
                    <a:pt x="75735" y="40080"/>
                    <a:pt x="81513" y="42891"/>
                    <a:pt x="87239" y="45806"/>
                  </a:cubicBezTo>
                  <a:cubicBezTo>
                    <a:pt x="92132" y="48304"/>
                    <a:pt x="93016" y="51219"/>
                    <a:pt x="90206" y="55904"/>
                  </a:cubicBezTo>
                  <a:cubicBezTo>
                    <a:pt x="85937" y="63087"/>
                    <a:pt x="81201" y="70010"/>
                    <a:pt x="77453" y="77453"/>
                  </a:cubicBezTo>
                  <a:cubicBezTo>
                    <a:pt x="74122" y="84064"/>
                    <a:pt x="69801" y="87187"/>
                    <a:pt x="62254" y="86146"/>
                  </a:cubicBezTo>
                  <a:cubicBezTo>
                    <a:pt x="58350" y="85573"/>
                    <a:pt x="53249" y="84897"/>
                    <a:pt x="50490" y="86822"/>
                  </a:cubicBezTo>
                  <a:cubicBezTo>
                    <a:pt x="47888" y="88644"/>
                    <a:pt x="47575" y="93797"/>
                    <a:pt x="46274" y="97493"/>
                  </a:cubicBezTo>
                  <a:cubicBezTo>
                    <a:pt x="44608" y="102334"/>
                    <a:pt x="43359" y="103219"/>
                    <a:pt x="38154" y="103219"/>
                  </a:cubicBezTo>
                  <a:cubicBezTo>
                    <a:pt x="29722" y="103219"/>
                    <a:pt x="21237" y="103219"/>
                    <a:pt x="11868" y="103219"/>
                  </a:cubicBezTo>
                  <a:cubicBezTo>
                    <a:pt x="14158" y="110923"/>
                    <a:pt x="16240" y="118002"/>
                    <a:pt x="18426" y="125237"/>
                  </a:cubicBezTo>
                  <a:cubicBezTo>
                    <a:pt x="20196" y="124716"/>
                    <a:pt x="21081" y="124456"/>
                    <a:pt x="22018" y="124144"/>
                  </a:cubicBezTo>
                  <a:cubicBezTo>
                    <a:pt x="30867" y="121229"/>
                    <a:pt x="39663" y="118366"/>
                    <a:pt x="48460" y="115347"/>
                  </a:cubicBezTo>
                  <a:cubicBezTo>
                    <a:pt x="51323" y="114358"/>
                    <a:pt x="53717" y="114670"/>
                    <a:pt x="56112" y="116544"/>
                  </a:cubicBezTo>
                  <a:cubicBezTo>
                    <a:pt x="61317" y="120552"/>
                    <a:pt x="66730" y="124300"/>
                    <a:pt x="71831" y="128412"/>
                  </a:cubicBezTo>
                  <a:cubicBezTo>
                    <a:pt x="73861" y="130026"/>
                    <a:pt x="75111" y="129869"/>
                    <a:pt x="76985" y="128308"/>
                  </a:cubicBezTo>
                  <a:cubicBezTo>
                    <a:pt x="84168" y="122374"/>
                    <a:pt x="91455" y="116596"/>
                    <a:pt x="98794" y="110818"/>
                  </a:cubicBezTo>
                  <a:cubicBezTo>
                    <a:pt x="102282" y="108060"/>
                    <a:pt x="104832" y="108164"/>
                    <a:pt x="107955" y="111235"/>
                  </a:cubicBezTo>
                  <a:cubicBezTo>
                    <a:pt x="113317" y="116492"/>
                    <a:pt x="118730" y="121749"/>
                    <a:pt x="123883" y="127267"/>
                  </a:cubicBezTo>
                  <a:cubicBezTo>
                    <a:pt x="125132" y="128620"/>
                    <a:pt x="125965" y="130754"/>
                    <a:pt x="126069" y="132628"/>
                  </a:cubicBezTo>
                  <a:cubicBezTo>
                    <a:pt x="126382" y="137729"/>
                    <a:pt x="126173" y="142882"/>
                    <a:pt x="126173" y="148035"/>
                  </a:cubicBezTo>
                  <a:cubicBezTo>
                    <a:pt x="126173" y="152252"/>
                    <a:pt x="124976" y="153813"/>
                    <a:pt x="120916" y="154906"/>
                  </a:cubicBezTo>
                  <a:cubicBezTo>
                    <a:pt x="115086" y="156468"/>
                    <a:pt x="109257" y="157925"/>
                    <a:pt x="103427" y="159435"/>
                  </a:cubicBezTo>
                  <a:cubicBezTo>
                    <a:pt x="103427" y="163391"/>
                    <a:pt x="103427" y="167034"/>
                    <a:pt x="103427" y="171042"/>
                  </a:cubicBezTo>
                  <a:cubicBezTo>
                    <a:pt x="126382" y="167295"/>
                    <a:pt x="144287" y="155999"/>
                    <a:pt x="157821" y="137313"/>
                  </a:cubicBezTo>
                  <a:cubicBezTo>
                    <a:pt x="151887" y="131379"/>
                    <a:pt x="146109" y="125653"/>
                    <a:pt x="140384" y="119927"/>
                  </a:cubicBezTo>
                  <a:cubicBezTo>
                    <a:pt x="136896" y="116388"/>
                    <a:pt x="136688" y="114358"/>
                    <a:pt x="139447" y="110194"/>
                  </a:cubicBezTo>
                  <a:cubicBezTo>
                    <a:pt x="141997" y="106290"/>
                    <a:pt x="144600" y="102438"/>
                    <a:pt x="147150" y="98534"/>
                  </a:cubicBezTo>
                  <a:cubicBezTo>
                    <a:pt x="147671" y="97753"/>
                    <a:pt x="148452" y="96764"/>
                    <a:pt x="148295" y="96036"/>
                  </a:cubicBezTo>
                  <a:cubicBezTo>
                    <a:pt x="147306" y="91455"/>
                    <a:pt x="146109" y="86927"/>
                    <a:pt x="144964" y="82138"/>
                  </a:cubicBezTo>
                  <a:cubicBezTo>
                    <a:pt x="141112" y="83387"/>
                    <a:pt x="137833" y="84376"/>
                    <a:pt x="134606" y="85521"/>
                  </a:cubicBezTo>
                  <a:cubicBezTo>
                    <a:pt x="131379" y="86666"/>
                    <a:pt x="128828" y="85938"/>
                    <a:pt x="126746" y="83127"/>
                  </a:cubicBezTo>
                  <a:cubicBezTo>
                    <a:pt x="121385" y="75944"/>
                    <a:pt x="115867" y="68865"/>
                    <a:pt x="110766" y="61525"/>
                  </a:cubicBezTo>
                  <a:cubicBezTo>
                    <a:pt x="109569" y="59808"/>
                    <a:pt x="109048" y="56997"/>
                    <a:pt x="109413" y="54915"/>
                  </a:cubicBezTo>
                  <a:cubicBezTo>
                    <a:pt x="110766" y="48044"/>
                    <a:pt x="112692" y="41225"/>
                    <a:pt x="114462" y="34458"/>
                  </a:cubicBezTo>
                  <a:cubicBezTo>
                    <a:pt x="115711" y="29670"/>
                    <a:pt x="117064" y="28681"/>
                    <a:pt x="122009" y="28681"/>
                  </a:cubicBezTo>
                  <a:cubicBezTo>
                    <a:pt x="128047" y="28681"/>
                    <a:pt x="134033" y="28681"/>
                    <a:pt x="140644" y="28681"/>
                  </a:cubicBezTo>
                  <a:cubicBezTo>
                    <a:pt x="118730" y="10358"/>
                    <a:pt x="84220" y="6298"/>
                    <a:pt x="58975" y="18999"/>
                  </a:cubicBezTo>
                  <a:close/>
                  <a:moveTo>
                    <a:pt x="11399" y="91819"/>
                  </a:moveTo>
                  <a:cubicBezTo>
                    <a:pt x="19363" y="91819"/>
                    <a:pt x="26859" y="91872"/>
                    <a:pt x="34354" y="91715"/>
                  </a:cubicBezTo>
                  <a:cubicBezTo>
                    <a:pt x="35135" y="91715"/>
                    <a:pt x="36228" y="90466"/>
                    <a:pt x="36592" y="89581"/>
                  </a:cubicBezTo>
                  <a:cubicBezTo>
                    <a:pt x="37946" y="86146"/>
                    <a:pt x="39039" y="82606"/>
                    <a:pt x="40184" y="79119"/>
                  </a:cubicBezTo>
                  <a:cubicBezTo>
                    <a:pt x="41225" y="75996"/>
                    <a:pt x="43255" y="74538"/>
                    <a:pt x="46638" y="74590"/>
                  </a:cubicBezTo>
                  <a:cubicBezTo>
                    <a:pt x="52156" y="74694"/>
                    <a:pt x="57621" y="74642"/>
                    <a:pt x="63139" y="74590"/>
                  </a:cubicBezTo>
                  <a:cubicBezTo>
                    <a:pt x="64128" y="74590"/>
                    <a:pt x="65533" y="74382"/>
                    <a:pt x="65950" y="73705"/>
                  </a:cubicBezTo>
                  <a:cubicBezTo>
                    <a:pt x="69958" y="67303"/>
                    <a:pt x="73809" y="60745"/>
                    <a:pt x="77869" y="54030"/>
                  </a:cubicBezTo>
                  <a:cubicBezTo>
                    <a:pt x="72560" y="51375"/>
                    <a:pt x="67511" y="49189"/>
                    <a:pt x="62826" y="46378"/>
                  </a:cubicBezTo>
                  <a:cubicBezTo>
                    <a:pt x="60536" y="45025"/>
                    <a:pt x="58350" y="42891"/>
                    <a:pt x="56997" y="40548"/>
                  </a:cubicBezTo>
                  <a:cubicBezTo>
                    <a:pt x="53978" y="35343"/>
                    <a:pt x="51479" y="29774"/>
                    <a:pt x="48668" y="24152"/>
                  </a:cubicBezTo>
                  <a:cubicBezTo>
                    <a:pt x="24777" y="40600"/>
                    <a:pt x="12492" y="62775"/>
                    <a:pt x="11399" y="91819"/>
                  </a:cubicBezTo>
                  <a:close/>
                  <a:moveTo>
                    <a:pt x="24881" y="135543"/>
                  </a:moveTo>
                  <a:cubicBezTo>
                    <a:pt x="40288" y="160528"/>
                    <a:pt x="70426" y="173281"/>
                    <a:pt x="91819" y="171615"/>
                  </a:cubicBezTo>
                  <a:cubicBezTo>
                    <a:pt x="91819" y="166410"/>
                    <a:pt x="91819" y="161153"/>
                    <a:pt x="91819" y="155895"/>
                  </a:cubicBezTo>
                  <a:cubicBezTo>
                    <a:pt x="91819" y="151731"/>
                    <a:pt x="93016" y="150222"/>
                    <a:pt x="97181" y="149129"/>
                  </a:cubicBezTo>
                  <a:cubicBezTo>
                    <a:pt x="103010" y="147619"/>
                    <a:pt x="108840" y="146110"/>
                    <a:pt x="114774" y="144600"/>
                  </a:cubicBezTo>
                  <a:cubicBezTo>
                    <a:pt x="114774" y="142258"/>
                    <a:pt x="114878" y="140228"/>
                    <a:pt x="114722" y="138198"/>
                  </a:cubicBezTo>
                  <a:cubicBezTo>
                    <a:pt x="114618" y="136636"/>
                    <a:pt x="114618" y="134606"/>
                    <a:pt x="113733" y="133565"/>
                  </a:cubicBezTo>
                  <a:cubicBezTo>
                    <a:pt x="110402" y="129661"/>
                    <a:pt x="106758" y="126122"/>
                    <a:pt x="103115" y="122374"/>
                  </a:cubicBezTo>
                  <a:cubicBezTo>
                    <a:pt x="94942" y="128880"/>
                    <a:pt x="87239" y="135075"/>
                    <a:pt x="79483" y="141217"/>
                  </a:cubicBezTo>
                  <a:cubicBezTo>
                    <a:pt x="75631" y="144288"/>
                    <a:pt x="73861" y="144288"/>
                    <a:pt x="69958" y="141425"/>
                  </a:cubicBezTo>
                  <a:cubicBezTo>
                    <a:pt x="64232" y="137157"/>
                    <a:pt x="58506" y="132784"/>
                    <a:pt x="52728" y="128620"/>
                  </a:cubicBezTo>
                  <a:cubicBezTo>
                    <a:pt x="51792" y="127943"/>
                    <a:pt x="50282" y="127319"/>
                    <a:pt x="49345" y="127579"/>
                  </a:cubicBezTo>
                  <a:cubicBezTo>
                    <a:pt x="41173" y="130078"/>
                    <a:pt x="33209" y="132784"/>
                    <a:pt x="24881" y="135543"/>
                  </a:cubicBezTo>
                  <a:close/>
                  <a:moveTo>
                    <a:pt x="124976" y="40184"/>
                  </a:moveTo>
                  <a:cubicBezTo>
                    <a:pt x="123831" y="44869"/>
                    <a:pt x="122582" y="49241"/>
                    <a:pt x="121749" y="53665"/>
                  </a:cubicBezTo>
                  <a:cubicBezTo>
                    <a:pt x="121489" y="55071"/>
                    <a:pt x="121801" y="56945"/>
                    <a:pt x="122582" y="58142"/>
                  </a:cubicBezTo>
                  <a:cubicBezTo>
                    <a:pt x="125393" y="62306"/>
                    <a:pt x="128724" y="66054"/>
                    <a:pt x="131431" y="70270"/>
                  </a:cubicBezTo>
                  <a:cubicBezTo>
                    <a:pt x="133305" y="73185"/>
                    <a:pt x="135178" y="73601"/>
                    <a:pt x="138197" y="72248"/>
                  </a:cubicBezTo>
                  <a:cubicBezTo>
                    <a:pt x="140748" y="71051"/>
                    <a:pt x="143611" y="70374"/>
                    <a:pt x="146318" y="69541"/>
                  </a:cubicBezTo>
                  <a:cubicBezTo>
                    <a:pt x="151002" y="68084"/>
                    <a:pt x="153657" y="69437"/>
                    <a:pt x="154906" y="74174"/>
                  </a:cubicBezTo>
                  <a:cubicBezTo>
                    <a:pt x="156780" y="81201"/>
                    <a:pt x="158706" y="88176"/>
                    <a:pt x="160163" y="95307"/>
                  </a:cubicBezTo>
                  <a:cubicBezTo>
                    <a:pt x="160580" y="97285"/>
                    <a:pt x="159955" y="99835"/>
                    <a:pt x="159018" y="101657"/>
                  </a:cubicBezTo>
                  <a:cubicBezTo>
                    <a:pt x="157040" y="105301"/>
                    <a:pt x="154438" y="108632"/>
                    <a:pt x="152251" y="112172"/>
                  </a:cubicBezTo>
                  <a:cubicBezTo>
                    <a:pt x="151783" y="112953"/>
                    <a:pt x="151627" y="114618"/>
                    <a:pt x="152095" y="115139"/>
                  </a:cubicBezTo>
                  <a:cubicBezTo>
                    <a:pt x="155843" y="119147"/>
                    <a:pt x="159747" y="122946"/>
                    <a:pt x="163703" y="126902"/>
                  </a:cubicBezTo>
                  <a:cubicBezTo>
                    <a:pt x="177705" y="99315"/>
                    <a:pt x="173697" y="65481"/>
                    <a:pt x="154177" y="41589"/>
                  </a:cubicBezTo>
                  <a:cubicBezTo>
                    <a:pt x="153605" y="40913"/>
                    <a:pt x="152408" y="40340"/>
                    <a:pt x="151523" y="40288"/>
                  </a:cubicBezTo>
                  <a:cubicBezTo>
                    <a:pt x="142778" y="40132"/>
                    <a:pt x="134085" y="40184"/>
                    <a:pt x="124976" y="4018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5" name="Google Shape;735;p7"/>
            <p:cNvSpPr/>
            <p:nvPr/>
          </p:nvSpPr>
          <p:spPr>
            <a:xfrm>
              <a:off x="4909338" y="6611944"/>
              <a:ext cx="91573" cy="63200"/>
            </a:xfrm>
            <a:custGeom>
              <a:avLst/>
              <a:gdLst/>
              <a:ahLst/>
              <a:cxnLst/>
              <a:rect l="l" t="t" r="r" b="b"/>
              <a:pathLst>
                <a:path w="91573" h="63200" extrusionOk="0">
                  <a:moveTo>
                    <a:pt x="44400" y="40137"/>
                  </a:moveTo>
                  <a:cubicBezTo>
                    <a:pt x="48512" y="40137"/>
                    <a:pt x="52364" y="40345"/>
                    <a:pt x="56112" y="40032"/>
                  </a:cubicBezTo>
                  <a:cubicBezTo>
                    <a:pt x="57257" y="39928"/>
                    <a:pt x="58662" y="38627"/>
                    <a:pt x="59287" y="37534"/>
                  </a:cubicBezTo>
                  <a:cubicBezTo>
                    <a:pt x="63451" y="30507"/>
                    <a:pt x="71259" y="27124"/>
                    <a:pt x="78858" y="29258"/>
                  </a:cubicBezTo>
                  <a:cubicBezTo>
                    <a:pt x="86926" y="31548"/>
                    <a:pt x="91871" y="38419"/>
                    <a:pt x="91559" y="46955"/>
                  </a:cubicBezTo>
                  <a:cubicBezTo>
                    <a:pt x="91299" y="54451"/>
                    <a:pt x="85521" y="61113"/>
                    <a:pt x="77817" y="62831"/>
                  </a:cubicBezTo>
                  <a:cubicBezTo>
                    <a:pt x="70686" y="64393"/>
                    <a:pt x="63035" y="60905"/>
                    <a:pt x="59391" y="54138"/>
                  </a:cubicBezTo>
                  <a:cubicBezTo>
                    <a:pt x="58298" y="52161"/>
                    <a:pt x="57153" y="51484"/>
                    <a:pt x="55019" y="51536"/>
                  </a:cubicBezTo>
                  <a:cubicBezTo>
                    <a:pt x="50386" y="51692"/>
                    <a:pt x="45701" y="51484"/>
                    <a:pt x="41069" y="51640"/>
                  </a:cubicBezTo>
                  <a:cubicBezTo>
                    <a:pt x="37269" y="51744"/>
                    <a:pt x="35135" y="50078"/>
                    <a:pt x="34094" y="46435"/>
                  </a:cubicBezTo>
                  <a:cubicBezTo>
                    <a:pt x="30867" y="34879"/>
                    <a:pt x="27483" y="23324"/>
                    <a:pt x="24048" y="11508"/>
                  </a:cubicBezTo>
                  <a:cubicBezTo>
                    <a:pt x="16084" y="11508"/>
                    <a:pt x="8120" y="11508"/>
                    <a:pt x="0" y="11508"/>
                  </a:cubicBezTo>
                  <a:cubicBezTo>
                    <a:pt x="0" y="7656"/>
                    <a:pt x="0" y="4117"/>
                    <a:pt x="0" y="57"/>
                  </a:cubicBezTo>
                  <a:cubicBezTo>
                    <a:pt x="2967" y="57"/>
                    <a:pt x="6038" y="57"/>
                    <a:pt x="9057" y="57"/>
                  </a:cubicBezTo>
                  <a:cubicBezTo>
                    <a:pt x="15147" y="57"/>
                    <a:pt x="21237" y="161"/>
                    <a:pt x="27327" y="5"/>
                  </a:cubicBezTo>
                  <a:cubicBezTo>
                    <a:pt x="31127" y="-100"/>
                    <a:pt x="33261" y="1566"/>
                    <a:pt x="34302" y="5210"/>
                  </a:cubicBezTo>
                  <a:cubicBezTo>
                    <a:pt x="37581" y="16713"/>
                    <a:pt x="40965" y="28269"/>
                    <a:pt x="44400" y="40137"/>
                  </a:cubicBezTo>
                  <a:close/>
                  <a:moveTo>
                    <a:pt x="80108" y="45706"/>
                  </a:moveTo>
                  <a:cubicBezTo>
                    <a:pt x="80056" y="42739"/>
                    <a:pt x="77245" y="40032"/>
                    <a:pt x="74278" y="40137"/>
                  </a:cubicBezTo>
                  <a:cubicBezTo>
                    <a:pt x="71311" y="40189"/>
                    <a:pt x="68604" y="42999"/>
                    <a:pt x="68708" y="45966"/>
                  </a:cubicBezTo>
                  <a:cubicBezTo>
                    <a:pt x="68760" y="48933"/>
                    <a:pt x="71571" y="51640"/>
                    <a:pt x="74538" y="51536"/>
                  </a:cubicBezTo>
                  <a:cubicBezTo>
                    <a:pt x="77453" y="51484"/>
                    <a:pt x="80160" y="48673"/>
                    <a:pt x="80108" y="457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6" name="Google Shape;736;p7"/>
            <p:cNvSpPr/>
            <p:nvPr/>
          </p:nvSpPr>
          <p:spPr>
            <a:xfrm>
              <a:off x="4909338" y="6347899"/>
              <a:ext cx="91562" cy="57560"/>
            </a:xfrm>
            <a:custGeom>
              <a:avLst/>
              <a:gdLst/>
              <a:ahLst/>
              <a:cxnLst/>
              <a:rect l="l" t="t" r="r" b="b"/>
              <a:pathLst>
                <a:path w="91562" h="57560" extrusionOk="0">
                  <a:moveTo>
                    <a:pt x="0" y="57455"/>
                  </a:moveTo>
                  <a:cubicBezTo>
                    <a:pt x="0" y="53499"/>
                    <a:pt x="0" y="49960"/>
                    <a:pt x="0" y="46004"/>
                  </a:cubicBezTo>
                  <a:cubicBezTo>
                    <a:pt x="5361" y="46004"/>
                    <a:pt x="10567" y="45900"/>
                    <a:pt x="15772" y="46056"/>
                  </a:cubicBezTo>
                  <a:cubicBezTo>
                    <a:pt x="18218" y="46160"/>
                    <a:pt x="19571" y="45431"/>
                    <a:pt x="20665" y="43089"/>
                  </a:cubicBezTo>
                  <a:cubicBezTo>
                    <a:pt x="24985" y="34032"/>
                    <a:pt x="29670" y="25183"/>
                    <a:pt x="33990" y="16178"/>
                  </a:cubicBezTo>
                  <a:cubicBezTo>
                    <a:pt x="35603" y="12847"/>
                    <a:pt x="37842" y="11389"/>
                    <a:pt x="41589" y="11545"/>
                  </a:cubicBezTo>
                  <a:cubicBezTo>
                    <a:pt x="46222" y="11754"/>
                    <a:pt x="50907" y="11754"/>
                    <a:pt x="55539" y="11493"/>
                  </a:cubicBezTo>
                  <a:cubicBezTo>
                    <a:pt x="56736" y="11441"/>
                    <a:pt x="58402" y="10452"/>
                    <a:pt x="58975" y="9411"/>
                  </a:cubicBezTo>
                  <a:cubicBezTo>
                    <a:pt x="63035" y="2228"/>
                    <a:pt x="70738" y="-1415"/>
                    <a:pt x="78286" y="511"/>
                  </a:cubicBezTo>
                  <a:cubicBezTo>
                    <a:pt x="86042" y="2488"/>
                    <a:pt x="91403" y="9047"/>
                    <a:pt x="91559" y="16751"/>
                  </a:cubicBezTo>
                  <a:cubicBezTo>
                    <a:pt x="91715" y="25079"/>
                    <a:pt x="86718" y="31794"/>
                    <a:pt x="78702" y="33980"/>
                  </a:cubicBezTo>
                  <a:cubicBezTo>
                    <a:pt x="71103" y="36062"/>
                    <a:pt x="63191" y="32731"/>
                    <a:pt x="59287" y="25495"/>
                  </a:cubicBezTo>
                  <a:cubicBezTo>
                    <a:pt x="58298" y="23622"/>
                    <a:pt x="57205" y="22945"/>
                    <a:pt x="55175" y="23049"/>
                  </a:cubicBezTo>
                  <a:cubicBezTo>
                    <a:pt x="51375" y="23257"/>
                    <a:pt x="46742" y="21956"/>
                    <a:pt x="43984" y="23674"/>
                  </a:cubicBezTo>
                  <a:cubicBezTo>
                    <a:pt x="41173" y="25391"/>
                    <a:pt x="40184" y="30024"/>
                    <a:pt x="38466" y="33407"/>
                  </a:cubicBezTo>
                  <a:cubicBezTo>
                    <a:pt x="35135" y="40018"/>
                    <a:pt x="31752" y="46576"/>
                    <a:pt x="28524" y="53239"/>
                  </a:cubicBezTo>
                  <a:cubicBezTo>
                    <a:pt x="27067" y="56310"/>
                    <a:pt x="24881" y="57611"/>
                    <a:pt x="21445" y="57559"/>
                  </a:cubicBezTo>
                  <a:cubicBezTo>
                    <a:pt x="14418" y="57351"/>
                    <a:pt x="7391" y="57455"/>
                    <a:pt x="0" y="57455"/>
                  </a:cubicBezTo>
                  <a:close/>
                  <a:moveTo>
                    <a:pt x="80108" y="17271"/>
                  </a:moveTo>
                  <a:cubicBezTo>
                    <a:pt x="80108" y="14304"/>
                    <a:pt x="77297" y="11598"/>
                    <a:pt x="74382" y="11598"/>
                  </a:cubicBezTo>
                  <a:cubicBezTo>
                    <a:pt x="71415" y="11598"/>
                    <a:pt x="68656" y="14408"/>
                    <a:pt x="68708" y="17323"/>
                  </a:cubicBezTo>
                  <a:cubicBezTo>
                    <a:pt x="68760" y="20290"/>
                    <a:pt x="71519" y="22997"/>
                    <a:pt x="74434" y="22997"/>
                  </a:cubicBezTo>
                  <a:cubicBezTo>
                    <a:pt x="77401" y="22997"/>
                    <a:pt x="80108" y="20238"/>
                    <a:pt x="80108" y="172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7" name="Google Shape;737;p7"/>
            <p:cNvSpPr/>
            <p:nvPr/>
          </p:nvSpPr>
          <p:spPr>
            <a:xfrm>
              <a:off x="4966700" y="6399581"/>
              <a:ext cx="85885" cy="40233"/>
            </a:xfrm>
            <a:custGeom>
              <a:avLst/>
              <a:gdLst/>
              <a:ahLst/>
              <a:cxnLst/>
              <a:rect l="l" t="t" r="r" b="b"/>
              <a:pathLst>
                <a:path w="85885" h="40233" extrusionOk="0">
                  <a:moveTo>
                    <a:pt x="0" y="40180"/>
                  </a:moveTo>
                  <a:cubicBezTo>
                    <a:pt x="0" y="36276"/>
                    <a:pt x="0" y="32736"/>
                    <a:pt x="0" y="28728"/>
                  </a:cubicBezTo>
                  <a:cubicBezTo>
                    <a:pt x="2655" y="28728"/>
                    <a:pt x="5257" y="28416"/>
                    <a:pt x="7808" y="28780"/>
                  </a:cubicBezTo>
                  <a:cubicBezTo>
                    <a:pt x="12544" y="29561"/>
                    <a:pt x="15355" y="27635"/>
                    <a:pt x="17437" y="23575"/>
                  </a:cubicBezTo>
                  <a:cubicBezTo>
                    <a:pt x="18895" y="20712"/>
                    <a:pt x="21081" y="18266"/>
                    <a:pt x="22695" y="15507"/>
                  </a:cubicBezTo>
                  <a:cubicBezTo>
                    <a:pt x="24412" y="12644"/>
                    <a:pt x="26651" y="11395"/>
                    <a:pt x="30034" y="11499"/>
                  </a:cubicBezTo>
                  <a:cubicBezTo>
                    <a:pt x="36384" y="11707"/>
                    <a:pt x="42682" y="11447"/>
                    <a:pt x="49033" y="11603"/>
                  </a:cubicBezTo>
                  <a:cubicBezTo>
                    <a:pt x="51271" y="11655"/>
                    <a:pt x="52572" y="11135"/>
                    <a:pt x="53769" y="8949"/>
                  </a:cubicBezTo>
                  <a:cubicBezTo>
                    <a:pt x="57569" y="1870"/>
                    <a:pt x="65481" y="-1410"/>
                    <a:pt x="72925" y="568"/>
                  </a:cubicBezTo>
                  <a:cubicBezTo>
                    <a:pt x="80784" y="2702"/>
                    <a:pt x="85885" y="9313"/>
                    <a:pt x="85885" y="17381"/>
                  </a:cubicBezTo>
                  <a:cubicBezTo>
                    <a:pt x="85885" y="25345"/>
                    <a:pt x="80628" y="31955"/>
                    <a:pt x="72716" y="34038"/>
                  </a:cubicBezTo>
                  <a:cubicBezTo>
                    <a:pt x="65325" y="35963"/>
                    <a:pt x="57517" y="32528"/>
                    <a:pt x="53665" y="25397"/>
                  </a:cubicBezTo>
                  <a:cubicBezTo>
                    <a:pt x="52624" y="23523"/>
                    <a:pt x="51583" y="22898"/>
                    <a:pt x="49553" y="22951"/>
                  </a:cubicBezTo>
                  <a:cubicBezTo>
                    <a:pt x="43828" y="23055"/>
                    <a:pt x="37165" y="21233"/>
                    <a:pt x="32584" y="23523"/>
                  </a:cubicBezTo>
                  <a:cubicBezTo>
                    <a:pt x="28108" y="25813"/>
                    <a:pt x="25662" y="32216"/>
                    <a:pt x="22434" y="36848"/>
                  </a:cubicBezTo>
                  <a:cubicBezTo>
                    <a:pt x="20873" y="39087"/>
                    <a:pt x="18999" y="40284"/>
                    <a:pt x="16188" y="40232"/>
                  </a:cubicBezTo>
                  <a:cubicBezTo>
                    <a:pt x="10931" y="40128"/>
                    <a:pt x="5674" y="40180"/>
                    <a:pt x="0" y="40180"/>
                  </a:cubicBezTo>
                  <a:close/>
                  <a:moveTo>
                    <a:pt x="74382" y="17121"/>
                  </a:moveTo>
                  <a:cubicBezTo>
                    <a:pt x="74278" y="14154"/>
                    <a:pt x="71467" y="11447"/>
                    <a:pt x="68552" y="11551"/>
                  </a:cubicBezTo>
                  <a:cubicBezTo>
                    <a:pt x="65585" y="11655"/>
                    <a:pt x="62931" y="14466"/>
                    <a:pt x="62983" y="17381"/>
                  </a:cubicBezTo>
                  <a:cubicBezTo>
                    <a:pt x="63087" y="20348"/>
                    <a:pt x="65898" y="23055"/>
                    <a:pt x="68812" y="22951"/>
                  </a:cubicBezTo>
                  <a:cubicBezTo>
                    <a:pt x="71779" y="22846"/>
                    <a:pt x="74434" y="20036"/>
                    <a:pt x="74382" y="17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8" name="Google Shape;738;p7"/>
            <p:cNvSpPr/>
            <p:nvPr/>
          </p:nvSpPr>
          <p:spPr>
            <a:xfrm>
              <a:off x="4972425" y="6571723"/>
              <a:ext cx="74454" cy="51657"/>
            </a:xfrm>
            <a:custGeom>
              <a:avLst/>
              <a:gdLst/>
              <a:ahLst/>
              <a:cxnLst/>
              <a:rect l="l" t="t" r="r" b="b"/>
              <a:pathLst>
                <a:path w="74454" h="51657" extrusionOk="0">
                  <a:moveTo>
                    <a:pt x="0" y="11492"/>
                  </a:moveTo>
                  <a:cubicBezTo>
                    <a:pt x="0" y="7484"/>
                    <a:pt x="0" y="3945"/>
                    <a:pt x="0" y="93"/>
                  </a:cubicBezTo>
                  <a:cubicBezTo>
                    <a:pt x="6090" y="93"/>
                    <a:pt x="12076" y="-219"/>
                    <a:pt x="17958" y="301"/>
                  </a:cubicBezTo>
                  <a:cubicBezTo>
                    <a:pt x="19676" y="457"/>
                    <a:pt x="21810" y="2696"/>
                    <a:pt x="22643" y="4465"/>
                  </a:cubicBezTo>
                  <a:cubicBezTo>
                    <a:pt x="25714" y="11284"/>
                    <a:pt x="28316" y="18363"/>
                    <a:pt x="31179" y="25286"/>
                  </a:cubicBezTo>
                  <a:cubicBezTo>
                    <a:pt x="31804" y="26796"/>
                    <a:pt x="31752" y="29138"/>
                    <a:pt x="34406" y="28669"/>
                  </a:cubicBezTo>
                  <a:cubicBezTo>
                    <a:pt x="37165" y="28201"/>
                    <a:pt x="40288" y="30179"/>
                    <a:pt x="42370" y="26067"/>
                  </a:cubicBezTo>
                  <a:cubicBezTo>
                    <a:pt x="45806" y="19404"/>
                    <a:pt x="51896" y="16437"/>
                    <a:pt x="59339" y="17322"/>
                  </a:cubicBezTo>
                  <a:cubicBezTo>
                    <a:pt x="66366" y="18155"/>
                    <a:pt x="71155" y="22267"/>
                    <a:pt x="73497" y="28878"/>
                  </a:cubicBezTo>
                  <a:cubicBezTo>
                    <a:pt x="76464" y="37154"/>
                    <a:pt x="72300" y="46523"/>
                    <a:pt x="64284" y="50115"/>
                  </a:cubicBezTo>
                  <a:cubicBezTo>
                    <a:pt x="56216" y="53758"/>
                    <a:pt x="46638" y="50791"/>
                    <a:pt x="42370" y="42880"/>
                  </a:cubicBezTo>
                  <a:cubicBezTo>
                    <a:pt x="41121" y="40537"/>
                    <a:pt x="39768" y="39913"/>
                    <a:pt x="37373" y="40069"/>
                  </a:cubicBezTo>
                  <a:cubicBezTo>
                    <a:pt x="34771" y="40225"/>
                    <a:pt x="32116" y="40017"/>
                    <a:pt x="29513" y="40121"/>
                  </a:cubicBezTo>
                  <a:cubicBezTo>
                    <a:pt x="26026" y="40277"/>
                    <a:pt x="23944" y="38767"/>
                    <a:pt x="22695" y="35540"/>
                  </a:cubicBezTo>
                  <a:cubicBezTo>
                    <a:pt x="19884" y="28305"/>
                    <a:pt x="16917" y="21174"/>
                    <a:pt x="14158" y="13939"/>
                  </a:cubicBezTo>
                  <a:cubicBezTo>
                    <a:pt x="13377" y="11909"/>
                    <a:pt x="12336" y="11232"/>
                    <a:pt x="10254" y="11336"/>
                  </a:cubicBezTo>
                  <a:cubicBezTo>
                    <a:pt x="6975" y="11596"/>
                    <a:pt x="3644" y="11492"/>
                    <a:pt x="0" y="11492"/>
                  </a:cubicBezTo>
                  <a:close/>
                  <a:moveTo>
                    <a:pt x="57153" y="40121"/>
                  </a:moveTo>
                  <a:cubicBezTo>
                    <a:pt x="60120" y="40121"/>
                    <a:pt x="62879" y="37414"/>
                    <a:pt x="62879" y="34447"/>
                  </a:cubicBezTo>
                  <a:cubicBezTo>
                    <a:pt x="62879" y="31480"/>
                    <a:pt x="60172" y="28721"/>
                    <a:pt x="57205" y="28721"/>
                  </a:cubicBezTo>
                  <a:cubicBezTo>
                    <a:pt x="54238" y="28721"/>
                    <a:pt x="51479" y="31428"/>
                    <a:pt x="51479" y="34395"/>
                  </a:cubicBezTo>
                  <a:cubicBezTo>
                    <a:pt x="51479" y="37362"/>
                    <a:pt x="54238" y="40121"/>
                    <a:pt x="57153" y="40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9" name="Google Shape;739;p7"/>
            <p:cNvSpPr/>
            <p:nvPr/>
          </p:nvSpPr>
          <p:spPr>
            <a:xfrm>
              <a:off x="4995328" y="6491387"/>
              <a:ext cx="68819" cy="34505"/>
            </a:xfrm>
            <a:custGeom>
              <a:avLst/>
              <a:gdLst/>
              <a:ahLst/>
              <a:cxnLst/>
              <a:rect l="l" t="t" r="r" b="b"/>
              <a:pathLst>
                <a:path w="68819" h="34505" extrusionOk="0">
                  <a:moveTo>
                    <a:pt x="0" y="22964"/>
                  </a:moveTo>
                  <a:cubicBezTo>
                    <a:pt x="0" y="18956"/>
                    <a:pt x="0" y="15468"/>
                    <a:pt x="0" y="11512"/>
                  </a:cubicBezTo>
                  <a:cubicBezTo>
                    <a:pt x="1353" y="11512"/>
                    <a:pt x="2603" y="11512"/>
                    <a:pt x="3852" y="11512"/>
                  </a:cubicBezTo>
                  <a:cubicBezTo>
                    <a:pt x="13429" y="11512"/>
                    <a:pt x="22955" y="11460"/>
                    <a:pt x="32532" y="11564"/>
                  </a:cubicBezTo>
                  <a:cubicBezTo>
                    <a:pt x="34406" y="11564"/>
                    <a:pt x="35447" y="11044"/>
                    <a:pt x="36384" y="9326"/>
                  </a:cubicBezTo>
                  <a:cubicBezTo>
                    <a:pt x="40757" y="1258"/>
                    <a:pt x="49501" y="-1969"/>
                    <a:pt x="57725" y="1206"/>
                  </a:cubicBezTo>
                  <a:cubicBezTo>
                    <a:pt x="65481" y="4173"/>
                    <a:pt x="70114" y="12553"/>
                    <a:pt x="68500" y="20569"/>
                  </a:cubicBezTo>
                  <a:cubicBezTo>
                    <a:pt x="66782" y="29158"/>
                    <a:pt x="59183" y="35040"/>
                    <a:pt x="50282" y="34467"/>
                  </a:cubicBezTo>
                  <a:cubicBezTo>
                    <a:pt x="44244" y="34103"/>
                    <a:pt x="39559" y="31084"/>
                    <a:pt x="36749" y="25826"/>
                  </a:cubicBezTo>
                  <a:cubicBezTo>
                    <a:pt x="35499" y="23484"/>
                    <a:pt x="34094" y="23016"/>
                    <a:pt x="31752" y="23016"/>
                  </a:cubicBezTo>
                  <a:cubicBezTo>
                    <a:pt x="22434" y="23120"/>
                    <a:pt x="13117" y="23068"/>
                    <a:pt x="3800" y="23068"/>
                  </a:cubicBezTo>
                  <a:cubicBezTo>
                    <a:pt x="2603" y="22964"/>
                    <a:pt x="1457" y="22964"/>
                    <a:pt x="0" y="22964"/>
                  </a:cubicBezTo>
                  <a:close/>
                  <a:moveTo>
                    <a:pt x="57205" y="17394"/>
                  </a:moveTo>
                  <a:cubicBezTo>
                    <a:pt x="57309" y="14479"/>
                    <a:pt x="54654" y="11616"/>
                    <a:pt x="51687" y="11512"/>
                  </a:cubicBezTo>
                  <a:cubicBezTo>
                    <a:pt x="48773" y="11408"/>
                    <a:pt x="45910" y="14063"/>
                    <a:pt x="45806" y="17030"/>
                  </a:cubicBezTo>
                  <a:cubicBezTo>
                    <a:pt x="45701" y="19945"/>
                    <a:pt x="48356" y="22807"/>
                    <a:pt x="51323" y="22912"/>
                  </a:cubicBezTo>
                  <a:cubicBezTo>
                    <a:pt x="54238" y="23068"/>
                    <a:pt x="57101" y="20361"/>
                    <a:pt x="57205" y="1739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40" name="Google Shape;740;p7"/>
          <p:cNvGrpSpPr/>
          <p:nvPr/>
        </p:nvGrpSpPr>
        <p:grpSpPr>
          <a:xfrm>
            <a:off x="2740313" y="6376331"/>
            <a:ext cx="347590" cy="347590"/>
            <a:chOff x="590912" y="6333677"/>
            <a:chExt cx="347590" cy="347590"/>
          </a:xfrm>
        </p:grpSpPr>
        <p:sp>
          <p:nvSpPr>
            <p:cNvPr id="741" name="Google Shape;741;p7"/>
            <p:cNvSpPr/>
            <p:nvPr/>
          </p:nvSpPr>
          <p:spPr>
            <a:xfrm>
              <a:off x="590912" y="6335150"/>
              <a:ext cx="347590" cy="346117"/>
            </a:xfrm>
            <a:custGeom>
              <a:avLst/>
              <a:gdLst/>
              <a:ahLst/>
              <a:cxnLst/>
              <a:rect l="l" t="t" r="r" b="b"/>
              <a:pathLst>
                <a:path w="347590" h="346117" extrusionOk="0">
                  <a:moveTo>
                    <a:pt x="347591" y="98395"/>
                  </a:moveTo>
                  <a:cubicBezTo>
                    <a:pt x="346440" y="105506"/>
                    <a:pt x="345290" y="112617"/>
                    <a:pt x="344192" y="119728"/>
                  </a:cubicBezTo>
                  <a:cubicBezTo>
                    <a:pt x="343669" y="123074"/>
                    <a:pt x="343303" y="126473"/>
                    <a:pt x="342780" y="129819"/>
                  </a:cubicBezTo>
                  <a:cubicBezTo>
                    <a:pt x="342100" y="134107"/>
                    <a:pt x="339434" y="136041"/>
                    <a:pt x="335094" y="135414"/>
                  </a:cubicBezTo>
                  <a:cubicBezTo>
                    <a:pt x="328401" y="134473"/>
                    <a:pt x="321656" y="133479"/>
                    <a:pt x="314964" y="132486"/>
                  </a:cubicBezTo>
                  <a:cubicBezTo>
                    <a:pt x="312192" y="132068"/>
                    <a:pt x="309735" y="132434"/>
                    <a:pt x="308114" y="134996"/>
                  </a:cubicBezTo>
                  <a:cubicBezTo>
                    <a:pt x="306388" y="137715"/>
                    <a:pt x="307225" y="140172"/>
                    <a:pt x="309003" y="142473"/>
                  </a:cubicBezTo>
                  <a:cubicBezTo>
                    <a:pt x="312977" y="147701"/>
                    <a:pt x="316898" y="152930"/>
                    <a:pt x="320820" y="158211"/>
                  </a:cubicBezTo>
                  <a:cubicBezTo>
                    <a:pt x="324114" y="162655"/>
                    <a:pt x="323695" y="165427"/>
                    <a:pt x="319251" y="168825"/>
                  </a:cubicBezTo>
                  <a:cubicBezTo>
                    <a:pt x="311042" y="174995"/>
                    <a:pt x="302781" y="181217"/>
                    <a:pt x="294519" y="187335"/>
                  </a:cubicBezTo>
                  <a:cubicBezTo>
                    <a:pt x="289970" y="190681"/>
                    <a:pt x="287251" y="190315"/>
                    <a:pt x="283905" y="185871"/>
                  </a:cubicBezTo>
                  <a:cubicBezTo>
                    <a:pt x="279984" y="180747"/>
                    <a:pt x="276114" y="175570"/>
                    <a:pt x="272297" y="170394"/>
                  </a:cubicBezTo>
                  <a:cubicBezTo>
                    <a:pt x="270572" y="168041"/>
                    <a:pt x="268480" y="166368"/>
                    <a:pt x="265448" y="167100"/>
                  </a:cubicBezTo>
                  <a:cubicBezTo>
                    <a:pt x="262206" y="167884"/>
                    <a:pt x="261160" y="170446"/>
                    <a:pt x="260742" y="173479"/>
                  </a:cubicBezTo>
                  <a:cubicBezTo>
                    <a:pt x="259853" y="179962"/>
                    <a:pt x="258912" y="186446"/>
                    <a:pt x="257971" y="192930"/>
                  </a:cubicBezTo>
                  <a:cubicBezTo>
                    <a:pt x="257291" y="197635"/>
                    <a:pt x="255043" y="199570"/>
                    <a:pt x="250337" y="198943"/>
                  </a:cubicBezTo>
                  <a:cubicBezTo>
                    <a:pt x="239566" y="197531"/>
                    <a:pt x="228847" y="196015"/>
                    <a:pt x="218128" y="194341"/>
                  </a:cubicBezTo>
                  <a:cubicBezTo>
                    <a:pt x="213318" y="193609"/>
                    <a:pt x="211749" y="191413"/>
                    <a:pt x="212377" y="186551"/>
                  </a:cubicBezTo>
                  <a:cubicBezTo>
                    <a:pt x="213109" y="180485"/>
                    <a:pt x="214050" y="174472"/>
                    <a:pt x="214886" y="168407"/>
                  </a:cubicBezTo>
                  <a:cubicBezTo>
                    <a:pt x="215043" y="167414"/>
                    <a:pt x="215461" y="166263"/>
                    <a:pt x="215200" y="165427"/>
                  </a:cubicBezTo>
                  <a:cubicBezTo>
                    <a:pt x="214520" y="163440"/>
                    <a:pt x="213893" y="161087"/>
                    <a:pt x="212429" y="159727"/>
                  </a:cubicBezTo>
                  <a:cubicBezTo>
                    <a:pt x="210546" y="157950"/>
                    <a:pt x="207932" y="158629"/>
                    <a:pt x="205841" y="160146"/>
                  </a:cubicBezTo>
                  <a:cubicBezTo>
                    <a:pt x="200664" y="163963"/>
                    <a:pt x="195488" y="167832"/>
                    <a:pt x="190364" y="171701"/>
                  </a:cubicBezTo>
                  <a:cubicBezTo>
                    <a:pt x="184769" y="175884"/>
                    <a:pt x="182416" y="175570"/>
                    <a:pt x="178285" y="170028"/>
                  </a:cubicBezTo>
                  <a:cubicBezTo>
                    <a:pt x="172325" y="162080"/>
                    <a:pt x="166312" y="154133"/>
                    <a:pt x="160351" y="146133"/>
                  </a:cubicBezTo>
                  <a:cubicBezTo>
                    <a:pt x="156900" y="141532"/>
                    <a:pt x="157318" y="138760"/>
                    <a:pt x="161920" y="135309"/>
                  </a:cubicBezTo>
                  <a:cubicBezTo>
                    <a:pt x="167044" y="131440"/>
                    <a:pt x="172220" y="127519"/>
                    <a:pt x="177397" y="123702"/>
                  </a:cubicBezTo>
                  <a:cubicBezTo>
                    <a:pt x="179802" y="121924"/>
                    <a:pt x="181266" y="119780"/>
                    <a:pt x="180429" y="116748"/>
                  </a:cubicBezTo>
                  <a:cubicBezTo>
                    <a:pt x="179645" y="113872"/>
                    <a:pt x="177397" y="112774"/>
                    <a:pt x="174573" y="112408"/>
                  </a:cubicBezTo>
                  <a:cubicBezTo>
                    <a:pt x="168194" y="111571"/>
                    <a:pt x="161815" y="110630"/>
                    <a:pt x="155436" y="109689"/>
                  </a:cubicBezTo>
                  <a:cubicBezTo>
                    <a:pt x="149684" y="108852"/>
                    <a:pt x="147959" y="106656"/>
                    <a:pt x="148743" y="100957"/>
                  </a:cubicBezTo>
                  <a:cubicBezTo>
                    <a:pt x="150155" y="90552"/>
                    <a:pt x="151671" y="80147"/>
                    <a:pt x="153292" y="69742"/>
                  </a:cubicBezTo>
                  <a:cubicBezTo>
                    <a:pt x="154024" y="64879"/>
                    <a:pt x="156534" y="63101"/>
                    <a:pt x="161344" y="63781"/>
                  </a:cubicBezTo>
                  <a:cubicBezTo>
                    <a:pt x="167933" y="64722"/>
                    <a:pt x="174573" y="65611"/>
                    <a:pt x="181161" y="66657"/>
                  </a:cubicBezTo>
                  <a:cubicBezTo>
                    <a:pt x="183985" y="67127"/>
                    <a:pt x="186390" y="66657"/>
                    <a:pt x="188011" y="64147"/>
                  </a:cubicBezTo>
                  <a:cubicBezTo>
                    <a:pt x="189736" y="61480"/>
                    <a:pt x="188900" y="59023"/>
                    <a:pt x="187122" y="56670"/>
                  </a:cubicBezTo>
                  <a:cubicBezTo>
                    <a:pt x="183200" y="51546"/>
                    <a:pt x="179279" y="46422"/>
                    <a:pt x="175567" y="41193"/>
                  </a:cubicBezTo>
                  <a:cubicBezTo>
                    <a:pt x="174312" y="39415"/>
                    <a:pt x="173527" y="37324"/>
                    <a:pt x="172534" y="35337"/>
                  </a:cubicBezTo>
                  <a:cubicBezTo>
                    <a:pt x="172638" y="34918"/>
                    <a:pt x="172795" y="34552"/>
                    <a:pt x="172900" y="34134"/>
                  </a:cubicBezTo>
                  <a:cubicBezTo>
                    <a:pt x="165580" y="35232"/>
                    <a:pt x="158155" y="35807"/>
                    <a:pt x="150992" y="37428"/>
                  </a:cubicBezTo>
                  <a:cubicBezTo>
                    <a:pt x="112352" y="46369"/>
                    <a:pt x="82077" y="78944"/>
                    <a:pt x="77110" y="118212"/>
                  </a:cubicBezTo>
                  <a:cubicBezTo>
                    <a:pt x="72195" y="157270"/>
                    <a:pt x="85999" y="188904"/>
                    <a:pt x="117789" y="212485"/>
                  </a:cubicBezTo>
                  <a:cubicBezTo>
                    <a:pt x="122286" y="215831"/>
                    <a:pt x="126940" y="219230"/>
                    <a:pt x="130757" y="223308"/>
                  </a:cubicBezTo>
                  <a:cubicBezTo>
                    <a:pt x="136770" y="229687"/>
                    <a:pt x="139593" y="237740"/>
                    <a:pt x="139855" y="246471"/>
                  </a:cubicBezTo>
                  <a:cubicBezTo>
                    <a:pt x="140064" y="254262"/>
                    <a:pt x="139907" y="262105"/>
                    <a:pt x="139959" y="269896"/>
                  </a:cubicBezTo>
                  <a:cubicBezTo>
                    <a:pt x="140011" y="277739"/>
                    <a:pt x="144508" y="282445"/>
                    <a:pt x="152351" y="282497"/>
                  </a:cubicBezTo>
                  <a:cubicBezTo>
                    <a:pt x="167201" y="282602"/>
                    <a:pt x="181998" y="282602"/>
                    <a:pt x="196847" y="282497"/>
                  </a:cubicBezTo>
                  <a:cubicBezTo>
                    <a:pt x="204743" y="282445"/>
                    <a:pt x="209187" y="277791"/>
                    <a:pt x="209187" y="269896"/>
                  </a:cubicBezTo>
                  <a:cubicBezTo>
                    <a:pt x="209239" y="262994"/>
                    <a:pt x="209082" y="256092"/>
                    <a:pt x="209239" y="249190"/>
                  </a:cubicBezTo>
                  <a:cubicBezTo>
                    <a:pt x="209448" y="235282"/>
                    <a:pt x="215095" y="224093"/>
                    <a:pt x="226494" y="215884"/>
                  </a:cubicBezTo>
                  <a:cubicBezTo>
                    <a:pt x="230991" y="212642"/>
                    <a:pt x="235435" y="209348"/>
                    <a:pt x="240193" y="205845"/>
                  </a:cubicBezTo>
                  <a:cubicBezTo>
                    <a:pt x="242546" y="208511"/>
                    <a:pt x="245004" y="211230"/>
                    <a:pt x="247827" y="214367"/>
                  </a:cubicBezTo>
                  <a:cubicBezTo>
                    <a:pt x="243435" y="217661"/>
                    <a:pt x="239513" y="221008"/>
                    <a:pt x="235174" y="223831"/>
                  </a:cubicBezTo>
                  <a:cubicBezTo>
                    <a:pt x="225030" y="230419"/>
                    <a:pt x="220376" y="239622"/>
                    <a:pt x="220742" y="251596"/>
                  </a:cubicBezTo>
                  <a:cubicBezTo>
                    <a:pt x="220952" y="257922"/>
                    <a:pt x="220795" y="264249"/>
                    <a:pt x="220742" y="270628"/>
                  </a:cubicBezTo>
                  <a:cubicBezTo>
                    <a:pt x="220690" y="278523"/>
                    <a:pt x="217448" y="284746"/>
                    <a:pt x="211279" y="289661"/>
                  </a:cubicBezTo>
                  <a:cubicBezTo>
                    <a:pt x="210180" y="290549"/>
                    <a:pt x="209344" y="292379"/>
                    <a:pt x="209292" y="293791"/>
                  </a:cubicBezTo>
                  <a:cubicBezTo>
                    <a:pt x="209135" y="303046"/>
                    <a:pt x="209239" y="312353"/>
                    <a:pt x="209187" y="321608"/>
                  </a:cubicBezTo>
                  <a:cubicBezTo>
                    <a:pt x="209135" y="336144"/>
                    <a:pt x="199462" y="345921"/>
                    <a:pt x="184978" y="346078"/>
                  </a:cubicBezTo>
                  <a:cubicBezTo>
                    <a:pt x="178076" y="346130"/>
                    <a:pt x="171174" y="346130"/>
                    <a:pt x="164273" y="346078"/>
                  </a:cubicBezTo>
                  <a:cubicBezTo>
                    <a:pt x="149841" y="345921"/>
                    <a:pt x="140116" y="336196"/>
                    <a:pt x="139959" y="321660"/>
                  </a:cubicBezTo>
                  <a:cubicBezTo>
                    <a:pt x="139907" y="312249"/>
                    <a:pt x="140011" y="302889"/>
                    <a:pt x="139855" y="293477"/>
                  </a:cubicBezTo>
                  <a:cubicBezTo>
                    <a:pt x="139855" y="292170"/>
                    <a:pt x="138966" y="290497"/>
                    <a:pt x="137972" y="289661"/>
                  </a:cubicBezTo>
                  <a:cubicBezTo>
                    <a:pt x="131750" y="284798"/>
                    <a:pt x="128613" y="278471"/>
                    <a:pt x="128456" y="270628"/>
                  </a:cubicBezTo>
                  <a:cubicBezTo>
                    <a:pt x="128351" y="265661"/>
                    <a:pt x="128456" y="260694"/>
                    <a:pt x="128456" y="254785"/>
                  </a:cubicBezTo>
                  <a:cubicBezTo>
                    <a:pt x="125685" y="257504"/>
                    <a:pt x="123436" y="259700"/>
                    <a:pt x="121188" y="261948"/>
                  </a:cubicBezTo>
                  <a:cubicBezTo>
                    <a:pt x="117005" y="266079"/>
                    <a:pt x="115123" y="266288"/>
                    <a:pt x="110312" y="262942"/>
                  </a:cubicBezTo>
                  <a:cubicBezTo>
                    <a:pt x="105763" y="259857"/>
                    <a:pt x="101267" y="256720"/>
                    <a:pt x="96299" y="253321"/>
                  </a:cubicBezTo>
                  <a:cubicBezTo>
                    <a:pt x="94940" y="259543"/>
                    <a:pt x="93737" y="265295"/>
                    <a:pt x="92483" y="270942"/>
                  </a:cubicBezTo>
                  <a:cubicBezTo>
                    <a:pt x="91489" y="275386"/>
                    <a:pt x="89711" y="276746"/>
                    <a:pt x="85162" y="276798"/>
                  </a:cubicBezTo>
                  <a:cubicBezTo>
                    <a:pt x="78365" y="276850"/>
                    <a:pt x="71568" y="276850"/>
                    <a:pt x="64770" y="276798"/>
                  </a:cubicBezTo>
                  <a:cubicBezTo>
                    <a:pt x="60431" y="276746"/>
                    <a:pt x="58653" y="275334"/>
                    <a:pt x="57712" y="271046"/>
                  </a:cubicBezTo>
                  <a:cubicBezTo>
                    <a:pt x="56457" y="265452"/>
                    <a:pt x="55254" y="259805"/>
                    <a:pt x="53999" y="254158"/>
                  </a:cubicBezTo>
                  <a:cubicBezTo>
                    <a:pt x="53999" y="254053"/>
                    <a:pt x="53842" y="254001"/>
                    <a:pt x="53372" y="253583"/>
                  </a:cubicBezTo>
                  <a:cubicBezTo>
                    <a:pt x="49241" y="256406"/>
                    <a:pt x="45006" y="259334"/>
                    <a:pt x="40771" y="262210"/>
                  </a:cubicBezTo>
                  <a:cubicBezTo>
                    <a:pt x="34601" y="266445"/>
                    <a:pt x="33398" y="266341"/>
                    <a:pt x="28065" y="261007"/>
                  </a:cubicBezTo>
                  <a:cubicBezTo>
                    <a:pt x="23673" y="256615"/>
                    <a:pt x="19281" y="252223"/>
                    <a:pt x="14889" y="247779"/>
                  </a:cubicBezTo>
                  <a:cubicBezTo>
                    <a:pt x="10758" y="243648"/>
                    <a:pt x="10601" y="241766"/>
                    <a:pt x="13948" y="236903"/>
                  </a:cubicBezTo>
                  <a:cubicBezTo>
                    <a:pt x="16980" y="232406"/>
                    <a:pt x="20065" y="227962"/>
                    <a:pt x="23464" y="222995"/>
                  </a:cubicBezTo>
                  <a:cubicBezTo>
                    <a:pt x="18287" y="221844"/>
                    <a:pt x="13529" y="220851"/>
                    <a:pt x="8771" y="219805"/>
                  </a:cubicBezTo>
                  <a:cubicBezTo>
                    <a:pt x="7673" y="219544"/>
                    <a:pt x="6575" y="219387"/>
                    <a:pt x="5477" y="219125"/>
                  </a:cubicBezTo>
                  <a:cubicBezTo>
                    <a:pt x="1660" y="218184"/>
                    <a:pt x="92" y="216354"/>
                    <a:pt x="39" y="212485"/>
                  </a:cubicBezTo>
                  <a:cubicBezTo>
                    <a:pt x="-13" y="205374"/>
                    <a:pt x="-13" y="198211"/>
                    <a:pt x="39" y="191100"/>
                  </a:cubicBezTo>
                  <a:cubicBezTo>
                    <a:pt x="92" y="187230"/>
                    <a:pt x="1660" y="185296"/>
                    <a:pt x="5477" y="184459"/>
                  </a:cubicBezTo>
                  <a:cubicBezTo>
                    <a:pt x="11281" y="183152"/>
                    <a:pt x="17085" y="181949"/>
                    <a:pt x="23464" y="180590"/>
                  </a:cubicBezTo>
                  <a:cubicBezTo>
                    <a:pt x="20065" y="175675"/>
                    <a:pt x="16980" y="171126"/>
                    <a:pt x="13843" y="166577"/>
                  </a:cubicBezTo>
                  <a:cubicBezTo>
                    <a:pt x="10549" y="161767"/>
                    <a:pt x="10706" y="159832"/>
                    <a:pt x="14836" y="155701"/>
                  </a:cubicBezTo>
                  <a:cubicBezTo>
                    <a:pt x="19699" y="150839"/>
                    <a:pt x="24562" y="145924"/>
                    <a:pt x="29477" y="141061"/>
                  </a:cubicBezTo>
                  <a:cubicBezTo>
                    <a:pt x="32875" y="137715"/>
                    <a:pt x="35019" y="137505"/>
                    <a:pt x="39045" y="140224"/>
                  </a:cubicBezTo>
                  <a:cubicBezTo>
                    <a:pt x="43803" y="143466"/>
                    <a:pt x="48509" y="146708"/>
                    <a:pt x="53790" y="150316"/>
                  </a:cubicBezTo>
                  <a:cubicBezTo>
                    <a:pt x="54941" y="144721"/>
                    <a:pt x="56143" y="139597"/>
                    <a:pt x="57084" y="134473"/>
                  </a:cubicBezTo>
                  <a:cubicBezTo>
                    <a:pt x="57921" y="129976"/>
                    <a:pt x="59437" y="126316"/>
                    <a:pt x="65032" y="126787"/>
                  </a:cubicBezTo>
                  <a:cubicBezTo>
                    <a:pt x="66078" y="113035"/>
                    <a:pt x="68901" y="100068"/>
                    <a:pt x="74548" y="87833"/>
                  </a:cubicBezTo>
                  <a:cubicBezTo>
                    <a:pt x="87358" y="59964"/>
                    <a:pt x="108116" y="40565"/>
                    <a:pt x="136822" y="29690"/>
                  </a:cubicBezTo>
                  <a:cubicBezTo>
                    <a:pt x="150992" y="24356"/>
                    <a:pt x="165684" y="22160"/>
                    <a:pt x="180743" y="23468"/>
                  </a:cubicBezTo>
                  <a:cubicBezTo>
                    <a:pt x="184246" y="23781"/>
                    <a:pt x="187017" y="22997"/>
                    <a:pt x="189736" y="20696"/>
                  </a:cubicBezTo>
                  <a:cubicBezTo>
                    <a:pt x="193449" y="17559"/>
                    <a:pt x="197475" y="14788"/>
                    <a:pt x="201344" y="11860"/>
                  </a:cubicBezTo>
                  <a:cubicBezTo>
                    <a:pt x="205998" y="8357"/>
                    <a:pt x="208769" y="8723"/>
                    <a:pt x="212220" y="13272"/>
                  </a:cubicBezTo>
                  <a:cubicBezTo>
                    <a:pt x="216089" y="18396"/>
                    <a:pt x="219958" y="23572"/>
                    <a:pt x="223827" y="28749"/>
                  </a:cubicBezTo>
                  <a:cubicBezTo>
                    <a:pt x="225501" y="30945"/>
                    <a:pt x="227435" y="32618"/>
                    <a:pt x="230363" y="31990"/>
                  </a:cubicBezTo>
                  <a:cubicBezTo>
                    <a:pt x="233448" y="31311"/>
                    <a:pt x="234703" y="29062"/>
                    <a:pt x="235121" y="26134"/>
                  </a:cubicBezTo>
                  <a:cubicBezTo>
                    <a:pt x="236063" y="19441"/>
                    <a:pt x="237004" y="12696"/>
                    <a:pt x="238102" y="6004"/>
                  </a:cubicBezTo>
                  <a:cubicBezTo>
                    <a:pt x="238886" y="1089"/>
                    <a:pt x="241291" y="-532"/>
                    <a:pt x="246154" y="148"/>
                  </a:cubicBezTo>
                  <a:cubicBezTo>
                    <a:pt x="256454" y="1612"/>
                    <a:pt x="266755" y="3076"/>
                    <a:pt x="277055" y="4487"/>
                  </a:cubicBezTo>
                  <a:cubicBezTo>
                    <a:pt x="282546" y="5272"/>
                    <a:pt x="284428" y="7677"/>
                    <a:pt x="283644" y="13324"/>
                  </a:cubicBezTo>
                  <a:cubicBezTo>
                    <a:pt x="282755" y="19703"/>
                    <a:pt x="281866" y="26082"/>
                    <a:pt x="280925" y="32461"/>
                  </a:cubicBezTo>
                  <a:cubicBezTo>
                    <a:pt x="280506" y="35389"/>
                    <a:pt x="280872" y="37951"/>
                    <a:pt x="283644" y="39520"/>
                  </a:cubicBezTo>
                  <a:cubicBezTo>
                    <a:pt x="286415" y="41141"/>
                    <a:pt x="288820" y="39990"/>
                    <a:pt x="291121" y="38265"/>
                  </a:cubicBezTo>
                  <a:cubicBezTo>
                    <a:pt x="296349" y="34291"/>
                    <a:pt x="301578" y="30369"/>
                    <a:pt x="306859" y="26448"/>
                  </a:cubicBezTo>
                  <a:cubicBezTo>
                    <a:pt x="310937" y="23415"/>
                    <a:pt x="313918" y="23834"/>
                    <a:pt x="317003" y="27964"/>
                  </a:cubicBezTo>
                  <a:cubicBezTo>
                    <a:pt x="323329" y="36330"/>
                    <a:pt x="329656" y="44748"/>
                    <a:pt x="335931" y="53219"/>
                  </a:cubicBezTo>
                  <a:cubicBezTo>
                    <a:pt x="339120" y="57506"/>
                    <a:pt x="338702" y="60225"/>
                    <a:pt x="334310" y="63572"/>
                  </a:cubicBezTo>
                  <a:cubicBezTo>
                    <a:pt x="329186" y="67493"/>
                    <a:pt x="324009" y="71310"/>
                    <a:pt x="318833" y="75179"/>
                  </a:cubicBezTo>
                  <a:cubicBezTo>
                    <a:pt x="316375" y="77009"/>
                    <a:pt x="314702" y="79153"/>
                    <a:pt x="315643" y="82395"/>
                  </a:cubicBezTo>
                  <a:cubicBezTo>
                    <a:pt x="316532" y="85480"/>
                    <a:pt x="318990" y="86369"/>
                    <a:pt x="321865" y="86735"/>
                  </a:cubicBezTo>
                  <a:cubicBezTo>
                    <a:pt x="328244" y="87571"/>
                    <a:pt x="334623" y="88617"/>
                    <a:pt x="341002" y="89401"/>
                  </a:cubicBezTo>
                  <a:cubicBezTo>
                    <a:pt x="343931" y="89767"/>
                    <a:pt x="345970" y="91231"/>
                    <a:pt x="347591" y="93480"/>
                  </a:cubicBezTo>
                  <a:cubicBezTo>
                    <a:pt x="347591" y="95258"/>
                    <a:pt x="347591" y="96826"/>
                    <a:pt x="347591" y="98395"/>
                  </a:cubicBezTo>
                  <a:close/>
                  <a:moveTo>
                    <a:pt x="332009" y="123283"/>
                  </a:moveTo>
                  <a:cubicBezTo>
                    <a:pt x="333107" y="115545"/>
                    <a:pt x="334205" y="108120"/>
                    <a:pt x="335303" y="100539"/>
                  </a:cubicBezTo>
                  <a:cubicBezTo>
                    <a:pt x="333369" y="100225"/>
                    <a:pt x="331800" y="99963"/>
                    <a:pt x="330284" y="99754"/>
                  </a:cubicBezTo>
                  <a:cubicBezTo>
                    <a:pt x="326048" y="99075"/>
                    <a:pt x="321761" y="98604"/>
                    <a:pt x="317578" y="97767"/>
                  </a:cubicBezTo>
                  <a:cubicBezTo>
                    <a:pt x="310728" y="96408"/>
                    <a:pt x="306232" y="92068"/>
                    <a:pt x="304454" y="85480"/>
                  </a:cubicBezTo>
                  <a:cubicBezTo>
                    <a:pt x="302624" y="78735"/>
                    <a:pt x="304402" y="72617"/>
                    <a:pt x="309839" y="68016"/>
                  </a:cubicBezTo>
                  <a:cubicBezTo>
                    <a:pt x="314388" y="64199"/>
                    <a:pt x="319251" y="60696"/>
                    <a:pt x="324166" y="56931"/>
                  </a:cubicBezTo>
                  <a:cubicBezTo>
                    <a:pt x="319460" y="50709"/>
                    <a:pt x="314964" y="44696"/>
                    <a:pt x="310415" y="38631"/>
                  </a:cubicBezTo>
                  <a:cubicBezTo>
                    <a:pt x="305186" y="42448"/>
                    <a:pt x="300375" y="46265"/>
                    <a:pt x="295251" y="49559"/>
                  </a:cubicBezTo>
                  <a:cubicBezTo>
                    <a:pt x="287356" y="54578"/>
                    <a:pt x="277108" y="52016"/>
                    <a:pt x="271984" y="44225"/>
                  </a:cubicBezTo>
                  <a:cubicBezTo>
                    <a:pt x="268794" y="39415"/>
                    <a:pt x="269003" y="34186"/>
                    <a:pt x="269788" y="28853"/>
                  </a:cubicBezTo>
                  <a:cubicBezTo>
                    <a:pt x="270415" y="24513"/>
                    <a:pt x="271042" y="20226"/>
                    <a:pt x="271670" y="15677"/>
                  </a:cubicBezTo>
                  <a:cubicBezTo>
                    <a:pt x="267644" y="15102"/>
                    <a:pt x="263984" y="14579"/>
                    <a:pt x="260271" y="14056"/>
                  </a:cubicBezTo>
                  <a:cubicBezTo>
                    <a:pt x="256507" y="13533"/>
                    <a:pt x="252794" y="13010"/>
                    <a:pt x="248873" y="12487"/>
                  </a:cubicBezTo>
                  <a:cubicBezTo>
                    <a:pt x="248036" y="18239"/>
                    <a:pt x="247670" y="23572"/>
                    <a:pt x="246363" y="28644"/>
                  </a:cubicBezTo>
                  <a:cubicBezTo>
                    <a:pt x="245422" y="32199"/>
                    <a:pt x="243853" y="36069"/>
                    <a:pt x="241396" y="38735"/>
                  </a:cubicBezTo>
                  <a:cubicBezTo>
                    <a:pt x="233971" y="46683"/>
                    <a:pt x="222154" y="45480"/>
                    <a:pt x="215148" y="36539"/>
                  </a:cubicBezTo>
                  <a:cubicBezTo>
                    <a:pt x="211854" y="32304"/>
                    <a:pt x="208664" y="27964"/>
                    <a:pt x="205370" y="23572"/>
                  </a:cubicBezTo>
                  <a:cubicBezTo>
                    <a:pt x="199043" y="28330"/>
                    <a:pt x="193030" y="32827"/>
                    <a:pt x="186965" y="37376"/>
                  </a:cubicBezTo>
                  <a:cubicBezTo>
                    <a:pt x="190521" y="42186"/>
                    <a:pt x="193867" y="46422"/>
                    <a:pt x="197004" y="50866"/>
                  </a:cubicBezTo>
                  <a:cubicBezTo>
                    <a:pt x="201396" y="57088"/>
                    <a:pt x="201867" y="63781"/>
                    <a:pt x="197893" y="70264"/>
                  </a:cubicBezTo>
                  <a:cubicBezTo>
                    <a:pt x="193919" y="76748"/>
                    <a:pt x="187749" y="79310"/>
                    <a:pt x="180168" y="78264"/>
                  </a:cubicBezTo>
                  <a:cubicBezTo>
                    <a:pt x="174939" y="77532"/>
                    <a:pt x="169658" y="76800"/>
                    <a:pt x="164063" y="76016"/>
                  </a:cubicBezTo>
                  <a:cubicBezTo>
                    <a:pt x="162965" y="83650"/>
                    <a:pt x="161920" y="91075"/>
                    <a:pt x="160822" y="98761"/>
                  </a:cubicBezTo>
                  <a:cubicBezTo>
                    <a:pt x="166259" y="99545"/>
                    <a:pt x="171384" y="100329"/>
                    <a:pt x="176508" y="101061"/>
                  </a:cubicBezTo>
                  <a:cubicBezTo>
                    <a:pt x="180638" y="101637"/>
                    <a:pt x="184351" y="103205"/>
                    <a:pt x="187331" y="106186"/>
                  </a:cubicBezTo>
                  <a:cubicBezTo>
                    <a:pt x="194338" y="113297"/>
                    <a:pt x="194076" y="124643"/>
                    <a:pt x="186442" y="131231"/>
                  </a:cubicBezTo>
                  <a:cubicBezTo>
                    <a:pt x="181946" y="135100"/>
                    <a:pt x="177031" y="138551"/>
                    <a:pt x="172063" y="142368"/>
                  </a:cubicBezTo>
                  <a:cubicBezTo>
                    <a:pt x="176717" y="148538"/>
                    <a:pt x="181214" y="154551"/>
                    <a:pt x="185867" y="160721"/>
                  </a:cubicBezTo>
                  <a:cubicBezTo>
                    <a:pt x="190311" y="157427"/>
                    <a:pt x="194494" y="154290"/>
                    <a:pt x="198625" y="151205"/>
                  </a:cubicBezTo>
                  <a:cubicBezTo>
                    <a:pt x="202913" y="148015"/>
                    <a:pt x="207618" y="146447"/>
                    <a:pt x="212952" y="147545"/>
                  </a:cubicBezTo>
                  <a:cubicBezTo>
                    <a:pt x="222834" y="149584"/>
                    <a:pt x="228272" y="158054"/>
                    <a:pt x="226651" y="168721"/>
                  </a:cubicBezTo>
                  <a:cubicBezTo>
                    <a:pt x="225919" y="173583"/>
                    <a:pt x="225239" y="178498"/>
                    <a:pt x="224507" y="183623"/>
                  </a:cubicBezTo>
                  <a:cubicBezTo>
                    <a:pt x="232298" y="184721"/>
                    <a:pt x="239618" y="185766"/>
                    <a:pt x="247252" y="186864"/>
                  </a:cubicBezTo>
                  <a:cubicBezTo>
                    <a:pt x="247932" y="181792"/>
                    <a:pt x="248664" y="177139"/>
                    <a:pt x="249239" y="172433"/>
                  </a:cubicBezTo>
                  <a:cubicBezTo>
                    <a:pt x="250337" y="163753"/>
                    <a:pt x="254834" y="158002"/>
                    <a:pt x="262206" y="155963"/>
                  </a:cubicBezTo>
                  <a:cubicBezTo>
                    <a:pt x="269578" y="153924"/>
                    <a:pt x="276271" y="156590"/>
                    <a:pt x="281657" y="163649"/>
                  </a:cubicBezTo>
                  <a:cubicBezTo>
                    <a:pt x="284637" y="167623"/>
                    <a:pt x="287617" y="171597"/>
                    <a:pt x="290755" y="175727"/>
                  </a:cubicBezTo>
                  <a:cubicBezTo>
                    <a:pt x="296977" y="171021"/>
                    <a:pt x="303042" y="166525"/>
                    <a:pt x="309212" y="161871"/>
                  </a:cubicBezTo>
                  <a:cubicBezTo>
                    <a:pt x="305866" y="157427"/>
                    <a:pt x="302624" y="153192"/>
                    <a:pt x="299539" y="148904"/>
                  </a:cubicBezTo>
                  <a:cubicBezTo>
                    <a:pt x="294885" y="142473"/>
                    <a:pt x="294467" y="135048"/>
                    <a:pt x="298284" y="128878"/>
                  </a:cubicBezTo>
                  <a:cubicBezTo>
                    <a:pt x="302101" y="122708"/>
                    <a:pt x="309055" y="119780"/>
                    <a:pt x="316794" y="120983"/>
                  </a:cubicBezTo>
                  <a:cubicBezTo>
                    <a:pt x="321604" y="121872"/>
                    <a:pt x="326519" y="122499"/>
                    <a:pt x="332009" y="123283"/>
                  </a:cubicBezTo>
                  <a:close/>
                  <a:moveTo>
                    <a:pt x="66078" y="149375"/>
                  </a:moveTo>
                  <a:cubicBezTo>
                    <a:pt x="65816" y="150107"/>
                    <a:pt x="65607" y="150473"/>
                    <a:pt x="65502" y="150943"/>
                  </a:cubicBezTo>
                  <a:cubicBezTo>
                    <a:pt x="62365" y="162446"/>
                    <a:pt x="54784" y="165218"/>
                    <a:pt x="44901" y="158473"/>
                  </a:cubicBezTo>
                  <a:cubicBezTo>
                    <a:pt x="41660" y="156276"/>
                    <a:pt x="38470" y="154028"/>
                    <a:pt x="35647" y="152146"/>
                  </a:cubicBezTo>
                  <a:cubicBezTo>
                    <a:pt x="31882" y="155806"/>
                    <a:pt x="28483" y="159100"/>
                    <a:pt x="24876" y="162551"/>
                  </a:cubicBezTo>
                  <a:cubicBezTo>
                    <a:pt x="27385" y="166211"/>
                    <a:pt x="30000" y="169923"/>
                    <a:pt x="32457" y="173688"/>
                  </a:cubicBezTo>
                  <a:cubicBezTo>
                    <a:pt x="37634" y="181583"/>
                    <a:pt x="34287" y="190106"/>
                    <a:pt x="25085" y="192250"/>
                  </a:cubicBezTo>
                  <a:cubicBezTo>
                    <a:pt x="20588" y="193296"/>
                    <a:pt x="16091" y="194237"/>
                    <a:pt x="11647" y="195178"/>
                  </a:cubicBezTo>
                  <a:cubicBezTo>
                    <a:pt x="11647" y="199936"/>
                    <a:pt x="11647" y="204380"/>
                    <a:pt x="11647" y="208929"/>
                  </a:cubicBezTo>
                  <a:cubicBezTo>
                    <a:pt x="15725" y="209766"/>
                    <a:pt x="19595" y="210550"/>
                    <a:pt x="23464" y="211387"/>
                  </a:cubicBezTo>
                  <a:cubicBezTo>
                    <a:pt x="34862" y="213897"/>
                    <a:pt x="38156" y="222210"/>
                    <a:pt x="31568" y="231779"/>
                  </a:cubicBezTo>
                  <a:cubicBezTo>
                    <a:pt x="29268" y="235073"/>
                    <a:pt x="27019" y="238419"/>
                    <a:pt x="25032" y="241295"/>
                  </a:cubicBezTo>
                  <a:cubicBezTo>
                    <a:pt x="28692" y="245112"/>
                    <a:pt x="31987" y="248511"/>
                    <a:pt x="35385" y="252066"/>
                  </a:cubicBezTo>
                  <a:cubicBezTo>
                    <a:pt x="39098" y="249556"/>
                    <a:pt x="42758" y="246942"/>
                    <a:pt x="46522" y="244485"/>
                  </a:cubicBezTo>
                  <a:cubicBezTo>
                    <a:pt x="54418" y="239308"/>
                    <a:pt x="62993" y="242707"/>
                    <a:pt x="65136" y="251805"/>
                  </a:cubicBezTo>
                  <a:cubicBezTo>
                    <a:pt x="66182" y="256301"/>
                    <a:pt x="67071" y="260798"/>
                    <a:pt x="68065" y="265295"/>
                  </a:cubicBezTo>
                  <a:cubicBezTo>
                    <a:pt x="72770" y="265295"/>
                    <a:pt x="77267" y="265295"/>
                    <a:pt x="81764" y="265295"/>
                  </a:cubicBezTo>
                  <a:cubicBezTo>
                    <a:pt x="82705" y="260903"/>
                    <a:pt x="83541" y="256720"/>
                    <a:pt x="84483" y="252537"/>
                  </a:cubicBezTo>
                  <a:cubicBezTo>
                    <a:pt x="86836" y="242236"/>
                    <a:pt x="95254" y="238994"/>
                    <a:pt x="103986" y="244903"/>
                  </a:cubicBezTo>
                  <a:cubicBezTo>
                    <a:pt x="107489" y="247308"/>
                    <a:pt x="110992" y="249713"/>
                    <a:pt x="114809" y="252328"/>
                  </a:cubicBezTo>
                  <a:cubicBezTo>
                    <a:pt x="118260" y="248772"/>
                    <a:pt x="121293" y="245269"/>
                    <a:pt x="124744" y="242184"/>
                  </a:cubicBezTo>
                  <a:cubicBezTo>
                    <a:pt x="126731" y="240354"/>
                    <a:pt x="126678" y="238942"/>
                    <a:pt x="125632" y="236694"/>
                  </a:cubicBezTo>
                  <a:cubicBezTo>
                    <a:pt x="121502" y="227648"/>
                    <a:pt x="112613" y="223884"/>
                    <a:pt x="105554" y="218080"/>
                  </a:cubicBezTo>
                  <a:cubicBezTo>
                    <a:pt x="95254" y="235491"/>
                    <a:pt x="78313" y="238733"/>
                    <a:pt x="66182" y="235648"/>
                  </a:cubicBezTo>
                  <a:cubicBezTo>
                    <a:pt x="51960" y="231988"/>
                    <a:pt x="40928" y="219805"/>
                    <a:pt x="40352" y="204746"/>
                  </a:cubicBezTo>
                  <a:cubicBezTo>
                    <a:pt x="39516" y="184041"/>
                    <a:pt x="50914" y="172172"/>
                    <a:pt x="70313" y="167414"/>
                  </a:cubicBezTo>
                  <a:cubicBezTo>
                    <a:pt x="68901" y="161348"/>
                    <a:pt x="67542" y="155544"/>
                    <a:pt x="66078" y="149375"/>
                  </a:cubicBezTo>
                  <a:close/>
                  <a:moveTo>
                    <a:pt x="76587" y="224877"/>
                  </a:moveTo>
                  <a:cubicBezTo>
                    <a:pt x="83907" y="224668"/>
                    <a:pt x="90862" y="220589"/>
                    <a:pt x="95411" y="212276"/>
                  </a:cubicBezTo>
                  <a:cubicBezTo>
                    <a:pt x="96456" y="210341"/>
                    <a:pt x="96195" y="209139"/>
                    <a:pt x="94731" y="207622"/>
                  </a:cubicBezTo>
                  <a:cubicBezTo>
                    <a:pt x="87672" y="200250"/>
                    <a:pt x="81816" y="191936"/>
                    <a:pt x="77215" y="182838"/>
                  </a:cubicBezTo>
                  <a:cubicBezTo>
                    <a:pt x="75071" y="178551"/>
                    <a:pt x="74705" y="178446"/>
                    <a:pt x="69842" y="179544"/>
                  </a:cubicBezTo>
                  <a:cubicBezTo>
                    <a:pt x="58391" y="182263"/>
                    <a:pt x="50914" y="192668"/>
                    <a:pt x="52065" y="204119"/>
                  </a:cubicBezTo>
                  <a:cubicBezTo>
                    <a:pt x="53267" y="215988"/>
                    <a:pt x="62574" y="224511"/>
                    <a:pt x="76587" y="224877"/>
                  </a:cubicBezTo>
                  <a:close/>
                  <a:moveTo>
                    <a:pt x="151410" y="317477"/>
                  </a:moveTo>
                  <a:cubicBezTo>
                    <a:pt x="151410" y="319046"/>
                    <a:pt x="151410" y="320248"/>
                    <a:pt x="151410" y="321503"/>
                  </a:cubicBezTo>
                  <a:cubicBezTo>
                    <a:pt x="151462" y="330078"/>
                    <a:pt x="156063" y="334627"/>
                    <a:pt x="164639" y="334680"/>
                  </a:cubicBezTo>
                  <a:cubicBezTo>
                    <a:pt x="169135" y="334680"/>
                    <a:pt x="173684" y="334680"/>
                    <a:pt x="178181" y="334680"/>
                  </a:cubicBezTo>
                  <a:cubicBezTo>
                    <a:pt x="181109" y="334680"/>
                    <a:pt x="184089" y="334836"/>
                    <a:pt x="186965" y="334575"/>
                  </a:cubicBezTo>
                  <a:cubicBezTo>
                    <a:pt x="194860" y="333843"/>
                    <a:pt x="198886" y="327046"/>
                    <a:pt x="197109" y="317477"/>
                  </a:cubicBezTo>
                  <a:cubicBezTo>
                    <a:pt x="182102" y="317477"/>
                    <a:pt x="166991" y="317477"/>
                    <a:pt x="151410" y="317477"/>
                  </a:cubicBezTo>
                  <a:close/>
                  <a:moveTo>
                    <a:pt x="197475" y="294575"/>
                  </a:moveTo>
                  <a:cubicBezTo>
                    <a:pt x="181946" y="294575"/>
                    <a:pt x="166782" y="294575"/>
                    <a:pt x="151671" y="294575"/>
                  </a:cubicBezTo>
                  <a:cubicBezTo>
                    <a:pt x="151671" y="298445"/>
                    <a:pt x="151671" y="302000"/>
                    <a:pt x="151671" y="305556"/>
                  </a:cubicBezTo>
                  <a:cubicBezTo>
                    <a:pt x="167096" y="305556"/>
                    <a:pt x="182259" y="305556"/>
                    <a:pt x="197475" y="305556"/>
                  </a:cubicBezTo>
                  <a:cubicBezTo>
                    <a:pt x="197475" y="301739"/>
                    <a:pt x="197475" y="298288"/>
                    <a:pt x="197475" y="2945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2" name="Google Shape;742;p7"/>
            <p:cNvSpPr/>
            <p:nvPr/>
          </p:nvSpPr>
          <p:spPr>
            <a:xfrm>
              <a:off x="655839" y="6333677"/>
              <a:ext cx="22901" cy="49097"/>
            </a:xfrm>
            <a:custGeom>
              <a:avLst/>
              <a:gdLst/>
              <a:ahLst/>
              <a:cxnLst/>
              <a:rect l="l" t="t" r="r" b="b"/>
              <a:pathLst>
                <a:path w="22901" h="49097" extrusionOk="0">
                  <a:moveTo>
                    <a:pt x="11085" y="52"/>
                  </a:moveTo>
                  <a:cubicBezTo>
                    <a:pt x="15006" y="15320"/>
                    <a:pt x="18876" y="30588"/>
                    <a:pt x="22902" y="46169"/>
                  </a:cubicBezTo>
                  <a:cubicBezTo>
                    <a:pt x="19189" y="47163"/>
                    <a:pt x="15738" y="48052"/>
                    <a:pt x="11765" y="49097"/>
                  </a:cubicBezTo>
                  <a:cubicBezTo>
                    <a:pt x="7843" y="33725"/>
                    <a:pt x="3922" y="18510"/>
                    <a:pt x="0" y="3190"/>
                  </a:cubicBezTo>
                  <a:cubicBezTo>
                    <a:pt x="3399" y="2091"/>
                    <a:pt x="6536" y="1046"/>
                    <a:pt x="9725" y="0"/>
                  </a:cubicBezTo>
                  <a:cubicBezTo>
                    <a:pt x="10144" y="52"/>
                    <a:pt x="10614" y="52"/>
                    <a:pt x="11085" y="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3" name="Google Shape;743;p7"/>
            <p:cNvSpPr/>
            <p:nvPr/>
          </p:nvSpPr>
          <p:spPr>
            <a:xfrm>
              <a:off x="684820" y="6399349"/>
              <a:ext cx="86206" cy="177984"/>
            </a:xfrm>
            <a:custGeom>
              <a:avLst/>
              <a:gdLst/>
              <a:ahLst/>
              <a:cxnLst/>
              <a:rect l="l" t="t" r="r" b="b"/>
              <a:pathLst>
                <a:path w="86206" h="177984" extrusionOk="0">
                  <a:moveTo>
                    <a:pt x="86207" y="177985"/>
                  </a:moveTo>
                  <a:cubicBezTo>
                    <a:pt x="82442" y="177985"/>
                    <a:pt x="78834" y="177985"/>
                    <a:pt x="74965" y="177985"/>
                  </a:cubicBezTo>
                  <a:cubicBezTo>
                    <a:pt x="74704" y="175789"/>
                    <a:pt x="74547" y="173540"/>
                    <a:pt x="74129" y="171344"/>
                  </a:cubicBezTo>
                  <a:cubicBezTo>
                    <a:pt x="71410" y="158482"/>
                    <a:pt x="64037" y="149279"/>
                    <a:pt x="51959" y="144155"/>
                  </a:cubicBezTo>
                  <a:cubicBezTo>
                    <a:pt x="40142" y="139136"/>
                    <a:pt x="29685" y="132286"/>
                    <a:pt x="20900" y="122874"/>
                  </a:cubicBezTo>
                  <a:cubicBezTo>
                    <a:pt x="-9217" y="90666"/>
                    <a:pt x="-6446" y="36915"/>
                    <a:pt x="27018" y="8209"/>
                  </a:cubicBezTo>
                  <a:cubicBezTo>
                    <a:pt x="30260" y="5438"/>
                    <a:pt x="33763" y="2876"/>
                    <a:pt x="37423" y="0"/>
                  </a:cubicBezTo>
                  <a:cubicBezTo>
                    <a:pt x="39567" y="3399"/>
                    <a:pt x="41554" y="6484"/>
                    <a:pt x="43645" y="9778"/>
                  </a:cubicBezTo>
                  <a:cubicBezTo>
                    <a:pt x="41345" y="11555"/>
                    <a:pt x="39149" y="13072"/>
                    <a:pt x="37109" y="14797"/>
                  </a:cubicBezTo>
                  <a:cubicBezTo>
                    <a:pt x="-2890" y="47424"/>
                    <a:pt x="5267" y="110430"/>
                    <a:pt x="52273" y="131502"/>
                  </a:cubicBezTo>
                  <a:cubicBezTo>
                    <a:pt x="61893" y="135842"/>
                    <a:pt x="70835" y="140861"/>
                    <a:pt x="77109" y="149645"/>
                  </a:cubicBezTo>
                  <a:cubicBezTo>
                    <a:pt x="83070" y="158116"/>
                    <a:pt x="86207" y="167475"/>
                    <a:pt x="86207" y="17798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4" name="Google Shape;744;p7"/>
            <p:cNvSpPr/>
            <p:nvPr/>
          </p:nvSpPr>
          <p:spPr>
            <a:xfrm>
              <a:off x="606323" y="6365153"/>
              <a:ext cx="47058" cy="38221"/>
            </a:xfrm>
            <a:custGeom>
              <a:avLst/>
              <a:gdLst/>
              <a:ahLst/>
              <a:cxnLst/>
              <a:rect l="l" t="t" r="r" b="b"/>
              <a:pathLst>
                <a:path w="47058" h="38221" extrusionOk="0">
                  <a:moveTo>
                    <a:pt x="0" y="9359"/>
                  </a:moveTo>
                  <a:cubicBezTo>
                    <a:pt x="2353" y="6118"/>
                    <a:pt x="4392" y="3242"/>
                    <a:pt x="6693" y="0"/>
                  </a:cubicBezTo>
                  <a:cubicBezTo>
                    <a:pt x="20183" y="9621"/>
                    <a:pt x="33516" y="19137"/>
                    <a:pt x="47058" y="28810"/>
                  </a:cubicBezTo>
                  <a:cubicBezTo>
                    <a:pt x="44810" y="31947"/>
                    <a:pt x="42771" y="34875"/>
                    <a:pt x="40366" y="38222"/>
                  </a:cubicBezTo>
                  <a:cubicBezTo>
                    <a:pt x="26928" y="28601"/>
                    <a:pt x="13595" y="19085"/>
                    <a:pt x="0" y="93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5" name="Google Shape;745;p7"/>
            <p:cNvSpPr/>
            <p:nvPr/>
          </p:nvSpPr>
          <p:spPr>
            <a:xfrm>
              <a:off x="596755" y="6421937"/>
              <a:ext cx="48888" cy="22692"/>
            </a:xfrm>
            <a:custGeom>
              <a:avLst/>
              <a:gdLst/>
              <a:ahLst/>
              <a:cxnLst/>
              <a:rect l="l" t="t" r="r" b="b"/>
              <a:pathLst>
                <a:path w="48888" h="22692" extrusionOk="0">
                  <a:moveTo>
                    <a:pt x="0" y="11503"/>
                  </a:moveTo>
                  <a:cubicBezTo>
                    <a:pt x="15582" y="7582"/>
                    <a:pt x="30692" y="3817"/>
                    <a:pt x="46117" y="0"/>
                  </a:cubicBezTo>
                  <a:cubicBezTo>
                    <a:pt x="47058" y="3765"/>
                    <a:pt x="47947" y="7320"/>
                    <a:pt x="48888" y="11189"/>
                  </a:cubicBezTo>
                  <a:cubicBezTo>
                    <a:pt x="33464" y="15059"/>
                    <a:pt x="18405" y="18823"/>
                    <a:pt x="2823" y="22693"/>
                  </a:cubicBezTo>
                  <a:cubicBezTo>
                    <a:pt x="1882" y="18980"/>
                    <a:pt x="993" y="15477"/>
                    <a:pt x="0" y="115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6" name="Google Shape;746;p7"/>
            <p:cNvSpPr/>
            <p:nvPr/>
          </p:nvSpPr>
          <p:spPr>
            <a:xfrm>
              <a:off x="865614" y="6578850"/>
              <a:ext cx="41986" cy="37698"/>
            </a:xfrm>
            <a:custGeom>
              <a:avLst/>
              <a:gdLst/>
              <a:ahLst/>
              <a:cxnLst/>
              <a:rect l="l" t="t" r="r" b="b"/>
              <a:pathLst>
                <a:path w="41986" h="37698" extrusionOk="0">
                  <a:moveTo>
                    <a:pt x="34562" y="37699"/>
                  </a:moveTo>
                  <a:cubicBezTo>
                    <a:pt x="22902" y="27974"/>
                    <a:pt x="11555" y="18510"/>
                    <a:pt x="0" y="8889"/>
                  </a:cubicBezTo>
                  <a:cubicBezTo>
                    <a:pt x="2510" y="5856"/>
                    <a:pt x="4863" y="2980"/>
                    <a:pt x="7372" y="0"/>
                  </a:cubicBezTo>
                  <a:cubicBezTo>
                    <a:pt x="18928" y="9621"/>
                    <a:pt x="30274" y="19085"/>
                    <a:pt x="41986" y="28810"/>
                  </a:cubicBezTo>
                  <a:cubicBezTo>
                    <a:pt x="39529" y="31790"/>
                    <a:pt x="37176" y="34562"/>
                    <a:pt x="34562" y="376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7" name="Google Shape;747;p7"/>
            <p:cNvSpPr/>
            <p:nvPr/>
          </p:nvSpPr>
          <p:spPr>
            <a:xfrm>
              <a:off x="840726" y="6595007"/>
              <a:ext cx="10927" cy="40104"/>
            </a:xfrm>
            <a:custGeom>
              <a:avLst/>
              <a:gdLst/>
              <a:ahLst/>
              <a:cxnLst/>
              <a:rect l="l" t="t" r="r" b="b"/>
              <a:pathLst>
                <a:path w="10927" h="40104" extrusionOk="0">
                  <a:moveTo>
                    <a:pt x="10928" y="40104"/>
                  </a:moveTo>
                  <a:cubicBezTo>
                    <a:pt x="7216" y="40104"/>
                    <a:pt x="3712" y="40104"/>
                    <a:pt x="0" y="40104"/>
                  </a:cubicBezTo>
                  <a:cubicBezTo>
                    <a:pt x="0" y="26719"/>
                    <a:pt x="0" y="13438"/>
                    <a:pt x="0" y="0"/>
                  </a:cubicBezTo>
                  <a:cubicBezTo>
                    <a:pt x="3660" y="0"/>
                    <a:pt x="7163" y="0"/>
                    <a:pt x="10928" y="0"/>
                  </a:cubicBezTo>
                  <a:cubicBezTo>
                    <a:pt x="10928" y="13281"/>
                    <a:pt x="10928" y="26562"/>
                    <a:pt x="10928" y="401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8" name="Google Shape;748;p7"/>
            <p:cNvSpPr/>
            <p:nvPr/>
          </p:nvSpPr>
          <p:spPr>
            <a:xfrm>
              <a:off x="875287" y="6548942"/>
              <a:ext cx="39947" cy="11032"/>
            </a:xfrm>
            <a:custGeom>
              <a:avLst/>
              <a:gdLst/>
              <a:ahLst/>
              <a:cxnLst/>
              <a:rect l="l" t="t" r="r" b="b"/>
              <a:pathLst>
                <a:path w="39947" h="11032" extrusionOk="0">
                  <a:moveTo>
                    <a:pt x="0" y="11033"/>
                  </a:moveTo>
                  <a:cubicBezTo>
                    <a:pt x="0" y="7320"/>
                    <a:pt x="0" y="3765"/>
                    <a:pt x="0" y="0"/>
                  </a:cubicBezTo>
                  <a:cubicBezTo>
                    <a:pt x="13385" y="0"/>
                    <a:pt x="26562" y="0"/>
                    <a:pt x="39947" y="0"/>
                  </a:cubicBezTo>
                  <a:cubicBezTo>
                    <a:pt x="39947" y="3608"/>
                    <a:pt x="39947" y="7216"/>
                    <a:pt x="39947" y="11033"/>
                  </a:cubicBezTo>
                  <a:cubicBezTo>
                    <a:pt x="26719" y="11033"/>
                    <a:pt x="13438" y="11033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9" name="Google Shape;749;p7"/>
            <p:cNvSpPr/>
            <p:nvPr/>
          </p:nvSpPr>
          <p:spPr>
            <a:xfrm>
              <a:off x="759942" y="6589151"/>
              <a:ext cx="11032" cy="16993"/>
            </a:xfrm>
            <a:custGeom>
              <a:avLst/>
              <a:gdLst/>
              <a:ahLst/>
              <a:cxnLst/>
              <a:rect l="l" t="t" r="r" b="b"/>
              <a:pathLst>
                <a:path w="11032" h="16993" extrusionOk="0">
                  <a:moveTo>
                    <a:pt x="0" y="0"/>
                  </a:moveTo>
                  <a:cubicBezTo>
                    <a:pt x="3817" y="0"/>
                    <a:pt x="7268" y="0"/>
                    <a:pt x="11033" y="0"/>
                  </a:cubicBezTo>
                  <a:cubicBezTo>
                    <a:pt x="11033" y="5647"/>
                    <a:pt x="11033" y="11189"/>
                    <a:pt x="11033" y="16993"/>
                  </a:cubicBezTo>
                  <a:cubicBezTo>
                    <a:pt x="7320" y="16993"/>
                    <a:pt x="3765" y="16993"/>
                    <a:pt x="0" y="16993"/>
                  </a:cubicBezTo>
                  <a:cubicBezTo>
                    <a:pt x="0" y="11294"/>
                    <a:pt x="0" y="580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0" name="Google Shape;750;p7"/>
            <p:cNvSpPr/>
            <p:nvPr/>
          </p:nvSpPr>
          <p:spPr>
            <a:xfrm>
              <a:off x="792726" y="6388682"/>
              <a:ext cx="92286" cy="92286"/>
            </a:xfrm>
            <a:custGeom>
              <a:avLst/>
              <a:gdLst/>
              <a:ahLst/>
              <a:cxnLst/>
              <a:rect l="l" t="t" r="r" b="b"/>
              <a:pathLst>
                <a:path w="92286" h="92286" extrusionOk="0">
                  <a:moveTo>
                    <a:pt x="0" y="46117"/>
                  </a:moveTo>
                  <a:cubicBezTo>
                    <a:pt x="52" y="20706"/>
                    <a:pt x="20810" y="-52"/>
                    <a:pt x="46274" y="0"/>
                  </a:cubicBezTo>
                  <a:cubicBezTo>
                    <a:pt x="71738" y="52"/>
                    <a:pt x="92339" y="20758"/>
                    <a:pt x="92286" y="46274"/>
                  </a:cubicBezTo>
                  <a:cubicBezTo>
                    <a:pt x="92234" y="71633"/>
                    <a:pt x="71633" y="92182"/>
                    <a:pt x="46274" y="92287"/>
                  </a:cubicBezTo>
                  <a:cubicBezTo>
                    <a:pt x="20915" y="92391"/>
                    <a:pt x="0" y="71476"/>
                    <a:pt x="0" y="46117"/>
                  </a:cubicBezTo>
                  <a:close/>
                  <a:moveTo>
                    <a:pt x="80731" y="46274"/>
                  </a:moveTo>
                  <a:cubicBezTo>
                    <a:pt x="80783" y="27242"/>
                    <a:pt x="65359" y="11660"/>
                    <a:pt x="46431" y="11556"/>
                  </a:cubicBezTo>
                  <a:cubicBezTo>
                    <a:pt x="27398" y="11451"/>
                    <a:pt x="11555" y="27189"/>
                    <a:pt x="11555" y="46169"/>
                  </a:cubicBezTo>
                  <a:cubicBezTo>
                    <a:pt x="11608" y="64941"/>
                    <a:pt x="27346" y="80731"/>
                    <a:pt x="46117" y="80783"/>
                  </a:cubicBezTo>
                  <a:cubicBezTo>
                    <a:pt x="64940" y="80836"/>
                    <a:pt x="80679" y="65097"/>
                    <a:pt x="80731" y="46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51" name="Google Shape;751;p7"/>
          <p:cNvGrpSpPr/>
          <p:nvPr/>
        </p:nvGrpSpPr>
        <p:grpSpPr>
          <a:xfrm>
            <a:off x="4512595" y="6338111"/>
            <a:ext cx="346984" cy="353721"/>
            <a:chOff x="2499198" y="6329527"/>
            <a:chExt cx="346984" cy="353721"/>
          </a:xfrm>
        </p:grpSpPr>
        <p:sp>
          <p:nvSpPr>
            <p:cNvPr id="752" name="Google Shape;752;p7"/>
            <p:cNvSpPr/>
            <p:nvPr/>
          </p:nvSpPr>
          <p:spPr>
            <a:xfrm>
              <a:off x="2510141" y="6329527"/>
              <a:ext cx="325277" cy="353721"/>
            </a:xfrm>
            <a:custGeom>
              <a:avLst/>
              <a:gdLst/>
              <a:ahLst/>
              <a:cxnLst/>
              <a:rect l="l" t="t" r="r" b="b"/>
              <a:pathLst>
                <a:path w="325277" h="353721" extrusionOk="0">
                  <a:moveTo>
                    <a:pt x="252337" y="212965"/>
                  </a:moveTo>
                  <a:cubicBezTo>
                    <a:pt x="252337" y="217932"/>
                    <a:pt x="252232" y="222533"/>
                    <a:pt x="252441" y="227082"/>
                  </a:cubicBezTo>
                  <a:cubicBezTo>
                    <a:pt x="252494" y="228128"/>
                    <a:pt x="253330" y="229331"/>
                    <a:pt x="254167" y="230167"/>
                  </a:cubicBezTo>
                  <a:cubicBezTo>
                    <a:pt x="256834" y="232938"/>
                    <a:pt x="259605" y="235605"/>
                    <a:pt x="262533" y="238481"/>
                  </a:cubicBezTo>
                  <a:cubicBezTo>
                    <a:pt x="259448" y="241304"/>
                    <a:pt x="256677" y="243866"/>
                    <a:pt x="253592" y="246638"/>
                  </a:cubicBezTo>
                  <a:cubicBezTo>
                    <a:pt x="248206" y="241252"/>
                    <a:pt x="242507" y="235501"/>
                    <a:pt x="236755" y="229801"/>
                  </a:cubicBezTo>
                  <a:cubicBezTo>
                    <a:pt x="235762" y="228808"/>
                    <a:pt x="234821" y="227867"/>
                    <a:pt x="233827" y="226873"/>
                  </a:cubicBezTo>
                  <a:cubicBezTo>
                    <a:pt x="230376" y="223579"/>
                    <a:pt x="226455" y="223370"/>
                    <a:pt x="223631" y="226298"/>
                  </a:cubicBezTo>
                  <a:cubicBezTo>
                    <a:pt x="220912" y="229174"/>
                    <a:pt x="221069" y="232938"/>
                    <a:pt x="224311" y="236233"/>
                  </a:cubicBezTo>
                  <a:cubicBezTo>
                    <a:pt x="230429" y="242455"/>
                    <a:pt x="236651" y="248572"/>
                    <a:pt x="242821" y="254742"/>
                  </a:cubicBezTo>
                  <a:cubicBezTo>
                    <a:pt x="247474" y="259448"/>
                    <a:pt x="247579" y="261539"/>
                    <a:pt x="243343" y="266454"/>
                  </a:cubicBezTo>
                  <a:cubicBezTo>
                    <a:pt x="233618" y="277748"/>
                    <a:pt x="234193" y="293801"/>
                    <a:pt x="244964" y="304728"/>
                  </a:cubicBezTo>
                  <a:cubicBezTo>
                    <a:pt x="257827" y="317800"/>
                    <a:pt x="270846" y="330663"/>
                    <a:pt x="283814" y="343630"/>
                  </a:cubicBezTo>
                  <a:cubicBezTo>
                    <a:pt x="284598" y="344414"/>
                    <a:pt x="285330" y="345251"/>
                    <a:pt x="286062" y="345983"/>
                  </a:cubicBezTo>
                  <a:cubicBezTo>
                    <a:pt x="283186" y="348597"/>
                    <a:pt x="280363" y="351159"/>
                    <a:pt x="277591" y="353721"/>
                  </a:cubicBezTo>
                  <a:cubicBezTo>
                    <a:pt x="270010" y="346087"/>
                    <a:pt x="261748" y="337774"/>
                    <a:pt x="253539" y="329513"/>
                  </a:cubicBezTo>
                  <a:cubicBezTo>
                    <a:pt x="253173" y="329669"/>
                    <a:pt x="252755" y="329826"/>
                    <a:pt x="252389" y="329983"/>
                  </a:cubicBezTo>
                  <a:cubicBezTo>
                    <a:pt x="252389" y="334114"/>
                    <a:pt x="252389" y="338244"/>
                    <a:pt x="252389" y="342375"/>
                  </a:cubicBezTo>
                  <a:cubicBezTo>
                    <a:pt x="252389" y="348702"/>
                    <a:pt x="250507" y="350584"/>
                    <a:pt x="244128" y="350584"/>
                  </a:cubicBezTo>
                  <a:cubicBezTo>
                    <a:pt x="226664" y="350584"/>
                    <a:pt x="209200" y="350584"/>
                    <a:pt x="191736" y="350584"/>
                  </a:cubicBezTo>
                  <a:cubicBezTo>
                    <a:pt x="188651" y="350584"/>
                    <a:pt x="185671" y="350480"/>
                    <a:pt x="184050" y="347238"/>
                  </a:cubicBezTo>
                  <a:cubicBezTo>
                    <a:pt x="182481" y="343996"/>
                    <a:pt x="184102" y="341643"/>
                    <a:pt x="186037" y="339133"/>
                  </a:cubicBezTo>
                  <a:cubicBezTo>
                    <a:pt x="194351" y="328414"/>
                    <a:pt x="194664" y="314140"/>
                    <a:pt x="186926" y="303264"/>
                  </a:cubicBezTo>
                  <a:cubicBezTo>
                    <a:pt x="179240" y="292441"/>
                    <a:pt x="165279" y="287997"/>
                    <a:pt x="152730" y="292336"/>
                  </a:cubicBezTo>
                  <a:cubicBezTo>
                    <a:pt x="140234" y="296676"/>
                    <a:pt x="132077" y="308702"/>
                    <a:pt x="132704" y="322140"/>
                  </a:cubicBezTo>
                  <a:cubicBezTo>
                    <a:pt x="133018" y="328676"/>
                    <a:pt x="135319" y="334532"/>
                    <a:pt x="139502" y="339604"/>
                  </a:cubicBezTo>
                  <a:cubicBezTo>
                    <a:pt x="141384" y="341905"/>
                    <a:pt x="142482" y="344257"/>
                    <a:pt x="141175" y="347133"/>
                  </a:cubicBezTo>
                  <a:cubicBezTo>
                    <a:pt x="139815" y="350009"/>
                    <a:pt x="137306" y="350636"/>
                    <a:pt x="134325" y="350636"/>
                  </a:cubicBezTo>
                  <a:cubicBezTo>
                    <a:pt x="116391" y="350584"/>
                    <a:pt x="98404" y="350636"/>
                    <a:pt x="80470" y="350584"/>
                  </a:cubicBezTo>
                  <a:cubicBezTo>
                    <a:pt x="74875" y="350584"/>
                    <a:pt x="72836" y="348545"/>
                    <a:pt x="72836" y="342898"/>
                  </a:cubicBezTo>
                  <a:cubicBezTo>
                    <a:pt x="72836" y="329669"/>
                    <a:pt x="72836" y="316441"/>
                    <a:pt x="72836" y="303264"/>
                  </a:cubicBezTo>
                  <a:cubicBezTo>
                    <a:pt x="72836" y="301905"/>
                    <a:pt x="72836" y="300598"/>
                    <a:pt x="72836" y="298820"/>
                  </a:cubicBezTo>
                  <a:cubicBezTo>
                    <a:pt x="61542" y="303578"/>
                    <a:pt x="50509" y="304153"/>
                    <a:pt x="39424" y="299761"/>
                  </a:cubicBezTo>
                  <a:cubicBezTo>
                    <a:pt x="31320" y="296519"/>
                    <a:pt x="24836" y="291238"/>
                    <a:pt x="19974" y="283971"/>
                  </a:cubicBezTo>
                  <a:cubicBezTo>
                    <a:pt x="10301" y="269435"/>
                    <a:pt x="10719" y="250402"/>
                    <a:pt x="20967" y="236233"/>
                  </a:cubicBezTo>
                  <a:cubicBezTo>
                    <a:pt x="32366" y="220494"/>
                    <a:pt x="48836" y="216102"/>
                    <a:pt x="72627" y="222481"/>
                  </a:cubicBezTo>
                  <a:cubicBezTo>
                    <a:pt x="72627" y="199475"/>
                    <a:pt x="72627" y="176469"/>
                    <a:pt x="72627" y="153096"/>
                  </a:cubicBezTo>
                  <a:cubicBezTo>
                    <a:pt x="67293" y="153096"/>
                    <a:pt x="62117" y="153096"/>
                    <a:pt x="56940" y="153096"/>
                  </a:cubicBezTo>
                  <a:cubicBezTo>
                    <a:pt x="40941" y="153096"/>
                    <a:pt x="30954" y="143162"/>
                    <a:pt x="30954" y="127266"/>
                  </a:cubicBezTo>
                  <a:cubicBezTo>
                    <a:pt x="30954" y="112051"/>
                    <a:pt x="30902" y="96835"/>
                    <a:pt x="31006" y="81620"/>
                  </a:cubicBezTo>
                  <a:cubicBezTo>
                    <a:pt x="31006" y="78953"/>
                    <a:pt x="30379" y="77019"/>
                    <a:pt x="28392" y="75084"/>
                  </a:cubicBezTo>
                  <a:cubicBezTo>
                    <a:pt x="19817" y="66718"/>
                    <a:pt x="11399" y="58195"/>
                    <a:pt x="2928" y="49725"/>
                  </a:cubicBezTo>
                  <a:cubicBezTo>
                    <a:pt x="1987" y="48784"/>
                    <a:pt x="1046" y="47738"/>
                    <a:pt x="0" y="46640"/>
                  </a:cubicBezTo>
                  <a:cubicBezTo>
                    <a:pt x="2876" y="43869"/>
                    <a:pt x="5595" y="41254"/>
                    <a:pt x="8575" y="38379"/>
                  </a:cubicBezTo>
                  <a:cubicBezTo>
                    <a:pt x="13333" y="43137"/>
                    <a:pt x="18144" y="47999"/>
                    <a:pt x="23006" y="52810"/>
                  </a:cubicBezTo>
                  <a:cubicBezTo>
                    <a:pt x="28653" y="58457"/>
                    <a:pt x="34457" y="63947"/>
                    <a:pt x="39843" y="69855"/>
                  </a:cubicBezTo>
                  <a:cubicBezTo>
                    <a:pt x="41516" y="71685"/>
                    <a:pt x="42771" y="74614"/>
                    <a:pt x="42823" y="77019"/>
                  </a:cubicBezTo>
                  <a:cubicBezTo>
                    <a:pt x="43084" y="93855"/>
                    <a:pt x="42928" y="110692"/>
                    <a:pt x="42980" y="127528"/>
                  </a:cubicBezTo>
                  <a:cubicBezTo>
                    <a:pt x="42980" y="136364"/>
                    <a:pt x="47738" y="141070"/>
                    <a:pt x="56627" y="141123"/>
                  </a:cubicBezTo>
                  <a:cubicBezTo>
                    <a:pt x="61855" y="141123"/>
                    <a:pt x="67084" y="141123"/>
                    <a:pt x="72836" y="141123"/>
                  </a:cubicBezTo>
                  <a:cubicBezTo>
                    <a:pt x="72836" y="136051"/>
                    <a:pt x="72940" y="131136"/>
                    <a:pt x="72731" y="126221"/>
                  </a:cubicBezTo>
                  <a:cubicBezTo>
                    <a:pt x="72679" y="125227"/>
                    <a:pt x="71424" y="124234"/>
                    <a:pt x="70535" y="123345"/>
                  </a:cubicBezTo>
                  <a:cubicBezTo>
                    <a:pt x="67973" y="120835"/>
                    <a:pt x="65359" y="118325"/>
                    <a:pt x="62587" y="115711"/>
                  </a:cubicBezTo>
                  <a:cubicBezTo>
                    <a:pt x="65777" y="112783"/>
                    <a:pt x="68548" y="110221"/>
                    <a:pt x="71633" y="107397"/>
                  </a:cubicBezTo>
                  <a:cubicBezTo>
                    <a:pt x="78692" y="114508"/>
                    <a:pt x="86012" y="121776"/>
                    <a:pt x="93280" y="129097"/>
                  </a:cubicBezTo>
                  <a:cubicBezTo>
                    <a:pt x="94587" y="130404"/>
                    <a:pt x="95894" y="131763"/>
                    <a:pt x="97254" y="133070"/>
                  </a:cubicBezTo>
                  <a:cubicBezTo>
                    <a:pt x="100757" y="136469"/>
                    <a:pt x="104574" y="136783"/>
                    <a:pt x="107450" y="133907"/>
                  </a:cubicBezTo>
                  <a:cubicBezTo>
                    <a:pt x="110378" y="131031"/>
                    <a:pt x="110169" y="127110"/>
                    <a:pt x="106770" y="123711"/>
                  </a:cubicBezTo>
                  <a:cubicBezTo>
                    <a:pt x="98875" y="115763"/>
                    <a:pt x="90927" y="107816"/>
                    <a:pt x="82979" y="99868"/>
                  </a:cubicBezTo>
                  <a:cubicBezTo>
                    <a:pt x="77542" y="94430"/>
                    <a:pt x="77489" y="92966"/>
                    <a:pt x="82352" y="87058"/>
                  </a:cubicBezTo>
                  <a:cubicBezTo>
                    <a:pt x="91554" y="75868"/>
                    <a:pt x="90822" y="59973"/>
                    <a:pt x="80313" y="49359"/>
                  </a:cubicBezTo>
                  <a:cubicBezTo>
                    <a:pt x="67555" y="36392"/>
                    <a:pt x="54588" y="23581"/>
                    <a:pt x="41673" y="10771"/>
                  </a:cubicBezTo>
                  <a:cubicBezTo>
                    <a:pt x="40732" y="9830"/>
                    <a:pt x="39320" y="9307"/>
                    <a:pt x="37908" y="8523"/>
                  </a:cubicBezTo>
                  <a:cubicBezTo>
                    <a:pt x="41725" y="4967"/>
                    <a:pt x="44392" y="2405"/>
                    <a:pt x="47006" y="0"/>
                  </a:cubicBezTo>
                  <a:cubicBezTo>
                    <a:pt x="55110" y="8104"/>
                    <a:pt x="63320" y="16366"/>
                    <a:pt x="71581" y="24627"/>
                  </a:cubicBezTo>
                  <a:cubicBezTo>
                    <a:pt x="71999" y="24470"/>
                    <a:pt x="72417" y="24261"/>
                    <a:pt x="72836" y="24104"/>
                  </a:cubicBezTo>
                  <a:cubicBezTo>
                    <a:pt x="72836" y="20130"/>
                    <a:pt x="72836" y="16104"/>
                    <a:pt x="72836" y="12131"/>
                  </a:cubicBezTo>
                  <a:cubicBezTo>
                    <a:pt x="72836" y="5229"/>
                    <a:pt x="74561" y="3503"/>
                    <a:pt x="81411" y="3503"/>
                  </a:cubicBezTo>
                  <a:cubicBezTo>
                    <a:pt x="98718" y="3503"/>
                    <a:pt x="116077" y="3503"/>
                    <a:pt x="133384" y="3503"/>
                  </a:cubicBezTo>
                  <a:cubicBezTo>
                    <a:pt x="136469" y="3503"/>
                    <a:pt x="139449" y="3556"/>
                    <a:pt x="141070" y="6797"/>
                  </a:cubicBezTo>
                  <a:cubicBezTo>
                    <a:pt x="142691" y="9987"/>
                    <a:pt x="141070" y="12392"/>
                    <a:pt x="139136" y="14902"/>
                  </a:cubicBezTo>
                  <a:cubicBezTo>
                    <a:pt x="129358" y="27503"/>
                    <a:pt x="130770" y="44810"/>
                    <a:pt x="142377" y="55476"/>
                  </a:cubicBezTo>
                  <a:cubicBezTo>
                    <a:pt x="153776" y="65986"/>
                    <a:pt x="171501" y="65934"/>
                    <a:pt x="182847" y="55372"/>
                  </a:cubicBezTo>
                  <a:cubicBezTo>
                    <a:pt x="194403" y="44653"/>
                    <a:pt x="195762" y="27398"/>
                    <a:pt x="185880" y="14745"/>
                  </a:cubicBezTo>
                  <a:cubicBezTo>
                    <a:pt x="183998" y="12340"/>
                    <a:pt x="182534" y="10039"/>
                    <a:pt x="183945" y="6954"/>
                  </a:cubicBezTo>
                  <a:cubicBezTo>
                    <a:pt x="185462" y="3660"/>
                    <a:pt x="188390" y="3451"/>
                    <a:pt x="191527" y="3451"/>
                  </a:cubicBezTo>
                  <a:cubicBezTo>
                    <a:pt x="209096" y="3503"/>
                    <a:pt x="226664" y="3451"/>
                    <a:pt x="244285" y="3503"/>
                  </a:cubicBezTo>
                  <a:cubicBezTo>
                    <a:pt x="250402" y="3503"/>
                    <a:pt x="252337" y="5438"/>
                    <a:pt x="252337" y="11503"/>
                  </a:cubicBezTo>
                  <a:cubicBezTo>
                    <a:pt x="252337" y="24575"/>
                    <a:pt x="252337" y="37699"/>
                    <a:pt x="252337" y="50771"/>
                  </a:cubicBezTo>
                  <a:cubicBezTo>
                    <a:pt x="252337" y="52130"/>
                    <a:pt x="252337" y="53490"/>
                    <a:pt x="252337" y="55267"/>
                  </a:cubicBezTo>
                  <a:cubicBezTo>
                    <a:pt x="263735" y="50405"/>
                    <a:pt x="274873" y="49934"/>
                    <a:pt x="286062" y="54431"/>
                  </a:cubicBezTo>
                  <a:cubicBezTo>
                    <a:pt x="294166" y="57673"/>
                    <a:pt x="300598" y="63058"/>
                    <a:pt x="305356" y="70378"/>
                  </a:cubicBezTo>
                  <a:cubicBezTo>
                    <a:pt x="314872" y="84914"/>
                    <a:pt x="314401" y="103737"/>
                    <a:pt x="304205" y="117803"/>
                  </a:cubicBezTo>
                  <a:cubicBezTo>
                    <a:pt x="292755" y="133593"/>
                    <a:pt x="276075" y="138090"/>
                    <a:pt x="252546" y="131606"/>
                  </a:cubicBezTo>
                  <a:cubicBezTo>
                    <a:pt x="252546" y="154613"/>
                    <a:pt x="252546" y="177619"/>
                    <a:pt x="252546" y="200991"/>
                  </a:cubicBezTo>
                  <a:cubicBezTo>
                    <a:pt x="257932" y="200991"/>
                    <a:pt x="263265" y="200991"/>
                    <a:pt x="268598" y="200991"/>
                  </a:cubicBezTo>
                  <a:cubicBezTo>
                    <a:pt x="284284" y="201043"/>
                    <a:pt x="294219" y="211030"/>
                    <a:pt x="294219" y="226769"/>
                  </a:cubicBezTo>
                  <a:cubicBezTo>
                    <a:pt x="294219" y="241984"/>
                    <a:pt x="294323" y="257200"/>
                    <a:pt x="294166" y="272415"/>
                  </a:cubicBezTo>
                  <a:cubicBezTo>
                    <a:pt x="294114" y="275291"/>
                    <a:pt x="295055" y="277226"/>
                    <a:pt x="297042" y="279212"/>
                  </a:cubicBezTo>
                  <a:cubicBezTo>
                    <a:pt x="306454" y="288467"/>
                    <a:pt x="315761" y="297827"/>
                    <a:pt x="325277" y="307291"/>
                  </a:cubicBezTo>
                  <a:cubicBezTo>
                    <a:pt x="322244" y="310114"/>
                    <a:pt x="319473" y="312676"/>
                    <a:pt x="316336" y="315552"/>
                  </a:cubicBezTo>
                  <a:cubicBezTo>
                    <a:pt x="312362" y="311526"/>
                    <a:pt x="308075" y="307186"/>
                    <a:pt x="303735" y="302898"/>
                  </a:cubicBezTo>
                  <a:cubicBezTo>
                    <a:pt x="297670" y="296833"/>
                    <a:pt x="291604" y="290663"/>
                    <a:pt x="285434" y="284703"/>
                  </a:cubicBezTo>
                  <a:cubicBezTo>
                    <a:pt x="283134" y="282454"/>
                    <a:pt x="282088" y="280049"/>
                    <a:pt x="282088" y="276755"/>
                  </a:cubicBezTo>
                  <a:cubicBezTo>
                    <a:pt x="282193" y="260023"/>
                    <a:pt x="282140" y="243344"/>
                    <a:pt x="282140" y="226612"/>
                  </a:cubicBezTo>
                  <a:cubicBezTo>
                    <a:pt x="282140" y="217723"/>
                    <a:pt x="277382" y="213017"/>
                    <a:pt x="268546" y="213017"/>
                  </a:cubicBezTo>
                  <a:cubicBezTo>
                    <a:pt x="263422" y="212965"/>
                    <a:pt x="258193" y="212965"/>
                    <a:pt x="252337" y="212965"/>
                  </a:cubicBezTo>
                  <a:close/>
                  <a:moveTo>
                    <a:pt x="240363" y="171083"/>
                  </a:moveTo>
                  <a:cubicBezTo>
                    <a:pt x="240363" y="154194"/>
                    <a:pt x="240363" y="137881"/>
                    <a:pt x="240363" y="121567"/>
                  </a:cubicBezTo>
                  <a:cubicBezTo>
                    <a:pt x="240363" y="118639"/>
                    <a:pt x="240938" y="116077"/>
                    <a:pt x="243814" y="114718"/>
                  </a:cubicBezTo>
                  <a:cubicBezTo>
                    <a:pt x="246690" y="113358"/>
                    <a:pt x="249043" y="114456"/>
                    <a:pt x="251291" y="116391"/>
                  </a:cubicBezTo>
                  <a:cubicBezTo>
                    <a:pt x="256311" y="120574"/>
                    <a:pt x="262219" y="122874"/>
                    <a:pt x="268755" y="123188"/>
                  </a:cubicBezTo>
                  <a:cubicBezTo>
                    <a:pt x="282140" y="123816"/>
                    <a:pt x="294219" y="115659"/>
                    <a:pt x="298559" y="103162"/>
                  </a:cubicBezTo>
                  <a:cubicBezTo>
                    <a:pt x="302846" y="90718"/>
                    <a:pt x="298559" y="76914"/>
                    <a:pt x="287944" y="69176"/>
                  </a:cubicBezTo>
                  <a:cubicBezTo>
                    <a:pt x="277016" y="61176"/>
                    <a:pt x="262637" y="61437"/>
                    <a:pt x="251814" y="69855"/>
                  </a:cubicBezTo>
                  <a:cubicBezTo>
                    <a:pt x="249304" y="71790"/>
                    <a:pt x="246951" y="73411"/>
                    <a:pt x="243709" y="71842"/>
                  </a:cubicBezTo>
                  <a:cubicBezTo>
                    <a:pt x="240468" y="70274"/>
                    <a:pt x="240363" y="67293"/>
                    <a:pt x="240363" y="64156"/>
                  </a:cubicBezTo>
                  <a:cubicBezTo>
                    <a:pt x="240415" y="49307"/>
                    <a:pt x="240363" y="34457"/>
                    <a:pt x="240363" y="19660"/>
                  </a:cubicBezTo>
                  <a:cubicBezTo>
                    <a:pt x="240363" y="18353"/>
                    <a:pt x="240363" y="17046"/>
                    <a:pt x="240363" y="15791"/>
                  </a:cubicBezTo>
                  <a:cubicBezTo>
                    <a:pt x="226873" y="15791"/>
                    <a:pt x="213906" y="15791"/>
                    <a:pt x="200834" y="15791"/>
                  </a:cubicBezTo>
                  <a:cubicBezTo>
                    <a:pt x="207579" y="37281"/>
                    <a:pt x="203501" y="54222"/>
                    <a:pt x="188808" y="66091"/>
                  </a:cubicBezTo>
                  <a:cubicBezTo>
                    <a:pt x="175318" y="76966"/>
                    <a:pt x="156233" y="78849"/>
                    <a:pt x="141593" y="69542"/>
                  </a:cubicBezTo>
                  <a:cubicBezTo>
                    <a:pt x="121201" y="56627"/>
                    <a:pt x="116600" y="37960"/>
                    <a:pt x="124182" y="15791"/>
                  </a:cubicBezTo>
                  <a:cubicBezTo>
                    <a:pt x="111057" y="15791"/>
                    <a:pt x="98038" y="15791"/>
                    <a:pt x="84809" y="15791"/>
                  </a:cubicBezTo>
                  <a:cubicBezTo>
                    <a:pt x="84809" y="21647"/>
                    <a:pt x="84966" y="27242"/>
                    <a:pt x="84757" y="32836"/>
                  </a:cubicBezTo>
                  <a:cubicBezTo>
                    <a:pt x="84600" y="35869"/>
                    <a:pt x="85594" y="37908"/>
                    <a:pt x="87738" y="39947"/>
                  </a:cubicBezTo>
                  <a:cubicBezTo>
                    <a:pt x="97149" y="48888"/>
                    <a:pt x="101489" y="59921"/>
                    <a:pt x="100496" y="72940"/>
                  </a:cubicBezTo>
                  <a:cubicBezTo>
                    <a:pt x="99920" y="80313"/>
                    <a:pt x="97149" y="86901"/>
                    <a:pt x="92966" y="93123"/>
                  </a:cubicBezTo>
                  <a:cubicBezTo>
                    <a:pt x="100705" y="100809"/>
                    <a:pt x="108391" y="108234"/>
                    <a:pt x="115868" y="115920"/>
                  </a:cubicBezTo>
                  <a:cubicBezTo>
                    <a:pt x="123293" y="123554"/>
                    <a:pt x="123240" y="134848"/>
                    <a:pt x="116025" y="142168"/>
                  </a:cubicBezTo>
                  <a:cubicBezTo>
                    <a:pt x="108757" y="149645"/>
                    <a:pt x="97358" y="149698"/>
                    <a:pt x="89515" y="142273"/>
                  </a:cubicBezTo>
                  <a:cubicBezTo>
                    <a:pt x="88156" y="140966"/>
                    <a:pt x="87058" y="139345"/>
                    <a:pt x="85855" y="137881"/>
                  </a:cubicBezTo>
                  <a:cubicBezTo>
                    <a:pt x="85594" y="138142"/>
                    <a:pt x="85385" y="138404"/>
                    <a:pt x="85123" y="138717"/>
                  </a:cubicBezTo>
                  <a:cubicBezTo>
                    <a:pt x="85123" y="149488"/>
                    <a:pt x="85123" y="160207"/>
                    <a:pt x="85123" y="171083"/>
                  </a:cubicBezTo>
                  <a:cubicBezTo>
                    <a:pt x="92130" y="171083"/>
                    <a:pt x="98875" y="171083"/>
                    <a:pt x="105620" y="171083"/>
                  </a:cubicBezTo>
                  <a:cubicBezTo>
                    <a:pt x="115240" y="171083"/>
                    <a:pt x="124809" y="171135"/>
                    <a:pt x="134430" y="171083"/>
                  </a:cubicBezTo>
                  <a:cubicBezTo>
                    <a:pt x="137410" y="171083"/>
                    <a:pt x="139920" y="171710"/>
                    <a:pt x="141279" y="174586"/>
                  </a:cubicBezTo>
                  <a:cubicBezTo>
                    <a:pt x="142534" y="177305"/>
                    <a:pt x="141698" y="179658"/>
                    <a:pt x="139815" y="181802"/>
                  </a:cubicBezTo>
                  <a:cubicBezTo>
                    <a:pt x="139083" y="182638"/>
                    <a:pt x="138404" y="183527"/>
                    <a:pt x="137776" y="184468"/>
                  </a:cubicBezTo>
                  <a:cubicBezTo>
                    <a:pt x="131554" y="194351"/>
                    <a:pt x="130822" y="204651"/>
                    <a:pt x="136312" y="215004"/>
                  </a:cubicBezTo>
                  <a:cubicBezTo>
                    <a:pt x="141698" y="225200"/>
                    <a:pt x="150534" y="230638"/>
                    <a:pt x="162037" y="230847"/>
                  </a:cubicBezTo>
                  <a:cubicBezTo>
                    <a:pt x="174325" y="231056"/>
                    <a:pt x="183789" y="225409"/>
                    <a:pt x="189279" y="214481"/>
                  </a:cubicBezTo>
                  <a:cubicBezTo>
                    <a:pt x="195030" y="203083"/>
                    <a:pt x="193462" y="191998"/>
                    <a:pt x="185619" y="181906"/>
                  </a:cubicBezTo>
                  <a:cubicBezTo>
                    <a:pt x="183789" y="179553"/>
                    <a:pt x="182743" y="177201"/>
                    <a:pt x="184155" y="174377"/>
                  </a:cubicBezTo>
                  <a:cubicBezTo>
                    <a:pt x="185514" y="171658"/>
                    <a:pt x="187919" y="171031"/>
                    <a:pt x="190743" y="171083"/>
                  </a:cubicBezTo>
                  <a:cubicBezTo>
                    <a:pt x="198220" y="171135"/>
                    <a:pt x="205697" y="171083"/>
                    <a:pt x="213174" y="171083"/>
                  </a:cubicBezTo>
                  <a:cubicBezTo>
                    <a:pt x="222063" y="171083"/>
                    <a:pt x="231004" y="171083"/>
                    <a:pt x="240363" y="171083"/>
                  </a:cubicBezTo>
                  <a:close/>
                  <a:moveTo>
                    <a:pt x="240363" y="338506"/>
                  </a:moveTo>
                  <a:cubicBezTo>
                    <a:pt x="240363" y="332702"/>
                    <a:pt x="240154" y="327369"/>
                    <a:pt x="240415" y="322035"/>
                  </a:cubicBezTo>
                  <a:cubicBezTo>
                    <a:pt x="240572" y="318637"/>
                    <a:pt x="239579" y="316284"/>
                    <a:pt x="237121" y="313879"/>
                  </a:cubicBezTo>
                  <a:cubicBezTo>
                    <a:pt x="227814" y="304990"/>
                    <a:pt x="223684" y="294010"/>
                    <a:pt x="224677" y="281199"/>
                  </a:cubicBezTo>
                  <a:cubicBezTo>
                    <a:pt x="225252" y="273827"/>
                    <a:pt x="228023" y="267291"/>
                    <a:pt x="232102" y="261226"/>
                  </a:cubicBezTo>
                  <a:cubicBezTo>
                    <a:pt x="231317" y="260389"/>
                    <a:pt x="230742" y="259762"/>
                    <a:pt x="230115" y="259187"/>
                  </a:cubicBezTo>
                  <a:cubicBezTo>
                    <a:pt x="224991" y="254062"/>
                    <a:pt x="219762" y="249095"/>
                    <a:pt x="214847" y="243814"/>
                  </a:cubicBezTo>
                  <a:cubicBezTo>
                    <a:pt x="208311" y="236860"/>
                    <a:pt x="207997" y="226873"/>
                    <a:pt x="213697" y="219501"/>
                  </a:cubicBezTo>
                  <a:cubicBezTo>
                    <a:pt x="219344" y="212233"/>
                    <a:pt x="229278" y="210246"/>
                    <a:pt x="237592" y="214743"/>
                  </a:cubicBezTo>
                  <a:cubicBezTo>
                    <a:pt x="238429" y="215161"/>
                    <a:pt x="239265" y="215579"/>
                    <a:pt x="240154" y="216050"/>
                  </a:cubicBezTo>
                  <a:cubicBezTo>
                    <a:pt x="240154" y="204965"/>
                    <a:pt x="240154" y="194142"/>
                    <a:pt x="240154" y="183423"/>
                  </a:cubicBezTo>
                  <a:cubicBezTo>
                    <a:pt x="226925" y="183423"/>
                    <a:pt x="213958" y="183423"/>
                    <a:pt x="200886" y="183423"/>
                  </a:cubicBezTo>
                  <a:cubicBezTo>
                    <a:pt x="207631" y="205645"/>
                    <a:pt x="203292" y="222638"/>
                    <a:pt x="187972" y="234402"/>
                  </a:cubicBezTo>
                  <a:cubicBezTo>
                    <a:pt x="174168" y="245017"/>
                    <a:pt x="155083" y="245906"/>
                    <a:pt x="140286" y="236546"/>
                  </a:cubicBezTo>
                  <a:cubicBezTo>
                    <a:pt x="132913" y="231893"/>
                    <a:pt x="127476" y="225514"/>
                    <a:pt x="124077" y="217514"/>
                  </a:cubicBezTo>
                  <a:cubicBezTo>
                    <a:pt x="119267" y="206168"/>
                    <a:pt x="119685" y="194769"/>
                    <a:pt x="124495" y="183370"/>
                  </a:cubicBezTo>
                  <a:cubicBezTo>
                    <a:pt x="111110" y="183370"/>
                    <a:pt x="98090" y="183370"/>
                    <a:pt x="84757" y="183370"/>
                  </a:cubicBezTo>
                  <a:cubicBezTo>
                    <a:pt x="84757" y="185096"/>
                    <a:pt x="84757" y="186560"/>
                    <a:pt x="84757" y="188024"/>
                  </a:cubicBezTo>
                  <a:cubicBezTo>
                    <a:pt x="84757" y="202873"/>
                    <a:pt x="84705" y="217671"/>
                    <a:pt x="84757" y="232520"/>
                  </a:cubicBezTo>
                  <a:cubicBezTo>
                    <a:pt x="84757" y="235448"/>
                    <a:pt x="84287" y="238063"/>
                    <a:pt x="81411" y="239474"/>
                  </a:cubicBezTo>
                  <a:cubicBezTo>
                    <a:pt x="78587" y="240886"/>
                    <a:pt x="76130" y="239997"/>
                    <a:pt x="73881" y="237958"/>
                  </a:cubicBezTo>
                  <a:cubicBezTo>
                    <a:pt x="73149" y="237278"/>
                    <a:pt x="72313" y="236703"/>
                    <a:pt x="71476" y="236180"/>
                  </a:cubicBezTo>
                  <a:cubicBezTo>
                    <a:pt x="61646" y="229906"/>
                    <a:pt x="51346" y="229122"/>
                    <a:pt x="40993" y="234507"/>
                  </a:cubicBezTo>
                  <a:cubicBezTo>
                    <a:pt x="30640" y="239893"/>
                    <a:pt x="25098" y="248834"/>
                    <a:pt x="24941" y="260494"/>
                  </a:cubicBezTo>
                  <a:cubicBezTo>
                    <a:pt x="24784" y="272781"/>
                    <a:pt x="30483" y="282193"/>
                    <a:pt x="41464" y="287683"/>
                  </a:cubicBezTo>
                  <a:cubicBezTo>
                    <a:pt x="52601" y="293225"/>
                    <a:pt x="63476" y="291866"/>
                    <a:pt x="73411" y="284337"/>
                  </a:cubicBezTo>
                  <a:cubicBezTo>
                    <a:pt x="75816" y="282507"/>
                    <a:pt x="78169" y="280990"/>
                    <a:pt x="81202" y="282402"/>
                  </a:cubicBezTo>
                  <a:cubicBezTo>
                    <a:pt x="84496" y="283918"/>
                    <a:pt x="84757" y="286846"/>
                    <a:pt x="84705" y="289984"/>
                  </a:cubicBezTo>
                  <a:cubicBezTo>
                    <a:pt x="84653" y="302689"/>
                    <a:pt x="84705" y="315395"/>
                    <a:pt x="84705" y="328153"/>
                  </a:cubicBezTo>
                  <a:cubicBezTo>
                    <a:pt x="84705" y="331604"/>
                    <a:pt x="84705" y="335055"/>
                    <a:pt x="84705" y="338663"/>
                  </a:cubicBezTo>
                  <a:cubicBezTo>
                    <a:pt x="98090" y="338663"/>
                    <a:pt x="111110" y="338663"/>
                    <a:pt x="124234" y="338663"/>
                  </a:cubicBezTo>
                  <a:cubicBezTo>
                    <a:pt x="116914" y="318637"/>
                    <a:pt x="120208" y="301121"/>
                    <a:pt x="137044" y="287840"/>
                  </a:cubicBezTo>
                  <a:cubicBezTo>
                    <a:pt x="151057" y="276807"/>
                    <a:pt x="167161" y="275395"/>
                    <a:pt x="182586" y="284389"/>
                  </a:cubicBezTo>
                  <a:cubicBezTo>
                    <a:pt x="203867" y="296833"/>
                    <a:pt x="208520" y="315918"/>
                    <a:pt x="200886" y="338663"/>
                  </a:cubicBezTo>
                  <a:cubicBezTo>
                    <a:pt x="214115" y="338506"/>
                    <a:pt x="227082" y="338506"/>
                    <a:pt x="240363" y="33850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3" name="Google Shape;753;p7"/>
            <p:cNvSpPr/>
            <p:nvPr/>
          </p:nvSpPr>
          <p:spPr>
            <a:xfrm>
              <a:off x="2499198" y="6500819"/>
              <a:ext cx="71777" cy="125750"/>
            </a:xfrm>
            <a:custGeom>
              <a:avLst/>
              <a:gdLst/>
              <a:ahLst/>
              <a:cxnLst/>
              <a:rect l="l" t="t" r="r" b="b"/>
              <a:pathLst>
                <a:path w="71777" h="125750" extrusionOk="0">
                  <a:moveTo>
                    <a:pt x="59779" y="0"/>
                  </a:moveTo>
                  <a:cubicBezTo>
                    <a:pt x="64015" y="0"/>
                    <a:pt x="67675" y="0"/>
                    <a:pt x="71596" y="0"/>
                  </a:cubicBezTo>
                  <a:cubicBezTo>
                    <a:pt x="71596" y="7216"/>
                    <a:pt x="72067" y="14327"/>
                    <a:pt x="71492" y="21333"/>
                  </a:cubicBezTo>
                  <a:cubicBezTo>
                    <a:pt x="70812" y="29176"/>
                    <a:pt x="65008" y="34771"/>
                    <a:pt x="56590" y="36444"/>
                  </a:cubicBezTo>
                  <a:cubicBezTo>
                    <a:pt x="39858" y="39790"/>
                    <a:pt x="26839" y="48470"/>
                    <a:pt x="18734" y="63476"/>
                  </a:cubicBezTo>
                  <a:cubicBezTo>
                    <a:pt x="9166" y="81149"/>
                    <a:pt x="9584" y="98979"/>
                    <a:pt x="19257" y="116600"/>
                  </a:cubicBezTo>
                  <a:cubicBezTo>
                    <a:pt x="19675" y="117384"/>
                    <a:pt x="20094" y="118116"/>
                    <a:pt x="20721" y="119267"/>
                  </a:cubicBezTo>
                  <a:cubicBezTo>
                    <a:pt x="17532" y="121358"/>
                    <a:pt x="14342" y="123450"/>
                    <a:pt x="10943" y="125750"/>
                  </a:cubicBezTo>
                  <a:cubicBezTo>
                    <a:pt x="5453" y="117750"/>
                    <a:pt x="2107" y="109123"/>
                    <a:pt x="748" y="99816"/>
                  </a:cubicBezTo>
                  <a:cubicBezTo>
                    <a:pt x="-4429" y="64208"/>
                    <a:pt x="17741" y="32575"/>
                    <a:pt x="52930" y="25045"/>
                  </a:cubicBezTo>
                  <a:cubicBezTo>
                    <a:pt x="58420" y="23895"/>
                    <a:pt x="59727" y="22222"/>
                    <a:pt x="59727" y="16627"/>
                  </a:cubicBezTo>
                  <a:cubicBezTo>
                    <a:pt x="59779" y="11189"/>
                    <a:pt x="59779" y="5699"/>
                    <a:pt x="597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4" name="Google Shape;754;p7"/>
            <p:cNvSpPr/>
            <p:nvPr/>
          </p:nvSpPr>
          <p:spPr>
            <a:xfrm>
              <a:off x="2791340" y="6358756"/>
              <a:ext cx="54842" cy="116547"/>
            </a:xfrm>
            <a:custGeom>
              <a:avLst/>
              <a:gdLst/>
              <a:ahLst/>
              <a:cxnLst/>
              <a:rect l="l" t="t" r="r" b="b"/>
              <a:pathLst>
                <a:path w="54842" h="116547" extrusionOk="0">
                  <a:moveTo>
                    <a:pt x="0" y="11033"/>
                  </a:moveTo>
                  <a:cubicBezTo>
                    <a:pt x="732" y="7216"/>
                    <a:pt x="1464" y="3608"/>
                    <a:pt x="2144" y="0"/>
                  </a:cubicBezTo>
                  <a:cubicBezTo>
                    <a:pt x="21385" y="366"/>
                    <a:pt x="45124" y="21961"/>
                    <a:pt x="52130" y="45281"/>
                  </a:cubicBezTo>
                  <a:cubicBezTo>
                    <a:pt x="60025" y="71581"/>
                    <a:pt x="50248" y="101489"/>
                    <a:pt x="28496" y="116548"/>
                  </a:cubicBezTo>
                  <a:cubicBezTo>
                    <a:pt x="26248" y="113567"/>
                    <a:pt x="23947" y="110535"/>
                    <a:pt x="21595" y="107345"/>
                  </a:cubicBezTo>
                  <a:cubicBezTo>
                    <a:pt x="38797" y="92705"/>
                    <a:pt x="46483" y="74561"/>
                    <a:pt x="41464" y="52392"/>
                  </a:cubicBezTo>
                  <a:cubicBezTo>
                    <a:pt x="36496" y="30379"/>
                    <a:pt x="22013" y="17150"/>
                    <a:pt x="0" y="1103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5" name="Google Shape;755;p7"/>
            <p:cNvSpPr/>
            <p:nvPr/>
          </p:nvSpPr>
          <p:spPr>
            <a:xfrm>
              <a:off x="2516572" y="6627092"/>
              <a:ext cx="15999" cy="15999"/>
            </a:xfrm>
            <a:custGeom>
              <a:avLst/>
              <a:gdLst/>
              <a:ahLst/>
              <a:cxnLst/>
              <a:rect l="l" t="t" r="r" b="b"/>
              <a:pathLst>
                <a:path w="15999" h="15999" extrusionOk="0">
                  <a:moveTo>
                    <a:pt x="0" y="8209"/>
                  </a:moveTo>
                  <a:cubicBezTo>
                    <a:pt x="3242" y="5229"/>
                    <a:pt x="6065" y="2614"/>
                    <a:pt x="8889" y="0"/>
                  </a:cubicBezTo>
                  <a:cubicBezTo>
                    <a:pt x="11346" y="2196"/>
                    <a:pt x="13490" y="4183"/>
                    <a:pt x="16000" y="6484"/>
                  </a:cubicBezTo>
                  <a:cubicBezTo>
                    <a:pt x="13699" y="9516"/>
                    <a:pt x="11451" y="12549"/>
                    <a:pt x="8836" y="16000"/>
                  </a:cubicBezTo>
                  <a:cubicBezTo>
                    <a:pt x="5908" y="13438"/>
                    <a:pt x="3190" y="11033"/>
                    <a:pt x="0" y="820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56" name="Google Shape;756;p7"/>
          <p:cNvGrpSpPr/>
          <p:nvPr/>
        </p:nvGrpSpPr>
        <p:grpSpPr>
          <a:xfrm>
            <a:off x="8360775" y="6348026"/>
            <a:ext cx="346443" cy="346144"/>
            <a:chOff x="6401236" y="6334616"/>
            <a:chExt cx="346443" cy="346144"/>
          </a:xfrm>
        </p:grpSpPr>
        <p:sp>
          <p:nvSpPr>
            <p:cNvPr id="757" name="Google Shape;757;p7"/>
            <p:cNvSpPr/>
            <p:nvPr/>
          </p:nvSpPr>
          <p:spPr>
            <a:xfrm>
              <a:off x="6401236" y="6334616"/>
              <a:ext cx="346443" cy="346144"/>
            </a:xfrm>
            <a:custGeom>
              <a:avLst/>
              <a:gdLst/>
              <a:ahLst/>
              <a:cxnLst/>
              <a:rect l="l" t="t" r="r" b="b"/>
              <a:pathLst>
                <a:path w="346443" h="346144" extrusionOk="0">
                  <a:moveTo>
                    <a:pt x="0" y="155947"/>
                  </a:moveTo>
                  <a:cubicBezTo>
                    <a:pt x="3696" y="155999"/>
                    <a:pt x="7443" y="155999"/>
                    <a:pt x="11139" y="156051"/>
                  </a:cubicBezTo>
                  <a:cubicBezTo>
                    <a:pt x="14210" y="156103"/>
                    <a:pt x="16344" y="154698"/>
                    <a:pt x="17489" y="151939"/>
                  </a:cubicBezTo>
                  <a:cubicBezTo>
                    <a:pt x="18635" y="149129"/>
                    <a:pt x="17958" y="146630"/>
                    <a:pt x="15876" y="144496"/>
                  </a:cubicBezTo>
                  <a:cubicBezTo>
                    <a:pt x="13325" y="141945"/>
                    <a:pt x="10671" y="139499"/>
                    <a:pt x="8224" y="137209"/>
                  </a:cubicBezTo>
                  <a:cubicBezTo>
                    <a:pt x="21549" y="123883"/>
                    <a:pt x="34614" y="110870"/>
                    <a:pt x="48044" y="97389"/>
                  </a:cubicBezTo>
                  <a:cubicBezTo>
                    <a:pt x="50178" y="99627"/>
                    <a:pt x="52572" y="102126"/>
                    <a:pt x="54967" y="104624"/>
                  </a:cubicBezTo>
                  <a:cubicBezTo>
                    <a:pt x="57205" y="106967"/>
                    <a:pt x="59755" y="108008"/>
                    <a:pt x="62879" y="106602"/>
                  </a:cubicBezTo>
                  <a:cubicBezTo>
                    <a:pt x="65950" y="105249"/>
                    <a:pt x="67095" y="102802"/>
                    <a:pt x="66991" y="99523"/>
                  </a:cubicBezTo>
                  <a:cubicBezTo>
                    <a:pt x="66887" y="96192"/>
                    <a:pt x="66991" y="92808"/>
                    <a:pt x="66991" y="89269"/>
                  </a:cubicBezTo>
                  <a:cubicBezTo>
                    <a:pt x="85729" y="89269"/>
                    <a:pt x="104156" y="89269"/>
                    <a:pt x="122946" y="89269"/>
                  </a:cubicBezTo>
                  <a:cubicBezTo>
                    <a:pt x="122946" y="92913"/>
                    <a:pt x="122998" y="96400"/>
                    <a:pt x="122946" y="99835"/>
                  </a:cubicBezTo>
                  <a:cubicBezTo>
                    <a:pt x="122894" y="102959"/>
                    <a:pt x="124039" y="105353"/>
                    <a:pt x="127006" y="106602"/>
                  </a:cubicBezTo>
                  <a:cubicBezTo>
                    <a:pt x="129973" y="107851"/>
                    <a:pt x="132524" y="107071"/>
                    <a:pt x="134710" y="104832"/>
                  </a:cubicBezTo>
                  <a:cubicBezTo>
                    <a:pt x="137156" y="102334"/>
                    <a:pt x="139551" y="99783"/>
                    <a:pt x="142049" y="97181"/>
                  </a:cubicBezTo>
                  <a:cubicBezTo>
                    <a:pt x="143194" y="98014"/>
                    <a:pt x="144027" y="98690"/>
                    <a:pt x="145329" y="99679"/>
                  </a:cubicBezTo>
                  <a:cubicBezTo>
                    <a:pt x="145329" y="92184"/>
                    <a:pt x="145329" y="85261"/>
                    <a:pt x="145329" y="77974"/>
                  </a:cubicBezTo>
                  <a:cubicBezTo>
                    <a:pt x="148139" y="77974"/>
                    <a:pt x="150586" y="77974"/>
                    <a:pt x="153032" y="77974"/>
                  </a:cubicBezTo>
                  <a:cubicBezTo>
                    <a:pt x="160111" y="77922"/>
                    <a:pt x="165525" y="75007"/>
                    <a:pt x="168335" y="68344"/>
                  </a:cubicBezTo>
                  <a:cubicBezTo>
                    <a:pt x="171146" y="61577"/>
                    <a:pt x="169585" y="55539"/>
                    <a:pt x="164379" y="50438"/>
                  </a:cubicBezTo>
                  <a:cubicBezTo>
                    <a:pt x="162610" y="48721"/>
                    <a:pt x="160684" y="47159"/>
                    <a:pt x="159018" y="45649"/>
                  </a:cubicBezTo>
                  <a:cubicBezTo>
                    <a:pt x="169897" y="34823"/>
                    <a:pt x="180359" y="24464"/>
                    <a:pt x="191446" y="13429"/>
                  </a:cubicBezTo>
                  <a:cubicBezTo>
                    <a:pt x="192748" y="14939"/>
                    <a:pt x="194205" y="16969"/>
                    <a:pt x="195923" y="18739"/>
                  </a:cubicBezTo>
                  <a:cubicBezTo>
                    <a:pt x="201284" y="24152"/>
                    <a:pt x="207478" y="25610"/>
                    <a:pt x="213777" y="22851"/>
                  </a:cubicBezTo>
                  <a:cubicBezTo>
                    <a:pt x="220491" y="19884"/>
                    <a:pt x="223666" y="14627"/>
                    <a:pt x="223458" y="7287"/>
                  </a:cubicBezTo>
                  <a:cubicBezTo>
                    <a:pt x="223406" y="4945"/>
                    <a:pt x="223458" y="2603"/>
                    <a:pt x="223458" y="0"/>
                  </a:cubicBezTo>
                  <a:cubicBezTo>
                    <a:pt x="238397" y="0"/>
                    <a:pt x="253076" y="0"/>
                    <a:pt x="268171" y="0"/>
                  </a:cubicBezTo>
                  <a:cubicBezTo>
                    <a:pt x="268171" y="2498"/>
                    <a:pt x="268171" y="4945"/>
                    <a:pt x="268171" y="7391"/>
                  </a:cubicBezTo>
                  <a:cubicBezTo>
                    <a:pt x="268223" y="14575"/>
                    <a:pt x="271138" y="20092"/>
                    <a:pt x="278008" y="22851"/>
                  </a:cubicBezTo>
                  <a:cubicBezTo>
                    <a:pt x="284827" y="25610"/>
                    <a:pt x="290813" y="23892"/>
                    <a:pt x="295862" y="18739"/>
                  </a:cubicBezTo>
                  <a:cubicBezTo>
                    <a:pt x="297528" y="17073"/>
                    <a:pt x="299089" y="15303"/>
                    <a:pt x="300391" y="13950"/>
                  </a:cubicBezTo>
                  <a:cubicBezTo>
                    <a:pt x="311061" y="24621"/>
                    <a:pt x="321472" y="35031"/>
                    <a:pt x="332351" y="45858"/>
                  </a:cubicBezTo>
                  <a:cubicBezTo>
                    <a:pt x="330841" y="47263"/>
                    <a:pt x="328811" y="48981"/>
                    <a:pt x="326937" y="50907"/>
                  </a:cubicBezTo>
                  <a:cubicBezTo>
                    <a:pt x="322148" y="55800"/>
                    <a:pt x="320691" y="61525"/>
                    <a:pt x="323241" y="67980"/>
                  </a:cubicBezTo>
                  <a:cubicBezTo>
                    <a:pt x="325792" y="74382"/>
                    <a:pt x="330737" y="77661"/>
                    <a:pt x="337556" y="78026"/>
                  </a:cubicBezTo>
                  <a:cubicBezTo>
                    <a:pt x="340366" y="78182"/>
                    <a:pt x="343177" y="78026"/>
                    <a:pt x="346196" y="78026"/>
                  </a:cubicBezTo>
                  <a:cubicBezTo>
                    <a:pt x="346196" y="92965"/>
                    <a:pt x="346196" y="107643"/>
                    <a:pt x="346196" y="122790"/>
                  </a:cubicBezTo>
                  <a:cubicBezTo>
                    <a:pt x="343438" y="122790"/>
                    <a:pt x="340783" y="122790"/>
                    <a:pt x="338076" y="122790"/>
                  </a:cubicBezTo>
                  <a:cubicBezTo>
                    <a:pt x="331049" y="122842"/>
                    <a:pt x="325948" y="126017"/>
                    <a:pt x="323293" y="132524"/>
                  </a:cubicBezTo>
                  <a:cubicBezTo>
                    <a:pt x="320639" y="139030"/>
                    <a:pt x="322044" y="144912"/>
                    <a:pt x="326989" y="149857"/>
                  </a:cubicBezTo>
                  <a:cubicBezTo>
                    <a:pt x="328811" y="151679"/>
                    <a:pt x="330789" y="153345"/>
                    <a:pt x="333392" y="155739"/>
                  </a:cubicBezTo>
                  <a:cubicBezTo>
                    <a:pt x="329175" y="159643"/>
                    <a:pt x="325376" y="163183"/>
                    <a:pt x="321576" y="166670"/>
                  </a:cubicBezTo>
                  <a:cubicBezTo>
                    <a:pt x="321732" y="166930"/>
                    <a:pt x="321888" y="167190"/>
                    <a:pt x="321992" y="167451"/>
                  </a:cubicBezTo>
                  <a:cubicBezTo>
                    <a:pt x="326104" y="167451"/>
                    <a:pt x="330216" y="167399"/>
                    <a:pt x="334381" y="167451"/>
                  </a:cubicBezTo>
                  <a:cubicBezTo>
                    <a:pt x="341876" y="167555"/>
                    <a:pt x="346404" y="171979"/>
                    <a:pt x="346404" y="179475"/>
                  </a:cubicBezTo>
                  <a:cubicBezTo>
                    <a:pt x="346457" y="204928"/>
                    <a:pt x="346457" y="230433"/>
                    <a:pt x="346404" y="255887"/>
                  </a:cubicBezTo>
                  <a:cubicBezTo>
                    <a:pt x="346404" y="263382"/>
                    <a:pt x="341928" y="267859"/>
                    <a:pt x="334381" y="267911"/>
                  </a:cubicBezTo>
                  <a:cubicBezTo>
                    <a:pt x="320170" y="267963"/>
                    <a:pt x="305960" y="267859"/>
                    <a:pt x="291750" y="267963"/>
                  </a:cubicBezTo>
                  <a:cubicBezTo>
                    <a:pt x="286649" y="268015"/>
                    <a:pt x="282901" y="265881"/>
                    <a:pt x="280195" y="261456"/>
                  </a:cubicBezTo>
                  <a:cubicBezTo>
                    <a:pt x="265932" y="270670"/>
                    <a:pt x="250473" y="276239"/>
                    <a:pt x="233504" y="278321"/>
                  </a:cubicBezTo>
                  <a:cubicBezTo>
                    <a:pt x="235014" y="283110"/>
                    <a:pt x="235066" y="287638"/>
                    <a:pt x="232932" y="291959"/>
                  </a:cubicBezTo>
                  <a:cubicBezTo>
                    <a:pt x="230745" y="296331"/>
                    <a:pt x="227206" y="299142"/>
                    <a:pt x="222521" y="300808"/>
                  </a:cubicBezTo>
                  <a:cubicBezTo>
                    <a:pt x="224291" y="307626"/>
                    <a:pt x="223562" y="313820"/>
                    <a:pt x="218409" y="319026"/>
                  </a:cubicBezTo>
                  <a:cubicBezTo>
                    <a:pt x="213360" y="324127"/>
                    <a:pt x="206906" y="324023"/>
                    <a:pt x="200399" y="323867"/>
                  </a:cubicBezTo>
                  <a:cubicBezTo>
                    <a:pt x="202585" y="333965"/>
                    <a:pt x="198994" y="342449"/>
                    <a:pt x="187386" y="346145"/>
                  </a:cubicBezTo>
                  <a:cubicBezTo>
                    <a:pt x="163911" y="346145"/>
                    <a:pt x="140488" y="346145"/>
                    <a:pt x="117012" y="346145"/>
                  </a:cubicBezTo>
                  <a:cubicBezTo>
                    <a:pt x="110506" y="344948"/>
                    <a:pt x="103947" y="344011"/>
                    <a:pt x="97545" y="342449"/>
                  </a:cubicBezTo>
                  <a:cubicBezTo>
                    <a:pt x="86354" y="339690"/>
                    <a:pt x="75996" y="334797"/>
                    <a:pt x="66314" y="328603"/>
                  </a:cubicBezTo>
                  <a:cubicBezTo>
                    <a:pt x="61577" y="334329"/>
                    <a:pt x="60328" y="334954"/>
                    <a:pt x="52937" y="334954"/>
                  </a:cubicBezTo>
                  <a:cubicBezTo>
                    <a:pt x="40080" y="334954"/>
                    <a:pt x="27275" y="334745"/>
                    <a:pt x="14470" y="335058"/>
                  </a:cubicBezTo>
                  <a:cubicBezTo>
                    <a:pt x="7600" y="335214"/>
                    <a:pt x="2655" y="333080"/>
                    <a:pt x="0" y="326573"/>
                  </a:cubicBezTo>
                  <a:cubicBezTo>
                    <a:pt x="0" y="298621"/>
                    <a:pt x="0" y="270670"/>
                    <a:pt x="0" y="242666"/>
                  </a:cubicBezTo>
                  <a:cubicBezTo>
                    <a:pt x="2134" y="238241"/>
                    <a:pt x="5205" y="235014"/>
                    <a:pt x="10567" y="234337"/>
                  </a:cubicBezTo>
                  <a:cubicBezTo>
                    <a:pt x="9630" y="233192"/>
                    <a:pt x="8953" y="232359"/>
                    <a:pt x="8068" y="231266"/>
                  </a:cubicBezTo>
                  <a:cubicBezTo>
                    <a:pt x="10775" y="228664"/>
                    <a:pt x="13377" y="226217"/>
                    <a:pt x="15928" y="223667"/>
                  </a:cubicBezTo>
                  <a:cubicBezTo>
                    <a:pt x="18010" y="221585"/>
                    <a:pt x="18739" y="219034"/>
                    <a:pt x="17489" y="216223"/>
                  </a:cubicBezTo>
                  <a:cubicBezTo>
                    <a:pt x="16292" y="213465"/>
                    <a:pt x="14158" y="212059"/>
                    <a:pt x="11139" y="212111"/>
                  </a:cubicBezTo>
                  <a:cubicBezTo>
                    <a:pt x="7443" y="212163"/>
                    <a:pt x="3696" y="212163"/>
                    <a:pt x="0" y="212215"/>
                  </a:cubicBezTo>
                  <a:cubicBezTo>
                    <a:pt x="0" y="193373"/>
                    <a:pt x="0" y="174634"/>
                    <a:pt x="0" y="155947"/>
                  </a:cubicBezTo>
                  <a:close/>
                  <a:moveTo>
                    <a:pt x="134137" y="290137"/>
                  </a:moveTo>
                  <a:cubicBezTo>
                    <a:pt x="135751" y="290137"/>
                    <a:pt x="137052" y="290137"/>
                    <a:pt x="138406" y="290137"/>
                  </a:cubicBezTo>
                  <a:cubicBezTo>
                    <a:pt x="164015" y="290137"/>
                    <a:pt x="189573" y="290137"/>
                    <a:pt x="215182" y="290137"/>
                  </a:cubicBezTo>
                  <a:cubicBezTo>
                    <a:pt x="216431" y="290137"/>
                    <a:pt x="217680" y="290189"/>
                    <a:pt x="218878" y="289981"/>
                  </a:cubicBezTo>
                  <a:cubicBezTo>
                    <a:pt x="221688" y="289460"/>
                    <a:pt x="223198" y="287638"/>
                    <a:pt x="223354" y="284828"/>
                  </a:cubicBezTo>
                  <a:cubicBezTo>
                    <a:pt x="223458" y="281809"/>
                    <a:pt x="221845" y="279935"/>
                    <a:pt x="219034" y="279206"/>
                  </a:cubicBezTo>
                  <a:cubicBezTo>
                    <a:pt x="217993" y="278946"/>
                    <a:pt x="216796" y="279102"/>
                    <a:pt x="215650" y="279102"/>
                  </a:cubicBezTo>
                  <a:cubicBezTo>
                    <a:pt x="189833" y="279102"/>
                    <a:pt x="164015" y="279102"/>
                    <a:pt x="138197" y="279102"/>
                  </a:cubicBezTo>
                  <a:cubicBezTo>
                    <a:pt x="136896" y="279102"/>
                    <a:pt x="135595" y="279102"/>
                    <a:pt x="134241" y="279102"/>
                  </a:cubicBezTo>
                  <a:cubicBezTo>
                    <a:pt x="134241" y="275146"/>
                    <a:pt x="134241" y="271711"/>
                    <a:pt x="134241" y="267859"/>
                  </a:cubicBezTo>
                  <a:cubicBezTo>
                    <a:pt x="135751" y="267859"/>
                    <a:pt x="137052" y="267859"/>
                    <a:pt x="138354" y="267859"/>
                  </a:cubicBezTo>
                  <a:cubicBezTo>
                    <a:pt x="160111" y="267859"/>
                    <a:pt x="181869" y="267859"/>
                    <a:pt x="203626" y="267859"/>
                  </a:cubicBezTo>
                  <a:cubicBezTo>
                    <a:pt x="204980" y="267859"/>
                    <a:pt x="206333" y="267911"/>
                    <a:pt x="207687" y="267703"/>
                  </a:cubicBezTo>
                  <a:cubicBezTo>
                    <a:pt x="210653" y="267182"/>
                    <a:pt x="212267" y="265152"/>
                    <a:pt x="212267" y="262289"/>
                  </a:cubicBezTo>
                  <a:cubicBezTo>
                    <a:pt x="212267" y="259374"/>
                    <a:pt x="210549" y="257448"/>
                    <a:pt x="207634" y="256876"/>
                  </a:cubicBezTo>
                  <a:cubicBezTo>
                    <a:pt x="206541" y="256668"/>
                    <a:pt x="205396" y="256772"/>
                    <a:pt x="204251" y="256772"/>
                  </a:cubicBezTo>
                  <a:cubicBezTo>
                    <a:pt x="182285" y="256772"/>
                    <a:pt x="160267" y="256772"/>
                    <a:pt x="138302" y="256772"/>
                  </a:cubicBezTo>
                  <a:cubicBezTo>
                    <a:pt x="137000" y="256772"/>
                    <a:pt x="135699" y="256772"/>
                    <a:pt x="134346" y="256772"/>
                  </a:cubicBezTo>
                  <a:cubicBezTo>
                    <a:pt x="134346" y="252816"/>
                    <a:pt x="134346" y="249276"/>
                    <a:pt x="134346" y="245476"/>
                  </a:cubicBezTo>
                  <a:cubicBezTo>
                    <a:pt x="135855" y="245476"/>
                    <a:pt x="137052" y="245476"/>
                    <a:pt x="138302" y="245476"/>
                  </a:cubicBezTo>
                  <a:cubicBezTo>
                    <a:pt x="144496" y="245476"/>
                    <a:pt x="150690" y="245581"/>
                    <a:pt x="156884" y="245424"/>
                  </a:cubicBezTo>
                  <a:cubicBezTo>
                    <a:pt x="163078" y="245268"/>
                    <a:pt x="167451" y="240584"/>
                    <a:pt x="167242" y="234702"/>
                  </a:cubicBezTo>
                  <a:cubicBezTo>
                    <a:pt x="150482" y="234702"/>
                    <a:pt x="133617" y="234025"/>
                    <a:pt x="116908" y="234858"/>
                  </a:cubicBezTo>
                  <a:cubicBezTo>
                    <a:pt x="99575" y="235743"/>
                    <a:pt x="83803" y="242145"/>
                    <a:pt x="69541" y="252087"/>
                  </a:cubicBezTo>
                  <a:cubicBezTo>
                    <a:pt x="67719" y="253388"/>
                    <a:pt x="66939" y="254742"/>
                    <a:pt x="66939" y="257084"/>
                  </a:cubicBezTo>
                  <a:cubicBezTo>
                    <a:pt x="67043" y="275562"/>
                    <a:pt x="66939" y="294041"/>
                    <a:pt x="67095" y="312571"/>
                  </a:cubicBezTo>
                  <a:cubicBezTo>
                    <a:pt x="67095" y="313977"/>
                    <a:pt x="67928" y="315903"/>
                    <a:pt x="69021" y="316683"/>
                  </a:cubicBezTo>
                  <a:cubicBezTo>
                    <a:pt x="83907" y="327458"/>
                    <a:pt x="100512" y="333913"/>
                    <a:pt x="118834" y="334589"/>
                  </a:cubicBezTo>
                  <a:cubicBezTo>
                    <a:pt x="136844" y="335266"/>
                    <a:pt x="154906" y="334901"/>
                    <a:pt x="172968" y="334954"/>
                  </a:cubicBezTo>
                  <a:cubicBezTo>
                    <a:pt x="176560" y="334954"/>
                    <a:pt x="180203" y="335266"/>
                    <a:pt x="183795" y="334797"/>
                  </a:cubicBezTo>
                  <a:cubicBezTo>
                    <a:pt x="185669" y="334589"/>
                    <a:pt x="188063" y="333496"/>
                    <a:pt x="189104" y="331987"/>
                  </a:cubicBezTo>
                  <a:cubicBezTo>
                    <a:pt x="191759" y="328239"/>
                    <a:pt x="188584" y="323814"/>
                    <a:pt x="183430" y="323814"/>
                  </a:cubicBezTo>
                  <a:cubicBezTo>
                    <a:pt x="168231" y="323762"/>
                    <a:pt x="152980" y="323814"/>
                    <a:pt x="137781" y="323814"/>
                  </a:cubicBezTo>
                  <a:cubicBezTo>
                    <a:pt x="136584" y="323814"/>
                    <a:pt x="135439" y="323814"/>
                    <a:pt x="134294" y="323814"/>
                  </a:cubicBezTo>
                  <a:cubicBezTo>
                    <a:pt x="134294" y="319806"/>
                    <a:pt x="134294" y="316371"/>
                    <a:pt x="134294" y="312623"/>
                  </a:cubicBezTo>
                  <a:cubicBezTo>
                    <a:pt x="135855" y="312623"/>
                    <a:pt x="137156" y="312623"/>
                    <a:pt x="138510" y="312623"/>
                  </a:cubicBezTo>
                  <a:cubicBezTo>
                    <a:pt x="160267" y="312623"/>
                    <a:pt x="182025" y="312623"/>
                    <a:pt x="203783" y="312623"/>
                  </a:cubicBezTo>
                  <a:cubicBezTo>
                    <a:pt x="205136" y="312623"/>
                    <a:pt x="206489" y="312623"/>
                    <a:pt x="207843" y="312415"/>
                  </a:cubicBezTo>
                  <a:cubicBezTo>
                    <a:pt x="210706" y="311895"/>
                    <a:pt x="212215" y="309917"/>
                    <a:pt x="212267" y="307210"/>
                  </a:cubicBezTo>
                  <a:cubicBezTo>
                    <a:pt x="212371" y="304295"/>
                    <a:pt x="210706" y="302317"/>
                    <a:pt x="207843" y="301640"/>
                  </a:cubicBezTo>
                  <a:cubicBezTo>
                    <a:pt x="206750" y="301380"/>
                    <a:pt x="205604" y="301484"/>
                    <a:pt x="204459" y="301484"/>
                  </a:cubicBezTo>
                  <a:cubicBezTo>
                    <a:pt x="182337" y="301484"/>
                    <a:pt x="160267" y="301484"/>
                    <a:pt x="138145" y="301484"/>
                  </a:cubicBezTo>
                  <a:cubicBezTo>
                    <a:pt x="136844" y="301484"/>
                    <a:pt x="135543" y="301484"/>
                    <a:pt x="134137" y="301484"/>
                  </a:cubicBezTo>
                  <a:cubicBezTo>
                    <a:pt x="134137" y="297476"/>
                    <a:pt x="134137" y="294093"/>
                    <a:pt x="134137" y="290137"/>
                  </a:cubicBezTo>
                  <a:close/>
                  <a:moveTo>
                    <a:pt x="174842" y="155791"/>
                  </a:moveTo>
                  <a:cubicBezTo>
                    <a:pt x="175414" y="156103"/>
                    <a:pt x="175675" y="156416"/>
                    <a:pt x="175987" y="156416"/>
                  </a:cubicBezTo>
                  <a:cubicBezTo>
                    <a:pt x="190614" y="156312"/>
                    <a:pt x="205292" y="156103"/>
                    <a:pt x="219919" y="156051"/>
                  </a:cubicBezTo>
                  <a:cubicBezTo>
                    <a:pt x="241052" y="156051"/>
                    <a:pt x="260623" y="161465"/>
                    <a:pt x="278581" y="172708"/>
                  </a:cubicBezTo>
                  <a:cubicBezTo>
                    <a:pt x="279102" y="173020"/>
                    <a:pt x="279726" y="173281"/>
                    <a:pt x="280403" y="173593"/>
                  </a:cubicBezTo>
                  <a:cubicBezTo>
                    <a:pt x="283162" y="168648"/>
                    <a:pt x="287378" y="166982"/>
                    <a:pt x="292687" y="167295"/>
                  </a:cubicBezTo>
                  <a:cubicBezTo>
                    <a:pt x="296070" y="167451"/>
                    <a:pt x="299454" y="167347"/>
                    <a:pt x="302837" y="167295"/>
                  </a:cubicBezTo>
                  <a:cubicBezTo>
                    <a:pt x="303826" y="167295"/>
                    <a:pt x="305075" y="167243"/>
                    <a:pt x="305700" y="166670"/>
                  </a:cubicBezTo>
                  <a:cubicBezTo>
                    <a:pt x="309552" y="163078"/>
                    <a:pt x="313247" y="159331"/>
                    <a:pt x="316891" y="155739"/>
                  </a:cubicBezTo>
                  <a:cubicBezTo>
                    <a:pt x="304815" y="136063"/>
                    <a:pt x="311842" y="117689"/>
                    <a:pt x="333287" y="111703"/>
                  </a:cubicBezTo>
                  <a:cubicBezTo>
                    <a:pt x="334068" y="111495"/>
                    <a:pt x="335109" y="110298"/>
                    <a:pt x="335109" y="109517"/>
                  </a:cubicBezTo>
                  <a:cubicBezTo>
                    <a:pt x="335265" y="102802"/>
                    <a:pt x="335213" y="96036"/>
                    <a:pt x="335213" y="89061"/>
                  </a:cubicBezTo>
                  <a:cubicBezTo>
                    <a:pt x="324647" y="87447"/>
                    <a:pt x="316943" y="82190"/>
                    <a:pt x="312935" y="72352"/>
                  </a:cubicBezTo>
                  <a:cubicBezTo>
                    <a:pt x="308979" y="62566"/>
                    <a:pt x="310593" y="53405"/>
                    <a:pt x="316371" y="45597"/>
                  </a:cubicBezTo>
                  <a:cubicBezTo>
                    <a:pt x="310905" y="40132"/>
                    <a:pt x="305700" y="34927"/>
                    <a:pt x="300443" y="29617"/>
                  </a:cubicBezTo>
                  <a:cubicBezTo>
                    <a:pt x="292427" y="35499"/>
                    <a:pt x="283370" y="37061"/>
                    <a:pt x="273688" y="33105"/>
                  </a:cubicBezTo>
                  <a:cubicBezTo>
                    <a:pt x="263902" y="29097"/>
                    <a:pt x="258645" y="21393"/>
                    <a:pt x="256927" y="10879"/>
                  </a:cubicBezTo>
                  <a:cubicBezTo>
                    <a:pt x="249953" y="10879"/>
                    <a:pt x="243238" y="10775"/>
                    <a:pt x="236471" y="10983"/>
                  </a:cubicBezTo>
                  <a:cubicBezTo>
                    <a:pt x="235690" y="10983"/>
                    <a:pt x="234389" y="12492"/>
                    <a:pt x="234181" y="13481"/>
                  </a:cubicBezTo>
                  <a:cubicBezTo>
                    <a:pt x="230017" y="32689"/>
                    <a:pt x="208728" y="41381"/>
                    <a:pt x="192435" y="30450"/>
                  </a:cubicBezTo>
                  <a:cubicBezTo>
                    <a:pt x="191811" y="30034"/>
                    <a:pt x="191134" y="29670"/>
                    <a:pt x="191030" y="29617"/>
                  </a:cubicBezTo>
                  <a:cubicBezTo>
                    <a:pt x="185617" y="34979"/>
                    <a:pt x="180463" y="40132"/>
                    <a:pt x="175102" y="45441"/>
                  </a:cubicBezTo>
                  <a:cubicBezTo>
                    <a:pt x="181140" y="53613"/>
                    <a:pt x="182650" y="62775"/>
                    <a:pt x="178590" y="72508"/>
                  </a:cubicBezTo>
                  <a:cubicBezTo>
                    <a:pt x="174530" y="82294"/>
                    <a:pt x="166774" y="87499"/>
                    <a:pt x="156520" y="89061"/>
                  </a:cubicBezTo>
                  <a:cubicBezTo>
                    <a:pt x="156520" y="96608"/>
                    <a:pt x="156520" y="103895"/>
                    <a:pt x="156520" y="111131"/>
                  </a:cubicBezTo>
                  <a:cubicBezTo>
                    <a:pt x="177705" y="113837"/>
                    <a:pt x="188219" y="138198"/>
                    <a:pt x="174842" y="155791"/>
                  </a:cubicBezTo>
                  <a:close/>
                  <a:moveTo>
                    <a:pt x="11347" y="200660"/>
                  </a:moveTo>
                  <a:cubicBezTo>
                    <a:pt x="19259" y="201336"/>
                    <a:pt x="24985" y="204772"/>
                    <a:pt x="27900" y="212059"/>
                  </a:cubicBezTo>
                  <a:cubicBezTo>
                    <a:pt x="30763" y="219242"/>
                    <a:pt x="29045" y="225697"/>
                    <a:pt x="23371" y="232307"/>
                  </a:cubicBezTo>
                  <a:cubicBezTo>
                    <a:pt x="25974" y="233140"/>
                    <a:pt x="27952" y="234285"/>
                    <a:pt x="29878" y="234337"/>
                  </a:cubicBezTo>
                  <a:cubicBezTo>
                    <a:pt x="37529" y="234546"/>
                    <a:pt x="45233" y="234598"/>
                    <a:pt x="52885" y="234337"/>
                  </a:cubicBezTo>
                  <a:cubicBezTo>
                    <a:pt x="58506" y="234181"/>
                    <a:pt x="63139" y="235430"/>
                    <a:pt x="66002" y="240688"/>
                  </a:cubicBezTo>
                  <a:cubicBezTo>
                    <a:pt x="71051" y="237929"/>
                    <a:pt x="75839" y="235274"/>
                    <a:pt x="80888" y="232463"/>
                  </a:cubicBezTo>
                  <a:cubicBezTo>
                    <a:pt x="52364" y="222730"/>
                    <a:pt x="42006" y="197068"/>
                    <a:pt x="45233" y="176039"/>
                  </a:cubicBezTo>
                  <a:cubicBezTo>
                    <a:pt x="48668" y="153709"/>
                    <a:pt x="67303" y="136220"/>
                    <a:pt x="91247" y="133929"/>
                  </a:cubicBezTo>
                  <a:cubicBezTo>
                    <a:pt x="102021" y="132888"/>
                    <a:pt x="112119" y="135491"/>
                    <a:pt x="121229" y="141269"/>
                  </a:cubicBezTo>
                  <a:cubicBezTo>
                    <a:pt x="134866" y="149857"/>
                    <a:pt x="142674" y="162402"/>
                    <a:pt x="145016" y="178434"/>
                  </a:cubicBezTo>
                  <a:cubicBezTo>
                    <a:pt x="149493" y="178434"/>
                    <a:pt x="153657" y="178434"/>
                    <a:pt x="157821" y="178434"/>
                  </a:cubicBezTo>
                  <a:cubicBezTo>
                    <a:pt x="161933" y="178434"/>
                    <a:pt x="165993" y="178434"/>
                    <a:pt x="170209" y="178434"/>
                  </a:cubicBezTo>
                  <a:cubicBezTo>
                    <a:pt x="169324" y="175623"/>
                    <a:pt x="167711" y="173176"/>
                    <a:pt x="168023" y="170990"/>
                  </a:cubicBezTo>
                  <a:cubicBezTo>
                    <a:pt x="168804" y="164744"/>
                    <a:pt x="164952" y="161361"/>
                    <a:pt x="161100" y="157769"/>
                  </a:cubicBezTo>
                  <a:cubicBezTo>
                    <a:pt x="160371" y="157092"/>
                    <a:pt x="159747" y="156364"/>
                    <a:pt x="158758" y="155219"/>
                  </a:cubicBezTo>
                  <a:cubicBezTo>
                    <a:pt x="160892" y="153293"/>
                    <a:pt x="162974" y="151575"/>
                    <a:pt x="164848" y="149597"/>
                  </a:cubicBezTo>
                  <a:cubicBezTo>
                    <a:pt x="169585" y="144704"/>
                    <a:pt x="171094" y="138926"/>
                    <a:pt x="168440" y="132524"/>
                  </a:cubicBezTo>
                  <a:cubicBezTo>
                    <a:pt x="165785" y="126017"/>
                    <a:pt x="160788" y="122738"/>
                    <a:pt x="153709" y="122686"/>
                  </a:cubicBezTo>
                  <a:cubicBezTo>
                    <a:pt x="151054" y="122686"/>
                    <a:pt x="148348" y="122686"/>
                    <a:pt x="145693" y="122686"/>
                  </a:cubicBezTo>
                  <a:cubicBezTo>
                    <a:pt x="144704" y="119251"/>
                    <a:pt x="146786" y="115035"/>
                    <a:pt x="142101" y="113369"/>
                  </a:cubicBezTo>
                  <a:cubicBezTo>
                    <a:pt x="136376" y="118366"/>
                    <a:pt x="129817" y="119823"/>
                    <a:pt x="122686" y="116856"/>
                  </a:cubicBezTo>
                  <a:cubicBezTo>
                    <a:pt x="115555" y="113889"/>
                    <a:pt x="112276" y="108008"/>
                    <a:pt x="111547" y="100356"/>
                  </a:cubicBezTo>
                  <a:cubicBezTo>
                    <a:pt x="101032" y="100356"/>
                    <a:pt x="90778" y="100356"/>
                    <a:pt x="80524" y="100356"/>
                  </a:cubicBezTo>
                  <a:cubicBezTo>
                    <a:pt x="79847" y="100356"/>
                    <a:pt x="79223" y="100512"/>
                    <a:pt x="78598" y="100564"/>
                  </a:cubicBezTo>
                  <a:cubicBezTo>
                    <a:pt x="77401" y="116596"/>
                    <a:pt x="59860" y="123883"/>
                    <a:pt x="47367" y="113161"/>
                  </a:cubicBezTo>
                  <a:cubicBezTo>
                    <a:pt x="40392" y="120136"/>
                    <a:pt x="33365" y="127163"/>
                    <a:pt x="26390" y="134138"/>
                  </a:cubicBezTo>
                  <a:cubicBezTo>
                    <a:pt x="25609" y="134918"/>
                    <a:pt x="24881" y="135751"/>
                    <a:pt x="23996" y="136688"/>
                  </a:cubicBezTo>
                  <a:cubicBezTo>
                    <a:pt x="29149" y="142518"/>
                    <a:pt x="30763" y="149024"/>
                    <a:pt x="27848" y="156208"/>
                  </a:cubicBezTo>
                  <a:cubicBezTo>
                    <a:pt x="24881" y="163495"/>
                    <a:pt x="18843" y="166774"/>
                    <a:pt x="11399" y="167555"/>
                  </a:cubicBezTo>
                  <a:cubicBezTo>
                    <a:pt x="11347" y="178694"/>
                    <a:pt x="11347" y="189521"/>
                    <a:pt x="11347" y="200660"/>
                  </a:cubicBezTo>
                  <a:close/>
                  <a:moveTo>
                    <a:pt x="222782" y="267390"/>
                  </a:moveTo>
                  <a:cubicBezTo>
                    <a:pt x="223250" y="267494"/>
                    <a:pt x="223718" y="267651"/>
                    <a:pt x="224135" y="267598"/>
                  </a:cubicBezTo>
                  <a:cubicBezTo>
                    <a:pt x="243967" y="267026"/>
                    <a:pt x="261872" y="260780"/>
                    <a:pt x="277904" y="249120"/>
                  </a:cubicBezTo>
                  <a:cubicBezTo>
                    <a:pt x="278841" y="248443"/>
                    <a:pt x="279310" y="246674"/>
                    <a:pt x="279310" y="245424"/>
                  </a:cubicBezTo>
                  <a:cubicBezTo>
                    <a:pt x="279414" y="226842"/>
                    <a:pt x="279362" y="208207"/>
                    <a:pt x="279414" y="189625"/>
                  </a:cubicBezTo>
                  <a:cubicBezTo>
                    <a:pt x="279414" y="187595"/>
                    <a:pt x="278841" y="186346"/>
                    <a:pt x="277176" y="185200"/>
                  </a:cubicBezTo>
                  <a:cubicBezTo>
                    <a:pt x="261144" y="174061"/>
                    <a:pt x="243446" y="167763"/>
                    <a:pt x="223823" y="167399"/>
                  </a:cubicBezTo>
                  <a:cubicBezTo>
                    <a:pt x="209717" y="167138"/>
                    <a:pt x="195663" y="167295"/>
                    <a:pt x="181557" y="167295"/>
                  </a:cubicBezTo>
                  <a:cubicBezTo>
                    <a:pt x="180672" y="167295"/>
                    <a:pt x="179839" y="167451"/>
                    <a:pt x="178954" y="167503"/>
                  </a:cubicBezTo>
                  <a:cubicBezTo>
                    <a:pt x="179474" y="174061"/>
                    <a:pt x="183587" y="178173"/>
                    <a:pt x="189833" y="178278"/>
                  </a:cubicBezTo>
                  <a:cubicBezTo>
                    <a:pt x="195142" y="178382"/>
                    <a:pt x="200451" y="178382"/>
                    <a:pt x="205709" y="178278"/>
                  </a:cubicBezTo>
                  <a:cubicBezTo>
                    <a:pt x="215650" y="178121"/>
                    <a:pt x="223094" y="182181"/>
                    <a:pt x="227779" y="191030"/>
                  </a:cubicBezTo>
                  <a:cubicBezTo>
                    <a:pt x="230433" y="195975"/>
                    <a:pt x="234545" y="199098"/>
                    <a:pt x="240063" y="200243"/>
                  </a:cubicBezTo>
                  <a:cubicBezTo>
                    <a:pt x="241780" y="200608"/>
                    <a:pt x="243602" y="200608"/>
                    <a:pt x="245580" y="200764"/>
                  </a:cubicBezTo>
                  <a:cubicBezTo>
                    <a:pt x="245580" y="204460"/>
                    <a:pt x="245580" y="207999"/>
                    <a:pt x="245580" y="211747"/>
                  </a:cubicBezTo>
                  <a:cubicBezTo>
                    <a:pt x="236575" y="212111"/>
                    <a:pt x="229132" y="209092"/>
                    <a:pt x="222677" y="202950"/>
                  </a:cubicBezTo>
                  <a:cubicBezTo>
                    <a:pt x="217680" y="207687"/>
                    <a:pt x="213933" y="213152"/>
                    <a:pt x="213256" y="219815"/>
                  </a:cubicBezTo>
                  <a:cubicBezTo>
                    <a:pt x="212423" y="228195"/>
                    <a:pt x="212631" y="236680"/>
                    <a:pt x="212475" y="245112"/>
                  </a:cubicBezTo>
                  <a:cubicBezTo>
                    <a:pt x="212475" y="245685"/>
                    <a:pt x="213048" y="246570"/>
                    <a:pt x="213620" y="246882"/>
                  </a:cubicBezTo>
                  <a:cubicBezTo>
                    <a:pt x="221949" y="251358"/>
                    <a:pt x="224655" y="258281"/>
                    <a:pt x="222782" y="267390"/>
                  </a:cubicBezTo>
                  <a:close/>
                  <a:moveTo>
                    <a:pt x="55695" y="245424"/>
                  </a:moveTo>
                  <a:cubicBezTo>
                    <a:pt x="41850" y="245424"/>
                    <a:pt x="28420" y="245528"/>
                    <a:pt x="15043" y="245372"/>
                  </a:cubicBezTo>
                  <a:cubicBezTo>
                    <a:pt x="11868" y="245320"/>
                    <a:pt x="11087" y="246309"/>
                    <a:pt x="11139" y="249328"/>
                  </a:cubicBezTo>
                  <a:cubicBezTo>
                    <a:pt x="11243" y="272856"/>
                    <a:pt x="11191" y="296435"/>
                    <a:pt x="11191" y="319963"/>
                  </a:cubicBezTo>
                  <a:cubicBezTo>
                    <a:pt x="11191" y="321160"/>
                    <a:pt x="11295" y="322357"/>
                    <a:pt x="11399" y="323554"/>
                  </a:cubicBezTo>
                  <a:cubicBezTo>
                    <a:pt x="26338" y="323554"/>
                    <a:pt x="40965" y="323554"/>
                    <a:pt x="55747" y="323554"/>
                  </a:cubicBezTo>
                  <a:cubicBezTo>
                    <a:pt x="55695" y="297528"/>
                    <a:pt x="55695" y="271659"/>
                    <a:pt x="55695" y="245424"/>
                  </a:cubicBezTo>
                  <a:close/>
                  <a:moveTo>
                    <a:pt x="335005" y="178642"/>
                  </a:moveTo>
                  <a:cubicBezTo>
                    <a:pt x="319962" y="178642"/>
                    <a:pt x="305388" y="178642"/>
                    <a:pt x="290657" y="178642"/>
                  </a:cubicBezTo>
                  <a:cubicBezTo>
                    <a:pt x="290657" y="204720"/>
                    <a:pt x="290657" y="230590"/>
                    <a:pt x="290657" y="256407"/>
                  </a:cubicBezTo>
                  <a:cubicBezTo>
                    <a:pt x="305544" y="256407"/>
                    <a:pt x="320222" y="256407"/>
                    <a:pt x="335005" y="256407"/>
                  </a:cubicBezTo>
                  <a:cubicBezTo>
                    <a:pt x="335005" y="230381"/>
                    <a:pt x="335005" y="204616"/>
                    <a:pt x="335005" y="178642"/>
                  </a:cubicBezTo>
                  <a:close/>
                  <a:moveTo>
                    <a:pt x="133669" y="179319"/>
                  </a:moveTo>
                  <a:cubicBezTo>
                    <a:pt x="130702" y="158498"/>
                    <a:pt x="113993" y="144184"/>
                    <a:pt x="93329" y="145121"/>
                  </a:cubicBezTo>
                  <a:cubicBezTo>
                    <a:pt x="76776" y="145901"/>
                    <a:pt x="64909" y="154282"/>
                    <a:pt x="58818" y="169585"/>
                  </a:cubicBezTo>
                  <a:cubicBezTo>
                    <a:pt x="52624" y="185148"/>
                    <a:pt x="55747" y="199567"/>
                    <a:pt x="67459" y="211643"/>
                  </a:cubicBezTo>
                  <a:cubicBezTo>
                    <a:pt x="78286" y="222834"/>
                    <a:pt x="94994" y="226061"/>
                    <a:pt x="109257" y="220387"/>
                  </a:cubicBezTo>
                  <a:cubicBezTo>
                    <a:pt x="111131" y="219659"/>
                    <a:pt x="111651" y="218722"/>
                    <a:pt x="111807" y="216744"/>
                  </a:cubicBezTo>
                  <a:cubicBezTo>
                    <a:pt x="112224" y="210133"/>
                    <a:pt x="115555" y="205344"/>
                    <a:pt x="121541" y="202430"/>
                  </a:cubicBezTo>
                  <a:cubicBezTo>
                    <a:pt x="122322" y="202065"/>
                    <a:pt x="123050" y="201649"/>
                    <a:pt x="123779" y="201284"/>
                  </a:cubicBezTo>
                  <a:cubicBezTo>
                    <a:pt x="121749" y="190145"/>
                    <a:pt x="123831" y="185513"/>
                    <a:pt x="133669" y="179319"/>
                  </a:cubicBezTo>
                  <a:close/>
                  <a:moveTo>
                    <a:pt x="203418" y="212007"/>
                  </a:moveTo>
                  <a:cubicBezTo>
                    <a:pt x="202013" y="212007"/>
                    <a:pt x="200920" y="212007"/>
                    <a:pt x="199775" y="212007"/>
                  </a:cubicBezTo>
                  <a:cubicBezTo>
                    <a:pt x="176768" y="212007"/>
                    <a:pt x="153813" y="212007"/>
                    <a:pt x="130806" y="212007"/>
                  </a:cubicBezTo>
                  <a:cubicBezTo>
                    <a:pt x="129817" y="212007"/>
                    <a:pt x="128776" y="211955"/>
                    <a:pt x="127787" y="212059"/>
                  </a:cubicBezTo>
                  <a:cubicBezTo>
                    <a:pt x="124872" y="212424"/>
                    <a:pt x="122894" y="214714"/>
                    <a:pt x="122998" y="217629"/>
                  </a:cubicBezTo>
                  <a:cubicBezTo>
                    <a:pt x="123102" y="220648"/>
                    <a:pt x="124716" y="222417"/>
                    <a:pt x="127631" y="222938"/>
                  </a:cubicBezTo>
                  <a:cubicBezTo>
                    <a:pt x="128308" y="223042"/>
                    <a:pt x="128984" y="223042"/>
                    <a:pt x="129661" y="223042"/>
                  </a:cubicBezTo>
                  <a:cubicBezTo>
                    <a:pt x="152772" y="223042"/>
                    <a:pt x="175831" y="223042"/>
                    <a:pt x="198942" y="223042"/>
                  </a:cubicBezTo>
                  <a:cubicBezTo>
                    <a:pt x="199671" y="223042"/>
                    <a:pt x="200451" y="222834"/>
                    <a:pt x="201128" y="222782"/>
                  </a:cubicBezTo>
                  <a:cubicBezTo>
                    <a:pt x="201909" y="219190"/>
                    <a:pt x="202638" y="215807"/>
                    <a:pt x="203418" y="212007"/>
                  </a:cubicBezTo>
                  <a:close/>
                  <a:moveTo>
                    <a:pt x="216744" y="192748"/>
                  </a:moveTo>
                  <a:cubicBezTo>
                    <a:pt x="213256" y="191551"/>
                    <a:pt x="210497" y="189833"/>
                    <a:pt x="207739" y="189781"/>
                  </a:cubicBezTo>
                  <a:cubicBezTo>
                    <a:pt x="185200" y="189573"/>
                    <a:pt x="162662" y="189625"/>
                    <a:pt x="140123" y="189677"/>
                  </a:cubicBezTo>
                  <a:cubicBezTo>
                    <a:pt x="136532" y="189677"/>
                    <a:pt x="134085" y="191967"/>
                    <a:pt x="134085" y="195142"/>
                  </a:cubicBezTo>
                  <a:cubicBezTo>
                    <a:pt x="134085" y="198317"/>
                    <a:pt x="136480" y="200660"/>
                    <a:pt x="140071" y="200660"/>
                  </a:cubicBezTo>
                  <a:cubicBezTo>
                    <a:pt x="162610" y="200712"/>
                    <a:pt x="185148" y="200712"/>
                    <a:pt x="207687" y="200660"/>
                  </a:cubicBezTo>
                  <a:cubicBezTo>
                    <a:pt x="208623" y="200660"/>
                    <a:pt x="209769" y="200348"/>
                    <a:pt x="210393" y="199775"/>
                  </a:cubicBezTo>
                  <a:cubicBezTo>
                    <a:pt x="212319" y="197901"/>
                    <a:pt x="213985" y="195819"/>
                    <a:pt x="216744" y="192748"/>
                  </a:cubicBezTo>
                  <a:close/>
                  <a:moveTo>
                    <a:pt x="200920" y="234546"/>
                  </a:moveTo>
                  <a:cubicBezTo>
                    <a:pt x="193372" y="234546"/>
                    <a:pt x="186189" y="234546"/>
                    <a:pt x="179266" y="234546"/>
                  </a:cubicBezTo>
                  <a:cubicBezTo>
                    <a:pt x="178277" y="238241"/>
                    <a:pt x="177288" y="241729"/>
                    <a:pt x="176351" y="245112"/>
                  </a:cubicBezTo>
                  <a:cubicBezTo>
                    <a:pt x="184576" y="245112"/>
                    <a:pt x="192748" y="245112"/>
                    <a:pt x="200920" y="245112"/>
                  </a:cubicBezTo>
                  <a:cubicBezTo>
                    <a:pt x="200920" y="241468"/>
                    <a:pt x="200920" y="238137"/>
                    <a:pt x="200920" y="23454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8" name="Google Shape;758;p7"/>
            <p:cNvSpPr/>
            <p:nvPr/>
          </p:nvSpPr>
          <p:spPr>
            <a:xfrm>
              <a:off x="6434965" y="6368085"/>
              <a:ext cx="10774" cy="10670"/>
            </a:xfrm>
            <a:custGeom>
              <a:avLst/>
              <a:gdLst/>
              <a:ahLst/>
              <a:cxnLst/>
              <a:rect l="l" t="t" r="r" b="b"/>
              <a:pathLst>
                <a:path w="10774" h="10670" extrusionOk="0">
                  <a:moveTo>
                    <a:pt x="10775" y="10671"/>
                  </a:moveTo>
                  <a:cubicBezTo>
                    <a:pt x="7079" y="10671"/>
                    <a:pt x="3644" y="10671"/>
                    <a:pt x="0" y="10671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592" y="0"/>
                    <a:pt x="7079" y="0"/>
                    <a:pt x="10775" y="0"/>
                  </a:cubicBezTo>
                  <a:cubicBezTo>
                    <a:pt x="10775" y="3540"/>
                    <a:pt x="10775" y="6975"/>
                    <a:pt x="10775" y="106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9" name="Google Shape;759;p7"/>
            <p:cNvSpPr/>
            <p:nvPr/>
          </p:nvSpPr>
          <p:spPr>
            <a:xfrm>
              <a:off x="6457452" y="6367929"/>
              <a:ext cx="10566" cy="10826"/>
            </a:xfrm>
            <a:custGeom>
              <a:avLst/>
              <a:gdLst/>
              <a:ahLst/>
              <a:cxnLst/>
              <a:rect l="l" t="t" r="r" b="b"/>
              <a:pathLst>
                <a:path w="10566" h="10826" extrusionOk="0">
                  <a:moveTo>
                    <a:pt x="0" y="0"/>
                  </a:moveTo>
                  <a:cubicBezTo>
                    <a:pt x="3644" y="0"/>
                    <a:pt x="6975" y="0"/>
                    <a:pt x="10567" y="0"/>
                  </a:cubicBezTo>
                  <a:cubicBezTo>
                    <a:pt x="10567" y="3644"/>
                    <a:pt x="10567" y="7131"/>
                    <a:pt x="10567" y="10827"/>
                  </a:cubicBezTo>
                  <a:cubicBezTo>
                    <a:pt x="7027" y="10827"/>
                    <a:pt x="3644" y="10827"/>
                    <a:pt x="0" y="10827"/>
                  </a:cubicBezTo>
                  <a:cubicBezTo>
                    <a:pt x="0" y="7183"/>
                    <a:pt x="0" y="364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0" name="Google Shape;760;p7"/>
            <p:cNvSpPr/>
            <p:nvPr/>
          </p:nvSpPr>
          <p:spPr>
            <a:xfrm>
              <a:off x="6479730" y="6368033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extrusionOk="0">
                  <a:moveTo>
                    <a:pt x="10671" y="0"/>
                  </a:moveTo>
                  <a:cubicBezTo>
                    <a:pt x="10671" y="3696"/>
                    <a:pt x="10671" y="7131"/>
                    <a:pt x="10671" y="10723"/>
                  </a:cubicBezTo>
                  <a:cubicBezTo>
                    <a:pt x="7079" y="10723"/>
                    <a:pt x="3696" y="10723"/>
                    <a:pt x="0" y="10723"/>
                  </a:cubicBezTo>
                  <a:cubicBezTo>
                    <a:pt x="0" y="7183"/>
                    <a:pt x="0" y="3696"/>
                    <a:pt x="0" y="0"/>
                  </a:cubicBezTo>
                  <a:cubicBezTo>
                    <a:pt x="3540" y="0"/>
                    <a:pt x="6975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1" name="Google Shape;761;p7"/>
            <p:cNvSpPr/>
            <p:nvPr/>
          </p:nvSpPr>
          <p:spPr>
            <a:xfrm>
              <a:off x="6658475" y="6636256"/>
              <a:ext cx="10774" cy="10566"/>
            </a:xfrm>
            <a:custGeom>
              <a:avLst/>
              <a:gdLst/>
              <a:ahLst/>
              <a:cxnLst/>
              <a:rect l="l" t="t" r="r" b="b"/>
              <a:pathLst>
                <a:path w="10774" h="10566" extrusionOk="0">
                  <a:moveTo>
                    <a:pt x="10775" y="0"/>
                  </a:moveTo>
                  <a:cubicBezTo>
                    <a:pt x="10775" y="3592"/>
                    <a:pt x="10775" y="6975"/>
                    <a:pt x="10775" y="10567"/>
                  </a:cubicBezTo>
                  <a:cubicBezTo>
                    <a:pt x="7183" y="10567"/>
                    <a:pt x="3696" y="10567"/>
                    <a:pt x="0" y="10567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435" y="0"/>
                    <a:pt x="6975" y="0"/>
                    <a:pt x="107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2" name="Google Shape;762;p7"/>
            <p:cNvSpPr/>
            <p:nvPr/>
          </p:nvSpPr>
          <p:spPr>
            <a:xfrm>
              <a:off x="6680858" y="6636204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extrusionOk="0">
                  <a:moveTo>
                    <a:pt x="10671" y="0"/>
                  </a:moveTo>
                  <a:cubicBezTo>
                    <a:pt x="10671" y="3644"/>
                    <a:pt x="10671" y="7027"/>
                    <a:pt x="10671" y="10723"/>
                  </a:cubicBezTo>
                  <a:cubicBezTo>
                    <a:pt x="7079" y="10723"/>
                    <a:pt x="3644" y="10723"/>
                    <a:pt x="0" y="10723"/>
                  </a:cubicBezTo>
                  <a:cubicBezTo>
                    <a:pt x="0" y="7235"/>
                    <a:pt x="0" y="3748"/>
                    <a:pt x="0" y="0"/>
                  </a:cubicBezTo>
                  <a:cubicBezTo>
                    <a:pt x="3435" y="0"/>
                    <a:pt x="6871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3" name="Google Shape;763;p7"/>
            <p:cNvSpPr/>
            <p:nvPr/>
          </p:nvSpPr>
          <p:spPr>
            <a:xfrm>
              <a:off x="6703136" y="6636152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extrusionOk="0">
                  <a:moveTo>
                    <a:pt x="0" y="10723"/>
                  </a:moveTo>
                  <a:cubicBezTo>
                    <a:pt x="0" y="6975"/>
                    <a:pt x="0" y="3592"/>
                    <a:pt x="0" y="0"/>
                  </a:cubicBezTo>
                  <a:cubicBezTo>
                    <a:pt x="3592" y="0"/>
                    <a:pt x="7027" y="0"/>
                    <a:pt x="10671" y="0"/>
                  </a:cubicBezTo>
                  <a:cubicBezTo>
                    <a:pt x="10671" y="3540"/>
                    <a:pt x="10671" y="7027"/>
                    <a:pt x="10671" y="10723"/>
                  </a:cubicBezTo>
                  <a:cubicBezTo>
                    <a:pt x="7131" y="10723"/>
                    <a:pt x="3696" y="10723"/>
                    <a:pt x="0" y="1072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4" name="Google Shape;764;p7"/>
            <p:cNvSpPr/>
            <p:nvPr/>
          </p:nvSpPr>
          <p:spPr>
            <a:xfrm>
              <a:off x="6591224" y="6378912"/>
              <a:ext cx="111703" cy="111704"/>
            </a:xfrm>
            <a:custGeom>
              <a:avLst/>
              <a:gdLst/>
              <a:ahLst/>
              <a:cxnLst/>
              <a:rect l="l" t="t" r="r" b="b"/>
              <a:pathLst>
                <a:path w="111703" h="111704" extrusionOk="0">
                  <a:moveTo>
                    <a:pt x="0" y="55748"/>
                  </a:moveTo>
                  <a:cubicBezTo>
                    <a:pt x="52" y="24881"/>
                    <a:pt x="25141" y="-52"/>
                    <a:pt x="56060" y="0"/>
                  </a:cubicBezTo>
                  <a:cubicBezTo>
                    <a:pt x="86822" y="104"/>
                    <a:pt x="111807" y="25349"/>
                    <a:pt x="111703" y="56216"/>
                  </a:cubicBezTo>
                  <a:cubicBezTo>
                    <a:pt x="111599" y="86979"/>
                    <a:pt x="86354" y="111859"/>
                    <a:pt x="55435" y="111703"/>
                  </a:cubicBezTo>
                  <a:cubicBezTo>
                    <a:pt x="24725" y="111599"/>
                    <a:pt x="-52" y="86562"/>
                    <a:pt x="0" y="55748"/>
                  </a:cubicBezTo>
                  <a:close/>
                  <a:moveTo>
                    <a:pt x="100460" y="55904"/>
                  </a:moveTo>
                  <a:cubicBezTo>
                    <a:pt x="100408" y="31127"/>
                    <a:pt x="80472" y="11243"/>
                    <a:pt x="55695" y="11295"/>
                  </a:cubicBezTo>
                  <a:cubicBezTo>
                    <a:pt x="30971" y="11347"/>
                    <a:pt x="10931" y="31491"/>
                    <a:pt x="11087" y="56112"/>
                  </a:cubicBezTo>
                  <a:cubicBezTo>
                    <a:pt x="11191" y="80576"/>
                    <a:pt x="31335" y="100616"/>
                    <a:pt x="55748" y="100668"/>
                  </a:cubicBezTo>
                  <a:cubicBezTo>
                    <a:pt x="80368" y="100720"/>
                    <a:pt x="100512" y="80576"/>
                    <a:pt x="100460" y="559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5" name="Google Shape;765;p7"/>
            <p:cNvSpPr/>
            <p:nvPr/>
          </p:nvSpPr>
          <p:spPr>
            <a:xfrm>
              <a:off x="6591221" y="6378912"/>
              <a:ext cx="11038" cy="11139"/>
            </a:xfrm>
            <a:custGeom>
              <a:avLst/>
              <a:gdLst/>
              <a:ahLst/>
              <a:cxnLst/>
              <a:rect l="l" t="t" r="r" b="b"/>
              <a:pathLst>
                <a:path w="11038" h="11139" extrusionOk="0">
                  <a:moveTo>
                    <a:pt x="11038" y="5570"/>
                  </a:moveTo>
                  <a:cubicBezTo>
                    <a:pt x="11038" y="8693"/>
                    <a:pt x="8592" y="11191"/>
                    <a:pt x="5469" y="11139"/>
                  </a:cubicBezTo>
                  <a:cubicBezTo>
                    <a:pt x="2502" y="11087"/>
                    <a:pt x="107" y="8745"/>
                    <a:pt x="3" y="5778"/>
                  </a:cubicBezTo>
                  <a:cubicBezTo>
                    <a:pt x="-101" y="2655"/>
                    <a:pt x="2294" y="104"/>
                    <a:pt x="5365" y="0"/>
                  </a:cubicBezTo>
                  <a:cubicBezTo>
                    <a:pt x="8488" y="0"/>
                    <a:pt x="11038" y="2446"/>
                    <a:pt x="11038" y="557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6" name="Google Shape;766;p7"/>
            <p:cNvSpPr/>
            <p:nvPr/>
          </p:nvSpPr>
          <p:spPr>
            <a:xfrm>
              <a:off x="6641454" y="6356633"/>
              <a:ext cx="11140" cy="11088"/>
            </a:xfrm>
            <a:custGeom>
              <a:avLst/>
              <a:gdLst/>
              <a:ahLst/>
              <a:cxnLst/>
              <a:rect l="l" t="t" r="r" b="b"/>
              <a:pathLst>
                <a:path w="11140" h="11088" extrusionOk="0">
                  <a:moveTo>
                    <a:pt x="11140" y="5466"/>
                  </a:moveTo>
                  <a:cubicBezTo>
                    <a:pt x="11192" y="8485"/>
                    <a:pt x="8745" y="11036"/>
                    <a:pt x="5674" y="11088"/>
                  </a:cubicBezTo>
                  <a:cubicBezTo>
                    <a:pt x="2655" y="11140"/>
                    <a:pt x="53" y="8641"/>
                    <a:pt x="1" y="5622"/>
                  </a:cubicBezTo>
                  <a:cubicBezTo>
                    <a:pt x="-51" y="2655"/>
                    <a:pt x="2499" y="1"/>
                    <a:pt x="5518" y="1"/>
                  </a:cubicBezTo>
                  <a:cubicBezTo>
                    <a:pt x="8537" y="-51"/>
                    <a:pt x="11088" y="2447"/>
                    <a:pt x="11140" y="546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7" name="Google Shape;767;p7"/>
            <p:cNvSpPr/>
            <p:nvPr/>
          </p:nvSpPr>
          <p:spPr>
            <a:xfrm>
              <a:off x="6691781" y="6479632"/>
              <a:ext cx="11146" cy="10986"/>
            </a:xfrm>
            <a:custGeom>
              <a:avLst/>
              <a:gdLst/>
              <a:ahLst/>
              <a:cxnLst/>
              <a:rect l="l" t="t" r="r" b="b"/>
              <a:pathLst>
                <a:path w="11146" h="10986" extrusionOk="0">
                  <a:moveTo>
                    <a:pt x="11146" y="5622"/>
                  </a:moveTo>
                  <a:cubicBezTo>
                    <a:pt x="11094" y="8693"/>
                    <a:pt x="8492" y="11087"/>
                    <a:pt x="5368" y="10983"/>
                  </a:cubicBezTo>
                  <a:cubicBezTo>
                    <a:pt x="2297" y="10879"/>
                    <a:pt x="-149" y="8276"/>
                    <a:pt x="7" y="5205"/>
                  </a:cubicBezTo>
                  <a:cubicBezTo>
                    <a:pt x="163" y="2238"/>
                    <a:pt x="2610" y="0"/>
                    <a:pt x="5577" y="0"/>
                  </a:cubicBezTo>
                  <a:cubicBezTo>
                    <a:pt x="8752" y="0"/>
                    <a:pt x="11198" y="2498"/>
                    <a:pt x="11146" y="56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8" name="Google Shape;768;p7"/>
            <p:cNvSpPr/>
            <p:nvPr/>
          </p:nvSpPr>
          <p:spPr>
            <a:xfrm>
              <a:off x="6714170" y="6429245"/>
              <a:ext cx="11088" cy="11192"/>
            </a:xfrm>
            <a:custGeom>
              <a:avLst/>
              <a:gdLst/>
              <a:ahLst/>
              <a:cxnLst/>
              <a:rect l="l" t="t" r="r" b="b"/>
              <a:pathLst>
                <a:path w="11088" h="11192" extrusionOk="0">
                  <a:moveTo>
                    <a:pt x="11088" y="5518"/>
                  </a:moveTo>
                  <a:cubicBezTo>
                    <a:pt x="11140" y="8485"/>
                    <a:pt x="8589" y="11140"/>
                    <a:pt x="5622" y="11192"/>
                  </a:cubicBezTo>
                  <a:cubicBezTo>
                    <a:pt x="2603" y="11244"/>
                    <a:pt x="53" y="8745"/>
                    <a:pt x="1" y="5674"/>
                  </a:cubicBezTo>
                  <a:cubicBezTo>
                    <a:pt x="-51" y="2603"/>
                    <a:pt x="2395" y="53"/>
                    <a:pt x="5466" y="1"/>
                  </a:cubicBezTo>
                  <a:cubicBezTo>
                    <a:pt x="8433" y="-51"/>
                    <a:pt x="11036" y="2499"/>
                    <a:pt x="11088" y="55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9" name="Google Shape;769;p7"/>
            <p:cNvSpPr/>
            <p:nvPr/>
          </p:nvSpPr>
          <p:spPr>
            <a:xfrm>
              <a:off x="6691788" y="6378964"/>
              <a:ext cx="11140" cy="11139"/>
            </a:xfrm>
            <a:custGeom>
              <a:avLst/>
              <a:gdLst/>
              <a:ahLst/>
              <a:cxnLst/>
              <a:rect l="l" t="t" r="r" b="b"/>
              <a:pathLst>
                <a:path w="11140" h="11139" extrusionOk="0">
                  <a:moveTo>
                    <a:pt x="5466" y="11139"/>
                  </a:moveTo>
                  <a:cubicBezTo>
                    <a:pt x="2447" y="11087"/>
                    <a:pt x="-51" y="8537"/>
                    <a:pt x="1" y="5517"/>
                  </a:cubicBezTo>
                  <a:cubicBezTo>
                    <a:pt x="53" y="2498"/>
                    <a:pt x="2655" y="0"/>
                    <a:pt x="5622" y="0"/>
                  </a:cubicBezTo>
                  <a:cubicBezTo>
                    <a:pt x="8589" y="52"/>
                    <a:pt x="11192" y="2707"/>
                    <a:pt x="11140" y="5674"/>
                  </a:cubicBezTo>
                  <a:cubicBezTo>
                    <a:pt x="11088" y="8641"/>
                    <a:pt x="8485" y="11191"/>
                    <a:pt x="5466" y="1113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0" name="Google Shape;770;p7"/>
            <p:cNvSpPr/>
            <p:nvPr/>
          </p:nvSpPr>
          <p:spPr>
            <a:xfrm>
              <a:off x="6568934" y="6429226"/>
              <a:ext cx="10947" cy="11165"/>
            </a:xfrm>
            <a:custGeom>
              <a:avLst/>
              <a:gdLst/>
              <a:ahLst/>
              <a:cxnLst/>
              <a:rect l="l" t="t" r="r" b="b"/>
              <a:pathLst>
                <a:path w="10947" h="11165" extrusionOk="0">
                  <a:moveTo>
                    <a:pt x="5218" y="11159"/>
                  </a:moveTo>
                  <a:cubicBezTo>
                    <a:pt x="2147" y="11003"/>
                    <a:pt x="-195" y="8400"/>
                    <a:pt x="13" y="5225"/>
                  </a:cubicBezTo>
                  <a:cubicBezTo>
                    <a:pt x="169" y="2102"/>
                    <a:pt x="2824" y="-241"/>
                    <a:pt x="5895" y="20"/>
                  </a:cubicBezTo>
                  <a:cubicBezTo>
                    <a:pt x="8862" y="280"/>
                    <a:pt x="11048" y="2726"/>
                    <a:pt x="10944" y="5745"/>
                  </a:cubicBezTo>
                  <a:cubicBezTo>
                    <a:pt x="10892" y="8869"/>
                    <a:pt x="8289" y="11315"/>
                    <a:pt x="5218" y="111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1" name="Google Shape;771;p7"/>
            <p:cNvSpPr/>
            <p:nvPr/>
          </p:nvSpPr>
          <p:spPr>
            <a:xfrm>
              <a:off x="6490556" y="6446056"/>
              <a:ext cx="11192" cy="11143"/>
            </a:xfrm>
            <a:custGeom>
              <a:avLst/>
              <a:gdLst/>
              <a:ahLst/>
              <a:cxnLst/>
              <a:rect l="l" t="t" r="r" b="b"/>
              <a:pathLst>
                <a:path w="11192" h="11143" extrusionOk="0">
                  <a:moveTo>
                    <a:pt x="11192" y="5417"/>
                  </a:moveTo>
                  <a:cubicBezTo>
                    <a:pt x="11244" y="8383"/>
                    <a:pt x="8693" y="11038"/>
                    <a:pt x="5726" y="11142"/>
                  </a:cubicBezTo>
                  <a:cubicBezTo>
                    <a:pt x="2760" y="11194"/>
                    <a:pt x="105" y="8644"/>
                    <a:pt x="1" y="5677"/>
                  </a:cubicBezTo>
                  <a:cubicBezTo>
                    <a:pt x="-51" y="2710"/>
                    <a:pt x="2499" y="55"/>
                    <a:pt x="5466" y="3"/>
                  </a:cubicBezTo>
                  <a:cubicBezTo>
                    <a:pt x="8485" y="-101"/>
                    <a:pt x="11140" y="2398"/>
                    <a:pt x="11192" y="541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2" name="Google Shape;772;p7"/>
            <p:cNvSpPr/>
            <p:nvPr/>
          </p:nvSpPr>
          <p:spPr>
            <a:xfrm>
              <a:off x="6538025" y="6465630"/>
              <a:ext cx="11194" cy="11192"/>
            </a:xfrm>
            <a:custGeom>
              <a:avLst/>
              <a:gdLst/>
              <a:ahLst/>
              <a:cxnLst/>
              <a:rect l="l" t="t" r="r" b="b"/>
              <a:pathLst>
                <a:path w="11194" h="11192" extrusionOk="0">
                  <a:moveTo>
                    <a:pt x="5468" y="1"/>
                  </a:moveTo>
                  <a:cubicBezTo>
                    <a:pt x="8435" y="-51"/>
                    <a:pt x="11090" y="2499"/>
                    <a:pt x="11194" y="5466"/>
                  </a:cubicBezTo>
                  <a:cubicBezTo>
                    <a:pt x="11246" y="8433"/>
                    <a:pt x="8696" y="11088"/>
                    <a:pt x="5729" y="11192"/>
                  </a:cubicBezTo>
                  <a:cubicBezTo>
                    <a:pt x="2762" y="11244"/>
                    <a:pt x="107" y="8693"/>
                    <a:pt x="3" y="5726"/>
                  </a:cubicBezTo>
                  <a:cubicBezTo>
                    <a:pt x="-101" y="2760"/>
                    <a:pt x="2502" y="53"/>
                    <a:pt x="54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3" name="Google Shape;773;p7"/>
            <p:cNvSpPr/>
            <p:nvPr/>
          </p:nvSpPr>
          <p:spPr>
            <a:xfrm>
              <a:off x="6443238" y="6465679"/>
              <a:ext cx="11142" cy="11145"/>
            </a:xfrm>
            <a:custGeom>
              <a:avLst/>
              <a:gdLst/>
              <a:ahLst/>
              <a:cxnLst/>
              <a:rect l="l" t="t" r="r" b="b"/>
              <a:pathLst>
                <a:path w="11142" h="11145" extrusionOk="0">
                  <a:moveTo>
                    <a:pt x="5729" y="11142"/>
                  </a:moveTo>
                  <a:cubicBezTo>
                    <a:pt x="2762" y="11246"/>
                    <a:pt x="107" y="8696"/>
                    <a:pt x="3" y="5729"/>
                  </a:cubicBezTo>
                  <a:cubicBezTo>
                    <a:pt x="-101" y="2762"/>
                    <a:pt x="2450" y="107"/>
                    <a:pt x="5416" y="3"/>
                  </a:cubicBezTo>
                  <a:cubicBezTo>
                    <a:pt x="8383" y="-101"/>
                    <a:pt x="11038" y="2398"/>
                    <a:pt x="11142" y="5417"/>
                  </a:cubicBezTo>
                  <a:cubicBezTo>
                    <a:pt x="11194" y="8383"/>
                    <a:pt x="8748" y="11038"/>
                    <a:pt x="5729" y="111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4" name="Google Shape;774;p7"/>
            <p:cNvSpPr/>
            <p:nvPr/>
          </p:nvSpPr>
          <p:spPr>
            <a:xfrm>
              <a:off x="6423563" y="6513047"/>
              <a:ext cx="11093" cy="11195"/>
            </a:xfrm>
            <a:custGeom>
              <a:avLst/>
              <a:gdLst/>
              <a:ahLst/>
              <a:cxnLst/>
              <a:rect l="l" t="t" r="r" b="b"/>
              <a:pathLst>
                <a:path w="11093" h="11195" extrusionOk="0">
                  <a:moveTo>
                    <a:pt x="5729" y="3"/>
                  </a:moveTo>
                  <a:cubicBezTo>
                    <a:pt x="8748" y="107"/>
                    <a:pt x="11194" y="2710"/>
                    <a:pt x="11090" y="5729"/>
                  </a:cubicBezTo>
                  <a:cubicBezTo>
                    <a:pt x="10986" y="8748"/>
                    <a:pt x="8383" y="11246"/>
                    <a:pt x="5416" y="11194"/>
                  </a:cubicBezTo>
                  <a:cubicBezTo>
                    <a:pt x="2450" y="11090"/>
                    <a:pt x="-101" y="8435"/>
                    <a:pt x="3" y="5469"/>
                  </a:cubicBezTo>
                  <a:cubicBezTo>
                    <a:pt x="107" y="2450"/>
                    <a:pt x="2762" y="-101"/>
                    <a:pt x="5729" y="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5" name="Google Shape;775;p7"/>
            <p:cNvSpPr/>
            <p:nvPr/>
          </p:nvSpPr>
          <p:spPr>
            <a:xfrm>
              <a:off x="6468226" y="6490667"/>
              <a:ext cx="55905" cy="55904"/>
            </a:xfrm>
            <a:custGeom>
              <a:avLst/>
              <a:gdLst/>
              <a:ahLst/>
              <a:cxnLst/>
              <a:rect l="l" t="t" r="r" b="b"/>
              <a:pathLst>
                <a:path w="55905" h="55904" extrusionOk="0">
                  <a:moveTo>
                    <a:pt x="0" y="27952"/>
                  </a:moveTo>
                  <a:cubicBezTo>
                    <a:pt x="0" y="12597"/>
                    <a:pt x="12701" y="-52"/>
                    <a:pt x="28004" y="0"/>
                  </a:cubicBezTo>
                  <a:cubicBezTo>
                    <a:pt x="43359" y="52"/>
                    <a:pt x="56060" y="12857"/>
                    <a:pt x="55904" y="28108"/>
                  </a:cubicBezTo>
                  <a:cubicBezTo>
                    <a:pt x="55747" y="43359"/>
                    <a:pt x="43255" y="55852"/>
                    <a:pt x="28056" y="55904"/>
                  </a:cubicBezTo>
                  <a:cubicBezTo>
                    <a:pt x="12805" y="56008"/>
                    <a:pt x="52" y="43307"/>
                    <a:pt x="0" y="27952"/>
                  </a:cubicBezTo>
                  <a:close/>
                  <a:moveTo>
                    <a:pt x="27952" y="11295"/>
                  </a:moveTo>
                  <a:cubicBezTo>
                    <a:pt x="18635" y="11295"/>
                    <a:pt x="11295" y="18687"/>
                    <a:pt x="11295" y="28004"/>
                  </a:cubicBezTo>
                  <a:cubicBezTo>
                    <a:pt x="11295" y="37321"/>
                    <a:pt x="18687" y="44661"/>
                    <a:pt x="28004" y="44661"/>
                  </a:cubicBezTo>
                  <a:cubicBezTo>
                    <a:pt x="37321" y="44661"/>
                    <a:pt x="44712" y="37217"/>
                    <a:pt x="44660" y="27952"/>
                  </a:cubicBezTo>
                  <a:cubicBezTo>
                    <a:pt x="44660" y="18635"/>
                    <a:pt x="37269" y="11243"/>
                    <a:pt x="27952" y="1129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6" name="Google Shape;776;p7"/>
            <p:cNvSpPr/>
            <p:nvPr/>
          </p:nvSpPr>
          <p:spPr>
            <a:xfrm>
              <a:off x="6613607" y="6401294"/>
              <a:ext cx="66990" cy="66990"/>
            </a:xfrm>
            <a:custGeom>
              <a:avLst/>
              <a:gdLst/>
              <a:ahLst/>
              <a:cxnLst/>
              <a:rect l="l" t="t" r="r" b="b"/>
              <a:pathLst>
                <a:path w="66990" h="66990" extrusionOk="0">
                  <a:moveTo>
                    <a:pt x="0" y="33625"/>
                  </a:moveTo>
                  <a:cubicBezTo>
                    <a:pt x="-52" y="15095"/>
                    <a:pt x="14991" y="0"/>
                    <a:pt x="33469" y="0"/>
                  </a:cubicBezTo>
                  <a:cubicBezTo>
                    <a:pt x="51896" y="0"/>
                    <a:pt x="67043" y="15199"/>
                    <a:pt x="66991" y="33625"/>
                  </a:cubicBezTo>
                  <a:cubicBezTo>
                    <a:pt x="66939" y="51948"/>
                    <a:pt x="52000" y="66939"/>
                    <a:pt x="33626" y="66991"/>
                  </a:cubicBezTo>
                  <a:cubicBezTo>
                    <a:pt x="15043" y="67043"/>
                    <a:pt x="52" y="52156"/>
                    <a:pt x="0" y="33625"/>
                  </a:cubicBezTo>
                  <a:close/>
                  <a:moveTo>
                    <a:pt x="33365" y="11243"/>
                  </a:moveTo>
                  <a:cubicBezTo>
                    <a:pt x="20977" y="11295"/>
                    <a:pt x="10931" y="21445"/>
                    <a:pt x="11087" y="33678"/>
                  </a:cubicBezTo>
                  <a:cubicBezTo>
                    <a:pt x="11243" y="45858"/>
                    <a:pt x="21237" y="55800"/>
                    <a:pt x="33365" y="55904"/>
                  </a:cubicBezTo>
                  <a:cubicBezTo>
                    <a:pt x="45650" y="55956"/>
                    <a:pt x="55696" y="45910"/>
                    <a:pt x="55748" y="33521"/>
                  </a:cubicBezTo>
                  <a:cubicBezTo>
                    <a:pt x="55748" y="21081"/>
                    <a:pt x="45806" y="11191"/>
                    <a:pt x="33365" y="1124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77" name="Google Shape;777;p7"/>
          <p:cNvSpPr txBox="1"/>
          <p:nvPr/>
        </p:nvSpPr>
        <p:spPr>
          <a:xfrm>
            <a:off x="875187" y="6390182"/>
            <a:ext cx="1378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University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778" name="Google Shape;778;p7"/>
          <p:cNvSpPr txBox="1"/>
          <p:nvPr/>
        </p:nvSpPr>
        <p:spPr>
          <a:xfrm>
            <a:off x="3035846" y="6390182"/>
            <a:ext cx="10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Innovations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779" name="Google Shape;779;p7"/>
          <p:cNvSpPr txBox="1"/>
          <p:nvPr/>
        </p:nvSpPr>
        <p:spPr>
          <a:xfrm>
            <a:off x="4848939" y="6276042"/>
            <a:ext cx="1155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Translational Research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780" name="Google Shape;780;p7"/>
          <p:cNvSpPr txBox="1"/>
          <p:nvPr/>
        </p:nvSpPr>
        <p:spPr>
          <a:xfrm>
            <a:off x="6786916" y="6390182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Mobilization 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781" name="Google Shape;781;p7"/>
          <p:cNvSpPr txBox="1"/>
          <p:nvPr/>
        </p:nvSpPr>
        <p:spPr>
          <a:xfrm>
            <a:off x="8690450" y="6390182"/>
            <a:ext cx="120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Collaborators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782" name="Google Shape;782;p7"/>
          <p:cNvSpPr/>
          <p:nvPr/>
        </p:nvSpPr>
        <p:spPr>
          <a:xfrm>
            <a:off x="543031" y="6352930"/>
            <a:ext cx="332156" cy="336336"/>
          </a:xfrm>
          <a:custGeom>
            <a:avLst/>
            <a:gdLst/>
            <a:ahLst/>
            <a:cxnLst/>
            <a:rect l="l" t="t" r="r" b="b"/>
            <a:pathLst>
              <a:path w="332156" h="336336" extrusionOk="0">
                <a:moveTo>
                  <a:pt x="320402" y="336337"/>
                </a:moveTo>
                <a:cubicBezTo>
                  <a:pt x="224802" y="336337"/>
                  <a:pt x="129113" y="336337"/>
                  <a:pt x="33512" y="336337"/>
                </a:cubicBezTo>
                <a:cubicBezTo>
                  <a:pt x="32898" y="336161"/>
                  <a:pt x="32372" y="335810"/>
                  <a:pt x="31758" y="335723"/>
                </a:cubicBezTo>
                <a:cubicBezTo>
                  <a:pt x="16936" y="332565"/>
                  <a:pt x="6762" y="323970"/>
                  <a:pt x="2026" y="309498"/>
                </a:cubicBezTo>
                <a:cubicBezTo>
                  <a:pt x="-2535" y="295290"/>
                  <a:pt x="710" y="282572"/>
                  <a:pt x="10709" y="271521"/>
                </a:cubicBezTo>
                <a:cubicBezTo>
                  <a:pt x="11323" y="270820"/>
                  <a:pt x="11936" y="270118"/>
                  <a:pt x="12726" y="269241"/>
                </a:cubicBezTo>
                <a:cubicBezTo>
                  <a:pt x="11323" y="268802"/>
                  <a:pt x="10182" y="268451"/>
                  <a:pt x="9130" y="268013"/>
                </a:cubicBezTo>
                <a:cubicBezTo>
                  <a:pt x="3604" y="265733"/>
                  <a:pt x="8" y="260295"/>
                  <a:pt x="184" y="254331"/>
                </a:cubicBezTo>
                <a:cubicBezTo>
                  <a:pt x="359" y="248103"/>
                  <a:pt x="2990" y="242841"/>
                  <a:pt x="9042" y="241087"/>
                </a:cubicBezTo>
                <a:cubicBezTo>
                  <a:pt x="13691" y="239683"/>
                  <a:pt x="14305" y="236965"/>
                  <a:pt x="14392" y="233281"/>
                </a:cubicBezTo>
                <a:cubicBezTo>
                  <a:pt x="14480" y="230737"/>
                  <a:pt x="14129" y="228282"/>
                  <a:pt x="14129" y="225738"/>
                </a:cubicBezTo>
                <a:cubicBezTo>
                  <a:pt x="14041" y="223107"/>
                  <a:pt x="12989" y="221791"/>
                  <a:pt x="10270" y="221002"/>
                </a:cubicBezTo>
                <a:cubicBezTo>
                  <a:pt x="3692" y="219072"/>
                  <a:pt x="-343" y="212845"/>
                  <a:pt x="184" y="206179"/>
                </a:cubicBezTo>
                <a:cubicBezTo>
                  <a:pt x="798" y="198812"/>
                  <a:pt x="5622" y="193286"/>
                  <a:pt x="12901" y="192585"/>
                </a:cubicBezTo>
                <a:cubicBezTo>
                  <a:pt x="17988" y="192059"/>
                  <a:pt x="23163" y="192322"/>
                  <a:pt x="28338" y="192234"/>
                </a:cubicBezTo>
                <a:cubicBezTo>
                  <a:pt x="29478" y="192234"/>
                  <a:pt x="30530" y="192146"/>
                  <a:pt x="32197" y="192059"/>
                </a:cubicBezTo>
                <a:cubicBezTo>
                  <a:pt x="31232" y="191006"/>
                  <a:pt x="30706" y="190392"/>
                  <a:pt x="30180" y="189866"/>
                </a:cubicBezTo>
                <a:cubicBezTo>
                  <a:pt x="12112" y="170044"/>
                  <a:pt x="18515" y="139434"/>
                  <a:pt x="42897" y="128383"/>
                </a:cubicBezTo>
                <a:cubicBezTo>
                  <a:pt x="50791" y="124875"/>
                  <a:pt x="59035" y="124787"/>
                  <a:pt x="67367" y="125050"/>
                </a:cubicBezTo>
                <a:cubicBezTo>
                  <a:pt x="69735" y="125138"/>
                  <a:pt x="70788" y="124436"/>
                  <a:pt x="71490" y="122068"/>
                </a:cubicBezTo>
                <a:cubicBezTo>
                  <a:pt x="75524" y="108123"/>
                  <a:pt x="79734" y="94177"/>
                  <a:pt x="83856" y="80232"/>
                </a:cubicBezTo>
                <a:cubicBezTo>
                  <a:pt x="84119" y="79443"/>
                  <a:pt x="84207" y="78653"/>
                  <a:pt x="84470" y="77688"/>
                </a:cubicBezTo>
                <a:cubicBezTo>
                  <a:pt x="80173" y="76548"/>
                  <a:pt x="76226" y="75496"/>
                  <a:pt x="72191" y="74443"/>
                </a:cubicBezTo>
                <a:cubicBezTo>
                  <a:pt x="54387" y="69795"/>
                  <a:pt x="36670" y="65146"/>
                  <a:pt x="18865" y="60498"/>
                </a:cubicBezTo>
                <a:cubicBezTo>
                  <a:pt x="14743" y="59445"/>
                  <a:pt x="11323" y="57604"/>
                  <a:pt x="9568" y="53481"/>
                </a:cubicBezTo>
                <a:cubicBezTo>
                  <a:pt x="6499" y="46465"/>
                  <a:pt x="9919" y="39010"/>
                  <a:pt x="17462" y="36905"/>
                </a:cubicBezTo>
                <a:cubicBezTo>
                  <a:pt x="28864" y="33747"/>
                  <a:pt x="40266" y="30853"/>
                  <a:pt x="51668" y="27783"/>
                </a:cubicBezTo>
                <a:cubicBezTo>
                  <a:pt x="58947" y="25854"/>
                  <a:pt x="66227" y="23924"/>
                  <a:pt x="73507" y="22082"/>
                </a:cubicBezTo>
                <a:cubicBezTo>
                  <a:pt x="77892" y="20942"/>
                  <a:pt x="80874" y="23661"/>
                  <a:pt x="80173" y="27783"/>
                </a:cubicBezTo>
                <a:cubicBezTo>
                  <a:pt x="79734" y="30414"/>
                  <a:pt x="77717" y="31204"/>
                  <a:pt x="75524" y="31730"/>
                </a:cubicBezTo>
                <a:cubicBezTo>
                  <a:pt x="57983" y="36291"/>
                  <a:pt x="40441" y="40851"/>
                  <a:pt x="22900" y="45588"/>
                </a:cubicBezTo>
                <a:cubicBezTo>
                  <a:pt x="21233" y="46026"/>
                  <a:pt x="19742" y="47429"/>
                  <a:pt x="18251" y="48307"/>
                </a:cubicBezTo>
                <a:cubicBezTo>
                  <a:pt x="19742" y="49271"/>
                  <a:pt x="21146" y="50762"/>
                  <a:pt x="22724" y="51201"/>
                </a:cubicBezTo>
                <a:cubicBezTo>
                  <a:pt x="63157" y="61901"/>
                  <a:pt x="103766" y="71900"/>
                  <a:pt x="144023" y="83302"/>
                </a:cubicBezTo>
                <a:cubicBezTo>
                  <a:pt x="163494" y="88827"/>
                  <a:pt x="181474" y="85845"/>
                  <a:pt x="199893" y="79706"/>
                </a:cubicBezTo>
                <a:cubicBezTo>
                  <a:pt x="199717" y="79443"/>
                  <a:pt x="199717" y="79092"/>
                  <a:pt x="199454" y="78916"/>
                </a:cubicBezTo>
                <a:cubicBezTo>
                  <a:pt x="191648" y="71812"/>
                  <a:pt x="183930" y="64796"/>
                  <a:pt x="176036" y="57779"/>
                </a:cubicBezTo>
                <a:cubicBezTo>
                  <a:pt x="175335" y="57165"/>
                  <a:pt x="173668" y="57077"/>
                  <a:pt x="172616" y="57340"/>
                </a:cubicBezTo>
                <a:cubicBezTo>
                  <a:pt x="166038" y="59358"/>
                  <a:pt x="159811" y="58744"/>
                  <a:pt x="154022" y="55148"/>
                </a:cubicBezTo>
                <a:cubicBezTo>
                  <a:pt x="152619" y="54271"/>
                  <a:pt x="151215" y="52166"/>
                  <a:pt x="151040" y="50499"/>
                </a:cubicBezTo>
                <a:cubicBezTo>
                  <a:pt x="150689" y="45588"/>
                  <a:pt x="150689" y="40676"/>
                  <a:pt x="150952" y="35764"/>
                </a:cubicBezTo>
                <a:cubicBezTo>
                  <a:pt x="151391" y="27959"/>
                  <a:pt x="157267" y="22345"/>
                  <a:pt x="165073" y="22170"/>
                </a:cubicBezTo>
                <a:cubicBezTo>
                  <a:pt x="172791" y="21907"/>
                  <a:pt x="178843" y="26906"/>
                  <a:pt x="179808" y="34624"/>
                </a:cubicBezTo>
                <a:cubicBezTo>
                  <a:pt x="180246" y="38045"/>
                  <a:pt x="180159" y="41641"/>
                  <a:pt x="180159" y="45061"/>
                </a:cubicBezTo>
                <a:cubicBezTo>
                  <a:pt x="180159" y="47166"/>
                  <a:pt x="180773" y="48657"/>
                  <a:pt x="182351" y="50148"/>
                </a:cubicBezTo>
                <a:cubicBezTo>
                  <a:pt x="191385" y="58217"/>
                  <a:pt x="200419" y="66374"/>
                  <a:pt x="209365" y="74619"/>
                </a:cubicBezTo>
                <a:cubicBezTo>
                  <a:pt x="211119" y="76197"/>
                  <a:pt x="212610" y="76636"/>
                  <a:pt x="214891" y="76022"/>
                </a:cubicBezTo>
                <a:cubicBezTo>
                  <a:pt x="246378" y="67690"/>
                  <a:pt x="277864" y="59445"/>
                  <a:pt x="309264" y="51113"/>
                </a:cubicBezTo>
                <a:cubicBezTo>
                  <a:pt x="310930" y="50675"/>
                  <a:pt x="312333" y="49184"/>
                  <a:pt x="313824" y="48219"/>
                </a:cubicBezTo>
                <a:cubicBezTo>
                  <a:pt x="312246" y="47254"/>
                  <a:pt x="310842" y="45851"/>
                  <a:pt x="309176" y="45412"/>
                </a:cubicBezTo>
                <a:cubicBezTo>
                  <a:pt x="270234" y="35063"/>
                  <a:pt x="231117" y="25240"/>
                  <a:pt x="192350" y="14452"/>
                </a:cubicBezTo>
                <a:cubicBezTo>
                  <a:pt x="174545" y="9452"/>
                  <a:pt x="157443" y="8926"/>
                  <a:pt x="139813" y="14539"/>
                </a:cubicBezTo>
                <a:cubicBezTo>
                  <a:pt x="127534" y="18486"/>
                  <a:pt x="114905" y="21205"/>
                  <a:pt x="102450" y="24450"/>
                </a:cubicBezTo>
                <a:cubicBezTo>
                  <a:pt x="99907" y="25152"/>
                  <a:pt x="97889" y="24889"/>
                  <a:pt x="96486" y="22521"/>
                </a:cubicBezTo>
                <a:cubicBezTo>
                  <a:pt x="94557" y="19363"/>
                  <a:pt x="95960" y="16030"/>
                  <a:pt x="99907" y="15066"/>
                </a:cubicBezTo>
                <a:cubicBezTo>
                  <a:pt x="116133" y="10768"/>
                  <a:pt x="132358" y="6383"/>
                  <a:pt x="148672" y="2173"/>
                </a:cubicBezTo>
                <a:cubicBezTo>
                  <a:pt x="160512" y="-809"/>
                  <a:pt x="172440" y="-722"/>
                  <a:pt x="184369" y="2436"/>
                </a:cubicBezTo>
                <a:cubicBezTo>
                  <a:pt x="208313" y="8751"/>
                  <a:pt x="232344" y="14978"/>
                  <a:pt x="256288" y="21293"/>
                </a:cubicBezTo>
                <a:cubicBezTo>
                  <a:pt x="275233" y="26292"/>
                  <a:pt x="294178" y="31116"/>
                  <a:pt x="312947" y="36291"/>
                </a:cubicBezTo>
                <a:cubicBezTo>
                  <a:pt x="315929" y="37080"/>
                  <a:pt x="319262" y="38834"/>
                  <a:pt x="321104" y="41202"/>
                </a:cubicBezTo>
                <a:cubicBezTo>
                  <a:pt x="326454" y="47780"/>
                  <a:pt x="322946" y="57516"/>
                  <a:pt x="314789" y="59796"/>
                </a:cubicBezTo>
                <a:cubicBezTo>
                  <a:pt x="299967" y="63918"/>
                  <a:pt x="285056" y="67690"/>
                  <a:pt x="270146" y="71637"/>
                </a:cubicBezTo>
                <a:cubicBezTo>
                  <a:pt x="262691" y="73566"/>
                  <a:pt x="255236" y="75583"/>
                  <a:pt x="247693" y="77601"/>
                </a:cubicBezTo>
                <a:cubicBezTo>
                  <a:pt x="247869" y="78566"/>
                  <a:pt x="247956" y="79179"/>
                  <a:pt x="248219" y="79793"/>
                </a:cubicBezTo>
                <a:cubicBezTo>
                  <a:pt x="252517" y="94265"/>
                  <a:pt x="256815" y="108649"/>
                  <a:pt x="261288" y="123121"/>
                </a:cubicBezTo>
                <a:cubicBezTo>
                  <a:pt x="261551" y="123910"/>
                  <a:pt x="263305" y="124787"/>
                  <a:pt x="264445" y="124787"/>
                </a:cubicBezTo>
                <a:cubicBezTo>
                  <a:pt x="275496" y="124875"/>
                  <a:pt x="286547" y="124787"/>
                  <a:pt x="297598" y="124875"/>
                </a:cubicBezTo>
                <a:cubicBezTo>
                  <a:pt x="305843" y="124963"/>
                  <a:pt x="311456" y="130488"/>
                  <a:pt x="311807" y="138557"/>
                </a:cubicBezTo>
                <a:cubicBezTo>
                  <a:pt x="312158" y="147328"/>
                  <a:pt x="307071" y="153555"/>
                  <a:pt x="298739" y="154432"/>
                </a:cubicBezTo>
                <a:cubicBezTo>
                  <a:pt x="296721" y="154608"/>
                  <a:pt x="296020" y="155397"/>
                  <a:pt x="296020" y="157239"/>
                </a:cubicBezTo>
                <a:cubicBezTo>
                  <a:pt x="296020" y="161361"/>
                  <a:pt x="296020" y="165483"/>
                  <a:pt x="296020" y="169606"/>
                </a:cubicBezTo>
                <a:cubicBezTo>
                  <a:pt x="296020" y="171535"/>
                  <a:pt x="296897" y="172061"/>
                  <a:pt x="298826" y="172324"/>
                </a:cubicBezTo>
                <a:cubicBezTo>
                  <a:pt x="306106" y="173289"/>
                  <a:pt x="311456" y="178289"/>
                  <a:pt x="312070" y="185568"/>
                </a:cubicBezTo>
                <a:cubicBezTo>
                  <a:pt x="312333" y="188813"/>
                  <a:pt x="311193" y="192322"/>
                  <a:pt x="310667" y="196005"/>
                </a:cubicBezTo>
                <a:cubicBezTo>
                  <a:pt x="321981" y="201969"/>
                  <a:pt x="329436" y="211529"/>
                  <a:pt x="331629" y="224861"/>
                </a:cubicBezTo>
                <a:cubicBezTo>
                  <a:pt x="333734" y="238368"/>
                  <a:pt x="328998" y="249594"/>
                  <a:pt x="319438" y="259242"/>
                </a:cubicBezTo>
                <a:cubicBezTo>
                  <a:pt x="320841" y="259681"/>
                  <a:pt x="321893" y="260032"/>
                  <a:pt x="322946" y="260382"/>
                </a:cubicBezTo>
                <a:cubicBezTo>
                  <a:pt x="328471" y="262575"/>
                  <a:pt x="332067" y="267837"/>
                  <a:pt x="332155" y="273889"/>
                </a:cubicBezTo>
                <a:cubicBezTo>
                  <a:pt x="332243" y="279941"/>
                  <a:pt x="328910" y="285905"/>
                  <a:pt x="323209" y="287484"/>
                </a:cubicBezTo>
                <a:cubicBezTo>
                  <a:pt x="318648" y="288712"/>
                  <a:pt x="318122" y="291518"/>
                  <a:pt x="317947" y="295114"/>
                </a:cubicBezTo>
                <a:cubicBezTo>
                  <a:pt x="317859" y="297833"/>
                  <a:pt x="318297" y="300552"/>
                  <a:pt x="318297" y="303271"/>
                </a:cubicBezTo>
                <a:cubicBezTo>
                  <a:pt x="318297" y="305727"/>
                  <a:pt x="319525" y="306779"/>
                  <a:pt x="321893" y="307481"/>
                </a:cubicBezTo>
                <a:cubicBezTo>
                  <a:pt x="329348" y="309674"/>
                  <a:pt x="333295" y="316778"/>
                  <a:pt x="331804" y="324409"/>
                </a:cubicBezTo>
                <a:cubicBezTo>
                  <a:pt x="330489" y="330899"/>
                  <a:pt x="326103" y="334232"/>
                  <a:pt x="320402" y="336337"/>
                </a:cubicBezTo>
                <a:close/>
                <a:moveTo>
                  <a:pt x="87540" y="279239"/>
                </a:moveTo>
                <a:cubicBezTo>
                  <a:pt x="88768" y="279239"/>
                  <a:pt x="89820" y="279239"/>
                  <a:pt x="90961" y="279239"/>
                </a:cubicBezTo>
                <a:cubicBezTo>
                  <a:pt x="165687" y="279239"/>
                  <a:pt x="240413" y="279239"/>
                  <a:pt x="315140" y="279239"/>
                </a:cubicBezTo>
                <a:cubicBezTo>
                  <a:pt x="316017" y="279239"/>
                  <a:pt x="316894" y="279327"/>
                  <a:pt x="317771" y="279152"/>
                </a:cubicBezTo>
                <a:cubicBezTo>
                  <a:pt x="320490" y="278801"/>
                  <a:pt x="322507" y="276520"/>
                  <a:pt x="322244" y="273977"/>
                </a:cubicBezTo>
                <a:cubicBezTo>
                  <a:pt x="321981" y="271258"/>
                  <a:pt x="320490" y="269592"/>
                  <a:pt x="317596" y="269328"/>
                </a:cubicBezTo>
                <a:cubicBezTo>
                  <a:pt x="316543" y="269241"/>
                  <a:pt x="315403" y="269241"/>
                  <a:pt x="314351" y="269241"/>
                </a:cubicBezTo>
                <a:cubicBezTo>
                  <a:pt x="299265" y="269241"/>
                  <a:pt x="284179" y="269241"/>
                  <a:pt x="269094" y="269153"/>
                </a:cubicBezTo>
                <a:cubicBezTo>
                  <a:pt x="267427" y="269153"/>
                  <a:pt x="265235" y="268802"/>
                  <a:pt x="264357" y="267750"/>
                </a:cubicBezTo>
                <a:cubicBezTo>
                  <a:pt x="263305" y="266434"/>
                  <a:pt x="262779" y="263891"/>
                  <a:pt x="263393" y="262487"/>
                </a:cubicBezTo>
                <a:cubicBezTo>
                  <a:pt x="264007" y="261084"/>
                  <a:pt x="266199" y="259593"/>
                  <a:pt x="267778" y="259505"/>
                </a:cubicBezTo>
                <a:cubicBezTo>
                  <a:pt x="276198" y="259242"/>
                  <a:pt x="284618" y="259418"/>
                  <a:pt x="293038" y="259330"/>
                </a:cubicBezTo>
                <a:cubicBezTo>
                  <a:pt x="311719" y="259067"/>
                  <a:pt x="324963" y="243279"/>
                  <a:pt x="321806" y="225387"/>
                </a:cubicBezTo>
                <a:cubicBezTo>
                  <a:pt x="319350" y="211529"/>
                  <a:pt x="307246" y="201969"/>
                  <a:pt x="291985" y="201969"/>
                </a:cubicBezTo>
                <a:cubicBezTo>
                  <a:pt x="200419" y="201969"/>
                  <a:pt x="108853" y="201969"/>
                  <a:pt x="17287" y="201969"/>
                </a:cubicBezTo>
                <a:cubicBezTo>
                  <a:pt x="16673" y="201969"/>
                  <a:pt x="15971" y="201969"/>
                  <a:pt x="15357" y="201969"/>
                </a:cubicBezTo>
                <a:cubicBezTo>
                  <a:pt x="12112" y="202233"/>
                  <a:pt x="10007" y="204338"/>
                  <a:pt x="10095" y="207056"/>
                </a:cubicBezTo>
                <a:cubicBezTo>
                  <a:pt x="10182" y="209688"/>
                  <a:pt x="12200" y="211705"/>
                  <a:pt x="15269" y="211968"/>
                </a:cubicBezTo>
                <a:cubicBezTo>
                  <a:pt x="16497" y="212056"/>
                  <a:pt x="17637" y="211968"/>
                  <a:pt x="18865" y="211968"/>
                </a:cubicBezTo>
                <a:cubicBezTo>
                  <a:pt x="109204" y="211968"/>
                  <a:pt x="199630" y="211968"/>
                  <a:pt x="289968" y="211968"/>
                </a:cubicBezTo>
                <a:cubicBezTo>
                  <a:pt x="291634" y="211968"/>
                  <a:pt x="293213" y="211968"/>
                  <a:pt x="294880" y="212056"/>
                </a:cubicBezTo>
                <a:cubicBezTo>
                  <a:pt x="303036" y="212494"/>
                  <a:pt x="309965" y="218283"/>
                  <a:pt x="311895" y="226089"/>
                </a:cubicBezTo>
                <a:cubicBezTo>
                  <a:pt x="313824" y="234070"/>
                  <a:pt x="310404" y="242227"/>
                  <a:pt x="303475" y="246525"/>
                </a:cubicBezTo>
                <a:cubicBezTo>
                  <a:pt x="299703" y="248893"/>
                  <a:pt x="295494" y="249244"/>
                  <a:pt x="291196" y="249244"/>
                </a:cubicBezTo>
                <a:cubicBezTo>
                  <a:pt x="224889" y="249244"/>
                  <a:pt x="158583" y="249244"/>
                  <a:pt x="92276" y="249244"/>
                </a:cubicBezTo>
                <a:cubicBezTo>
                  <a:pt x="90785" y="249244"/>
                  <a:pt x="89294" y="249244"/>
                  <a:pt x="87803" y="249244"/>
                </a:cubicBezTo>
                <a:cubicBezTo>
                  <a:pt x="87803" y="252840"/>
                  <a:pt x="87803" y="255909"/>
                  <a:pt x="87803" y="259330"/>
                </a:cubicBezTo>
                <a:cubicBezTo>
                  <a:pt x="89470" y="259330"/>
                  <a:pt x="90873" y="259330"/>
                  <a:pt x="92276" y="259330"/>
                </a:cubicBezTo>
                <a:cubicBezTo>
                  <a:pt x="140866" y="259330"/>
                  <a:pt x="189456" y="259330"/>
                  <a:pt x="237958" y="259330"/>
                </a:cubicBezTo>
                <a:cubicBezTo>
                  <a:pt x="239186" y="259330"/>
                  <a:pt x="240326" y="259330"/>
                  <a:pt x="241554" y="259330"/>
                </a:cubicBezTo>
                <a:cubicBezTo>
                  <a:pt x="244623" y="259505"/>
                  <a:pt x="246290" y="261172"/>
                  <a:pt x="246290" y="264066"/>
                </a:cubicBezTo>
                <a:cubicBezTo>
                  <a:pt x="246290" y="266873"/>
                  <a:pt x="244623" y="268802"/>
                  <a:pt x="241729" y="269065"/>
                </a:cubicBezTo>
                <a:cubicBezTo>
                  <a:pt x="240677" y="269153"/>
                  <a:pt x="239536" y="269153"/>
                  <a:pt x="238484" y="269153"/>
                </a:cubicBezTo>
                <a:cubicBezTo>
                  <a:pt x="189719" y="269153"/>
                  <a:pt x="140866" y="269153"/>
                  <a:pt x="92101" y="269153"/>
                </a:cubicBezTo>
                <a:cubicBezTo>
                  <a:pt x="90697" y="269153"/>
                  <a:pt x="89294" y="269153"/>
                  <a:pt x="87715" y="269153"/>
                </a:cubicBezTo>
                <a:cubicBezTo>
                  <a:pt x="87540" y="272661"/>
                  <a:pt x="87540" y="275643"/>
                  <a:pt x="87540" y="279239"/>
                </a:cubicBezTo>
                <a:close/>
                <a:moveTo>
                  <a:pt x="308211" y="289063"/>
                </a:moveTo>
                <a:cubicBezTo>
                  <a:pt x="307597" y="289063"/>
                  <a:pt x="306983" y="289063"/>
                  <a:pt x="306282" y="289063"/>
                </a:cubicBezTo>
                <a:cubicBezTo>
                  <a:pt x="232783" y="289063"/>
                  <a:pt x="159284" y="289063"/>
                  <a:pt x="85786" y="289063"/>
                </a:cubicBezTo>
                <a:cubicBezTo>
                  <a:pt x="84470" y="289063"/>
                  <a:pt x="82979" y="289501"/>
                  <a:pt x="81751" y="290115"/>
                </a:cubicBezTo>
                <a:cubicBezTo>
                  <a:pt x="75349" y="293360"/>
                  <a:pt x="68946" y="296781"/>
                  <a:pt x="62543" y="300114"/>
                </a:cubicBezTo>
                <a:cubicBezTo>
                  <a:pt x="57544" y="302657"/>
                  <a:pt x="54211" y="300640"/>
                  <a:pt x="54124" y="294939"/>
                </a:cubicBezTo>
                <a:cubicBezTo>
                  <a:pt x="54124" y="293097"/>
                  <a:pt x="54124" y="291255"/>
                  <a:pt x="54124" y="289150"/>
                </a:cubicBezTo>
                <a:cubicBezTo>
                  <a:pt x="48160" y="289150"/>
                  <a:pt x="42546" y="288887"/>
                  <a:pt x="36845" y="289238"/>
                </a:cubicBezTo>
                <a:cubicBezTo>
                  <a:pt x="32811" y="289501"/>
                  <a:pt x="29916" y="293448"/>
                  <a:pt x="29741" y="297482"/>
                </a:cubicBezTo>
                <a:cubicBezTo>
                  <a:pt x="29566" y="301517"/>
                  <a:pt x="32285" y="305201"/>
                  <a:pt x="36319" y="306165"/>
                </a:cubicBezTo>
                <a:cubicBezTo>
                  <a:pt x="37898" y="306516"/>
                  <a:pt x="39564" y="306604"/>
                  <a:pt x="41231" y="306604"/>
                </a:cubicBezTo>
                <a:cubicBezTo>
                  <a:pt x="129113" y="306604"/>
                  <a:pt x="216908" y="306604"/>
                  <a:pt x="304790" y="306604"/>
                </a:cubicBezTo>
                <a:cubicBezTo>
                  <a:pt x="305931" y="306604"/>
                  <a:pt x="307159" y="306604"/>
                  <a:pt x="308299" y="306604"/>
                </a:cubicBezTo>
                <a:cubicBezTo>
                  <a:pt x="308211" y="300815"/>
                  <a:pt x="308211" y="295202"/>
                  <a:pt x="308211" y="289063"/>
                </a:cubicBezTo>
                <a:close/>
                <a:moveTo>
                  <a:pt x="193578" y="134873"/>
                </a:moveTo>
                <a:cubicBezTo>
                  <a:pt x="191999" y="134873"/>
                  <a:pt x="190771" y="134873"/>
                  <a:pt x="189631" y="134873"/>
                </a:cubicBezTo>
                <a:cubicBezTo>
                  <a:pt x="146830" y="134873"/>
                  <a:pt x="104117" y="134873"/>
                  <a:pt x="61316" y="134873"/>
                </a:cubicBezTo>
                <a:cubicBezTo>
                  <a:pt x="59912" y="134873"/>
                  <a:pt x="58509" y="134873"/>
                  <a:pt x="57018" y="134961"/>
                </a:cubicBezTo>
                <a:cubicBezTo>
                  <a:pt x="38161" y="136101"/>
                  <a:pt x="25268" y="154432"/>
                  <a:pt x="30969" y="172237"/>
                </a:cubicBezTo>
                <a:cubicBezTo>
                  <a:pt x="34126" y="182235"/>
                  <a:pt x="44037" y="192322"/>
                  <a:pt x="60175" y="192234"/>
                </a:cubicBezTo>
                <a:cubicBezTo>
                  <a:pt x="138498" y="192059"/>
                  <a:pt x="216820" y="192146"/>
                  <a:pt x="295143" y="192146"/>
                </a:cubicBezTo>
                <a:cubicBezTo>
                  <a:pt x="296107" y="192146"/>
                  <a:pt x="297072" y="192146"/>
                  <a:pt x="298125" y="192059"/>
                </a:cubicBezTo>
                <a:cubicBezTo>
                  <a:pt x="300931" y="191795"/>
                  <a:pt x="302247" y="190129"/>
                  <a:pt x="302335" y="187498"/>
                </a:cubicBezTo>
                <a:cubicBezTo>
                  <a:pt x="302422" y="184779"/>
                  <a:pt x="301194" y="182849"/>
                  <a:pt x="298388" y="182235"/>
                </a:cubicBezTo>
                <a:cubicBezTo>
                  <a:pt x="297248" y="181972"/>
                  <a:pt x="296020" y="182148"/>
                  <a:pt x="294792" y="182148"/>
                </a:cubicBezTo>
                <a:cubicBezTo>
                  <a:pt x="217083" y="182148"/>
                  <a:pt x="139463" y="182148"/>
                  <a:pt x="61754" y="182148"/>
                </a:cubicBezTo>
                <a:cubicBezTo>
                  <a:pt x="60000" y="182148"/>
                  <a:pt x="58246" y="182148"/>
                  <a:pt x="56492" y="182060"/>
                </a:cubicBezTo>
                <a:cubicBezTo>
                  <a:pt x="46405" y="181358"/>
                  <a:pt x="38424" y="171623"/>
                  <a:pt x="39740" y="161536"/>
                </a:cubicBezTo>
                <a:cubicBezTo>
                  <a:pt x="41055" y="151275"/>
                  <a:pt x="48773" y="144784"/>
                  <a:pt x="59825" y="144784"/>
                </a:cubicBezTo>
                <a:cubicBezTo>
                  <a:pt x="102626" y="144784"/>
                  <a:pt x="145339" y="144784"/>
                  <a:pt x="188140" y="144784"/>
                </a:cubicBezTo>
                <a:cubicBezTo>
                  <a:pt x="189543" y="144784"/>
                  <a:pt x="190859" y="144784"/>
                  <a:pt x="192175" y="144784"/>
                </a:cubicBezTo>
                <a:cubicBezTo>
                  <a:pt x="192701" y="141276"/>
                  <a:pt x="193139" y="138294"/>
                  <a:pt x="193578" y="134873"/>
                </a:cubicBezTo>
                <a:close/>
                <a:moveTo>
                  <a:pt x="195595" y="124875"/>
                </a:moveTo>
                <a:cubicBezTo>
                  <a:pt x="197612" y="121542"/>
                  <a:pt x="198753" y="117507"/>
                  <a:pt x="201384" y="115578"/>
                </a:cubicBezTo>
                <a:cubicBezTo>
                  <a:pt x="206032" y="112157"/>
                  <a:pt x="205857" y="107947"/>
                  <a:pt x="205681" y="103299"/>
                </a:cubicBezTo>
                <a:cubicBezTo>
                  <a:pt x="205594" y="100755"/>
                  <a:pt x="205681" y="98300"/>
                  <a:pt x="205681" y="95756"/>
                </a:cubicBezTo>
                <a:cubicBezTo>
                  <a:pt x="205681" y="93563"/>
                  <a:pt x="205681" y="91283"/>
                  <a:pt x="205681" y="88827"/>
                </a:cubicBezTo>
                <a:cubicBezTo>
                  <a:pt x="200507" y="90143"/>
                  <a:pt x="195946" y="91195"/>
                  <a:pt x="191473" y="92599"/>
                </a:cubicBezTo>
                <a:cubicBezTo>
                  <a:pt x="174633" y="97949"/>
                  <a:pt x="157881" y="97686"/>
                  <a:pt x="140866" y="92686"/>
                </a:cubicBezTo>
                <a:cubicBezTo>
                  <a:pt x="125517" y="88126"/>
                  <a:pt x="109905" y="84442"/>
                  <a:pt x="94030" y="80232"/>
                </a:cubicBezTo>
                <a:cubicBezTo>
                  <a:pt x="89645" y="95142"/>
                  <a:pt x="85260" y="109965"/>
                  <a:pt x="80787" y="124875"/>
                </a:cubicBezTo>
                <a:cubicBezTo>
                  <a:pt x="119465" y="124875"/>
                  <a:pt x="157618" y="124875"/>
                  <a:pt x="195595" y="124875"/>
                </a:cubicBezTo>
                <a:close/>
                <a:moveTo>
                  <a:pt x="191561" y="154871"/>
                </a:moveTo>
                <a:cubicBezTo>
                  <a:pt x="190420" y="154783"/>
                  <a:pt x="189543" y="154695"/>
                  <a:pt x="188754" y="154695"/>
                </a:cubicBezTo>
                <a:cubicBezTo>
                  <a:pt x="145778" y="154695"/>
                  <a:pt x="102801" y="154695"/>
                  <a:pt x="59737" y="154695"/>
                </a:cubicBezTo>
                <a:cubicBezTo>
                  <a:pt x="58509" y="154695"/>
                  <a:pt x="57281" y="154783"/>
                  <a:pt x="56141" y="155046"/>
                </a:cubicBezTo>
                <a:cubicBezTo>
                  <a:pt x="52019" y="156011"/>
                  <a:pt x="49212" y="159870"/>
                  <a:pt x="49475" y="163992"/>
                </a:cubicBezTo>
                <a:cubicBezTo>
                  <a:pt x="49738" y="168202"/>
                  <a:pt x="52983" y="171710"/>
                  <a:pt x="57106" y="172149"/>
                </a:cubicBezTo>
                <a:cubicBezTo>
                  <a:pt x="58334" y="172324"/>
                  <a:pt x="59474" y="172237"/>
                  <a:pt x="60702" y="172237"/>
                </a:cubicBezTo>
                <a:cubicBezTo>
                  <a:pt x="134639" y="172237"/>
                  <a:pt x="208576" y="172237"/>
                  <a:pt x="282601" y="172237"/>
                </a:cubicBezTo>
                <a:cubicBezTo>
                  <a:pt x="283741" y="172237"/>
                  <a:pt x="284969" y="172237"/>
                  <a:pt x="285933" y="172237"/>
                </a:cubicBezTo>
                <a:cubicBezTo>
                  <a:pt x="285933" y="166185"/>
                  <a:pt x="285933" y="160572"/>
                  <a:pt x="285933" y="154783"/>
                </a:cubicBezTo>
                <a:cubicBezTo>
                  <a:pt x="267340" y="154783"/>
                  <a:pt x="248746" y="154783"/>
                  <a:pt x="229976" y="154783"/>
                </a:cubicBezTo>
                <a:cubicBezTo>
                  <a:pt x="229889" y="155485"/>
                  <a:pt x="229801" y="156011"/>
                  <a:pt x="229801" y="156537"/>
                </a:cubicBezTo>
                <a:cubicBezTo>
                  <a:pt x="229450" y="162063"/>
                  <a:pt x="228222" y="163203"/>
                  <a:pt x="222872" y="163291"/>
                </a:cubicBezTo>
                <a:cubicBezTo>
                  <a:pt x="214452" y="163291"/>
                  <a:pt x="206032" y="163291"/>
                  <a:pt x="197612" y="163291"/>
                </a:cubicBezTo>
                <a:cubicBezTo>
                  <a:pt x="193578" y="163291"/>
                  <a:pt x="192175" y="161887"/>
                  <a:pt x="191824" y="157765"/>
                </a:cubicBezTo>
                <a:cubicBezTo>
                  <a:pt x="191648" y="156976"/>
                  <a:pt x="191648" y="156099"/>
                  <a:pt x="191561" y="154871"/>
                </a:cubicBezTo>
                <a:close/>
                <a:moveTo>
                  <a:pt x="53948" y="269328"/>
                </a:moveTo>
                <a:cubicBezTo>
                  <a:pt x="48160" y="269328"/>
                  <a:pt x="42634" y="269153"/>
                  <a:pt x="37108" y="269328"/>
                </a:cubicBezTo>
                <a:cubicBezTo>
                  <a:pt x="22198" y="269942"/>
                  <a:pt x="10007" y="282748"/>
                  <a:pt x="9919" y="297658"/>
                </a:cubicBezTo>
                <a:cubicBezTo>
                  <a:pt x="9832" y="313796"/>
                  <a:pt x="22724" y="326426"/>
                  <a:pt x="39389" y="326426"/>
                </a:cubicBezTo>
                <a:cubicBezTo>
                  <a:pt x="131394" y="326426"/>
                  <a:pt x="223398" y="326426"/>
                  <a:pt x="315491" y="326426"/>
                </a:cubicBezTo>
                <a:cubicBezTo>
                  <a:pt x="316368" y="326426"/>
                  <a:pt x="317245" y="326514"/>
                  <a:pt x="318122" y="326338"/>
                </a:cubicBezTo>
                <a:cubicBezTo>
                  <a:pt x="320841" y="325724"/>
                  <a:pt x="322420" y="323970"/>
                  <a:pt x="322244" y="321251"/>
                </a:cubicBezTo>
                <a:cubicBezTo>
                  <a:pt x="322069" y="318532"/>
                  <a:pt x="320490" y="316778"/>
                  <a:pt x="317683" y="316603"/>
                </a:cubicBezTo>
                <a:cubicBezTo>
                  <a:pt x="316456" y="316515"/>
                  <a:pt x="315315" y="316515"/>
                  <a:pt x="314087" y="316515"/>
                </a:cubicBezTo>
                <a:cubicBezTo>
                  <a:pt x="223486" y="316515"/>
                  <a:pt x="132885" y="316515"/>
                  <a:pt x="42283" y="316515"/>
                </a:cubicBezTo>
                <a:cubicBezTo>
                  <a:pt x="41055" y="316515"/>
                  <a:pt x="39915" y="316515"/>
                  <a:pt x="38687" y="316515"/>
                </a:cubicBezTo>
                <a:cubicBezTo>
                  <a:pt x="30004" y="315989"/>
                  <a:pt x="23602" y="311428"/>
                  <a:pt x="21146" y="304061"/>
                </a:cubicBezTo>
                <a:cubicBezTo>
                  <a:pt x="17023" y="291694"/>
                  <a:pt x="25443" y="279590"/>
                  <a:pt x="38512" y="279239"/>
                </a:cubicBezTo>
                <a:cubicBezTo>
                  <a:pt x="43599" y="279064"/>
                  <a:pt x="48773" y="279239"/>
                  <a:pt x="54036" y="279239"/>
                </a:cubicBezTo>
                <a:cubicBezTo>
                  <a:pt x="53948" y="275907"/>
                  <a:pt x="53948" y="272837"/>
                  <a:pt x="53948" y="269328"/>
                </a:cubicBezTo>
                <a:close/>
                <a:moveTo>
                  <a:pt x="87628" y="239508"/>
                </a:moveTo>
                <a:cubicBezTo>
                  <a:pt x="89206" y="239508"/>
                  <a:pt x="90610" y="239508"/>
                  <a:pt x="92013" y="239508"/>
                </a:cubicBezTo>
                <a:cubicBezTo>
                  <a:pt x="158232" y="239508"/>
                  <a:pt x="224363" y="239508"/>
                  <a:pt x="290582" y="239508"/>
                </a:cubicBezTo>
                <a:cubicBezTo>
                  <a:pt x="292073" y="239508"/>
                  <a:pt x="293652" y="239508"/>
                  <a:pt x="295143" y="239333"/>
                </a:cubicBezTo>
                <a:cubicBezTo>
                  <a:pt x="299177" y="238719"/>
                  <a:pt x="301808" y="235912"/>
                  <a:pt x="302335" y="231878"/>
                </a:cubicBezTo>
                <a:cubicBezTo>
                  <a:pt x="303124" y="225738"/>
                  <a:pt x="299002" y="221967"/>
                  <a:pt x="291547" y="221967"/>
                </a:cubicBezTo>
                <a:cubicBezTo>
                  <a:pt x="224714" y="221967"/>
                  <a:pt x="157881" y="221967"/>
                  <a:pt x="91048" y="221967"/>
                </a:cubicBezTo>
                <a:cubicBezTo>
                  <a:pt x="89908" y="221967"/>
                  <a:pt x="88768" y="222142"/>
                  <a:pt x="87628" y="222142"/>
                </a:cubicBezTo>
                <a:cubicBezTo>
                  <a:pt x="87628" y="228106"/>
                  <a:pt x="87628" y="233632"/>
                  <a:pt x="87628" y="239508"/>
                </a:cubicBezTo>
                <a:close/>
                <a:moveTo>
                  <a:pt x="238133" y="80320"/>
                </a:moveTo>
                <a:cubicBezTo>
                  <a:pt x="231029" y="82162"/>
                  <a:pt x="224275" y="83828"/>
                  <a:pt x="217522" y="85758"/>
                </a:cubicBezTo>
                <a:cubicBezTo>
                  <a:pt x="216645" y="86021"/>
                  <a:pt x="215680" y="87512"/>
                  <a:pt x="215592" y="88476"/>
                </a:cubicBezTo>
                <a:cubicBezTo>
                  <a:pt x="215417" y="95581"/>
                  <a:pt x="215505" y="102685"/>
                  <a:pt x="215505" y="109789"/>
                </a:cubicBezTo>
                <a:cubicBezTo>
                  <a:pt x="215505" y="110666"/>
                  <a:pt x="215855" y="111894"/>
                  <a:pt x="216469" y="112333"/>
                </a:cubicBezTo>
                <a:cubicBezTo>
                  <a:pt x="220592" y="115052"/>
                  <a:pt x="222784" y="119086"/>
                  <a:pt x="224626" y="123559"/>
                </a:cubicBezTo>
                <a:cubicBezTo>
                  <a:pt x="224889" y="124261"/>
                  <a:pt x="226030" y="125050"/>
                  <a:pt x="226731" y="125050"/>
                </a:cubicBezTo>
                <a:cubicBezTo>
                  <a:pt x="234800" y="125138"/>
                  <a:pt x="242869" y="125138"/>
                  <a:pt x="251377" y="125138"/>
                </a:cubicBezTo>
                <a:cubicBezTo>
                  <a:pt x="246904" y="109965"/>
                  <a:pt x="242606" y="95318"/>
                  <a:pt x="238133" y="80320"/>
                </a:cubicBezTo>
                <a:close/>
                <a:moveTo>
                  <a:pt x="64298" y="222142"/>
                </a:moveTo>
                <a:cubicBezTo>
                  <a:pt x="64298" y="244244"/>
                  <a:pt x="64298" y="265908"/>
                  <a:pt x="64298" y="288098"/>
                </a:cubicBezTo>
                <a:cubicBezTo>
                  <a:pt x="68157" y="286081"/>
                  <a:pt x="71577" y="284151"/>
                  <a:pt x="75086" y="282572"/>
                </a:cubicBezTo>
                <a:cubicBezTo>
                  <a:pt x="77103" y="281607"/>
                  <a:pt x="77629" y="280380"/>
                  <a:pt x="77629" y="278275"/>
                </a:cubicBezTo>
                <a:cubicBezTo>
                  <a:pt x="77541" y="260558"/>
                  <a:pt x="77541" y="242841"/>
                  <a:pt x="77541" y="225124"/>
                </a:cubicBezTo>
                <a:cubicBezTo>
                  <a:pt x="77541" y="224159"/>
                  <a:pt x="77454" y="223195"/>
                  <a:pt x="77366" y="222142"/>
                </a:cubicBezTo>
                <a:cubicBezTo>
                  <a:pt x="72893" y="222142"/>
                  <a:pt x="68683" y="222142"/>
                  <a:pt x="64298" y="222142"/>
                </a:cubicBezTo>
                <a:close/>
                <a:moveTo>
                  <a:pt x="227696" y="134873"/>
                </a:moveTo>
                <a:cubicBezTo>
                  <a:pt x="228222" y="138469"/>
                  <a:pt x="228661" y="141539"/>
                  <a:pt x="229099" y="144697"/>
                </a:cubicBezTo>
                <a:cubicBezTo>
                  <a:pt x="230064" y="144784"/>
                  <a:pt x="230678" y="144784"/>
                  <a:pt x="231292" y="144784"/>
                </a:cubicBezTo>
                <a:cubicBezTo>
                  <a:pt x="252956" y="144784"/>
                  <a:pt x="274619" y="144784"/>
                  <a:pt x="296283" y="144784"/>
                </a:cubicBezTo>
                <a:cubicBezTo>
                  <a:pt x="296897" y="144784"/>
                  <a:pt x="297598" y="144784"/>
                  <a:pt x="298212" y="144697"/>
                </a:cubicBezTo>
                <a:cubicBezTo>
                  <a:pt x="300756" y="144346"/>
                  <a:pt x="302159" y="142767"/>
                  <a:pt x="302422" y="140311"/>
                </a:cubicBezTo>
                <a:cubicBezTo>
                  <a:pt x="302686" y="137856"/>
                  <a:pt x="301545" y="136014"/>
                  <a:pt x="299177" y="135224"/>
                </a:cubicBezTo>
                <a:cubicBezTo>
                  <a:pt x="297949" y="134786"/>
                  <a:pt x="296634" y="134786"/>
                  <a:pt x="295318" y="134786"/>
                </a:cubicBezTo>
                <a:cubicBezTo>
                  <a:pt x="274005" y="134786"/>
                  <a:pt x="252692" y="134786"/>
                  <a:pt x="231292" y="134786"/>
                </a:cubicBezTo>
                <a:cubicBezTo>
                  <a:pt x="230327" y="134873"/>
                  <a:pt x="229275" y="134873"/>
                  <a:pt x="227696" y="134873"/>
                </a:cubicBezTo>
                <a:close/>
                <a:moveTo>
                  <a:pt x="54036" y="222142"/>
                </a:moveTo>
                <a:cubicBezTo>
                  <a:pt x="43686" y="222142"/>
                  <a:pt x="33776" y="222142"/>
                  <a:pt x="23952" y="222142"/>
                </a:cubicBezTo>
                <a:cubicBezTo>
                  <a:pt x="23952" y="228018"/>
                  <a:pt x="23952" y="233632"/>
                  <a:pt x="23952" y="239157"/>
                </a:cubicBezTo>
                <a:cubicBezTo>
                  <a:pt x="33951" y="239157"/>
                  <a:pt x="43950" y="239157"/>
                  <a:pt x="54036" y="239157"/>
                </a:cubicBezTo>
                <a:cubicBezTo>
                  <a:pt x="54036" y="233456"/>
                  <a:pt x="54036" y="228018"/>
                  <a:pt x="54036" y="222142"/>
                </a:cubicBezTo>
                <a:close/>
                <a:moveTo>
                  <a:pt x="53948" y="249594"/>
                </a:moveTo>
                <a:cubicBezTo>
                  <a:pt x="53071" y="249507"/>
                  <a:pt x="52457" y="249331"/>
                  <a:pt x="51843" y="249331"/>
                </a:cubicBezTo>
                <a:cubicBezTo>
                  <a:pt x="39915" y="249331"/>
                  <a:pt x="28075" y="249331"/>
                  <a:pt x="16146" y="249331"/>
                </a:cubicBezTo>
                <a:cubicBezTo>
                  <a:pt x="15269" y="249331"/>
                  <a:pt x="14217" y="249244"/>
                  <a:pt x="13603" y="249682"/>
                </a:cubicBezTo>
                <a:cubicBezTo>
                  <a:pt x="12287" y="250647"/>
                  <a:pt x="10621" y="251875"/>
                  <a:pt x="10270" y="253278"/>
                </a:cubicBezTo>
                <a:cubicBezTo>
                  <a:pt x="9919" y="254681"/>
                  <a:pt x="10621" y="256874"/>
                  <a:pt x="11673" y="257927"/>
                </a:cubicBezTo>
                <a:cubicBezTo>
                  <a:pt x="12726" y="258979"/>
                  <a:pt x="14831" y="259330"/>
                  <a:pt x="16497" y="259330"/>
                </a:cubicBezTo>
                <a:cubicBezTo>
                  <a:pt x="27022" y="259418"/>
                  <a:pt x="37635" y="259418"/>
                  <a:pt x="48247" y="259418"/>
                </a:cubicBezTo>
                <a:cubicBezTo>
                  <a:pt x="50089" y="259418"/>
                  <a:pt x="51931" y="259418"/>
                  <a:pt x="53948" y="259418"/>
                </a:cubicBezTo>
                <a:cubicBezTo>
                  <a:pt x="53948" y="255909"/>
                  <a:pt x="53948" y="252840"/>
                  <a:pt x="53948" y="249594"/>
                </a:cubicBezTo>
                <a:close/>
                <a:moveTo>
                  <a:pt x="219802" y="153292"/>
                </a:moveTo>
                <a:cubicBezTo>
                  <a:pt x="219627" y="150398"/>
                  <a:pt x="219715" y="147766"/>
                  <a:pt x="219188" y="145398"/>
                </a:cubicBezTo>
                <a:cubicBezTo>
                  <a:pt x="217610" y="138206"/>
                  <a:pt x="215943" y="131014"/>
                  <a:pt x="214014" y="123910"/>
                </a:cubicBezTo>
                <a:cubicBezTo>
                  <a:pt x="213663" y="122682"/>
                  <a:pt x="211909" y="121103"/>
                  <a:pt x="210593" y="120928"/>
                </a:cubicBezTo>
                <a:cubicBezTo>
                  <a:pt x="209628" y="120753"/>
                  <a:pt x="207962" y="122419"/>
                  <a:pt x="207436" y="123647"/>
                </a:cubicBezTo>
                <a:cubicBezTo>
                  <a:pt x="202875" y="132944"/>
                  <a:pt x="202261" y="143030"/>
                  <a:pt x="201559" y="153292"/>
                </a:cubicBezTo>
                <a:cubicBezTo>
                  <a:pt x="207786" y="153292"/>
                  <a:pt x="213575" y="153292"/>
                  <a:pt x="219802" y="153292"/>
                </a:cubicBezTo>
                <a:close/>
                <a:moveTo>
                  <a:pt x="160863" y="41378"/>
                </a:moveTo>
                <a:cubicBezTo>
                  <a:pt x="160863" y="41378"/>
                  <a:pt x="160863" y="41378"/>
                  <a:pt x="160863" y="41378"/>
                </a:cubicBezTo>
                <a:cubicBezTo>
                  <a:pt x="160863" y="42167"/>
                  <a:pt x="160863" y="42869"/>
                  <a:pt x="160863" y="43658"/>
                </a:cubicBezTo>
                <a:cubicBezTo>
                  <a:pt x="160863" y="48219"/>
                  <a:pt x="161740" y="49008"/>
                  <a:pt x="166389" y="48745"/>
                </a:cubicBezTo>
                <a:cubicBezTo>
                  <a:pt x="167266" y="48657"/>
                  <a:pt x="168231" y="48570"/>
                  <a:pt x="168932" y="48219"/>
                </a:cubicBezTo>
                <a:cubicBezTo>
                  <a:pt x="169546" y="47868"/>
                  <a:pt x="170423" y="47079"/>
                  <a:pt x="170423" y="46552"/>
                </a:cubicBezTo>
                <a:cubicBezTo>
                  <a:pt x="170511" y="43044"/>
                  <a:pt x="170599" y="39536"/>
                  <a:pt x="170248" y="36115"/>
                </a:cubicBezTo>
                <a:cubicBezTo>
                  <a:pt x="169985" y="33484"/>
                  <a:pt x="168055" y="32168"/>
                  <a:pt x="165424" y="32256"/>
                </a:cubicBezTo>
                <a:cubicBezTo>
                  <a:pt x="162793" y="32344"/>
                  <a:pt x="161214" y="33923"/>
                  <a:pt x="160951" y="36554"/>
                </a:cubicBezTo>
                <a:cubicBezTo>
                  <a:pt x="160775" y="38133"/>
                  <a:pt x="160863" y="39711"/>
                  <a:pt x="160863" y="4137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90204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7"/>
          <p:cNvSpPr txBox="1"/>
          <p:nvPr/>
        </p:nvSpPr>
        <p:spPr>
          <a:xfrm>
            <a:off x="10681522" y="6397891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Recognitions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grpSp>
        <p:nvGrpSpPr>
          <p:cNvPr id="784" name="Google Shape;784;p7"/>
          <p:cNvGrpSpPr/>
          <p:nvPr/>
        </p:nvGrpSpPr>
        <p:grpSpPr>
          <a:xfrm>
            <a:off x="10399521" y="6312157"/>
            <a:ext cx="318276" cy="423136"/>
            <a:chOff x="4890592" y="1835560"/>
            <a:chExt cx="2409354" cy="3203147"/>
          </a:xfrm>
        </p:grpSpPr>
        <p:sp>
          <p:nvSpPr>
            <p:cNvPr id="785" name="Google Shape;785;p7"/>
            <p:cNvSpPr/>
            <p:nvPr/>
          </p:nvSpPr>
          <p:spPr>
            <a:xfrm>
              <a:off x="4890592" y="1835560"/>
              <a:ext cx="2409354" cy="3203147"/>
            </a:xfrm>
            <a:custGeom>
              <a:avLst/>
              <a:gdLst/>
              <a:ahLst/>
              <a:cxnLst/>
              <a:rect l="l" t="t" r="r" b="b"/>
              <a:pathLst>
                <a:path w="2409354" h="3203147" extrusionOk="0">
                  <a:moveTo>
                    <a:pt x="692010" y="2856454"/>
                  </a:moveTo>
                  <a:cubicBezTo>
                    <a:pt x="692010" y="2680241"/>
                    <a:pt x="691057" y="2504981"/>
                    <a:pt x="692962" y="2328769"/>
                  </a:cubicBezTo>
                  <a:cubicBezTo>
                    <a:pt x="692962" y="2304956"/>
                    <a:pt x="685342" y="2293526"/>
                    <a:pt x="664387" y="2283049"/>
                  </a:cubicBezTo>
                  <a:cubicBezTo>
                    <a:pt x="208140" y="2034446"/>
                    <a:pt x="-11888" y="1647731"/>
                    <a:pt x="495" y="1128619"/>
                  </a:cubicBezTo>
                  <a:cubicBezTo>
                    <a:pt x="1447" y="1102901"/>
                    <a:pt x="4305" y="1076231"/>
                    <a:pt x="8115" y="1050514"/>
                  </a:cubicBezTo>
                  <a:cubicBezTo>
                    <a:pt x="12877" y="1017176"/>
                    <a:pt x="33832" y="998126"/>
                    <a:pt x="61455" y="1000031"/>
                  </a:cubicBezTo>
                  <a:cubicBezTo>
                    <a:pt x="90982" y="1001936"/>
                    <a:pt x="110032" y="1025749"/>
                    <a:pt x="106222" y="1060991"/>
                  </a:cubicBezTo>
                  <a:cubicBezTo>
                    <a:pt x="93840" y="1168624"/>
                    <a:pt x="91935" y="1277209"/>
                    <a:pt x="111937" y="1383889"/>
                  </a:cubicBezTo>
                  <a:cubicBezTo>
                    <a:pt x="184327" y="1773461"/>
                    <a:pt x="398640" y="2057306"/>
                    <a:pt x="761542" y="2218279"/>
                  </a:cubicBezTo>
                  <a:cubicBezTo>
                    <a:pt x="1309230" y="2460214"/>
                    <a:pt x="1943595" y="2222089"/>
                    <a:pt x="2202675" y="1682021"/>
                  </a:cubicBezTo>
                  <a:cubicBezTo>
                    <a:pt x="2520810" y="1019081"/>
                    <a:pt x="2107425" y="229459"/>
                    <a:pt x="1383525" y="113254"/>
                  </a:cubicBezTo>
                  <a:cubicBezTo>
                    <a:pt x="1240650" y="90394"/>
                    <a:pt x="1099680" y="93251"/>
                    <a:pt x="958710" y="126589"/>
                  </a:cubicBezTo>
                  <a:cubicBezTo>
                    <a:pt x="952995" y="127541"/>
                    <a:pt x="947280" y="129446"/>
                    <a:pt x="941565" y="129446"/>
                  </a:cubicBezTo>
                  <a:cubicBezTo>
                    <a:pt x="907275" y="134209"/>
                    <a:pt x="884415" y="120874"/>
                    <a:pt x="877747" y="93251"/>
                  </a:cubicBezTo>
                  <a:cubicBezTo>
                    <a:pt x="871080" y="66581"/>
                    <a:pt x="887272" y="40864"/>
                    <a:pt x="920610" y="34196"/>
                  </a:cubicBezTo>
                  <a:cubicBezTo>
                    <a:pt x="987285" y="21814"/>
                    <a:pt x="1053960" y="6574"/>
                    <a:pt x="1120635" y="2764"/>
                  </a:cubicBezTo>
                  <a:cubicBezTo>
                    <a:pt x="1718805" y="-37241"/>
                    <a:pt x="2249347" y="360904"/>
                    <a:pt x="2380792" y="947644"/>
                  </a:cubicBezTo>
                  <a:cubicBezTo>
                    <a:pt x="2498902" y="1476281"/>
                    <a:pt x="2242680" y="2025874"/>
                    <a:pt x="1760715" y="2273524"/>
                  </a:cubicBezTo>
                  <a:cubicBezTo>
                    <a:pt x="1726425" y="2291621"/>
                    <a:pt x="1714042" y="2308766"/>
                    <a:pt x="1714995" y="2347819"/>
                  </a:cubicBezTo>
                  <a:cubicBezTo>
                    <a:pt x="1715947" y="2481169"/>
                    <a:pt x="1715947" y="2614519"/>
                    <a:pt x="1715947" y="2747869"/>
                  </a:cubicBezTo>
                  <a:cubicBezTo>
                    <a:pt x="1715947" y="2809781"/>
                    <a:pt x="1715947" y="2871694"/>
                    <a:pt x="1715947" y="2933606"/>
                  </a:cubicBezTo>
                  <a:cubicBezTo>
                    <a:pt x="1715947" y="2970754"/>
                    <a:pt x="1715947" y="3007901"/>
                    <a:pt x="1715947" y="3044096"/>
                  </a:cubicBezTo>
                  <a:cubicBezTo>
                    <a:pt x="1715947" y="3089816"/>
                    <a:pt x="1730235" y="3163159"/>
                    <a:pt x="1687372" y="3195544"/>
                  </a:cubicBezTo>
                  <a:cubicBezTo>
                    <a:pt x="1665465" y="3212689"/>
                    <a:pt x="1642605" y="3197449"/>
                    <a:pt x="1623555" y="3183161"/>
                  </a:cubicBezTo>
                  <a:cubicBezTo>
                    <a:pt x="1519732" y="3104104"/>
                    <a:pt x="1414957" y="3025999"/>
                    <a:pt x="1310182" y="2947894"/>
                  </a:cubicBezTo>
                  <a:cubicBezTo>
                    <a:pt x="1291132" y="2933606"/>
                    <a:pt x="1272082" y="2919319"/>
                    <a:pt x="1253032" y="2905031"/>
                  </a:cubicBezTo>
                  <a:cubicBezTo>
                    <a:pt x="1203502" y="2867884"/>
                    <a:pt x="1203502" y="2867884"/>
                    <a:pt x="1153020" y="2905984"/>
                  </a:cubicBezTo>
                  <a:cubicBezTo>
                    <a:pt x="1031100" y="2997424"/>
                    <a:pt x="910132" y="3087911"/>
                    <a:pt x="788212" y="3179351"/>
                  </a:cubicBezTo>
                  <a:cubicBezTo>
                    <a:pt x="768210" y="3194591"/>
                    <a:pt x="747255" y="3209831"/>
                    <a:pt x="720585" y="3197449"/>
                  </a:cubicBezTo>
                  <a:cubicBezTo>
                    <a:pt x="692010" y="3184114"/>
                    <a:pt x="691057" y="3157444"/>
                    <a:pt x="691057" y="3130774"/>
                  </a:cubicBezTo>
                  <a:cubicBezTo>
                    <a:pt x="692010" y="2957419"/>
                    <a:pt x="692010" y="3030761"/>
                    <a:pt x="692010" y="2856454"/>
                  </a:cubicBezTo>
                  <a:close/>
                  <a:moveTo>
                    <a:pt x="793927" y="2340199"/>
                  </a:moveTo>
                  <a:cubicBezTo>
                    <a:pt x="793927" y="2662144"/>
                    <a:pt x="793927" y="2732629"/>
                    <a:pt x="793927" y="3054574"/>
                  </a:cubicBezTo>
                  <a:cubicBezTo>
                    <a:pt x="918705" y="2961229"/>
                    <a:pt x="1038720" y="2870741"/>
                    <a:pt x="1159687" y="2780254"/>
                  </a:cubicBezTo>
                  <a:cubicBezTo>
                    <a:pt x="1196835" y="2752631"/>
                    <a:pt x="1211122" y="2752631"/>
                    <a:pt x="1248270" y="2779301"/>
                  </a:cubicBezTo>
                  <a:cubicBezTo>
                    <a:pt x="1342567" y="2849786"/>
                    <a:pt x="1435912" y="2920271"/>
                    <a:pt x="1530210" y="2990756"/>
                  </a:cubicBezTo>
                  <a:cubicBezTo>
                    <a:pt x="1556880" y="3010759"/>
                    <a:pt x="1584502" y="3030761"/>
                    <a:pt x="1614982" y="3053621"/>
                  </a:cubicBezTo>
                  <a:cubicBezTo>
                    <a:pt x="1614982" y="2730724"/>
                    <a:pt x="1614982" y="2659286"/>
                    <a:pt x="1614982" y="2339246"/>
                  </a:cubicBezTo>
                  <a:cubicBezTo>
                    <a:pt x="1340662" y="2434496"/>
                    <a:pt x="1068247" y="2434496"/>
                    <a:pt x="793927" y="23401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6" name="Google Shape;786;p7"/>
            <p:cNvSpPr/>
            <p:nvPr/>
          </p:nvSpPr>
          <p:spPr>
            <a:xfrm>
              <a:off x="5208262" y="2153600"/>
              <a:ext cx="1773563" cy="1773558"/>
            </a:xfrm>
            <a:custGeom>
              <a:avLst/>
              <a:gdLst/>
              <a:ahLst/>
              <a:cxnLst/>
              <a:rect l="l" t="t" r="r" b="b"/>
              <a:pathLst>
                <a:path w="1773563" h="1773558" extrusionOk="0">
                  <a:moveTo>
                    <a:pt x="886784" y="2"/>
                  </a:moveTo>
                  <a:cubicBezTo>
                    <a:pt x="1375417" y="-951"/>
                    <a:pt x="1774514" y="397194"/>
                    <a:pt x="1773562" y="884874"/>
                  </a:cubicBezTo>
                  <a:cubicBezTo>
                    <a:pt x="1772609" y="1377317"/>
                    <a:pt x="1378274" y="1772604"/>
                    <a:pt x="886784" y="1773557"/>
                  </a:cubicBezTo>
                  <a:cubicBezTo>
                    <a:pt x="399104" y="1774509"/>
                    <a:pt x="959" y="1377317"/>
                    <a:pt x="7" y="887732"/>
                  </a:cubicBezTo>
                  <a:cubicBezTo>
                    <a:pt x="-1898" y="398147"/>
                    <a:pt x="395294" y="954"/>
                    <a:pt x="886784" y="2"/>
                  </a:cubicBezTo>
                  <a:close/>
                  <a:moveTo>
                    <a:pt x="883927" y="1675449"/>
                  </a:moveTo>
                  <a:cubicBezTo>
                    <a:pt x="1311599" y="1681164"/>
                    <a:pt x="1667834" y="1329692"/>
                    <a:pt x="1675454" y="896304"/>
                  </a:cubicBezTo>
                  <a:cubicBezTo>
                    <a:pt x="1682122" y="462917"/>
                    <a:pt x="1330649" y="103824"/>
                    <a:pt x="892499" y="98109"/>
                  </a:cubicBezTo>
                  <a:cubicBezTo>
                    <a:pt x="464827" y="92394"/>
                    <a:pt x="101924" y="446724"/>
                    <a:pt x="98114" y="874397"/>
                  </a:cubicBezTo>
                  <a:cubicBezTo>
                    <a:pt x="93352" y="1316357"/>
                    <a:pt x="440062" y="1669734"/>
                    <a:pt x="883927" y="16754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7" name="Google Shape;787;p7"/>
            <p:cNvSpPr/>
            <p:nvPr/>
          </p:nvSpPr>
          <p:spPr>
            <a:xfrm>
              <a:off x="5004953" y="2365795"/>
              <a:ext cx="180456" cy="218580"/>
            </a:xfrm>
            <a:custGeom>
              <a:avLst/>
              <a:gdLst/>
              <a:ahLst/>
              <a:cxnLst/>
              <a:rect l="l" t="t" r="r" b="b"/>
              <a:pathLst>
                <a:path w="180456" h="218580" extrusionOk="0">
                  <a:moveTo>
                    <a:pt x="180456" y="42124"/>
                  </a:moveTo>
                  <a:cubicBezTo>
                    <a:pt x="142356" y="103084"/>
                    <a:pt x="108066" y="160234"/>
                    <a:pt x="69014" y="214527"/>
                  </a:cubicBezTo>
                  <a:cubicBezTo>
                    <a:pt x="63299" y="222147"/>
                    <a:pt x="28056" y="218337"/>
                    <a:pt x="15674" y="208812"/>
                  </a:cubicBezTo>
                  <a:cubicBezTo>
                    <a:pt x="4244" y="198334"/>
                    <a:pt x="-4329" y="169759"/>
                    <a:pt x="2339" y="156424"/>
                  </a:cubicBezTo>
                  <a:cubicBezTo>
                    <a:pt x="25199" y="107847"/>
                    <a:pt x="52821" y="60222"/>
                    <a:pt x="83301" y="15454"/>
                  </a:cubicBezTo>
                  <a:cubicBezTo>
                    <a:pt x="91874" y="3072"/>
                    <a:pt x="121401" y="-2643"/>
                    <a:pt x="138546" y="1167"/>
                  </a:cubicBezTo>
                  <a:cubicBezTo>
                    <a:pt x="153786" y="3072"/>
                    <a:pt x="164264" y="24027"/>
                    <a:pt x="180456" y="4212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8" name="Google Shape;788;p7"/>
            <p:cNvSpPr/>
            <p:nvPr/>
          </p:nvSpPr>
          <p:spPr>
            <a:xfrm>
              <a:off x="5307873" y="2016318"/>
              <a:ext cx="216625" cy="183988"/>
            </a:xfrm>
            <a:custGeom>
              <a:avLst/>
              <a:gdLst/>
              <a:ahLst/>
              <a:cxnLst/>
              <a:rect l="l" t="t" r="r" b="b"/>
              <a:pathLst>
                <a:path w="216625" h="183988" extrusionOk="0">
                  <a:moveTo>
                    <a:pt x="216626" y="57274"/>
                  </a:moveTo>
                  <a:cubicBezTo>
                    <a:pt x="210911" y="64894"/>
                    <a:pt x="203291" y="81086"/>
                    <a:pt x="190908" y="91564"/>
                  </a:cubicBezTo>
                  <a:cubicBezTo>
                    <a:pt x="156618" y="119186"/>
                    <a:pt x="120423" y="143951"/>
                    <a:pt x="85181" y="169669"/>
                  </a:cubicBezTo>
                  <a:cubicBezTo>
                    <a:pt x="57558" y="189671"/>
                    <a:pt x="30888" y="188719"/>
                    <a:pt x="11838" y="166811"/>
                  </a:cubicBezTo>
                  <a:cubicBezTo>
                    <a:pt x="-7212" y="143951"/>
                    <a:pt x="-3402" y="113471"/>
                    <a:pt x="24221" y="92516"/>
                  </a:cubicBezTo>
                  <a:cubicBezTo>
                    <a:pt x="61368" y="62989"/>
                    <a:pt x="99468" y="34414"/>
                    <a:pt x="139473" y="9649"/>
                  </a:cubicBezTo>
                  <a:cubicBezTo>
                    <a:pt x="173763" y="-14164"/>
                    <a:pt x="215673" y="7744"/>
                    <a:pt x="216626" y="57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9" name="Google Shape;789;p7"/>
            <p:cNvSpPr/>
            <p:nvPr/>
          </p:nvSpPr>
          <p:spPr>
            <a:xfrm>
              <a:off x="5601955" y="2523901"/>
              <a:ext cx="982825" cy="938660"/>
            </a:xfrm>
            <a:custGeom>
              <a:avLst/>
              <a:gdLst/>
              <a:ahLst/>
              <a:cxnLst/>
              <a:rect l="l" t="t" r="r" b="b"/>
              <a:pathLst>
                <a:path w="982825" h="938660" extrusionOk="0">
                  <a:moveTo>
                    <a:pt x="171147" y="873666"/>
                  </a:moveTo>
                  <a:cubicBezTo>
                    <a:pt x="183529" y="800323"/>
                    <a:pt x="196864" y="719361"/>
                    <a:pt x="212104" y="639351"/>
                  </a:cubicBezTo>
                  <a:cubicBezTo>
                    <a:pt x="216867" y="613633"/>
                    <a:pt x="213057" y="595536"/>
                    <a:pt x="193054" y="576486"/>
                  </a:cubicBezTo>
                  <a:cubicBezTo>
                    <a:pt x="135904" y="524098"/>
                    <a:pt x="82564" y="468853"/>
                    <a:pt x="26367" y="415513"/>
                  </a:cubicBezTo>
                  <a:cubicBezTo>
                    <a:pt x="8269" y="398368"/>
                    <a:pt x="-6018" y="379318"/>
                    <a:pt x="2554" y="352648"/>
                  </a:cubicBezTo>
                  <a:cubicBezTo>
                    <a:pt x="12079" y="326931"/>
                    <a:pt x="33987" y="320263"/>
                    <a:pt x="58752" y="316453"/>
                  </a:cubicBezTo>
                  <a:cubicBezTo>
                    <a:pt x="137809" y="305976"/>
                    <a:pt x="215914" y="294546"/>
                    <a:pt x="294972" y="281211"/>
                  </a:cubicBezTo>
                  <a:cubicBezTo>
                    <a:pt x="309259" y="278353"/>
                    <a:pt x="327357" y="265971"/>
                    <a:pt x="334024" y="253588"/>
                  </a:cubicBezTo>
                  <a:cubicBezTo>
                    <a:pt x="371172" y="183103"/>
                    <a:pt x="405462" y="111666"/>
                    <a:pt x="440704" y="40228"/>
                  </a:cubicBezTo>
                  <a:cubicBezTo>
                    <a:pt x="452134" y="17368"/>
                    <a:pt x="467374" y="-5492"/>
                    <a:pt x="493092" y="1176"/>
                  </a:cubicBezTo>
                  <a:cubicBezTo>
                    <a:pt x="513094" y="5938"/>
                    <a:pt x="535002" y="24036"/>
                    <a:pt x="544527" y="42133"/>
                  </a:cubicBezTo>
                  <a:cubicBezTo>
                    <a:pt x="580722" y="108808"/>
                    <a:pt x="614059" y="177388"/>
                    <a:pt x="646444" y="245968"/>
                  </a:cubicBezTo>
                  <a:cubicBezTo>
                    <a:pt x="657874" y="269781"/>
                    <a:pt x="670257" y="281211"/>
                    <a:pt x="698832" y="285021"/>
                  </a:cubicBezTo>
                  <a:cubicBezTo>
                    <a:pt x="776937" y="293593"/>
                    <a:pt x="854089" y="305023"/>
                    <a:pt x="931242" y="319311"/>
                  </a:cubicBezTo>
                  <a:cubicBezTo>
                    <a:pt x="950292" y="323121"/>
                    <a:pt x="976009" y="339313"/>
                    <a:pt x="981724" y="354553"/>
                  </a:cubicBezTo>
                  <a:cubicBezTo>
                    <a:pt x="986487" y="370746"/>
                    <a:pt x="975057" y="398368"/>
                    <a:pt x="961722" y="412656"/>
                  </a:cubicBezTo>
                  <a:cubicBezTo>
                    <a:pt x="906477" y="469806"/>
                    <a:pt x="849327" y="525051"/>
                    <a:pt x="791224" y="579343"/>
                  </a:cubicBezTo>
                  <a:cubicBezTo>
                    <a:pt x="774079" y="595536"/>
                    <a:pt x="769317" y="610776"/>
                    <a:pt x="774079" y="632683"/>
                  </a:cubicBezTo>
                  <a:cubicBezTo>
                    <a:pt x="788367" y="706978"/>
                    <a:pt x="800749" y="782226"/>
                    <a:pt x="813132" y="857473"/>
                  </a:cubicBezTo>
                  <a:cubicBezTo>
                    <a:pt x="815989" y="874618"/>
                    <a:pt x="816942" y="893668"/>
                    <a:pt x="812179" y="909861"/>
                  </a:cubicBezTo>
                  <a:cubicBezTo>
                    <a:pt x="803607" y="938436"/>
                    <a:pt x="770269" y="947008"/>
                    <a:pt x="736932" y="929863"/>
                  </a:cubicBezTo>
                  <a:cubicBezTo>
                    <a:pt x="664542" y="892716"/>
                    <a:pt x="591199" y="854616"/>
                    <a:pt x="519762" y="815563"/>
                  </a:cubicBezTo>
                  <a:cubicBezTo>
                    <a:pt x="500712" y="805086"/>
                    <a:pt x="486424" y="806038"/>
                    <a:pt x="467374" y="816516"/>
                  </a:cubicBezTo>
                  <a:cubicBezTo>
                    <a:pt x="395937" y="855568"/>
                    <a:pt x="322594" y="893668"/>
                    <a:pt x="250204" y="930816"/>
                  </a:cubicBezTo>
                  <a:cubicBezTo>
                    <a:pt x="204484" y="951771"/>
                    <a:pt x="169242" y="928911"/>
                    <a:pt x="171147" y="873666"/>
                  </a:cubicBezTo>
                  <a:close/>
                  <a:moveTo>
                    <a:pt x="820752" y="401226"/>
                  </a:moveTo>
                  <a:cubicBezTo>
                    <a:pt x="763602" y="392653"/>
                    <a:pt x="705499" y="381223"/>
                    <a:pt x="646444" y="375508"/>
                  </a:cubicBezTo>
                  <a:cubicBezTo>
                    <a:pt x="609297" y="371698"/>
                    <a:pt x="589294" y="355506"/>
                    <a:pt x="574054" y="322168"/>
                  </a:cubicBezTo>
                  <a:cubicBezTo>
                    <a:pt x="550242" y="268828"/>
                    <a:pt x="522619" y="216441"/>
                    <a:pt x="492139" y="156433"/>
                  </a:cubicBezTo>
                  <a:cubicBezTo>
                    <a:pt x="468327" y="205963"/>
                    <a:pt x="443562" y="245968"/>
                    <a:pt x="427369" y="289783"/>
                  </a:cubicBezTo>
                  <a:cubicBezTo>
                    <a:pt x="405462" y="351696"/>
                    <a:pt x="365457" y="382176"/>
                    <a:pt x="299734" y="380271"/>
                  </a:cubicBezTo>
                  <a:cubicBezTo>
                    <a:pt x="297829" y="380271"/>
                    <a:pt x="294972" y="380271"/>
                    <a:pt x="293067" y="381223"/>
                  </a:cubicBezTo>
                  <a:cubicBezTo>
                    <a:pt x="249252" y="387891"/>
                    <a:pt x="205437" y="394558"/>
                    <a:pt x="164479" y="401226"/>
                  </a:cubicBezTo>
                  <a:cubicBezTo>
                    <a:pt x="209247" y="447898"/>
                    <a:pt x="251157" y="492666"/>
                    <a:pt x="294019" y="536481"/>
                  </a:cubicBezTo>
                  <a:cubicBezTo>
                    <a:pt x="314022" y="556483"/>
                    <a:pt x="322594" y="577438"/>
                    <a:pt x="316879" y="606013"/>
                  </a:cubicBezTo>
                  <a:cubicBezTo>
                    <a:pt x="304497" y="666973"/>
                    <a:pt x="295924" y="729838"/>
                    <a:pt x="284494" y="797466"/>
                  </a:cubicBezTo>
                  <a:cubicBezTo>
                    <a:pt x="341644" y="767938"/>
                    <a:pt x="393079" y="743173"/>
                    <a:pt x="443562" y="713646"/>
                  </a:cubicBezTo>
                  <a:cubicBezTo>
                    <a:pt x="477852" y="693643"/>
                    <a:pt x="507379" y="692691"/>
                    <a:pt x="542622" y="713646"/>
                  </a:cubicBezTo>
                  <a:cubicBezTo>
                    <a:pt x="592152" y="743173"/>
                    <a:pt x="644539" y="767938"/>
                    <a:pt x="700737" y="797466"/>
                  </a:cubicBezTo>
                  <a:cubicBezTo>
                    <a:pt x="689307" y="730791"/>
                    <a:pt x="681687" y="669831"/>
                    <a:pt x="668352" y="609823"/>
                  </a:cubicBezTo>
                  <a:cubicBezTo>
                    <a:pt x="661684" y="577438"/>
                    <a:pt x="671209" y="555531"/>
                    <a:pt x="693117" y="533623"/>
                  </a:cubicBezTo>
                  <a:cubicBezTo>
                    <a:pt x="736932" y="492666"/>
                    <a:pt x="777889" y="447898"/>
                    <a:pt x="820752" y="40122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90" name="Google Shape;790;p7"/>
          <p:cNvSpPr/>
          <p:nvPr/>
        </p:nvSpPr>
        <p:spPr>
          <a:xfrm>
            <a:off x="0" y="6745403"/>
            <a:ext cx="12192000" cy="130500"/>
          </a:xfrm>
          <a:prstGeom prst="rect">
            <a:avLst/>
          </a:prstGeom>
          <a:solidFill>
            <a:srgbClr val="B90F50"/>
          </a:solidFill>
          <a:ln w="19050" cap="flat" cmpd="sng">
            <a:solidFill>
              <a:srgbClr val="B90F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9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9_Blank">
  <p:cSld name="19_Blank"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p8"/>
          <p:cNvSpPr txBox="1">
            <a:spLocks noGrp="1"/>
          </p:cNvSpPr>
          <p:nvPr>
            <p:ph type="body" idx="1"/>
          </p:nvPr>
        </p:nvSpPr>
        <p:spPr>
          <a:xfrm>
            <a:off x="1500993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793" name="Google Shape;793;p8"/>
          <p:cNvCxnSpPr/>
          <p:nvPr/>
        </p:nvCxnSpPr>
        <p:spPr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794" name="Google Shape;794;p8"/>
          <p:cNvSpPr txBox="1">
            <a:spLocks noGrp="1"/>
          </p:cNvSpPr>
          <p:nvPr>
            <p:ph type="body" idx="2"/>
          </p:nvPr>
        </p:nvSpPr>
        <p:spPr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795" name="Google Shape;795;p8"/>
          <p:cNvGrpSpPr/>
          <p:nvPr/>
        </p:nvGrpSpPr>
        <p:grpSpPr>
          <a:xfrm>
            <a:off x="655527" y="416137"/>
            <a:ext cx="624253" cy="765101"/>
            <a:chOff x="4819650" y="1862134"/>
            <a:chExt cx="2558414" cy="3135659"/>
          </a:xfrm>
        </p:grpSpPr>
        <p:sp>
          <p:nvSpPr>
            <p:cNvPr id="796" name="Google Shape;796;p8"/>
            <p:cNvSpPr/>
            <p:nvPr/>
          </p:nvSpPr>
          <p:spPr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7" name="Google Shape;797;p8"/>
            <p:cNvSpPr/>
            <p:nvPr/>
          </p:nvSpPr>
          <p:spPr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8" name="Google Shape;798;p8"/>
            <p:cNvSpPr/>
            <p:nvPr/>
          </p:nvSpPr>
          <p:spPr>
            <a:xfrm>
              <a:off x="6231252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9" name="Google Shape;799;p8"/>
            <p:cNvSpPr/>
            <p:nvPr/>
          </p:nvSpPr>
          <p:spPr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0" name="Google Shape;800;p8"/>
            <p:cNvSpPr/>
            <p:nvPr/>
          </p:nvSpPr>
          <p:spPr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1" name="Google Shape;801;p8"/>
            <p:cNvSpPr/>
            <p:nvPr/>
          </p:nvSpPr>
          <p:spPr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2" name="Google Shape;802;p8"/>
            <p:cNvSpPr/>
            <p:nvPr/>
          </p:nvSpPr>
          <p:spPr>
            <a:xfrm>
              <a:off x="5838828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3" name="Google Shape;803;p8"/>
            <p:cNvSpPr/>
            <p:nvPr/>
          </p:nvSpPr>
          <p:spPr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4" name="Google Shape;804;p8"/>
            <p:cNvSpPr/>
            <p:nvPr/>
          </p:nvSpPr>
          <p:spPr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5" name="Google Shape;805;p8"/>
            <p:cNvSpPr/>
            <p:nvPr/>
          </p:nvSpPr>
          <p:spPr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6" name="Google Shape;806;p8"/>
            <p:cNvSpPr/>
            <p:nvPr/>
          </p:nvSpPr>
          <p:spPr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7" name="Google Shape;807;p8"/>
            <p:cNvSpPr/>
            <p:nvPr/>
          </p:nvSpPr>
          <p:spPr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8" name="Google Shape;808;p8"/>
            <p:cNvSpPr/>
            <p:nvPr/>
          </p:nvSpPr>
          <p:spPr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9" name="Google Shape;809;p8"/>
            <p:cNvSpPr/>
            <p:nvPr/>
          </p:nvSpPr>
          <p:spPr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0" name="Google Shape;810;p8"/>
            <p:cNvSpPr/>
            <p:nvPr/>
          </p:nvSpPr>
          <p:spPr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1" name="Google Shape;811;p8"/>
            <p:cNvSpPr/>
            <p:nvPr/>
          </p:nvSpPr>
          <p:spPr>
            <a:xfrm>
              <a:off x="6188393" y="3388996"/>
              <a:ext cx="104775" cy="81914"/>
            </a:xfrm>
            <a:custGeom>
              <a:avLst/>
              <a:gdLst/>
              <a:ahLst/>
              <a:cxnLst/>
              <a:rect l="l" t="t" r="r" b="b"/>
              <a:pathLst>
                <a:path w="104775" h="81914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2" name="Google Shape;812;p8"/>
            <p:cNvSpPr/>
            <p:nvPr/>
          </p:nvSpPr>
          <p:spPr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3" name="Google Shape;813;p8"/>
            <p:cNvSpPr/>
            <p:nvPr/>
          </p:nvSpPr>
          <p:spPr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4" name="Google Shape;814;p8"/>
            <p:cNvSpPr/>
            <p:nvPr/>
          </p:nvSpPr>
          <p:spPr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5" name="Google Shape;815;p8"/>
            <p:cNvSpPr/>
            <p:nvPr/>
          </p:nvSpPr>
          <p:spPr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6" name="Google Shape;816;p8"/>
            <p:cNvSpPr/>
            <p:nvPr/>
          </p:nvSpPr>
          <p:spPr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7" name="Google Shape;817;p8"/>
            <p:cNvSpPr/>
            <p:nvPr/>
          </p:nvSpPr>
          <p:spPr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8" name="Google Shape;818;p8"/>
            <p:cNvSpPr/>
            <p:nvPr/>
          </p:nvSpPr>
          <p:spPr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9" name="Google Shape;819;p8"/>
            <p:cNvSpPr/>
            <p:nvPr/>
          </p:nvSpPr>
          <p:spPr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0" name="Google Shape;820;p8"/>
            <p:cNvSpPr/>
            <p:nvPr/>
          </p:nvSpPr>
          <p:spPr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1" name="Google Shape;821;p8"/>
            <p:cNvSpPr/>
            <p:nvPr/>
          </p:nvSpPr>
          <p:spPr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2" name="Google Shape;822;p8"/>
            <p:cNvSpPr/>
            <p:nvPr/>
          </p:nvSpPr>
          <p:spPr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3" name="Google Shape;823;p8"/>
            <p:cNvSpPr/>
            <p:nvPr/>
          </p:nvSpPr>
          <p:spPr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4" name="Google Shape;824;p8"/>
            <p:cNvSpPr/>
            <p:nvPr/>
          </p:nvSpPr>
          <p:spPr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5" name="Google Shape;825;p8"/>
            <p:cNvSpPr/>
            <p:nvPr/>
          </p:nvSpPr>
          <p:spPr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6" name="Google Shape;826;p8"/>
            <p:cNvSpPr/>
            <p:nvPr/>
          </p:nvSpPr>
          <p:spPr>
            <a:xfrm>
              <a:off x="6518908" y="2761295"/>
              <a:ext cx="188595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7" name="Google Shape;827;p8"/>
            <p:cNvSpPr/>
            <p:nvPr/>
          </p:nvSpPr>
          <p:spPr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8" name="Google Shape;828;p8"/>
            <p:cNvSpPr/>
            <p:nvPr/>
          </p:nvSpPr>
          <p:spPr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9" name="Google Shape;829;p8"/>
            <p:cNvSpPr/>
            <p:nvPr/>
          </p:nvSpPr>
          <p:spPr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0" name="Google Shape;830;p8"/>
            <p:cNvSpPr/>
            <p:nvPr/>
          </p:nvSpPr>
          <p:spPr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1" name="Google Shape;831;p8"/>
            <p:cNvSpPr/>
            <p:nvPr/>
          </p:nvSpPr>
          <p:spPr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2" name="Google Shape;832;p8"/>
            <p:cNvSpPr/>
            <p:nvPr/>
          </p:nvSpPr>
          <p:spPr>
            <a:xfrm>
              <a:off x="5492112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3" name="Google Shape;833;p8"/>
            <p:cNvSpPr/>
            <p:nvPr/>
          </p:nvSpPr>
          <p:spPr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4" name="Google Shape;834;p8"/>
            <p:cNvSpPr/>
            <p:nvPr/>
          </p:nvSpPr>
          <p:spPr>
            <a:xfrm>
              <a:off x="5765485" y="2550792"/>
              <a:ext cx="109537" cy="219075"/>
            </a:xfrm>
            <a:custGeom>
              <a:avLst/>
              <a:gdLst/>
              <a:ahLst/>
              <a:cxnLst/>
              <a:rect l="l" t="t" r="r" b="b"/>
              <a:pathLst>
                <a:path w="109537" h="219075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5" name="Google Shape;835;p8"/>
            <p:cNvSpPr/>
            <p:nvPr/>
          </p:nvSpPr>
          <p:spPr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6" name="Google Shape;836;p8"/>
            <p:cNvSpPr/>
            <p:nvPr/>
          </p:nvSpPr>
          <p:spPr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7" name="Google Shape;837;p8"/>
            <p:cNvSpPr/>
            <p:nvPr/>
          </p:nvSpPr>
          <p:spPr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8" name="Google Shape;838;p8"/>
            <p:cNvSpPr/>
            <p:nvPr/>
          </p:nvSpPr>
          <p:spPr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9" name="Google Shape;839;p8"/>
            <p:cNvSpPr/>
            <p:nvPr/>
          </p:nvSpPr>
          <p:spPr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0" name="Google Shape;840;p8"/>
            <p:cNvSpPr/>
            <p:nvPr/>
          </p:nvSpPr>
          <p:spPr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1" name="Google Shape;841;p8"/>
            <p:cNvSpPr/>
            <p:nvPr/>
          </p:nvSpPr>
          <p:spPr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2" name="Google Shape;842;p8"/>
            <p:cNvSpPr/>
            <p:nvPr/>
          </p:nvSpPr>
          <p:spPr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3" name="Google Shape;843;p8"/>
            <p:cNvSpPr/>
            <p:nvPr/>
          </p:nvSpPr>
          <p:spPr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4" name="Google Shape;844;p8"/>
            <p:cNvSpPr/>
            <p:nvPr/>
          </p:nvSpPr>
          <p:spPr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5" name="Google Shape;845;p8"/>
            <p:cNvSpPr/>
            <p:nvPr/>
          </p:nvSpPr>
          <p:spPr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6" name="Google Shape;846;p8"/>
            <p:cNvSpPr/>
            <p:nvPr/>
          </p:nvSpPr>
          <p:spPr>
            <a:xfrm>
              <a:off x="5534023" y="2244085"/>
              <a:ext cx="77033" cy="27622"/>
            </a:xfrm>
            <a:custGeom>
              <a:avLst/>
              <a:gdLst/>
              <a:ahLst/>
              <a:cxnLst/>
              <a:rect l="l" t="t" r="r" b="b"/>
              <a:pathLst>
                <a:path w="77033" h="27622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7" name="Google Shape;847;p8"/>
            <p:cNvSpPr/>
            <p:nvPr/>
          </p:nvSpPr>
          <p:spPr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8" name="Google Shape;848;p8"/>
            <p:cNvSpPr/>
            <p:nvPr/>
          </p:nvSpPr>
          <p:spPr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9" name="Google Shape;849;p8"/>
            <p:cNvSpPr/>
            <p:nvPr/>
          </p:nvSpPr>
          <p:spPr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0" name="Google Shape;850;p8"/>
            <p:cNvSpPr/>
            <p:nvPr/>
          </p:nvSpPr>
          <p:spPr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1" name="Google Shape;851;p8"/>
            <p:cNvSpPr/>
            <p:nvPr/>
          </p:nvSpPr>
          <p:spPr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2" name="Google Shape;852;p8"/>
            <p:cNvSpPr/>
            <p:nvPr/>
          </p:nvSpPr>
          <p:spPr>
            <a:xfrm>
              <a:off x="6667143" y="2388355"/>
              <a:ext cx="87539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3" name="Google Shape;853;p8"/>
            <p:cNvSpPr/>
            <p:nvPr/>
          </p:nvSpPr>
          <p:spPr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4" name="Google Shape;854;p8"/>
            <p:cNvSpPr/>
            <p:nvPr/>
          </p:nvSpPr>
          <p:spPr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5" name="Google Shape;855;p8"/>
            <p:cNvSpPr/>
            <p:nvPr/>
          </p:nvSpPr>
          <p:spPr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6" name="Google Shape;856;p8"/>
            <p:cNvSpPr/>
            <p:nvPr/>
          </p:nvSpPr>
          <p:spPr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7" name="Google Shape;857;p8"/>
            <p:cNvSpPr/>
            <p:nvPr/>
          </p:nvSpPr>
          <p:spPr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858" name="Google Shape;858;p8"/>
            <p:cNvGrpSpPr/>
            <p:nvPr/>
          </p:nvGrpSpPr>
          <p:grpSpPr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859" name="Google Shape;859;p8"/>
              <p:cNvSpPr/>
              <p:nvPr/>
            </p:nvSpPr>
            <p:spPr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60" name="Google Shape;860;p8"/>
              <p:cNvSpPr/>
              <p:nvPr/>
            </p:nvSpPr>
            <p:spPr>
              <a:xfrm>
                <a:off x="5744527" y="4910137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61" name="Google Shape;861;p8"/>
              <p:cNvSpPr/>
              <p:nvPr/>
            </p:nvSpPr>
            <p:spPr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62" name="Google Shape;862;p8"/>
              <p:cNvSpPr/>
              <p:nvPr/>
            </p:nvSpPr>
            <p:spPr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63" name="Google Shape;863;p8"/>
              <p:cNvSpPr/>
              <p:nvPr/>
            </p:nvSpPr>
            <p:spPr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64" name="Google Shape;864;p8"/>
              <p:cNvSpPr/>
              <p:nvPr/>
            </p:nvSpPr>
            <p:spPr>
              <a:xfrm>
                <a:off x="7259002" y="4910137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865" name="Google Shape;865;p8"/>
            <p:cNvSpPr/>
            <p:nvPr/>
          </p:nvSpPr>
          <p:spPr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6" name="Google Shape;866;p8"/>
            <p:cNvSpPr/>
            <p:nvPr/>
          </p:nvSpPr>
          <p:spPr>
            <a:xfrm>
              <a:off x="6256974" y="2756533"/>
              <a:ext cx="368617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7" name="Google Shape;867;p8"/>
            <p:cNvSpPr/>
            <p:nvPr/>
          </p:nvSpPr>
          <p:spPr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868" name="Google Shape;868;p8"/>
            <p:cNvGrpSpPr/>
            <p:nvPr/>
          </p:nvGrpSpPr>
          <p:grpSpPr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869" name="Google Shape;869;p8"/>
              <p:cNvSpPr/>
              <p:nvPr/>
            </p:nvSpPr>
            <p:spPr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0" name="Google Shape;870;p8"/>
              <p:cNvSpPr/>
              <p:nvPr/>
            </p:nvSpPr>
            <p:spPr>
              <a:xfrm>
                <a:off x="6030277" y="4486275"/>
                <a:ext cx="53339" cy="31432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1" name="Google Shape;871;p8"/>
              <p:cNvSpPr/>
              <p:nvPr/>
            </p:nvSpPr>
            <p:spPr>
              <a:xfrm rot="-4288464">
                <a:off x="5514870" y="4359989"/>
                <a:ext cx="37120" cy="36169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2" name="Google Shape;872;p8"/>
              <p:cNvSpPr/>
              <p:nvPr/>
            </p:nvSpPr>
            <p:spPr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3" name="Google Shape;873;p8"/>
              <p:cNvSpPr/>
              <p:nvPr/>
            </p:nvSpPr>
            <p:spPr>
              <a:xfrm rot="-1451706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4" name="Google Shape;874;p8"/>
              <p:cNvSpPr/>
              <p:nvPr/>
            </p:nvSpPr>
            <p:spPr>
              <a:xfrm>
                <a:off x="6727133" y="4373310"/>
                <a:ext cx="54368" cy="46765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5" name="Google Shape;875;p8"/>
              <p:cNvSpPr/>
              <p:nvPr/>
            </p:nvSpPr>
            <p:spPr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6" name="Google Shape;876;p8"/>
              <p:cNvSpPr/>
              <p:nvPr/>
            </p:nvSpPr>
            <p:spPr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7" name="Google Shape;877;p8"/>
              <p:cNvSpPr/>
              <p:nvPr/>
            </p:nvSpPr>
            <p:spPr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8" name="Google Shape;878;p8"/>
              <p:cNvSpPr/>
              <p:nvPr/>
            </p:nvSpPr>
            <p:spPr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cxnSp>
        <p:nvCxnSpPr>
          <p:cNvPr id="879" name="Google Shape;879;p8"/>
          <p:cNvCxnSpPr/>
          <p:nvPr/>
        </p:nvCxnSpPr>
        <p:spPr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880" name="Google Shape;880;p8"/>
          <p:cNvGrpSpPr/>
          <p:nvPr/>
        </p:nvGrpSpPr>
        <p:grpSpPr>
          <a:xfrm>
            <a:off x="-6152069" y="6251576"/>
            <a:ext cx="22234031" cy="490550"/>
            <a:chOff x="-9757307" y="6258187"/>
            <a:chExt cx="21948698" cy="484255"/>
          </a:xfrm>
        </p:grpSpPr>
        <p:sp>
          <p:nvSpPr>
            <p:cNvPr id="881" name="Google Shape;881;p8"/>
            <p:cNvSpPr/>
            <p:nvPr/>
          </p:nvSpPr>
          <p:spPr>
            <a:xfrm>
              <a:off x="-9757307" y="6258187"/>
              <a:ext cx="10470371" cy="483649"/>
            </a:xfrm>
            <a:custGeom>
              <a:avLst/>
              <a:gdLst/>
              <a:ahLst/>
              <a:cxnLst/>
              <a:rect l="l" t="t" r="r" b="b"/>
              <a:pathLst>
                <a:path w="10470371" h="483649" extrusionOk="0">
                  <a:moveTo>
                    <a:pt x="10470372" y="483649"/>
                  </a:moveTo>
                  <a:lnTo>
                    <a:pt x="0" y="483649"/>
                  </a:lnTo>
                  <a:lnTo>
                    <a:pt x="0" y="0"/>
                  </a:lnTo>
                  <a:lnTo>
                    <a:pt x="9986722" y="0"/>
                  </a:lnTo>
                  <a:cubicBezTo>
                    <a:pt x="10120226" y="0"/>
                    <a:pt x="10228244" y="108017"/>
                    <a:pt x="10228244" y="241521"/>
                  </a:cubicBezTo>
                  <a:cubicBezTo>
                    <a:pt x="10228244" y="375025"/>
                    <a:pt x="10336868" y="483649"/>
                    <a:pt x="10470372" y="48364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2" name="Google Shape;882;p8"/>
            <p:cNvSpPr/>
            <p:nvPr/>
          </p:nvSpPr>
          <p:spPr>
            <a:xfrm>
              <a:off x="2107576" y="6258187"/>
              <a:ext cx="10083815" cy="484255"/>
            </a:xfrm>
            <a:custGeom>
              <a:avLst/>
              <a:gdLst/>
              <a:ahLst/>
              <a:cxnLst/>
              <a:rect l="l" t="t" r="r" b="b"/>
              <a:pathLst>
                <a:path w="10083815" h="484255" extrusionOk="0">
                  <a:moveTo>
                    <a:pt x="10083816" y="607"/>
                  </a:moveTo>
                  <a:lnTo>
                    <a:pt x="10083816" y="484256"/>
                  </a:lnTo>
                  <a:lnTo>
                    <a:pt x="0" y="484256"/>
                  </a:lnTo>
                  <a:cubicBezTo>
                    <a:pt x="66752" y="484256"/>
                    <a:pt x="127436" y="456948"/>
                    <a:pt x="171129" y="413256"/>
                  </a:cubicBezTo>
                  <a:cubicBezTo>
                    <a:pt x="214821" y="369564"/>
                    <a:pt x="242128" y="308880"/>
                    <a:pt x="242128" y="242128"/>
                  </a:cubicBezTo>
                  <a:cubicBezTo>
                    <a:pt x="242128" y="175376"/>
                    <a:pt x="269436" y="114692"/>
                    <a:pt x="313129" y="71000"/>
                  </a:cubicBezTo>
                  <a:cubicBezTo>
                    <a:pt x="356821" y="27308"/>
                    <a:pt x="417504" y="0"/>
                    <a:pt x="484257" y="0"/>
                  </a:cubicBezTo>
                  <a:lnTo>
                    <a:pt x="1008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83" name="Google Shape;883;p8"/>
          <p:cNvGrpSpPr/>
          <p:nvPr/>
        </p:nvGrpSpPr>
        <p:grpSpPr>
          <a:xfrm>
            <a:off x="6473371" y="6378004"/>
            <a:ext cx="344329" cy="344244"/>
            <a:chOff x="4719818" y="6336659"/>
            <a:chExt cx="344329" cy="344244"/>
          </a:xfrm>
        </p:grpSpPr>
        <p:sp>
          <p:nvSpPr>
            <p:cNvPr id="884" name="Google Shape;884;p8"/>
            <p:cNvSpPr/>
            <p:nvPr/>
          </p:nvSpPr>
          <p:spPr>
            <a:xfrm>
              <a:off x="4719818" y="6336659"/>
              <a:ext cx="177727" cy="344244"/>
            </a:xfrm>
            <a:custGeom>
              <a:avLst/>
              <a:gdLst/>
              <a:ahLst/>
              <a:cxnLst/>
              <a:rect l="l" t="t" r="r" b="b"/>
              <a:pathLst>
                <a:path w="177727" h="344244" extrusionOk="0">
                  <a:moveTo>
                    <a:pt x="143455" y="324582"/>
                  </a:moveTo>
                  <a:cubicBezTo>
                    <a:pt x="135751" y="322500"/>
                    <a:pt x="128412" y="320522"/>
                    <a:pt x="120760" y="318492"/>
                  </a:cubicBezTo>
                  <a:cubicBezTo>
                    <a:pt x="118730" y="322032"/>
                    <a:pt x="116596" y="325727"/>
                    <a:pt x="114410" y="329371"/>
                  </a:cubicBezTo>
                  <a:cubicBezTo>
                    <a:pt x="111859" y="333639"/>
                    <a:pt x="109100" y="334368"/>
                    <a:pt x="104884" y="331922"/>
                  </a:cubicBezTo>
                  <a:cubicBezTo>
                    <a:pt x="92340" y="324738"/>
                    <a:pt x="79847" y="317503"/>
                    <a:pt x="67355" y="310268"/>
                  </a:cubicBezTo>
                  <a:cubicBezTo>
                    <a:pt x="62826" y="307613"/>
                    <a:pt x="62150" y="305011"/>
                    <a:pt x="64700" y="300482"/>
                  </a:cubicBezTo>
                  <a:cubicBezTo>
                    <a:pt x="66730" y="296839"/>
                    <a:pt x="68864" y="293247"/>
                    <a:pt x="70686" y="290020"/>
                  </a:cubicBezTo>
                  <a:cubicBezTo>
                    <a:pt x="65065" y="284450"/>
                    <a:pt x="59651" y="279141"/>
                    <a:pt x="53874" y="273415"/>
                  </a:cubicBezTo>
                  <a:cubicBezTo>
                    <a:pt x="50855" y="275133"/>
                    <a:pt x="47159" y="277319"/>
                    <a:pt x="43463" y="279401"/>
                  </a:cubicBezTo>
                  <a:cubicBezTo>
                    <a:pt x="39091" y="281848"/>
                    <a:pt x="36384" y="281223"/>
                    <a:pt x="33886" y="276903"/>
                  </a:cubicBezTo>
                  <a:cubicBezTo>
                    <a:pt x="26598" y="264306"/>
                    <a:pt x="19311" y="251710"/>
                    <a:pt x="12076" y="239061"/>
                  </a:cubicBezTo>
                  <a:cubicBezTo>
                    <a:pt x="9682" y="234845"/>
                    <a:pt x="10514" y="232086"/>
                    <a:pt x="14783" y="229588"/>
                  </a:cubicBezTo>
                  <a:cubicBezTo>
                    <a:pt x="18270" y="227506"/>
                    <a:pt x="21810" y="225528"/>
                    <a:pt x="25297" y="223498"/>
                  </a:cubicBezTo>
                  <a:cubicBezTo>
                    <a:pt x="25401" y="223445"/>
                    <a:pt x="25453" y="223289"/>
                    <a:pt x="25557" y="223185"/>
                  </a:cubicBezTo>
                  <a:cubicBezTo>
                    <a:pt x="23579" y="215898"/>
                    <a:pt x="21601" y="208559"/>
                    <a:pt x="19467" y="200699"/>
                  </a:cubicBezTo>
                  <a:cubicBezTo>
                    <a:pt x="15459" y="200699"/>
                    <a:pt x="11087" y="200751"/>
                    <a:pt x="6715" y="200699"/>
                  </a:cubicBezTo>
                  <a:cubicBezTo>
                    <a:pt x="1978" y="200647"/>
                    <a:pt x="52" y="198669"/>
                    <a:pt x="0" y="193880"/>
                  </a:cubicBezTo>
                  <a:cubicBezTo>
                    <a:pt x="0" y="179306"/>
                    <a:pt x="0" y="164731"/>
                    <a:pt x="0" y="150157"/>
                  </a:cubicBezTo>
                  <a:cubicBezTo>
                    <a:pt x="0" y="145368"/>
                    <a:pt x="1978" y="143390"/>
                    <a:pt x="6715" y="143390"/>
                  </a:cubicBezTo>
                  <a:cubicBezTo>
                    <a:pt x="10983" y="143338"/>
                    <a:pt x="15303" y="143390"/>
                    <a:pt x="19467" y="143390"/>
                  </a:cubicBezTo>
                  <a:cubicBezTo>
                    <a:pt x="21497" y="135738"/>
                    <a:pt x="23475" y="128451"/>
                    <a:pt x="25557" y="120695"/>
                  </a:cubicBezTo>
                  <a:cubicBezTo>
                    <a:pt x="22174" y="118717"/>
                    <a:pt x="18635" y="116687"/>
                    <a:pt x="15043" y="114605"/>
                  </a:cubicBezTo>
                  <a:cubicBezTo>
                    <a:pt x="10358" y="111898"/>
                    <a:pt x="9578" y="109192"/>
                    <a:pt x="12232" y="104611"/>
                  </a:cubicBezTo>
                  <a:cubicBezTo>
                    <a:pt x="19363" y="92171"/>
                    <a:pt x="26546" y="79782"/>
                    <a:pt x="33730" y="67394"/>
                  </a:cubicBezTo>
                  <a:cubicBezTo>
                    <a:pt x="36436" y="62709"/>
                    <a:pt x="39039" y="62085"/>
                    <a:pt x="43776" y="64792"/>
                  </a:cubicBezTo>
                  <a:cubicBezTo>
                    <a:pt x="47315" y="66769"/>
                    <a:pt x="50803" y="68852"/>
                    <a:pt x="53978" y="70673"/>
                  </a:cubicBezTo>
                  <a:cubicBezTo>
                    <a:pt x="59495" y="65104"/>
                    <a:pt x="64804" y="59690"/>
                    <a:pt x="70582" y="53861"/>
                  </a:cubicBezTo>
                  <a:cubicBezTo>
                    <a:pt x="68812" y="50790"/>
                    <a:pt x="66626" y="47042"/>
                    <a:pt x="64492" y="43242"/>
                  </a:cubicBezTo>
                  <a:cubicBezTo>
                    <a:pt x="62150" y="39078"/>
                    <a:pt x="62826" y="36423"/>
                    <a:pt x="66991" y="33977"/>
                  </a:cubicBezTo>
                  <a:cubicBezTo>
                    <a:pt x="79691" y="26585"/>
                    <a:pt x="92392" y="19246"/>
                    <a:pt x="105145" y="11959"/>
                  </a:cubicBezTo>
                  <a:cubicBezTo>
                    <a:pt x="109048" y="9721"/>
                    <a:pt x="111807" y="10501"/>
                    <a:pt x="114150" y="14405"/>
                  </a:cubicBezTo>
                  <a:cubicBezTo>
                    <a:pt x="116388" y="18049"/>
                    <a:pt x="118470" y="21797"/>
                    <a:pt x="120656" y="25596"/>
                  </a:cubicBezTo>
                  <a:cubicBezTo>
                    <a:pt x="128151" y="23566"/>
                    <a:pt x="135595" y="21588"/>
                    <a:pt x="143351" y="19506"/>
                  </a:cubicBezTo>
                  <a:cubicBezTo>
                    <a:pt x="143351" y="15394"/>
                    <a:pt x="143351" y="11074"/>
                    <a:pt x="143351" y="6806"/>
                  </a:cubicBezTo>
                  <a:cubicBezTo>
                    <a:pt x="143403" y="2017"/>
                    <a:pt x="145329" y="39"/>
                    <a:pt x="150065" y="39"/>
                  </a:cubicBezTo>
                  <a:cubicBezTo>
                    <a:pt x="157092" y="-13"/>
                    <a:pt x="164171" y="-13"/>
                    <a:pt x="171198" y="39"/>
                  </a:cubicBezTo>
                  <a:cubicBezTo>
                    <a:pt x="175675" y="91"/>
                    <a:pt x="177705" y="2121"/>
                    <a:pt x="177705" y="6650"/>
                  </a:cubicBezTo>
                  <a:cubicBezTo>
                    <a:pt x="177757" y="24816"/>
                    <a:pt x="177705" y="42982"/>
                    <a:pt x="177705" y="61148"/>
                  </a:cubicBezTo>
                  <a:cubicBezTo>
                    <a:pt x="177705" y="67134"/>
                    <a:pt x="176091" y="68747"/>
                    <a:pt x="170105" y="68904"/>
                  </a:cubicBezTo>
                  <a:cubicBezTo>
                    <a:pt x="125705" y="69997"/>
                    <a:pt x="87343" y="98573"/>
                    <a:pt x="73705" y="140631"/>
                  </a:cubicBezTo>
                  <a:cubicBezTo>
                    <a:pt x="54654" y="199346"/>
                    <a:pt x="91819" y="261912"/>
                    <a:pt x="152668" y="273363"/>
                  </a:cubicBezTo>
                  <a:cubicBezTo>
                    <a:pt x="158758" y="274508"/>
                    <a:pt x="164952" y="274873"/>
                    <a:pt x="171146" y="275341"/>
                  </a:cubicBezTo>
                  <a:cubicBezTo>
                    <a:pt x="175675" y="275706"/>
                    <a:pt x="177653" y="277475"/>
                    <a:pt x="177653" y="282004"/>
                  </a:cubicBezTo>
                  <a:cubicBezTo>
                    <a:pt x="177653" y="300534"/>
                    <a:pt x="177653" y="319065"/>
                    <a:pt x="177653" y="337595"/>
                  </a:cubicBezTo>
                  <a:cubicBezTo>
                    <a:pt x="177653" y="342124"/>
                    <a:pt x="175623" y="344206"/>
                    <a:pt x="171146" y="344206"/>
                  </a:cubicBezTo>
                  <a:cubicBezTo>
                    <a:pt x="163963" y="344258"/>
                    <a:pt x="156780" y="344258"/>
                    <a:pt x="149649" y="344206"/>
                  </a:cubicBezTo>
                  <a:cubicBezTo>
                    <a:pt x="145381" y="344154"/>
                    <a:pt x="143351" y="342124"/>
                    <a:pt x="143299" y="337803"/>
                  </a:cubicBezTo>
                  <a:cubicBezTo>
                    <a:pt x="143403" y="333223"/>
                    <a:pt x="143455" y="328798"/>
                    <a:pt x="143455" y="324582"/>
                  </a:cubicBezTo>
                  <a:close/>
                  <a:moveTo>
                    <a:pt x="106654" y="24347"/>
                  </a:moveTo>
                  <a:cubicBezTo>
                    <a:pt x="96608" y="30177"/>
                    <a:pt x="86874" y="35799"/>
                    <a:pt x="77037" y="41524"/>
                  </a:cubicBezTo>
                  <a:cubicBezTo>
                    <a:pt x="78286" y="43658"/>
                    <a:pt x="79223" y="45324"/>
                    <a:pt x="80160" y="46938"/>
                  </a:cubicBezTo>
                  <a:cubicBezTo>
                    <a:pt x="81097" y="48603"/>
                    <a:pt x="82086" y="50217"/>
                    <a:pt x="83023" y="51883"/>
                  </a:cubicBezTo>
                  <a:cubicBezTo>
                    <a:pt x="85209" y="55839"/>
                    <a:pt x="84688" y="57817"/>
                    <a:pt x="81461" y="60992"/>
                  </a:cubicBezTo>
                  <a:cubicBezTo>
                    <a:pt x="74642" y="67654"/>
                    <a:pt x="67876" y="74421"/>
                    <a:pt x="61213" y="81240"/>
                  </a:cubicBezTo>
                  <a:cubicBezTo>
                    <a:pt x="57986" y="84519"/>
                    <a:pt x="56060" y="85040"/>
                    <a:pt x="52104" y="82801"/>
                  </a:cubicBezTo>
                  <a:cubicBezTo>
                    <a:pt x="48720" y="80876"/>
                    <a:pt x="45337" y="78898"/>
                    <a:pt x="41693" y="76815"/>
                  </a:cubicBezTo>
                  <a:cubicBezTo>
                    <a:pt x="35916" y="86809"/>
                    <a:pt x="30294" y="96491"/>
                    <a:pt x="24568" y="106485"/>
                  </a:cubicBezTo>
                  <a:cubicBezTo>
                    <a:pt x="28108" y="108515"/>
                    <a:pt x="31491" y="110493"/>
                    <a:pt x="34875" y="112471"/>
                  </a:cubicBezTo>
                  <a:cubicBezTo>
                    <a:pt x="38779" y="114813"/>
                    <a:pt x="39403" y="116843"/>
                    <a:pt x="38206" y="121112"/>
                  </a:cubicBezTo>
                  <a:cubicBezTo>
                    <a:pt x="35603" y="130377"/>
                    <a:pt x="33157" y="139694"/>
                    <a:pt x="30763" y="149063"/>
                  </a:cubicBezTo>
                  <a:cubicBezTo>
                    <a:pt x="29722" y="153071"/>
                    <a:pt x="27952" y="154685"/>
                    <a:pt x="23788" y="154737"/>
                  </a:cubicBezTo>
                  <a:cubicBezTo>
                    <a:pt x="19780" y="154789"/>
                    <a:pt x="15772" y="154737"/>
                    <a:pt x="11816" y="154737"/>
                  </a:cubicBezTo>
                  <a:cubicBezTo>
                    <a:pt x="11816" y="166501"/>
                    <a:pt x="11816" y="177796"/>
                    <a:pt x="11816" y="189195"/>
                  </a:cubicBezTo>
                  <a:cubicBezTo>
                    <a:pt x="15928" y="189195"/>
                    <a:pt x="19728" y="189195"/>
                    <a:pt x="23527" y="189195"/>
                  </a:cubicBezTo>
                  <a:cubicBezTo>
                    <a:pt x="27952" y="189195"/>
                    <a:pt x="29722" y="190809"/>
                    <a:pt x="30763" y="194973"/>
                  </a:cubicBezTo>
                  <a:cubicBezTo>
                    <a:pt x="33105" y="204186"/>
                    <a:pt x="35499" y="213400"/>
                    <a:pt x="38102" y="222561"/>
                  </a:cubicBezTo>
                  <a:cubicBezTo>
                    <a:pt x="39351" y="227037"/>
                    <a:pt x="38779" y="229067"/>
                    <a:pt x="34719" y="231461"/>
                  </a:cubicBezTo>
                  <a:cubicBezTo>
                    <a:pt x="31387" y="233439"/>
                    <a:pt x="28004" y="235365"/>
                    <a:pt x="24568" y="237395"/>
                  </a:cubicBezTo>
                  <a:cubicBezTo>
                    <a:pt x="30346" y="247493"/>
                    <a:pt x="35916" y="257175"/>
                    <a:pt x="41433" y="266701"/>
                  </a:cubicBezTo>
                  <a:cubicBezTo>
                    <a:pt x="42110" y="266596"/>
                    <a:pt x="42370" y="266649"/>
                    <a:pt x="42526" y="266544"/>
                  </a:cubicBezTo>
                  <a:cubicBezTo>
                    <a:pt x="45649" y="264775"/>
                    <a:pt x="48720" y="262953"/>
                    <a:pt x="51844" y="261183"/>
                  </a:cubicBezTo>
                  <a:cubicBezTo>
                    <a:pt x="56060" y="258789"/>
                    <a:pt x="57882" y="259257"/>
                    <a:pt x="61265" y="262693"/>
                  </a:cubicBezTo>
                  <a:cubicBezTo>
                    <a:pt x="67823" y="269459"/>
                    <a:pt x="74486" y="276122"/>
                    <a:pt x="81253" y="282680"/>
                  </a:cubicBezTo>
                  <a:cubicBezTo>
                    <a:pt x="84844" y="286168"/>
                    <a:pt x="85313" y="287886"/>
                    <a:pt x="82762" y="292362"/>
                  </a:cubicBezTo>
                  <a:cubicBezTo>
                    <a:pt x="80888" y="295641"/>
                    <a:pt x="79015" y="298921"/>
                    <a:pt x="77037" y="302408"/>
                  </a:cubicBezTo>
                  <a:cubicBezTo>
                    <a:pt x="87083" y="308186"/>
                    <a:pt x="96764" y="313807"/>
                    <a:pt x="106654" y="319533"/>
                  </a:cubicBezTo>
                  <a:cubicBezTo>
                    <a:pt x="108736" y="315942"/>
                    <a:pt x="110662" y="312506"/>
                    <a:pt x="112692" y="309175"/>
                  </a:cubicBezTo>
                  <a:cubicBezTo>
                    <a:pt x="114982" y="305323"/>
                    <a:pt x="117012" y="304750"/>
                    <a:pt x="121385" y="305948"/>
                  </a:cubicBezTo>
                  <a:cubicBezTo>
                    <a:pt x="130546" y="308498"/>
                    <a:pt x="139759" y="310945"/>
                    <a:pt x="148972" y="313287"/>
                  </a:cubicBezTo>
                  <a:cubicBezTo>
                    <a:pt x="153240" y="314380"/>
                    <a:pt x="154854" y="316046"/>
                    <a:pt x="154906" y="320418"/>
                  </a:cubicBezTo>
                  <a:cubicBezTo>
                    <a:pt x="154906" y="324426"/>
                    <a:pt x="154906" y="328434"/>
                    <a:pt x="154906" y="332390"/>
                  </a:cubicBezTo>
                  <a:cubicBezTo>
                    <a:pt x="159018" y="332390"/>
                    <a:pt x="162558" y="332390"/>
                    <a:pt x="166201" y="332390"/>
                  </a:cubicBezTo>
                  <a:cubicBezTo>
                    <a:pt x="166201" y="317087"/>
                    <a:pt x="166201" y="301992"/>
                    <a:pt x="166201" y="286845"/>
                  </a:cubicBezTo>
                  <a:cubicBezTo>
                    <a:pt x="105769" y="283409"/>
                    <a:pt x="59651" y="234272"/>
                    <a:pt x="57465" y="176859"/>
                  </a:cubicBezTo>
                  <a:cubicBezTo>
                    <a:pt x="56372" y="148022"/>
                    <a:pt x="64752" y="122153"/>
                    <a:pt x="82971" y="99770"/>
                  </a:cubicBezTo>
                  <a:cubicBezTo>
                    <a:pt x="104364" y="73484"/>
                    <a:pt x="132420" y="59690"/>
                    <a:pt x="166201" y="57088"/>
                  </a:cubicBezTo>
                  <a:cubicBezTo>
                    <a:pt x="166201" y="41785"/>
                    <a:pt x="166201" y="26638"/>
                    <a:pt x="166201" y="11490"/>
                  </a:cubicBezTo>
                  <a:cubicBezTo>
                    <a:pt x="162349" y="11490"/>
                    <a:pt x="158758" y="11490"/>
                    <a:pt x="154906" y="11490"/>
                  </a:cubicBezTo>
                  <a:cubicBezTo>
                    <a:pt x="154906" y="15655"/>
                    <a:pt x="154906" y="19611"/>
                    <a:pt x="154906" y="23514"/>
                  </a:cubicBezTo>
                  <a:cubicBezTo>
                    <a:pt x="154854" y="27679"/>
                    <a:pt x="153240" y="29448"/>
                    <a:pt x="149232" y="30489"/>
                  </a:cubicBezTo>
                  <a:cubicBezTo>
                    <a:pt x="139915" y="32884"/>
                    <a:pt x="130598" y="35330"/>
                    <a:pt x="121281" y="37881"/>
                  </a:cubicBezTo>
                  <a:cubicBezTo>
                    <a:pt x="117012" y="39078"/>
                    <a:pt x="114982" y="38453"/>
                    <a:pt x="112640" y="34549"/>
                  </a:cubicBezTo>
                  <a:cubicBezTo>
                    <a:pt x="110714" y="31374"/>
                    <a:pt x="108840" y="28043"/>
                    <a:pt x="106654" y="243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5" name="Google Shape;885;p8"/>
            <p:cNvSpPr/>
            <p:nvPr/>
          </p:nvSpPr>
          <p:spPr>
            <a:xfrm>
              <a:off x="4800186" y="6416806"/>
              <a:ext cx="183534" cy="183586"/>
            </a:xfrm>
            <a:custGeom>
              <a:avLst/>
              <a:gdLst/>
              <a:ahLst/>
              <a:cxnLst/>
              <a:rect l="l" t="t" r="r" b="b"/>
              <a:pathLst>
                <a:path w="183534" h="183586" extrusionOk="0">
                  <a:moveTo>
                    <a:pt x="183535" y="91715"/>
                  </a:moveTo>
                  <a:cubicBezTo>
                    <a:pt x="183535" y="142466"/>
                    <a:pt x="142518" y="183587"/>
                    <a:pt x="91871" y="183587"/>
                  </a:cubicBezTo>
                  <a:cubicBezTo>
                    <a:pt x="41121" y="183587"/>
                    <a:pt x="0" y="142570"/>
                    <a:pt x="0" y="91872"/>
                  </a:cubicBezTo>
                  <a:cubicBezTo>
                    <a:pt x="0" y="40965"/>
                    <a:pt x="41069" y="-52"/>
                    <a:pt x="92028" y="0"/>
                  </a:cubicBezTo>
                  <a:cubicBezTo>
                    <a:pt x="142518" y="104"/>
                    <a:pt x="183535" y="41173"/>
                    <a:pt x="183535" y="91715"/>
                  </a:cubicBezTo>
                  <a:close/>
                  <a:moveTo>
                    <a:pt x="58975" y="18999"/>
                  </a:moveTo>
                  <a:cubicBezTo>
                    <a:pt x="61577" y="24204"/>
                    <a:pt x="63972" y="29253"/>
                    <a:pt x="66678" y="34146"/>
                  </a:cubicBezTo>
                  <a:cubicBezTo>
                    <a:pt x="67355" y="35395"/>
                    <a:pt x="68708" y="36436"/>
                    <a:pt x="70010" y="37113"/>
                  </a:cubicBezTo>
                  <a:cubicBezTo>
                    <a:pt x="75735" y="40080"/>
                    <a:pt x="81513" y="42891"/>
                    <a:pt x="87239" y="45806"/>
                  </a:cubicBezTo>
                  <a:cubicBezTo>
                    <a:pt x="92132" y="48304"/>
                    <a:pt x="93016" y="51219"/>
                    <a:pt x="90206" y="55904"/>
                  </a:cubicBezTo>
                  <a:cubicBezTo>
                    <a:pt x="85937" y="63087"/>
                    <a:pt x="81201" y="70010"/>
                    <a:pt x="77453" y="77453"/>
                  </a:cubicBezTo>
                  <a:cubicBezTo>
                    <a:pt x="74122" y="84064"/>
                    <a:pt x="69801" y="87187"/>
                    <a:pt x="62254" y="86146"/>
                  </a:cubicBezTo>
                  <a:cubicBezTo>
                    <a:pt x="58350" y="85573"/>
                    <a:pt x="53249" y="84897"/>
                    <a:pt x="50490" y="86822"/>
                  </a:cubicBezTo>
                  <a:cubicBezTo>
                    <a:pt x="47888" y="88644"/>
                    <a:pt x="47575" y="93797"/>
                    <a:pt x="46274" y="97493"/>
                  </a:cubicBezTo>
                  <a:cubicBezTo>
                    <a:pt x="44608" y="102334"/>
                    <a:pt x="43359" y="103219"/>
                    <a:pt x="38154" y="103219"/>
                  </a:cubicBezTo>
                  <a:cubicBezTo>
                    <a:pt x="29722" y="103219"/>
                    <a:pt x="21237" y="103219"/>
                    <a:pt x="11868" y="103219"/>
                  </a:cubicBezTo>
                  <a:cubicBezTo>
                    <a:pt x="14158" y="110923"/>
                    <a:pt x="16240" y="118002"/>
                    <a:pt x="18426" y="125237"/>
                  </a:cubicBezTo>
                  <a:cubicBezTo>
                    <a:pt x="20196" y="124716"/>
                    <a:pt x="21081" y="124456"/>
                    <a:pt x="22018" y="124144"/>
                  </a:cubicBezTo>
                  <a:cubicBezTo>
                    <a:pt x="30867" y="121229"/>
                    <a:pt x="39663" y="118366"/>
                    <a:pt x="48460" y="115347"/>
                  </a:cubicBezTo>
                  <a:cubicBezTo>
                    <a:pt x="51323" y="114358"/>
                    <a:pt x="53717" y="114670"/>
                    <a:pt x="56112" y="116544"/>
                  </a:cubicBezTo>
                  <a:cubicBezTo>
                    <a:pt x="61317" y="120552"/>
                    <a:pt x="66730" y="124300"/>
                    <a:pt x="71831" y="128412"/>
                  </a:cubicBezTo>
                  <a:cubicBezTo>
                    <a:pt x="73861" y="130026"/>
                    <a:pt x="75111" y="129869"/>
                    <a:pt x="76985" y="128308"/>
                  </a:cubicBezTo>
                  <a:cubicBezTo>
                    <a:pt x="84168" y="122374"/>
                    <a:pt x="91455" y="116596"/>
                    <a:pt x="98794" y="110818"/>
                  </a:cubicBezTo>
                  <a:cubicBezTo>
                    <a:pt x="102282" y="108060"/>
                    <a:pt x="104832" y="108164"/>
                    <a:pt x="107955" y="111235"/>
                  </a:cubicBezTo>
                  <a:cubicBezTo>
                    <a:pt x="113317" y="116492"/>
                    <a:pt x="118730" y="121749"/>
                    <a:pt x="123883" y="127267"/>
                  </a:cubicBezTo>
                  <a:cubicBezTo>
                    <a:pt x="125132" y="128620"/>
                    <a:pt x="125965" y="130754"/>
                    <a:pt x="126069" y="132628"/>
                  </a:cubicBezTo>
                  <a:cubicBezTo>
                    <a:pt x="126382" y="137729"/>
                    <a:pt x="126173" y="142882"/>
                    <a:pt x="126173" y="148035"/>
                  </a:cubicBezTo>
                  <a:cubicBezTo>
                    <a:pt x="126173" y="152252"/>
                    <a:pt x="124976" y="153813"/>
                    <a:pt x="120916" y="154906"/>
                  </a:cubicBezTo>
                  <a:cubicBezTo>
                    <a:pt x="115086" y="156468"/>
                    <a:pt x="109257" y="157925"/>
                    <a:pt x="103427" y="159435"/>
                  </a:cubicBezTo>
                  <a:cubicBezTo>
                    <a:pt x="103427" y="163391"/>
                    <a:pt x="103427" y="167034"/>
                    <a:pt x="103427" y="171042"/>
                  </a:cubicBezTo>
                  <a:cubicBezTo>
                    <a:pt x="126382" y="167295"/>
                    <a:pt x="144287" y="155999"/>
                    <a:pt x="157821" y="137313"/>
                  </a:cubicBezTo>
                  <a:cubicBezTo>
                    <a:pt x="151887" y="131379"/>
                    <a:pt x="146109" y="125653"/>
                    <a:pt x="140384" y="119927"/>
                  </a:cubicBezTo>
                  <a:cubicBezTo>
                    <a:pt x="136896" y="116388"/>
                    <a:pt x="136688" y="114358"/>
                    <a:pt x="139447" y="110194"/>
                  </a:cubicBezTo>
                  <a:cubicBezTo>
                    <a:pt x="141997" y="106290"/>
                    <a:pt x="144600" y="102438"/>
                    <a:pt x="147150" y="98534"/>
                  </a:cubicBezTo>
                  <a:cubicBezTo>
                    <a:pt x="147671" y="97753"/>
                    <a:pt x="148452" y="96764"/>
                    <a:pt x="148295" y="96036"/>
                  </a:cubicBezTo>
                  <a:cubicBezTo>
                    <a:pt x="147306" y="91455"/>
                    <a:pt x="146109" y="86927"/>
                    <a:pt x="144964" y="82138"/>
                  </a:cubicBezTo>
                  <a:cubicBezTo>
                    <a:pt x="141112" y="83387"/>
                    <a:pt x="137833" y="84376"/>
                    <a:pt x="134606" y="85521"/>
                  </a:cubicBezTo>
                  <a:cubicBezTo>
                    <a:pt x="131379" y="86666"/>
                    <a:pt x="128828" y="85938"/>
                    <a:pt x="126746" y="83127"/>
                  </a:cubicBezTo>
                  <a:cubicBezTo>
                    <a:pt x="121385" y="75944"/>
                    <a:pt x="115867" y="68865"/>
                    <a:pt x="110766" y="61525"/>
                  </a:cubicBezTo>
                  <a:cubicBezTo>
                    <a:pt x="109569" y="59808"/>
                    <a:pt x="109048" y="56997"/>
                    <a:pt x="109413" y="54915"/>
                  </a:cubicBezTo>
                  <a:cubicBezTo>
                    <a:pt x="110766" y="48044"/>
                    <a:pt x="112692" y="41225"/>
                    <a:pt x="114462" y="34458"/>
                  </a:cubicBezTo>
                  <a:cubicBezTo>
                    <a:pt x="115711" y="29670"/>
                    <a:pt x="117064" y="28681"/>
                    <a:pt x="122009" y="28681"/>
                  </a:cubicBezTo>
                  <a:cubicBezTo>
                    <a:pt x="128047" y="28681"/>
                    <a:pt x="134033" y="28681"/>
                    <a:pt x="140644" y="28681"/>
                  </a:cubicBezTo>
                  <a:cubicBezTo>
                    <a:pt x="118730" y="10358"/>
                    <a:pt x="84220" y="6298"/>
                    <a:pt x="58975" y="18999"/>
                  </a:cubicBezTo>
                  <a:close/>
                  <a:moveTo>
                    <a:pt x="11399" y="91819"/>
                  </a:moveTo>
                  <a:cubicBezTo>
                    <a:pt x="19363" y="91819"/>
                    <a:pt x="26859" y="91872"/>
                    <a:pt x="34354" y="91715"/>
                  </a:cubicBezTo>
                  <a:cubicBezTo>
                    <a:pt x="35135" y="91715"/>
                    <a:pt x="36228" y="90466"/>
                    <a:pt x="36592" y="89581"/>
                  </a:cubicBezTo>
                  <a:cubicBezTo>
                    <a:pt x="37946" y="86146"/>
                    <a:pt x="39039" y="82606"/>
                    <a:pt x="40184" y="79119"/>
                  </a:cubicBezTo>
                  <a:cubicBezTo>
                    <a:pt x="41225" y="75996"/>
                    <a:pt x="43255" y="74538"/>
                    <a:pt x="46638" y="74590"/>
                  </a:cubicBezTo>
                  <a:cubicBezTo>
                    <a:pt x="52156" y="74694"/>
                    <a:pt x="57621" y="74642"/>
                    <a:pt x="63139" y="74590"/>
                  </a:cubicBezTo>
                  <a:cubicBezTo>
                    <a:pt x="64128" y="74590"/>
                    <a:pt x="65533" y="74382"/>
                    <a:pt x="65950" y="73705"/>
                  </a:cubicBezTo>
                  <a:cubicBezTo>
                    <a:pt x="69958" y="67303"/>
                    <a:pt x="73809" y="60745"/>
                    <a:pt x="77869" y="54030"/>
                  </a:cubicBezTo>
                  <a:cubicBezTo>
                    <a:pt x="72560" y="51375"/>
                    <a:pt x="67511" y="49189"/>
                    <a:pt x="62826" y="46378"/>
                  </a:cubicBezTo>
                  <a:cubicBezTo>
                    <a:pt x="60536" y="45025"/>
                    <a:pt x="58350" y="42891"/>
                    <a:pt x="56997" y="40548"/>
                  </a:cubicBezTo>
                  <a:cubicBezTo>
                    <a:pt x="53978" y="35343"/>
                    <a:pt x="51479" y="29774"/>
                    <a:pt x="48668" y="24152"/>
                  </a:cubicBezTo>
                  <a:cubicBezTo>
                    <a:pt x="24777" y="40600"/>
                    <a:pt x="12492" y="62775"/>
                    <a:pt x="11399" y="91819"/>
                  </a:cubicBezTo>
                  <a:close/>
                  <a:moveTo>
                    <a:pt x="24881" y="135543"/>
                  </a:moveTo>
                  <a:cubicBezTo>
                    <a:pt x="40288" y="160528"/>
                    <a:pt x="70426" y="173281"/>
                    <a:pt x="91819" y="171615"/>
                  </a:cubicBezTo>
                  <a:cubicBezTo>
                    <a:pt x="91819" y="166410"/>
                    <a:pt x="91819" y="161153"/>
                    <a:pt x="91819" y="155895"/>
                  </a:cubicBezTo>
                  <a:cubicBezTo>
                    <a:pt x="91819" y="151731"/>
                    <a:pt x="93016" y="150222"/>
                    <a:pt x="97181" y="149129"/>
                  </a:cubicBezTo>
                  <a:cubicBezTo>
                    <a:pt x="103010" y="147619"/>
                    <a:pt x="108840" y="146110"/>
                    <a:pt x="114774" y="144600"/>
                  </a:cubicBezTo>
                  <a:cubicBezTo>
                    <a:pt x="114774" y="142258"/>
                    <a:pt x="114878" y="140228"/>
                    <a:pt x="114722" y="138198"/>
                  </a:cubicBezTo>
                  <a:cubicBezTo>
                    <a:pt x="114618" y="136636"/>
                    <a:pt x="114618" y="134606"/>
                    <a:pt x="113733" y="133565"/>
                  </a:cubicBezTo>
                  <a:cubicBezTo>
                    <a:pt x="110402" y="129661"/>
                    <a:pt x="106758" y="126122"/>
                    <a:pt x="103115" y="122374"/>
                  </a:cubicBezTo>
                  <a:cubicBezTo>
                    <a:pt x="94942" y="128880"/>
                    <a:pt x="87239" y="135075"/>
                    <a:pt x="79483" y="141217"/>
                  </a:cubicBezTo>
                  <a:cubicBezTo>
                    <a:pt x="75631" y="144288"/>
                    <a:pt x="73861" y="144288"/>
                    <a:pt x="69958" y="141425"/>
                  </a:cubicBezTo>
                  <a:cubicBezTo>
                    <a:pt x="64232" y="137157"/>
                    <a:pt x="58506" y="132784"/>
                    <a:pt x="52728" y="128620"/>
                  </a:cubicBezTo>
                  <a:cubicBezTo>
                    <a:pt x="51792" y="127943"/>
                    <a:pt x="50282" y="127319"/>
                    <a:pt x="49345" y="127579"/>
                  </a:cubicBezTo>
                  <a:cubicBezTo>
                    <a:pt x="41173" y="130078"/>
                    <a:pt x="33209" y="132784"/>
                    <a:pt x="24881" y="135543"/>
                  </a:cubicBezTo>
                  <a:close/>
                  <a:moveTo>
                    <a:pt x="124976" y="40184"/>
                  </a:moveTo>
                  <a:cubicBezTo>
                    <a:pt x="123831" y="44869"/>
                    <a:pt x="122582" y="49241"/>
                    <a:pt x="121749" y="53665"/>
                  </a:cubicBezTo>
                  <a:cubicBezTo>
                    <a:pt x="121489" y="55071"/>
                    <a:pt x="121801" y="56945"/>
                    <a:pt x="122582" y="58142"/>
                  </a:cubicBezTo>
                  <a:cubicBezTo>
                    <a:pt x="125393" y="62306"/>
                    <a:pt x="128724" y="66054"/>
                    <a:pt x="131431" y="70270"/>
                  </a:cubicBezTo>
                  <a:cubicBezTo>
                    <a:pt x="133305" y="73185"/>
                    <a:pt x="135178" y="73601"/>
                    <a:pt x="138197" y="72248"/>
                  </a:cubicBezTo>
                  <a:cubicBezTo>
                    <a:pt x="140748" y="71051"/>
                    <a:pt x="143611" y="70374"/>
                    <a:pt x="146318" y="69541"/>
                  </a:cubicBezTo>
                  <a:cubicBezTo>
                    <a:pt x="151002" y="68084"/>
                    <a:pt x="153657" y="69437"/>
                    <a:pt x="154906" y="74174"/>
                  </a:cubicBezTo>
                  <a:cubicBezTo>
                    <a:pt x="156780" y="81201"/>
                    <a:pt x="158706" y="88176"/>
                    <a:pt x="160163" y="95307"/>
                  </a:cubicBezTo>
                  <a:cubicBezTo>
                    <a:pt x="160580" y="97285"/>
                    <a:pt x="159955" y="99835"/>
                    <a:pt x="159018" y="101657"/>
                  </a:cubicBezTo>
                  <a:cubicBezTo>
                    <a:pt x="157040" y="105301"/>
                    <a:pt x="154438" y="108632"/>
                    <a:pt x="152251" y="112172"/>
                  </a:cubicBezTo>
                  <a:cubicBezTo>
                    <a:pt x="151783" y="112953"/>
                    <a:pt x="151627" y="114618"/>
                    <a:pt x="152095" y="115139"/>
                  </a:cubicBezTo>
                  <a:cubicBezTo>
                    <a:pt x="155843" y="119147"/>
                    <a:pt x="159747" y="122946"/>
                    <a:pt x="163703" y="126902"/>
                  </a:cubicBezTo>
                  <a:cubicBezTo>
                    <a:pt x="177705" y="99315"/>
                    <a:pt x="173697" y="65481"/>
                    <a:pt x="154177" y="41589"/>
                  </a:cubicBezTo>
                  <a:cubicBezTo>
                    <a:pt x="153605" y="40913"/>
                    <a:pt x="152408" y="40340"/>
                    <a:pt x="151523" y="40288"/>
                  </a:cubicBezTo>
                  <a:cubicBezTo>
                    <a:pt x="142778" y="40132"/>
                    <a:pt x="134085" y="40184"/>
                    <a:pt x="124976" y="4018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6" name="Google Shape;886;p8"/>
            <p:cNvSpPr/>
            <p:nvPr/>
          </p:nvSpPr>
          <p:spPr>
            <a:xfrm>
              <a:off x="4909338" y="6611944"/>
              <a:ext cx="91573" cy="63200"/>
            </a:xfrm>
            <a:custGeom>
              <a:avLst/>
              <a:gdLst/>
              <a:ahLst/>
              <a:cxnLst/>
              <a:rect l="l" t="t" r="r" b="b"/>
              <a:pathLst>
                <a:path w="91573" h="63200" extrusionOk="0">
                  <a:moveTo>
                    <a:pt x="44400" y="40137"/>
                  </a:moveTo>
                  <a:cubicBezTo>
                    <a:pt x="48512" y="40137"/>
                    <a:pt x="52364" y="40345"/>
                    <a:pt x="56112" y="40032"/>
                  </a:cubicBezTo>
                  <a:cubicBezTo>
                    <a:pt x="57257" y="39928"/>
                    <a:pt x="58662" y="38627"/>
                    <a:pt x="59287" y="37534"/>
                  </a:cubicBezTo>
                  <a:cubicBezTo>
                    <a:pt x="63451" y="30507"/>
                    <a:pt x="71259" y="27124"/>
                    <a:pt x="78858" y="29258"/>
                  </a:cubicBezTo>
                  <a:cubicBezTo>
                    <a:pt x="86926" y="31548"/>
                    <a:pt x="91871" y="38419"/>
                    <a:pt x="91559" y="46955"/>
                  </a:cubicBezTo>
                  <a:cubicBezTo>
                    <a:pt x="91299" y="54451"/>
                    <a:pt x="85521" y="61113"/>
                    <a:pt x="77817" y="62831"/>
                  </a:cubicBezTo>
                  <a:cubicBezTo>
                    <a:pt x="70686" y="64393"/>
                    <a:pt x="63035" y="60905"/>
                    <a:pt x="59391" y="54138"/>
                  </a:cubicBezTo>
                  <a:cubicBezTo>
                    <a:pt x="58298" y="52161"/>
                    <a:pt x="57153" y="51484"/>
                    <a:pt x="55019" y="51536"/>
                  </a:cubicBezTo>
                  <a:cubicBezTo>
                    <a:pt x="50386" y="51692"/>
                    <a:pt x="45701" y="51484"/>
                    <a:pt x="41069" y="51640"/>
                  </a:cubicBezTo>
                  <a:cubicBezTo>
                    <a:pt x="37269" y="51744"/>
                    <a:pt x="35135" y="50078"/>
                    <a:pt x="34094" y="46435"/>
                  </a:cubicBezTo>
                  <a:cubicBezTo>
                    <a:pt x="30867" y="34879"/>
                    <a:pt x="27483" y="23324"/>
                    <a:pt x="24048" y="11508"/>
                  </a:cubicBezTo>
                  <a:cubicBezTo>
                    <a:pt x="16084" y="11508"/>
                    <a:pt x="8120" y="11508"/>
                    <a:pt x="0" y="11508"/>
                  </a:cubicBezTo>
                  <a:cubicBezTo>
                    <a:pt x="0" y="7656"/>
                    <a:pt x="0" y="4117"/>
                    <a:pt x="0" y="57"/>
                  </a:cubicBezTo>
                  <a:cubicBezTo>
                    <a:pt x="2967" y="57"/>
                    <a:pt x="6038" y="57"/>
                    <a:pt x="9057" y="57"/>
                  </a:cubicBezTo>
                  <a:cubicBezTo>
                    <a:pt x="15147" y="57"/>
                    <a:pt x="21237" y="161"/>
                    <a:pt x="27327" y="5"/>
                  </a:cubicBezTo>
                  <a:cubicBezTo>
                    <a:pt x="31127" y="-100"/>
                    <a:pt x="33261" y="1566"/>
                    <a:pt x="34302" y="5210"/>
                  </a:cubicBezTo>
                  <a:cubicBezTo>
                    <a:pt x="37581" y="16713"/>
                    <a:pt x="40965" y="28269"/>
                    <a:pt x="44400" y="40137"/>
                  </a:cubicBezTo>
                  <a:close/>
                  <a:moveTo>
                    <a:pt x="80108" y="45706"/>
                  </a:moveTo>
                  <a:cubicBezTo>
                    <a:pt x="80056" y="42739"/>
                    <a:pt x="77245" y="40032"/>
                    <a:pt x="74278" y="40137"/>
                  </a:cubicBezTo>
                  <a:cubicBezTo>
                    <a:pt x="71311" y="40189"/>
                    <a:pt x="68604" y="42999"/>
                    <a:pt x="68708" y="45966"/>
                  </a:cubicBezTo>
                  <a:cubicBezTo>
                    <a:pt x="68760" y="48933"/>
                    <a:pt x="71571" y="51640"/>
                    <a:pt x="74538" y="51536"/>
                  </a:cubicBezTo>
                  <a:cubicBezTo>
                    <a:pt x="77453" y="51484"/>
                    <a:pt x="80160" y="48673"/>
                    <a:pt x="80108" y="457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7" name="Google Shape;887;p8"/>
            <p:cNvSpPr/>
            <p:nvPr/>
          </p:nvSpPr>
          <p:spPr>
            <a:xfrm>
              <a:off x="4909338" y="6347899"/>
              <a:ext cx="91562" cy="57560"/>
            </a:xfrm>
            <a:custGeom>
              <a:avLst/>
              <a:gdLst/>
              <a:ahLst/>
              <a:cxnLst/>
              <a:rect l="l" t="t" r="r" b="b"/>
              <a:pathLst>
                <a:path w="91562" h="57560" extrusionOk="0">
                  <a:moveTo>
                    <a:pt x="0" y="57455"/>
                  </a:moveTo>
                  <a:cubicBezTo>
                    <a:pt x="0" y="53499"/>
                    <a:pt x="0" y="49960"/>
                    <a:pt x="0" y="46004"/>
                  </a:cubicBezTo>
                  <a:cubicBezTo>
                    <a:pt x="5361" y="46004"/>
                    <a:pt x="10567" y="45900"/>
                    <a:pt x="15772" y="46056"/>
                  </a:cubicBezTo>
                  <a:cubicBezTo>
                    <a:pt x="18218" y="46160"/>
                    <a:pt x="19571" y="45431"/>
                    <a:pt x="20665" y="43089"/>
                  </a:cubicBezTo>
                  <a:cubicBezTo>
                    <a:pt x="24985" y="34032"/>
                    <a:pt x="29670" y="25183"/>
                    <a:pt x="33990" y="16178"/>
                  </a:cubicBezTo>
                  <a:cubicBezTo>
                    <a:pt x="35603" y="12847"/>
                    <a:pt x="37842" y="11389"/>
                    <a:pt x="41589" y="11545"/>
                  </a:cubicBezTo>
                  <a:cubicBezTo>
                    <a:pt x="46222" y="11754"/>
                    <a:pt x="50907" y="11754"/>
                    <a:pt x="55539" y="11493"/>
                  </a:cubicBezTo>
                  <a:cubicBezTo>
                    <a:pt x="56736" y="11441"/>
                    <a:pt x="58402" y="10452"/>
                    <a:pt x="58975" y="9411"/>
                  </a:cubicBezTo>
                  <a:cubicBezTo>
                    <a:pt x="63035" y="2228"/>
                    <a:pt x="70738" y="-1415"/>
                    <a:pt x="78286" y="511"/>
                  </a:cubicBezTo>
                  <a:cubicBezTo>
                    <a:pt x="86042" y="2488"/>
                    <a:pt x="91403" y="9047"/>
                    <a:pt x="91559" y="16751"/>
                  </a:cubicBezTo>
                  <a:cubicBezTo>
                    <a:pt x="91715" y="25079"/>
                    <a:pt x="86718" y="31794"/>
                    <a:pt x="78702" y="33980"/>
                  </a:cubicBezTo>
                  <a:cubicBezTo>
                    <a:pt x="71103" y="36062"/>
                    <a:pt x="63191" y="32731"/>
                    <a:pt x="59287" y="25495"/>
                  </a:cubicBezTo>
                  <a:cubicBezTo>
                    <a:pt x="58298" y="23622"/>
                    <a:pt x="57205" y="22945"/>
                    <a:pt x="55175" y="23049"/>
                  </a:cubicBezTo>
                  <a:cubicBezTo>
                    <a:pt x="51375" y="23257"/>
                    <a:pt x="46742" y="21956"/>
                    <a:pt x="43984" y="23674"/>
                  </a:cubicBezTo>
                  <a:cubicBezTo>
                    <a:pt x="41173" y="25391"/>
                    <a:pt x="40184" y="30024"/>
                    <a:pt x="38466" y="33407"/>
                  </a:cubicBezTo>
                  <a:cubicBezTo>
                    <a:pt x="35135" y="40018"/>
                    <a:pt x="31752" y="46576"/>
                    <a:pt x="28524" y="53239"/>
                  </a:cubicBezTo>
                  <a:cubicBezTo>
                    <a:pt x="27067" y="56310"/>
                    <a:pt x="24881" y="57611"/>
                    <a:pt x="21445" y="57559"/>
                  </a:cubicBezTo>
                  <a:cubicBezTo>
                    <a:pt x="14418" y="57351"/>
                    <a:pt x="7391" y="57455"/>
                    <a:pt x="0" y="57455"/>
                  </a:cubicBezTo>
                  <a:close/>
                  <a:moveTo>
                    <a:pt x="80108" y="17271"/>
                  </a:moveTo>
                  <a:cubicBezTo>
                    <a:pt x="80108" y="14304"/>
                    <a:pt x="77297" y="11598"/>
                    <a:pt x="74382" y="11598"/>
                  </a:cubicBezTo>
                  <a:cubicBezTo>
                    <a:pt x="71415" y="11598"/>
                    <a:pt x="68656" y="14408"/>
                    <a:pt x="68708" y="17323"/>
                  </a:cubicBezTo>
                  <a:cubicBezTo>
                    <a:pt x="68760" y="20290"/>
                    <a:pt x="71519" y="22997"/>
                    <a:pt x="74434" y="22997"/>
                  </a:cubicBezTo>
                  <a:cubicBezTo>
                    <a:pt x="77401" y="22997"/>
                    <a:pt x="80108" y="20238"/>
                    <a:pt x="80108" y="172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8" name="Google Shape;888;p8"/>
            <p:cNvSpPr/>
            <p:nvPr/>
          </p:nvSpPr>
          <p:spPr>
            <a:xfrm>
              <a:off x="4966700" y="6399581"/>
              <a:ext cx="85885" cy="40233"/>
            </a:xfrm>
            <a:custGeom>
              <a:avLst/>
              <a:gdLst/>
              <a:ahLst/>
              <a:cxnLst/>
              <a:rect l="l" t="t" r="r" b="b"/>
              <a:pathLst>
                <a:path w="85885" h="40233" extrusionOk="0">
                  <a:moveTo>
                    <a:pt x="0" y="40180"/>
                  </a:moveTo>
                  <a:cubicBezTo>
                    <a:pt x="0" y="36276"/>
                    <a:pt x="0" y="32736"/>
                    <a:pt x="0" y="28728"/>
                  </a:cubicBezTo>
                  <a:cubicBezTo>
                    <a:pt x="2655" y="28728"/>
                    <a:pt x="5257" y="28416"/>
                    <a:pt x="7808" y="28780"/>
                  </a:cubicBezTo>
                  <a:cubicBezTo>
                    <a:pt x="12544" y="29561"/>
                    <a:pt x="15355" y="27635"/>
                    <a:pt x="17437" y="23575"/>
                  </a:cubicBezTo>
                  <a:cubicBezTo>
                    <a:pt x="18895" y="20712"/>
                    <a:pt x="21081" y="18266"/>
                    <a:pt x="22695" y="15507"/>
                  </a:cubicBezTo>
                  <a:cubicBezTo>
                    <a:pt x="24412" y="12644"/>
                    <a:pt x="26651" y="11395"/>
                    <a:pt x="30034" y="11499"/>
                  </a:cubicBezTo>
                  <a:cubicBezTo>
                    <a:pt x="36384" y="11707"/>
                    <a:pt x="42682" y="11447"/>
                    <a:pt x="49033" y="11603"/>
                  </a:cubicBezTo>
                  <a:cubicBezTo>
                    <a:pt x="51271" y="11655"/>
                    <a:pt x="52572" y="11135"/>
                    <a:pt x="53769" y="8949"/>
                  </a:cubicBezTo>
                  <a:cubicBezTo>
                    <a:pt x="57569" y="1870"/>
                    <a:pt x="65481" y="-1410"/>
                    <a:pt x="72925" y="568"/>
                  </a:cubicBezTo>
                  <a:cubicBezTo>
                    <a:pt x="80784" y="2702"/>
                    <a:pt x="85885" y="9313"/>
                    <a:pt x="85885" y="17381"/>
                  </a:cubicBezTo>
                  <a:cubicBezTo>
                    <a:pt x="85885" y="25345"/>
                    <a:pt x="80628" y="31955"/>
                    <a:pt x="72716" y="34038"/>
                  </a:cubicBezTo>
                  <a:cubicBezTo>
                    <a:pt x="65325" y="35963"/>
                    <a:pt x="57517" y="32528"/>
                    <a:pt x="53665" y="25397"/>
                  </a:cubicBezTo>
                  <a:cubicBezTo>
                    <a:pt x="52624" y="23523"/>
                    <a:pt x="51583" y="22898"/>
                    <a:pt x="49553" y="22951"/>
                  </a:cubicBezTo>
                  <a:cubicBezTo>
                    <a:pt x="43828" y="23055"/>
                    <a:pt x="37165" y="21233"/>
                    <a:pt x="32584" y="23523"/>
                  </a:cubicBezTo>
                  <a:cubicBezTo>
                    <a:pt x="28108" y="25813"/>
                    <a:pt x="25662" y="32216"/>
                    <a:pt x="22434" y="36848"/>
                  </a:cubicBezTo>
                  <a:cubicBezTo>
                    <a:pt x="20873" y="39087"/>
                    <a:pt x="18999" y="40284"/>
                    <a:pt x="16188" y="40232"/>
                  </a:cubicBezTo>
                  <a:cubicBezTo>
                    <a:pt x="10931" y="40128"/>
                    <a:pt x="5674" y="40180"/>
                    <a:pt x="0" y="40180"/>
                  </a:cubicBezTo>
                  <a:close/>
                  <a:moveTo>
                    <a:pt x="74382" y="17121"/>
                  </a:moveTo>
                  <a:cubicBezTo>
                    <a:pt x="74278" y="14154"/>
                    <a:pt x="71467" y="11447"/>
                    <a:pt x="68552" y="11551"/>
                  </a:cubicBezTo>
                  <a:cubicBezTo>
                    <a:pt x="65585" y="11655"/>
                    <a:pt x="62931" y="14466"/>
                    <a:pt x="62983" y="17381"/>
                  </a:cubicBezTo>
                  <a:cubicBezTo>
                    <a:pt x="63087" y="20348"/>
                    <a:pt x="65898" y="23055"/>
                    <a:pt x="68812" y="22951"/>
                  </a:cubicBezTo>
                  <a:cubicBezTo>
                    <a:pt x="71779" y="22846"/>
                    <a:pt x="74434" y="20036"/>
                    <a:pt x="74382" y="17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9" name="Google Shape;889;p8"/>
            <p:cNvSpPr/>
            <p:nvPr/>
          </p:nvSpPr>
          <p:spPr>
            <a:xfrm>
              <a:off x="4972425" y="6571723"/>
              <a:ext cx="74454" cy="51657"/>
            </a:xfrm>
            <a:custGeom>
              <a:avLst/>
              <a:gdLst/>
              <a:ahLst/>
              <a:cxnLst/>
              <a:rect l="l" t="t" r="r" b="b"/>
              <a:pathLst>
                <a:path w="74454" h="51657" extrusionOk="0">
                  <a:moveTo>
                    <a:pt x="0" y="11492"/>
                  </a:moveTo>
                  <a:cubicBezTo>
                    <a:pt x="0" y="7484"/>
                    <a:pt x="0" y="3945"/>
                    <a:pt x="0" y="93"/>
                  </a:cubicBezTo>
                  <a:cubicBezTo>
                    <a:pt x="6090" y="93"/>
                    <a:pt x="12076" y="-219"/>
                    <a:pt x="17958" y="301"/>
                  </a:cubicBezTo>
                  <a:cubicBezTo>
                    <a:pt x="19676" y="457"/>
                    <a:pt x="21810" y="2696"/>
                    <a:pt x="22643" y="4465"/>
                  </a:cubicBezTo>
                  <a:cubicBezTo>
                    <a:pt x="25714" y="11284"/>
                    <a:pt x="28316" y="18363"/>
                    <a:pt x="31179" y="25286"/>
                  </a:cubicBezTo>
                  <a:cubicBezTo>
                    <a:pt x="31804" y="26796"/>
                    <a:pt x="31752" y="29138"/>
                    <a:pt x="34406" y="28669"/>
                  </a:cubicBezTo>
                  <a:cubicBezTo>
                    <a:pt x="37165" y="28201"/>
                    <a:pt x="40288" y="30179"/>
                    <a:pt x="42370" y="26067"/>
                  </a:cubicBezTo>
                  <a:cubicBezTo>
                    <a:pt x="45806" y="19404"/>
                    <a:pt x="51896" y="16437"/>
                    <a:pt x="59339" y="17322"/>
                  </a:cubicBezTo>
                  <a:cubicBezTo>
                    <a:pt x="66366" y="18155"/>
                    <a:pt x="71155" y="22267"/>
                    <a:pt x="73497" y="28878"/>
                  </a:cubicBezTo>
                  <a:cubicBezTo>
                    <a:pt x="76464" y="37154"/>
                    <a:pt x="72300" y="46523"/>
                    <a:pt x="64284" y="50115"/>
                  </a:cubicBezTo>
                  <a:cubicBezTo>
                    <a:pt x="56216" y="53758"/>
                    <a:pt x="46638" y="50791"/>
                    <a:pt x="42370" y="42880"/>
                  </a:cubicBezTo>
                  <a:cubicBezTo>
                    <a:pt x="41121" y="40537"/>
                    <a:pt x="39768" y="39913"/>
                    <a:pt x="37373" y="40069"/>
                  </a:cubicBezTo>
                  <a:cubicBezTo>
                    <a:pt x="34771" y="40225"/>
                    <a:pt x="32116" y="40017"/>
                    <a:pt x="29513" y="40121"/>
                  </a:cubicBezTo>
                  <a:cubicBezTo>
                    <a:pt x="26026" y="40277"/>
                    <a:pt x="23944" y="38767"/>
                    <a:pt x="22695" y="35540"/>
                  </a:cubicBezTo>
                  <a:cubicBezTo>
                    <a:pt x="19884" y="28305"/>
                    <a:pt x="16917" y="21174"/>
                    <a:pt x="14158" y="13939"/>
                  </a:cubicBezTo>
                  <a:cubicBezTo>
                    <a:pt x="13377" y="11909"/>
                    <a:pt x="12336" y="11232"/>
                    <a:pt x="10254" y="11336"/>
                  </a:cubicBezTo>
                  <a:cubicBezTo>
                    <a:pt x="6975" y="11596"/>
                    <a:pt x="3644" y="11492"/>
                    <a:pt x="0" y="11492"/>
                  </a:cubicBezTo>
                  <a:close/>
                  <a:moveTo>
                    <a:pt x="57153" y="40121"/>
                  </a:moveTo>
                  <a:cubicBezTo>
                    <a:pt x="60120" y="40121"/>
                    <a:pt x="62879" y="37414"/>
                    <a:pt x="62879" y="34447"/>
                  </a:cubicBezTo>
                  <a:cubicBezTo>
                    <a:pt x="62879" y="31480"/>
                    <a:pt x="60172" y="28721"/>
                    <a:pt x="57205" y="28721"/>
                  </a:cubicBezTo>
                  <a:cubicBezTo>
                    <a:pt x="54238" y="28721"/>
                    <a:pt x="51479" y="31428"/>
                    <a:pt x="51479" y="34395"/>
                  </a:cubicBezTo>
                  <a:cubicBezTo>
                    <a:pt x="51479" y="37362"/>
                    <a:pt x="54238" y="40121"/>
                    <a:pt x="57153" y="40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0" name="Google Shape;890;p8"/>
            <p:cNvSpPr/>
            <p:nvPr/>
          </p:nvSpPr>
          <p:spPr>
            <a:xfrm>
              <a:off x="4995328" y="6491387"/>
              <a:ext cx="68819" cy="34505"/>
            </a:xfrm>
            <a:custGeom>
              <a:avLst/>
              <a:gdLst/>
              <a:ahLst/>
              <a:cxnLst/>
              <a:rect l="l" t="t" r="r" b="b"/>
              <a:pathLst>
                <a:path w="68819" h="34505" extrusionOk="0">
                  <a:moveTo>
                    <a:pt x="0" y="22964"/>
                  </a:moveTo>
                  <a:cubicBezTo>
                    <a:pt x="0" y="18956"/>
                    <a:pt x="0" y="15468"/>
                    <a:pt x="0" y="11512"/>
                  </a:cubicBezTo>
                  <a:cubicBezTo>
                    <a:pt x="1353" y="11512"/>
                    <a:pt x="2603" y="11512"/>
                    <a:pt x="3852" y="11512"/>
                  </a:cubicBezTo>
                  <a:cubicBezTo>
                    <a:pt x="13429" y="11512"/>
                    <a:pt x="22955" y="11460"/>
                    <a:pt x="32532" y="11564"/>
                  </a:cubicBezTo>
                  <a:cubicBezTo>
                    <a:pt x="34406" y="11564"/>
                    <a:pt x="35447" y="11044"/>
                    <a:pt x="36384" y="9326"/>
                  </a:cubicBezTo>
                  <a:cubicBezTo>
                    <a:pt x="40757" y="1258"/>
                    <a:pt x="49501" y="-1969"/>
                    <a:pt x="57725" y="1206"/>
                  </a:cubicBezTo>
                  <a:cubicBezTo>
                    <a:pt x="65481" y="4173"/>
                    <a:pt x="70114" y="12553"/>
                    <a:pt x="68500" y="20569"/>
                  </a:cubicBezTo>
                  <a:cubicBezTo>
                    <a:pt x="66782" y="29158"/>
                    <a:pt x="59183" y="35040"/>
                    <a:pt x="50282" y="34467"/>
                  </a:cubicBezTo>
                  <a:cubicBezTo>
                    <a:pt x="44244" y="34103"/>
                    <a:pt x="39559" y="31084"/>
                    <a:pt x="36749" y="25826"/>
                  </a:cubicBezTo>
                  <a:cubicBezTo>
                    <a:pt x="35499" y="23484"/>
                    <a:pt x="34094" y="23016"/>
                    <a:pt x="31752" y="23016"/>
                  </a:cubicBezTo>
                  <a:cubicBezTo>
                    <a:pt x="22434" y="23120"/>
                    <a:pt x="13117" y="23068"/>
                    <a:pt x="3800" y="23068"/>
                  </a:cubicBezTo>
                  <a:cubicBezTo>
                    <a:pt x="2603" y="22964"/>
                    <a:pt x="1457" y="22964"/>
                    <a:pt x="0" y="22964"/>
                  </a:cubicBezTo>
                  <a:close/>
                  <a:moveTo>
                    <a:pt x="57205" y="17394"/>
                  </a:moveTo>
                  <a:cubicBezTo>
                    <a:pt x="57309" y="14479"/>
                    <a:pt x="54654" y="11616"/>
                    <a:pt x="51687" y="11512"/>
                  </a:cubicBezTo>
                  <a:cubicBezTo>
                    <a:pt x="48773" y="11408"/>
                    <a:pt x="45910" y="14063"/>
                    <a:pt x="45806" y="17030"/>
                  </a:cubicBezTo>
                  <a:cubicBezTo>
                    <a:pt x="45701" y="19945"/>
                    <a:pt x="48356" y="22807"/>
                    <a:pt x="51323" y="22912"/>
                  </a:cubicBezTo>
                  <a:cubicBezTo>
                    <a:pt x="54238" y="23068"/>
                    <a:pt x="57101" y="20361"/>
                    <a:pt x="57205" y="1739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1" name="Google Shape;891;p8"/>
          <p:cNvGrpSpPr/>
          <p:nvPr/>
        </p:nvGrpSpPr>
        <p:grpSpPr>
          <a:xfrm>
            <a:off x="2740313" y="6376331"/>
            <a:ext cx="347590" cy="347590"/>
            <a:chOff x="590912" y="6333677"/>
            <a:chExt cx="347590" cy="347590"/>
          </a:xfrm>
        </p:grpSpPr>
        <p:sp>
          <p:nvSpPr>
            <p:cNvPr id="892" name="Google Shape;892;p8"/>
            <p:cNvSpPr/>
            <p:nvPr/>
          </p:nvSpPr>
          <p:spPr>
            <a:xfrm>
              <a:off x="590912" y="6335150"/>
              <a:ext cx="347590" cy="346117"/>
            </a:xfrm>
            <a:custGeom>
              <a:avLst/>
              <a:gdLst/>
              <a:ahLst/>
              <a:cxnLst/>
              <a:rect l="l" t="t" r="r" b="b"/>
              <a:pathLst>
                <a:path w="347590" h="346117" extrusionOk="0">
                  <a:moveTo>
                    <a:pt x="347591" y="98395"/>
                  </a:moveTo>
                  <a:cubicBezTo>
                    <a:pt x="346440" y="105506"/>
                    <a:pt x="345290" y="112617"/>
                    <a:pt x="344192" y="119728"/>
                  </a:cubicBezTo>
                  <a:cubicBezTo>
                    <a:pt x="343669" y="123074"/>
                    <a:pt x="343303" y="126473"/>
                    <a:pt x="342780" y="129819"/>
                  </a:cubicBezTo>
                  <a:cubicBezTo>
                    <a:pt x="342100" y="134107"/>
                    <a:pt x="339434" y="136041"/>
                    <a:pt x="335094" y="135414"/>
                  </a:cubicBezTo>
                  <a:cubicBezTo>
                    <a:pt x="328401" y="134473"/>
                    <a:pt x="321656" y="133479"/>
                    <a:pt x="314964" y="132486"/>
                  </a:cubicBezTo>
                  <a:cubicBezTo>
                    <a:pt x="312192" y="132068"/>
                    <a:pt x="309735" y="132434"/>
                    <a:pt x="308114" y="134996"/>
                  </a:cubicBezTo>
                  <a:cubicBezTo>
                    <a:pt x="306388" y="137715"/>
                    <a:pt x="307225" y="140172"/>
                    <a:pt x="309003" y="142473"/>
                  </a:cubicBezTo>
                  <a:cubicBezTo>
                    <a:pt x="312977" y="147701"/>
                    <a:pt x="316898" y="152930"/>
                    <a:pt x="320820" y="158211"/>
                  </a:cubicBezTo>
                  <a:cubicBezTo>
                    <a:pt x="324114" y="162655"/>
                    <a:pt x="323695" y="165427"/>
                    <a:pt x="319251" y="168825"/>
                  </a:cubicBezTo>
                  <a:cubicBezTo>
                    <a:pt x="311042" y="174995"/>
                    <a:pt x="302781" y="181217"/>
                    <a:pt x="294519" y="187335"/>
                  </a:cubicBezTo>
                  <a:cubicBezTo>
                    <a:pt x="289970" y="190681"/>
                    <a:pt x="287251" y="190315"/>
                    <a:pt x="283905" y="185871"/>
                  </a:cubicBezTo>
                  <a:cubicBezTo>
                    <a:pt x="279984" y="180747"/>
                    <a:pt x="276114" y="175570"/>
                    <a:pt x="272297" y="170394"/>
                  </a:cubicBezTo>
                  <a:cubicBezTo>
                    <a:pt x="270572" y="168041"/>
                    <a:pt x="268480" y="166368"/>
                    <a:pt x="265448" y="167100"/>
                  </a:cubicBezTo>
                  <a:cubicBezTo>
                    <a:pt x="262206" y="167884"/>
                    <a:pt x="261160" y="170446"/>
                    <a:pt x="260742" y="173479"/>
                  </a:cubicBezTo>
                  <a:cubicBezTo>
                    <a:pt x="259853" y="179962"/>
                    <a:pt x="258912" y="186446"/>
                    <a:pt x="257971" y="192930"/>
                  </a:cubicBezTo>
                  <a:cubicBezTo>
                    <a:pt x="257291" y="197635"/>
                    <a:pt x="255043" y="199570"/>
                    <a:pt x="250337" y="198943"/>
                  </a:cubicBezTo>
                  <a:cubicBezTo>
                    <a:pt x="239566" y="197531"/>
                    <a:pt x="228847" y="196015"/>
                    <a:pt x="218128" y="194341"/>
                  </a:cubicBezTo>
                  <a:cubicBezTo>
                    <a:pt x="213318" y="193609"/>
                    <a:pt x="211749" y="191413"/>
                    <a:pt x="212377" y="186551"/>
                  </a:cubicBezTo>
                  <a:cubicBezTo>
                    <a:pt x="213109" y="180485"/>
                    <a:pt x="214050" y="174472"/>
                    <a:pt x="214886" y="168407"/>
                  </a:cubicBezTo>
                  <a:cubicBezTo>
                    <a:pt x="215043" y="167414"/>
                    <a:pt x="215461" y="166263"/>
                    <a:pt x="215200" y="165427"/>
                  </a:cubicBezTo>
                  <a:cubicBezTo>
                    <a:pt x="214520" y="163440"/>
                    <a:pt x="213893" y="161087"/>
                    <a:pt x="212429" y="159727"/>
                  </a:cubicBezTo>
                  <a:cubicBezTo>
                    <a:pt x="210546" y="157950"/>
                    <a:pt x="207932" y="158629"/>
                    <a:pt x="205841" y="160146"/>
                  </a:cubicBezTo>
                  <a:cubicBezTo>
                    <a:pt x="200664" y="163963"/>
                    <a:pt x="195488" y="167832"/>
                    <a:pt x="190364" y="171701"/>
                  </a:cubicBezTo>
                  <a:cubicBezTo>
                    <a:pt x="184769" y="175884"/>
                    <a:pt x="182416" y="175570"/>
                    <a:pt x="178285" y="170028"/>
                  </a:cubicBezTo>
                  <a:cubicBezTo>
                    <a:pt x="172325" y="162080"/>
                    <a:pt x="166312" y="154133"/>
                    <a:pt x="160351" y="146133"/>
                  </a:cubicBezTo>
                  <a:cubicBezTo>
                    <a:pt x="156900" y="141532"/>
                    <a:pt x="157318" y="138760"/>
                    <a:pt x="161920" y="135309"/>
                  </a:cubicBezTo>
                  <a:cubicBezTo>
                    <a:pt x="167044" y="131440"/>
                    <a:pt x="172220" y="127519"/>
                    <a:pt x="177397" y="123702"/>
                  </a:cubicBezTo>
                  <a:cubicBezTo>
                    <a:pt x="179802" y="121924"/>
                    <a:pt x="181266" y="119780"/>
                    <a:pt x="180429" y="116748"/>
                  </a:cubicBezTo>
                  <a:cubicBezTo>
                    <a:pt x="179645" y="113872"/>
                    <a:pt x="177397" y="112774"/>
                    <a:pt x="174573" y="112408"/>
                  </a:cubicBezTo>
                  <a:cubicBezTo>
                    <a:pt x="168194" y="111571"/>
                    <a:pt x="161815" y="110630"/>
                    <a:pt x="155436" y="109689"/>
                  </a:cubicBezTo>
                  <a:cubicBezTo>
                    <a:pt x="149684" y="108852"/>
                    <a:pt x="147959" y="106656"/>
                    <a:pt x="148743" y="100957"/>
                  </a:cubicBezTo>
                  <a:cubicBezTo>
                    <a:pt x="150155" y="90552"/>
                    <a:pt x="151671" y="80147"/>
                    <a:pt x="153292" y="69742"/>
                  </a:cubicBezTo>
                  <a:cubicBezTo>
                    <a:pt x="154024" y="64879"/>
                    <a:pt x="156534" y="63101"/>
                    <a:pt x="161344" y="63781"/>
                  </a:cubicBezTo>
                  <a:cubicBezTo>
                    <a:pt x="167933" y="64722"/>
                    <a:pt x="174573" y="65611"/>
                    <a:pt x="181161" y="66657"/>
                  </a:cubicBezTo>
                  <a:cubicBezTo>
                    <a:pt x="183985" y="67127"/>
                    <a:pt x="186390" y="66657"/>
                    <a:pt x="188011" y="64147"/>
                  </a:cubicBezTo>
                  <a:cubicBezTo>
                    <a:pt x="189736" y="61480"/>
                    <a:pt x="188900" y="59023"/>
                    <a:pt x="187122" y="56670"/>
                  </a:cubicBezTo>
                  <a:cubicBezTo>
                    <a:pt x="183200" y="51546"/>
                    <a:pt x="179279" y="46422"/>
                    <a:pt x="175567" y="41193"/>
                  </a:cubicBezTo>
                  <a:cubicBezTo>
                    <a:pt x="174312" y="39415"/>
                    <a:pt x="173527" y="37324"/>
                    <a:pt x="172534" y="35337"/>
                  </a:cubicBezTo>
                  <a:cubicBezTo>
                    <a:pt x="172638" y="34918"/>
                    <a:pt x="172795" y="34552"/>
                    <a:pt x="172900" y="34134"/>
                  </a:cubicBezTo>
                  <a:cubicBezTo>
                    <a:pt x="165580" y="35232"/>
                    <a:pt x="158155" y="35807"/>
                    <a:pt x="150992" y="37428"/>
                  </a:cubicBezTo>
                  <a:cubicBezTo>
                    <a:pt x="112352" y="46369"/>
                    <a:pt x="82077" y="78944"/>
                    <a:pt x="77110" y="118212"/>
                  </a:cubicBezTo>
                  <a:cubicBezTo>
                    <a:pt x="72195" y="157270"/>
                    <a:pt x="85999" y="188904"/>
                    <a:pt x="117789" y="212485"/>
                  </a:cubicBezTo>
                  <a:cubicBezTo>
                    <a:pt x="122286" y="215831"/>
                    <a:pt x="126940" y="219230"/>
                    <a:pt x="130757" y="223308"/>
                  </a:cubicBezTo>
                  <a:cubicBezTo>
                    <a:pt x="136770" y="229687"/>
                    <a:pt x="139593" y="237740"/>
                    <a:pt x="139855" y="246471"/>
                  </a:cubicBezTo>
                  <a:cubicBezTo>
                    <a:pt x="140064" y="254262"/>
                    <a:pt x="139907" y="262105"/>
                    <a:pt x="139959" y="269896"/>
                  </a:cubicBezTo>
                  <a:cubicBezTo>
                    <a:pt x="140011" y="277739"/>
                    <a:pt x="144508" y="282445"/>
                    <a:pt x="152351" y="282497"/>
                  </a:cubicBezTo>
                  <a:cubicBezTo>
                    <a:pt x="167201" y="282602"/>
                    <a:pt x="181998" y="282602"/>
                    <a:pt x="196847" y="282497"/>
                  </a:cubicBezTo>
                  <a:cubicBezTo>
                    <a:pt x="204743" y="282445"/>
                    <a:pt x="209187" y="277791"/>
                    <a:pt x="209187" y="269896"/>
                  </a:cubicBezTo>
                  <a:cubicBezTo>
                    <a:pt x="209239" y="262994"/>
                    <a:pt x="209082" y="256092"/>
                    <a:pt x="209239" y="249190"/>
                  </a:cubicBezTo>
                  <a:cubicBezTo>
                    <a:pt x="209448" y="235282"/>
                    <a:pt x="215095" y="224093"/>
                    <a:pt x="226494" y="215884"/>
                  </a:cubicBezTo>
                  <a:cubicBezTo>
                    <a:pt x="230991" y="212642"/>
                    <a:pt x="235435" y="209348"/>
                    <a:pt x="240193" y="205845"/>
                  </a:cubicBezTo>
                  <a:cubicBezTo>
                    <a:pt x="242546" y="208511"/>
                    <a:pt x="245004" y="211230"/>
                    <a:pt x="247827" y="214367"/>
                  </a:cubicBezTo>
                  <a:cubicBezTo>
                    <a:pt x="243435" y="217661"/>
                    <a:pt x="239513" y="221008"/>
                    <a:pt x="235174" y="223831"/>
                  </a:cubicBezTo>
                  <a:cubicBezTo>
                    <a:pt x="225030" y="230419"/>
                    <a:pt x="220376" y="239622"/>
                    <a:pt x="220742" y="251596"/>
                  </a:cubicBezTo>
                  <a:cubicBezTo>
                    <a:pt x="220952" y="257922"/>
                    <a:pt x="220795" y="264249"/>
                    <a:pt x="220742" y="270628"/>
                  </a:cubicBezTo>
                  <a:cubicBezTo>
                    <a:pt x="220690" y="278523"/>
                    <a:pt x="217448" y="284746"/>
                    <a:pt x="211279" y="289661"/>
                  </a:cubicBezTo>
                  <a:cubicBezTo>
                    <a:pt x="210180" y="290549"/>
                    <a:pt x="209344" y="292379"/>
                    <a:pt x="209292" y="293791"/>
                  </a:cubicBezTo>
                  <a:cubicBezTo>
                    <a:pt x="209135" y="303046"/>
                    <a:pt x="209239" y="312353"/>
                    <a:pt x="209187" y="321608"/>
                  </a:cubicBezTo>
                  <a:cubicBezTo>
                    <a:pt x="209135" y="336144"/>
                    <a:pt x="199462" y="345921"/>
                    <a:pt x="184978" y="346078"/>
                  </a:cubicBezTo>
                  <a:cubicBezTo>
                    <a:pt x="178076" y="346130"/>
                    <a:pt x="171174" y="346130"/>
                    <a:pt x="164273" y="346078"/>
                  </a:cubicBezTo>
                  <a:cubicBezTo>
                    <a:pt x="149841" y="345921"/>
                    <a:pt x="140116" y="336196"/>
                    <a:pt x="139959" y="321660"/>
                  </a:cubicBezTo>
                  <a:cubicBezTo>
                    <a:pt x="139907" y="312249"/>
                    <a:pt x="140011" y="302889"/>
                    <a:pt x="139855" y="293477"/>
                  </a:cubicBezTo>
                  <a:cubicBezTo>
                    <a:pt x="139855" y="292170"/>
                    <a:pt x="138966" y="290497"/>
                    <a:pt x="137972" y="289661"/>
                  </a:cubicBezTo>
                  <a:cubicBezTo>
                    <a:pt x="131750" y="284798"/>
                    <a:pt x="128613" y="278471"/>
                    <a:pt x="128456" y="270628"/>
                  </a:cubicBezTo>
                  <a:cubicBezTo>
                    <a:pt x="128351" y="265661"/>
                    <a:pt x="128456" y="260694"/>
                    <a:pt x="128456" y="254785"/>
                  </a:cubicBezTo>
                  <a:cubicBezTo>
                    <a:pt x="125685" y="257504"/>
                    <a:pt x="123436" y="259700"/>
                    <a:pt x="121188" y="261948"/>
                  </a:cubicBezTo>
                  <a:cubicBezTo>
                    <a:pt x="117005" y="266079"/>
                    <a:pt x="115123" y="266288"/>
                    <a:pt x="110312" y="262942"/>
                  </a:cubicBezTo>
                  <a:cubicBezTo>
                    <a:pt x="105763" y="259857"/>
                    <a:pt x="101267" y="256720"/>
                    <a:pt x="96299" y="253321"/>
                  </a:cubicBezTo>
                  <a:cubicBezTo>
                    <a:pt x="94940" y="259543"/>
                    <a:pt x="93737" y="265295"/>
                    <a:pt x="92483" y="270942"/>
                  </a:cubicBezTo>
                  <a:cubicBezTo>
                    <a:pt x="91489" y="275386"/>
                    <a:pt x="89711" y="276746"/>
                    <a:pt x="85162" y="276798"/>
                  </a:cubicBezTo>
                  <a:cubicBezTo>
                    <a:pt x="78365" y="276850"/>
                    <a:pt x="71568" y="276850"/>
                    <a:pt x="64770" y="276798"/>
                  </a:cubicBezTo>
                  <a:cubicBezTo>
                    <a:pt x="60431" y="276746"/>
                    <a:pt x="58653" y="275334"/>
                    <a:pt x="57712" y="271046"/>
                  </a:cubicBezTo>
                  <a:cubicBezTo>
                    <a:pt x="56457" y="265452"/>
                    <a:pt x="55254" y="259805"/>
                    <a:pt x="53999" y="254158"/>
                  </a:cubicBezTo>
                  <a:cubicBezTo>
                    <a:pt x="53999" y="254053"/>
                    <a:pt x="53842" y="254001"/>
                    <a:pt x="53372" y="253583"/>
                  </a:cubicBezTo>
                  <a:cubicBezTo>
                    <a:pt x="49241" y="256406"/>
                    <a:pt x="45006" y="259334"/>
                    <a:pt x="40771" y="262210"/>
                  </a:cubicBezTo>
                  <a:cubicBezTo>
                    <a:pt x="34601" y="266445"/>
                    <a:pt x="33398" y="266341"/>
                    <a:pt x="28065" y="261007"/>
                  </a:cubicBezTo>
                  <a:cubicBezTo>
                    <a:pt x="23673" y="256615"/>
                    <a:pt x="19281" y="252223"/>
                    <a:pt x="14889" y="247779"/>
                  </a:cubicBezTo>
                  <a:cubicBezTo>
                    <a:pt x="10758" y="243648"/>
                    <a:pt x="10601" y="241766"/>
                    <a:pt x="13948" y="236903"/>
                  </a:cubicBezTo>
                  <a:cubicBezTo>
                    <a:pt x="16980" y="232406"/>
                    <a:pt x="20065" y="227962"/>
                    <a:pt x="23464" y="222995"/>
                  </a:cubicBezTo>
                  <a:cubicBezTo>
                    <a:pt x="18287" y="221844"/>
                    <a:pt x="13529" y="220851"/>
                    <a:pt x="8771" y="219805"/>
                  </a:cubicBezTo>
                  <a:cubicBezTo>
                    <a:pt x="7673" y="219544"/>
                    <a:pt x="6575" y="219387"/>
                    <a:pt x="5477" y="219125"/>
                  </a:cubicBezTo>
                  <a:cubicBezTo>
                    <a:pt x="1660" y="218184"/>
                    <a:pt x="92" y="216354"/>
                    <a:pt x="39" y="212485"/>
                  </a:cubicBezTo>
                  <a:cubicBezTo>
                    <a:pt x="-13" y="205374"/>
                    <a:pt x="-13" y="198211"/>
                    <a:pt x="39" y="191100"/>
                  </a:cubicBezTo>
                  <a:cubicBezTo>
                    <a:pt x="92" y="187230"/>
                    <a:pt x="1660" y="185296"/>
                    <a:pt x="5477" y="184459"/>
                  </a:cubicBezTo>
                  <a:cubicBezTo>
                    <a:pt x="11281" y="183152"/>
                    <a:pt x="17085" y="181949"/>
                    <a:pt x="23464" y="180590"/>
                  </a:cubicBezTo>
                  <a:cubicBezTo>
                    <a:pt x="20065" y="175675"/>
                    <a:pt x="16980" y="171126"/>
                    <a:pt x="13843" y="166577"/>
                  </a:cubicBezTo>
                  <a:cubicBezTo>
                    <a:pt x="10549" y="161767"/>
                    <a:pt x="10706" y="159832"/>
                    <a:pt x="14836" y="155701"/>
                  </a:cubicBezTo>
                  <a:cubicBezTo>
                    <a:pt x="19699" y="150839"/>
                    <a:pt x="24562" y="145924"/>
                    <a:pt x="29477" y="141061"/>
                  </a:cubicBezTo>
                  <a:cubicBezTo>
                    <a:pt x="32875" y="137715"/>
                    <a:pt x="35019" y="137505"/>
                    <a:pt x="39045" y="140224"/>
                  </a:cubicBezTo>
                  <a:cubicBezTo>
                    <a:pt x="43803" y="143466"/>
                    <a:pt x="48509" y="146708"/>
                    <a:pt x="53790" y="150316"/>
                  </a:cubicBezTo>
                  <a:cubicBezTo>
                    <a:pt x="54941" y="144721"/>
                    <a:pt x="56143" y="139597"/>
                    <a:pt x="57084" y="134473"/>
                  </a:cubicBezTo>
                  <a:cubicBezTo>
                    <a:pt x="57921" y="129976"/>
                    <a:pt x="59437" y="126316"/>
                    <a:pt x="65032" y="126787"/>
                  </a:cubicBezTo>
                  <a:cubicBezTo>
                    <a:pt x="66078" y="113035"/>
                    <a:pt x="68901" y="100068"/>
                    <a:pt x="74548" y="87833"/>
                  </a:cubicBezTo>
                  <a:cubicBezTo>
                    <a:pt x="87358" y="59964"/>
                    <a:pt x="108116" y="40565"/>
                    <a:pt x="136822" y="29690"/>
                  </a:cubicBezTo>
                  <a:cubicBezTo>
                    <a:pt x="150992" y="24356"/>
                    <a:pt x="165684" y="22160"/>
                    <a:pt x="180743" y="23468"/>
                  </a:cubicBezTo>
                  <a:cubicBezTo>
                    <a:pt x="184246" y="23781"/>
                    <a:pt x="187017" y="22997"/>
                    <a:pt x="189736" y="20696"/>
                  </a:cubicBezTo>
                  <a:cubicBezTo>
                    <a:pt x="193449" y="17559"/>
                    <a:pt x="197475" y="14788"/>
                    <a:pt x="201344" y="11860"/>
                  </a:cubicBezTo>
                  <a:cubicBezTo>
                    <a:pt x="205998" y="8357"/>
                    <a:pt x="208769" y="8723"/>
                    <a:pt x="212220" y="13272"/>
                  </a:cubicBezTo>
                  <a:cubicBezTo>
                    <a:pt x="216089" y="18396"/>
                    <a:pt x="219958" y="23572"/>
                    <a:pt x="223827" y="28749"/>
                  </a:cubicBezTo>
                  <a:cubicBezTo>
                    <a:pt x="225501" y="30945"/>
                    <a:pt x="227435" y="32618"/>
                    <a:pt x="230363" y="31990"/>
                  </a:cubicBezTo>
                  <a:cubicBezTo>
                    <a:pt x="233448" y="31311"/>
                    <a:pt x="234703" y="29062"/>
                    <a:pt x="235121" y="26134"/>
                  </a:cubicBezTo>
                  <a:cubicBezTo>
                    <a:pt x="236063" y="19441"/>
                    <a:pt x="237004" y="12696"/>
                    <a:pt x="238102" y="6004"/>
                  </a:cubicBezTo>
                  <a:cubicBezTo>
                    <a:pt x="238886" y="1089"/>
                    <a:pt x="241291" y="-532"/>
                    <a:pt x="246154" y="148"/>
                  </a:cubicBezTo>
                  <a:cubicBezTo>
                    <a:pt x="256454" y="1612"/>
                    <a:pt x="266755" y="3076"/>
                    <a:pt x="277055" y="4487"/>
                  </a:cubicBezTo>
                  <a:cubicBezTo>
                    <a:pt x="282546" y="5272"/>
                    <a:pt x="284428" y="7677"/>
                    <a:pt x="283644" y="13324"/>
                  </a:cubicBezTo>
                  <a:cubicBezTo>
                    <a:pt x="282755" y="19703"/>
                    <a:pt x="281866" y="26082"/>
                    <a:pt x="280925" y="32461"/>
                  </a:cubicBezTo>
                  <a:cubicBezTo>
                    <a:pt x="280506" y="35389"/>
                    <a:pt x="280872" y="37951"/>
                    <a:pt x="283644" y="39520"/>
                  </a:cubicBezTo>
                  <a:cubicBezTo>
                    <a:pt x="286415" y="41141"/>
                    <a:pt x="288820" y="39990"/>
                    <a:pt x="291121" y="38265"/>
                  </a:cubicBezTo>
                  <a:cubicBezTo>
                    <a:pt x="296349" y="34291"/>
                    <a:pt x="301578" y="30369"/>
                    <a:pt x="306859" y="26448"/>
                  </a:cubicBezTo>
                  <a:cubicBezTo>
                    <a:pt x="310937" y="23415"/>
                    <a:pt x="313918" y="23834"/>
                    <a:pt x="317003" y="27964"/>
                  </a:cubicBezTo>
                  <a:cubicBezTo>
                    <a:pt x="323329" y="36330"/>
                    <a:pt x="329656" y="44748"/>
                    <a:pt x="335931" y="53219"/>
                  </a:cubicBezTo>
                  <a:cubicBezTo>
                    <a:pt x="339120" y="57506"/>
                    <a:pt x="338702" y="60225"/>
                    <a:pt x="334310" y="63572"/>
                  </a:cubicBezTo>
                  <a:cubicBezTo>
                    <a:pt x="329186" y="67493"/>
                    <a:pt x="324009" y="71310"/>
                    <a:pt x="318833" y="75179"/>
                  </a:cubicBezTo>
                  <a:cubicBezTo>
                    <a:pt x="316375" y="77009"/>
                    <a:pt x="314702" y="79153"/>
                    <a:pt x="315643" y="82395"/>
                  </a:cubicBezTo>
                  <a:cubicBezTo>
                    <a:pt x="316532" y="85480"/>
                    <a:pt x="318990" y="86369"/>
                    <a:pt x="321865" y="86735"/>
                  </a:cubicBezTo>
                  <a:cubicBezTo>
                    <a:pt x="328244" y="87571"/>
                    <a:pt x="334623" y="88617"/>
                    <a:pt x="341002" y="89401"/>
                  </a:cubicBezTo>
                  <a:cubicBezTo>
                    <a:pt x="343931" y="89767"/>
                    <a:pt x="345970" y="91231"/>
                    <a:pt x="347591" y="93480"/>
                  </a:cubicBezTo>
                  <a:cubicBezTo>
                    <a:pt x="347591" y="95258"/>
                    <a:pt x="347591" y="96826"/>
                    <a:pt x="347591" y="98395"/>
                  </a:cubicBezTo>
                  <a:close/>
                  <a:moveTo>
                    <a:pt x="332009" y="123283"/>
                  </a:moveTo>
                  <a:cubicBezTo>
                    <a:pt x="333107" y="115545"/>
                    <a:pt x="334205" y="108120"/>
                    <a:pt x="335303" y="100539"/>
                  </a:cubicBezTo>
                  <a:cubicBezTo>
                    <a:pt x="333369" y="100225"/>
                    <a:pt x="331800" y="99963"/>
                    <a:pt x="330284" y="99754"/>
                  </a:cubicBezTo>
                  <a:cubicBezTo>
                    <a:pt x="326048" y="99075"/>
                    <a:pt x="321761" y="98604"/>
                    <a:pt x="317578" y="97767"/>
                  </a:cubicBezTo>
                  <a:cubicBezTo>
                    <a:pt x="310728" y="96408"/>
                    <a:pt x="306232" y="92068"/>
                    <a:pt x="304454" y="85480"/>
                  </a:cubicBezTo>
                  <a:cubicBezTo>
                    <a:pt x="302624" y="78735"/>
                    <a:pt x="304402" y="72617"/>
                    <a:pt x="309839" y="68016"/>
                  </a:cubicBezTo>
                  <a:cubicBezTo>
                    <a:pt x="314388" y="64199"/>
                    <a:pt x="319251" y="60696"/>
                    <a:pt x="324166" y="56931"/>
                  </a:cubicBezTo>
                  <a:cubicBezTo>
                    <a:pt x="319460" y="50709"/>
                    <a:pt x="314964" y="44696"/>
                    <a:pt x="310415" y="38631"/>
                  </a:cubicBezTo>
                  <a:cubicBezTo>
                    <a:pt x="305186" y="42448"/>
                    <a:pt x="300375" y="46265"/>
                    <a:pt x="295251" y="49559"/>
                  </a:cubicBezTo>
                  <a:cubicBezTo>
                    <a:pt x="287356" y="54578"/>
                    <a:pt x="277108" y="52016"/>
                    <a:pt x="271984" y="44225"/>
                  </a:cubicBezTo>
                  <a:cubicBezTo>
                    <a:pt x="268794" y="39415"/>
                    <a:pt x="269003" y="34186"/>
                    <a:pt x="269788" y="28853"/>
                  </a:cubicBezTo>
                  <a:cubicBezTo>
                    <a:pt x="270415" y="24513"/>
                    <a:pt x="271042" y="20226"/>
                    <a:pt x="271670" y="15677"/>
                  </a:cubicBezTo>
                  <a:cubicBezTo>
                    <a:pt x="267644" y="15102"/>
                    <a:pt x="263984" y="14579"/>
                    <a:pt x="260271" y="14056"/>
                  </a:cubicBezTo>
                  <a:cubicBezTo>
                    <a:pt x="256507" y="13533"/>
                    <a:pt x="252794" y="13010"/>
                    <a:pt x="248873" y="12487"/>
                  </a:cubicBezTo>
                  <a:cubicBezTo>
                    <a:pt x="248036" y="18239"/>
                    <a:pt x="247670" y="23572"/>
                    <a:pt x="246363" y="28644"/>
                  </a:cubicBezTo>
                  <a:cubicBezTo>
                    <a:pt x="245422" y="32199"/>
                    <a:pt x="243853" y="36069"/>
                    <a:pt x="241396" y="38735"/>
                  </a:cubicBezTo>
                  <a:cubicBezTo>
                    <a:pt x="233971" y="46683"/>
                    <a:pt x="222154" y="45480"/>
                    <a:pt x="215148" y="36539"/>
                  </a:cubicBezTo>
                  <a:cubicBezTo>
                    <a:pt x="211854" y="32304"/>
                    <a:pt x="208664" y="27964"/>
                    <a:pt x="205370" y="23572"/>
                  </a:cubicBezTo>
                  <a:cubicBezTo>
                    <a:pt x="199043" y="28330"/>
                    <a:pt x="193030" y="32827"/>
                    <a:pt x="186965" y="37376"/>
                  </a:cubicBezTo>
                  <a:cubicBezTo>
                    <a:pt x="190521" y="42186"/>
                    <a:pt x="193867" y="46422"/>
                    <a:pt x="197004" y="50866"/>
                  </a:cubicBezTo>
                  <a:cubicBezTo>
                    <a:pt x="201396" y="57088"/>
                    <a:pt x="201867" y="63781"/>
                    <a:pt x="197893" y="70264"/>
                  </a:cubicBezTo>
                  <a:cubicBezTo>
                    <a:pt x="193919" y="76748"/>
                    <a:pt x="187749" y="79310"/>
                    <a:pt x="180168" y="78264"/>
                  </a:cubicBezTo>
                  <a:cubicBezTo>
                    <a:pt x="174939" y="77532"/>
                    <a:pt x="169658" y="76800"/>
                    <a:pt x="164063" y="76016"/>
                  </a:cubicBezTo>
                  <a:cubicBezTo>
                    <a:pt x="162965" y="83650"/>
                    <a:pt x="161920" y="91075"/>
                    <a:pt x="160822" y="98761"/>
                  </a:cubicBezTo>
                  <a:cubicBezTo>
                    <a:pt x="166259" y="99545"/>
                    <a:pt x="171384" y="100329"/>
                    <a:pt x="176508" y="101061"/>
                  </a:cubicBezTo>
                  <a:cubicBezTo>
                    <a:pt x="180638" y="101637"/>
                    <a:pt x="184351" y="103205"/>
                    <a:pt x="187331" y="106186"/>
                  </a:cubicBezTo>
                  <a:cubicBezTo>
                    <a:pt x="194338" y="113297"/>
                    <a:pt x="194076" y="124643"/>
                    <a:pt x="186442" y="131231"/>
                  </a:cubicBezTo>
                  <a:cubicBezTo>
                    <a:pt x="181946" y="135100"/>
                    <a:pt x="177031" y="138551"/>
                    <a:pt x="172063" y="142368"/>
                  </a:cubicBezTo>
                  <a:cubicBezTo>
                    <a:pt x="176717" y="148538"/>
                    <a:pt x="181214" y="154551"/>
                    <a:pt x="185867" y="160721"/>
                  </a:cubicBezTo>
                  <a:cubicBezTo>
                    <a:pt x="190311" y="157427"/>
                    <a:pt x="194494" y="154290"/>
                    <a:pt x="198625" y="151205"/>
                  </a:cubicBezTo>
                  <a:cubicBezTo>
                    <a:pt x="202913" y="148015"/>
                    <a:pt x="207618" y="146447"/>
                    <a:pt x="212952" y="147545"/>
                  </a:cubicBezTo>
                  <a:cubicBezTo>
                    <a:pt x="222834" y="149584"/>
                    <a:pt x="228272" y="158054"/>
                    <a:pt x="226651" y="168721"/>
                  </a:cubicBezTo>
                  <a:cubicBezTo>
                    <a:pt x="225919" y="173583"/>
                    <a:pt x="225239" y="178498"/>
                    <a:pt x="224507" y="183623"/>
                  </a:cubicBezTo>
                  <a:cubicBezTo>
                    <a:pt x="232298" y="184721"/>
                    <a:pt x="239618" y="185766"/>
                    <a:pt x="247252" y="186864"/>
                  </a:cubicBezTo>
                  <a:cubicBezTo>
                    <a:pt x="247932" y="181792"/>
                    <a:pt x="248664" y="177139"/>
                    <a:pt x="249239" y="172433"/>
                  </a:cubicBezTo>
                  <a:cubicBezTo>
                    <a:pt x="250337" y="163753"/>
                    <a:pt x="254834" y="158002"/>
                    <a:pt x="262206" y="155963"/>
                  </a:cubicBezTo>
                  <a:cubicBezTo>
                    <a:pt x="269578" y="153924"/>
                    <a:pt x="276271" y="156590"/>
                    <a:pt x="281657" y="163649"/>
                  </a:cubicBezTo>
                  <a:cubicBezTo>
                    <a:pt x="284637" y="167623"/>
                    <a:pt x="287617" y="171597"/>
                    <a:pt x="290755" y="175727"/>
                  </a:cubicBezTo>
                  <a:cubicBezTo>
                    <a:pt x="296977" y="171021"/>
                    <a:pt x="303042" y="166525"/>
                    <a:pt x="309212" y="161871"/>
                  </a:cubicBezTo>
                  <a:cubicBezTo>
                    <a:pt x="305866" y="157427"/>
                    <a:pt x="302624" y="153192"/>
                    <a:pt x="299539" y="148904"/>
                  </a:cubicBezTo>
                  <a:cubicBezTo>
                    <a:pt x="294885" y="142473"/>
                    <a:pt x="294467" y="135048"/>
                    <a:pt x="298284" y="128878"/>
                  </a:cubicBezTo>
                  <a:cubicBezTo>
                    <a:pt x="302101" y="122708"/>
                    <a:pt x="309055" y="119780"/>
                    <a:pt x="316794" y="120983"/>
                  </a:cubicBezTo>
                  <a:cubicBezTo>
                    <a:pt x="321604" y="121872"/>
                    <a:pt x="326519" y="122499"/>
                    <a:pt x="332009" y="123283"/>
                  </a:cubicBezTo>
                  <a:close/>
                  <a:moveTo>
                    <a:pt x="66078" y="149375"/>
                  </a:moveTo>
                  <a:cubicBezTo>
                    <a:pt x="65816" y="150107"/>
                    <a:pt x="65607" y="150473"/>
                    <a:pt x="65502" y="150943"/>
                  </a:cubicBezTo>
                  <a:cubicBezTo>
                    <a:pt x="62365" y="162446"/>
                    <a:pt x="54784" y="165218"/>
                    <a:pt x="44901" y="158473"/>
                  </a:cubicBezTo>
                  <a:cubicBezTo>
                    <a:pt x="41660" y="156276"/>
                    <a:pt x="38470" y="154028"/>
                    <a:pt x="35647" y="152146"/>
                  </a:cubicBezTo>
                  <a:cubicBezTo>
                    <a:pt x="31882" y="155806"/>
                    <a:pt x="28483" y="159100"/>
                    <a:pt x="24876" y="162551"/>
                  </a:cubicBezTo>
                  <a:cubicBezTo>
                    <a:pt x="27385" y="166211"/>
                    <a:pt x="30000" y="169923"/>
                    <a:pt x="32457" y="173688"/>
                  </a:cubicBezTo>
                  <a:cubicBezTo>
                    <a:pt x="37634" y="181583"/>
                    <a:pt x="34287" y="190106"/>
                    <a:pt x="25085" y="192250"/>
                  </a:cubicBezTo>
                  <a:cubicBezTo>
                    <a:pt x="20588" y="193296"/>
                    <a:pt x="16091" y="194237"/>
                    <a:pt x="11647" y="195178"/>
                  </a:cubicBezTo>
                  <a:cubicBezTo>
                    <a:pt x="11647" y="199936"/>
                    <a:pt x="11647" y="204380"/>
                    <a:pt x="11647" y="208929"/>
                  </a:cubicBezTo>
                  <a:cubicBezTo>
                    <a:pt x="15725" y="209766"/>
                    <a:pt x="19595" y="210550"/>
                    <a:pt x="23464" y="211387"/>
                  </a:cubicBezTo>
                  <a:cubicBezTo>
                    <a:pt x="34862" y="213897"/>
                    <a:pt x="38156" y="222210"/>
                    <a:pt x="31568" y="231779"/>
                  </a:cubicBezTo>
                  <a:cubicBezTo>
                    <a:pt x="29268" y="235073"/>
                    <a:pt x="27019" y="238419"/>
                    <a:pt x="25032" y="241295"/>
                  </a:cubicBezTo>
                  <a:cubicBezTo>
                    <a:pt x="28692" y="245112"/>
                    <a:pt x="31987" y="248511"/>
                    <a:pt x="35385" y="252066"/>
                  </a:cubicBezTo>
                  <a:cubicBezTo>
                    <a:pt x="39098" y="249556"/>
                    <a:pt x="42758" y="246942"/>
                    <a:pt x="46522" y="244485"/>
                  </a:cubicBezTo>
                  <a:cubicBezTo>
                    <a:pt x="54418" y="239308"/>
                    <a:pt x="62993" y="242707"/>
                    <a:pt x="65136" y="251805"/>
                  </a:cubicBezTo>
                  <a:cubicBezTo>
                    <a:pt x="66182" y="256301"/>
                    <a:pt x="67071" y="260798"/>
                    <a:pt x="68065" y="265295"/>
                  </a:cubicBezTo>
                  <a:cubicBezTo>
                    <a:pt x="72770" y="265295"/>
                    <a:pt x="77267" y="265295"/>
                    <a:pt x="81764" y="265295"/>
                  </a:cubicBezTo>
                  <a:cubicBezTo>
                    <a:pt x="82705" y="260903"/>
                    <a:pt x="83541" y="256720"/>
                    <a:pt x="84483" y="252537"/>
                  </a:cubicBezTo>
                  <a:cubicBezTo>
                    <a:pt x="86836" y="242236"/>
                    <a:pt x="95254" y="238994"/>
                    <a:pt x="103986" y="244903"/>
                  </a:cubicBezTo>
                  <a:cubicBezTo>
                    <a:pt x="107489" y="247308"/>
                    <a:pt x="110992" y="249713"/>
                    <a:pt x="114809" y="252328"/>
                  </a:cubicBezTo>
                  <a:cubicBezTo>
                    <a:pt x="118260" y="248772"/>
                    <a:pt x="121293" y="245269"/>
                    <a:pt x="124744" y="242184"/>
                  </a:cubicBezTo>
                  <a:cubicBezTo>
                    <a:pt x="126731" y="240354"/>
                    <a:pt x="126678" y="238942"/>
                    <a:pt x="125632" y="236694"/>
                  </a:cubicBezTo>
                  <a:cubicBezTo>
                    <a:pt x="121502" y="227648"/>
                    <a:pt x="112613" y="223884"/>
                    <a:pt x="105554" y="218080"/>
                  </a:cubicBezTo>
                  <a:cubicBezTo>
                    <a:pt x="95254" y="235491"/>
                    <a:pt x="78313" y="238733"/>
                    <a:pt x="66182" y="235648"/>
                  </a:cubicBezTo>
                  <a:cubicBezTo>
                    <a:pt x="51960" y="231988"/>
                    <a:pt x="40928" y="219805"/>
                    <a:pt x="40352" y="204746"/>
                  </a:cubicBezTo>
                  <a:cubicBezTo>
                    <a:pt x="39516" y="184041"/>
                    <a:pt x="50914" y="172172"/>
                    <a:pt x="70313" y="167414"/>
                  </a:cubicBezTo>
                  <a:cubicBezTo>
                    <a:pt x="68901" y="161348"/>
                    <a:pt x="67542" y="155544"/>
                    <a:pt x="66078" y="149375"/>
                  </a:cubicBezTo>
                  <a:close/>
                  <a:moveTo>
                    <a:pt x="76587" y="224877"/>
                  </a:moveTo>
                  <a:cubicBezTo>
                    <a:pt x="83907" y="224668"/>
                    <a:pt x="90862" y="220589"/>
                    <a:pt x="95411" y="212276"/>
                  </a:cubicBezTo>
                  <a:cubicBezTo>
                    <a:pt x="96456" y="210341"/>
                    <a:pt x="96195" y="209139"/>
                    <a:pt x="94731" y="207622"/>
                  </a:cubicBezTo>
                  <a:cubicBezTo>
                    <a:pt x="87672" y="200250"/>
                    <a:pt x="81816" y="191936"/>
                    <a:pt x="77215" y="182838"/>
                  </a:cubicBezTo>
                  <a:cubicBezTo>
                    <a:pt x="75071" y="178551"/>
                    <a:pt x="74705" y="178446"/>
                    <a:pt x="69842" y="179544"/>
                  </a:cubicBezTo>
                  <a:cubicBezTo>
                    <a:pt x="58391" y="182263"/>
                    <a:pt x="50914" y="192668"/>
                    <a:pt x="52065" y="204119"/>
                  </a:cubicBezTo>
                  <a:cubicBezTo>
                    <a:pt x="53267" y="215988"/>
                    <a:pt x="62574" y="224511"/>
                    <a:pt x="76587" y="224877"/>
                  </a:cubicBezTo>
                  <a:close/>
                  <a:moveTo>
                    <a:pt x="151410" y="317477"/>
                  </a:moveTo>
                  <a:cubicBezTo>
                    <a:pt x="151410" y="319046"/>
                    <a:pt x="151410" y="320248"/>
                    <a:pt x="151410" y="321503"/>
                  </a:cubicBezTo>
                  <a:cubicBezTo>
                    <a:pt x="151462" y="330078"/>
                    <a:pt x="156063" y="334627"/>
                    <a:pt x="164639" y="334680"/>
                  </a:cubicBezTo>
                  <a:cubicBezTo>
                    <a:pt x="169135" y="334680"/>
                    <a:pt x="173684" y="334680"/>
                    <a:pt x="178181" y="334680"/>
                  </a:cubicBezTo>
                  <a:cubicBezTo>
                    <a:pt x="181109" y="334680"/>
                    <a:pt x="184089" y="334836"/>
                    <a:pt x="186965" y="334575"/>
                  </a:cubicBezTo>
                  <a:cubicBezTo>
                    <a:pt x="194860" y="333843"/>
                    <a:pt x="198886" y="327046"/>
                    <a:pt x="197109" y="317477"/>
                  </a:cubicBezTo>
                  <a:cubicBezTo>
                    <a:pt x="182102" y="317477"/>
                    <a:pt x="166991" y="317477"/>
                    <a:pt x="151410" y="317477"/>
                  </a:cubicBezTo>
                  <a:close/>
                  <a:moveTo>
                    <a:pt x="197475" y="294575"/>
                  </a:moveTo>
                  <a:cubicBezTo>
                    <a:pt x="181946" y="294575"/>
                    <a:pt x="166782" y="294575"/>
                    <a:pt x="151671" y="294575"/>
                  </a:cubicBezTo>
                  <a:cubicBezTo>
                    <a:pt x="151671" y="298445"/>
                    <a:pt x="151671" y="302000"/>
                    <a:pt x="151671" y="305556"/>
                  </a:cubicBezTo>
                  <a:cubicBezTo>
                    <a:pt x="167096" y="305556"/>
                    <a:pt x="182259" y="305556"/>
                    <a:pt x="197475" y="305556"/>
                  </a:cubicBezTo>
                  <a:cubicBezTo>
                    <a:pt x="197475" y="301739"/>
                    <a:pt x="197475" y="298288"/>
                    <a:pt x="197475" y="2945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3" name="Google Shape;893;p8"/>
            <p:cNvSpPr/>
            <p:nvPr/>
          </p:nvSpPr>
          <p:spPr>
            <a:xfrm>
              <a:off x="655839" y="6333677"/>
              <a:ext cx="22901" cy="49097"/>
            </a:xfrm>
            <a:custGeom>
              <a:avLst/>
              <a:gdLst/>
              <a:ahLst/>
              <a:cxnLst/>
              <a:rect l="l" t="t" r="r" b="b"/>
              <a:pathLst>
                <a:path w="22901" h="49097" extrusionOk="0">
                  <a:moveTo>
                    <a:pt x="11085" y="52"/>
                  </a:moveTo>
                  <a:cubicBezTo>
                    <a:pt x="15006" y="15320"/>
                    <a:pt x="18876" y="30588"/>
                    <a:pt x="22902" y="46169"/>
                  </a:cubicBezTo>
                  <a:cubicBezTo>
                    <a:pt x="19189" y="47163"/>
                    <a:pt x="15738" y="48052"/>
                    <a:pt x="11765" y="49097"/>
                  </a:cubicBezTo>
                  <a:cubicBezTo>
                    <a:pt x="7843" y="33725"/>
                    <a:pt x="3922" y="18510"/>
                    <a:pt x="0" y="3190"/>
                  </a:cubicBezTo>
                  <a:cubicBezTo>
                    <a:pt x="3399" y="2091"/>
                    <a:pt x="6536" y="1046"/>
                    <a:pt x="9725" y="0"/>
                  </a:cubicBezTo>
                  <a:cubicBezTo>
                    <a:pt x="10144" y="52"/>
                    <a:pt x="10614" y="52"/>
                    <a:pt x="11085" y="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4" name="Google Shape;894;p8"/>
            <p:cNvSpPr/>
            <p:nvPr/>
          </p:nvSpPr>
          <p:spPr>
            <a:xfrm>
              <a:off x="684820" y="6399349"/>
              <a:ext cx="86206" cy="177984"/>
            </a:xfrm>
            <a:custGeom>
              <a:avLst/>
              <a:gdLst/>
              <a:ahLst/>
              <a:cxnLst/>
              <a:rect l="l" t="t" r="r" b="b"/>
              <a:pathLst>
                <a:path w="86206" h="177984" extrusionOk="0">
                  <a:moveTo>
                    <a:pt x="86207" y="177985"/>
                  </a:moveTo>
                  <a:cubicBezTo>
                    <a:pt x="82442" y="177985"/>
                    <a:pt x="78834" y="177985"/>
                    <a:pt x="74965" y="177985"/>
                  </a:cubicBezTo>
                  <a:cubicBezTo>
                    <a:pt x="74704" y="175789"/>
                    <a:pt x="74547" y="173540"/>
                    <a:pt x="74129" y="171344"/>
                  </a:cubicBezTo>
                  <a:cubicBezTo>
                    <a:pt x="71410" y="158482"/>
                    <a:pt x="64037" y="149279"/>
                    <a:pt x="51959" y="144155"/>
                  </a:cubicBezTo>
                  <a:cubicBezTo>
                    <a:pt x="40142" y="139136"/>
                    <a:pt x="29685" y="132286"/>
                    <a:pt x="20900" y="122874"/>
                  </a:cubicBezTo>
                  <a:cubicBezTo>
                    <a:pt x="-9217" y="90666"/>
                    <a:pt x="-6446" y="36915"/>
                    <a:pt x="27018" y="8209"/>
                  </a:cubicBezTo>
                  <a:cubicBezTo>
                    <a:pt x="30260" y="5438"/>
                    <a:pt x="33763" y="2876"/>
                    <a:pt x="37423" y="0"/>
                  </a:cubicBezTo>
                  <a:cubicBezTo>
                    <a:pt x="39567" y="3399"/>
                    <a:pt x="41554" y="6484"/>
                    <a:pt x="43645" y="9778"/>
                  </a:cubicBezTo>
                  <a:cubicBezTo>
                    <a:pt x="41345" y="11555"/>
                    <a:pt x="39149" y="13072"/>
                    <a:pt x="37109" y="14797"/>
                  </a:cubicBezTo>
                  <a:cubicBezTo>
                    <a:pt x="-2890" y="47424"/>
                    <a:pt x="5267" y="110430"/>
                    <a:pt x="52273" y="131502"/>
                  </a:cubicBezTo>
                  <a:cubicBezTo>
                    <a:pt x="61893" y="135842"/>
                    <a:pt x="70835" y="140861"/>
                    <a:pt x="77109" y="149645"/>
                  </a:cubicBezTo>
                  <a:cubicBezTo>
                    <a:pt x="83070" y="158116"/>
                    <a:pt x="86207" y="167475"/>
                    <a:pt x="86207" y="17798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5" name="Google Shape;895;p8"/>
            <p:cNvSpPr/>
            <p:nvPr/>
          </p:nvSpPr>
          <p:spPr>
            <a:xfrm>
              <a:off x="606323" y="6365153"/>
              <a:ext cx="47058" cy="38221"/>
            </a:xfrm>
            <a:custGeom>
              <a:avLst/>
              <a:gdLst/>
              <a:ahLst/>
              <a:cxnLst/>
              <a:rect l="l" t="t" r="r" b="b"/>
              <a:pathLst>
                <a:path w="47058" h="38221" extrusionOk="0">
                  <a:moveTo>
                    <a:pt x="0" y="9359"/>
                  </a:moveTo>
                  <a:cubicBezTo>
                    <a:pt x="2353" y="6118"/>
                    <a:pt x="4392" y="3242"/>
                    <a:pt x="6693" y="0"/>
                  </a:cubicBezTo>
                  <a:cubicBezTo>
                    <a:pt x="20183" y="9621"/>
                    <a:pt x="33516" y="19137"/>
                    <a:pt x="47058" y="28810"/>
                  </a:cubicBezTo>
                  <a:cubicBezTo>
                    <a:pt x="44810" y="31947"/>
                    <a:pt x="42771" y="34875"/>
                    <a:pt x="40366" y="38222"/>
                  </a:cubicBezTo>
                  <a:cubicBezTo>
                    <a:pt x="26928" y="28601"/>
                    <a:pt x="13595" y="19085"/>
                    <a:pt x="0" y="93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6" name="Google Shape;896;p8"/>
            <p:cNvSpPr/>
            <p:nvPr/>
          </p:nvSpPr>
          <p:spPr>
            <a:xfrm>
              <a:off x="596755" y="6421937"/>
              <a:ext cx="48888" cy="22692"/>
            </a:xfrm>
            <a:custGeom>
              <a:avLst/>
              <a:gdLst/>
              <a:ahLst/>
              <a:cxnLst/>
              <a:rect l="l" t="t" r="r" b="b"/>
              <a:pathLst>
                <a:path w="48888" h="22692" extrusionOk="0">
                  <a:moveTo>
                    <a:pt x="0" y="11503"/>
                  </a:moveTo>
                  <a:cubicBezTo>
                    <a:pt x="15582" y="7582"/>
                    <a:pt x="30692" y="3817"/>
                    <a:pt x="46117" y="0"/>
                  </a:cubicBezTo>
                  <a:cubicBezTo>
                    <a:pt x="47058" y="3765"/>
                    <a:pt x="47947" y="7320"/>
                    <a:pt x="48888" y="11189"/>
                  </a:cubicBezTo>
                  <a:cubicBezTo>
                    <a:pt x="33464" y="15059"/>
                    <a:pt x="18405" y="18823"/>
                    <a:pt x="2823" y="22693"/>
                  </a:cubicBezTo>
                  <a:cubicBezTo>
                    <a:pt x="1882" y="18980"/>
                    <a:pt x="993" y="15477"/>
                    <a:pt x="0" y="115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7" name="Google Shape;897;p8"/>
            <p:cNvSpPr/>
            <p:nvPr/>
          </p:nvSpPr>
          <p:spPr>
            <a:xfrm>
              <a:off x="865614" y="6578850"/>
              <a:ext cx="41986" cy="37698"/>
            </a:xfrm>
            <a:custGeom>
              <a:avLst/>
              <a:gdLst/>
              <a:ahLst/>
              <a:cxnLst/>
              <a:rect l="l" t="t" r="r" b="b"/>
              <a:pathLst>
                <a:path w="41986" h="37698" extrusionOk="0">
                  <a:moveTo>
                    <a:pt x="34562" y="37699"/>
                  </a:moveTo>
                  <a:cubicBezTo>
                    <a:pt x="22902" y="27974"/>
                    <a:pt x="11555" y="18510"/>
                    <a:pt x="0" y="8889"/>
                  </a:cubicBezTo>
                  <a:cubicBezTo>
                    <a:pt x="2510" y="5856"/>
                    <a:pt x="4863" y="2980"/>
                    <a:pt x="7372" y="0"/>
                  </a:cubicBezTo>
                  <a:cubicBezTo>
                    <a:pt x="18928" y="9621"/>
                    <a:pt x="30274" y="19085"/>
                    <a:pt x="41986" y="28810"/>
                  </a:cubicBezTo>
                  <a:cubicBezTo>
                    <a:pt x="39529" y="31790"/>
                    <a:pt x="37176" y="34562"/>
                    <a:pt x="34562" y="376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8" name="Google Shape;898;p8"/>
            <p:cNvSpPr/>
            <p:nvPr/>
          </p:nvSpPr>
          <p:spPr>
            <a:xfrm>
              <a:off x="840726" y="6595007"/>
              <a:ext cx="10927" cy="40104"/>
            </a:xfrm>
            <a:custGeom>
              <a:avLst/>
              <a:gdLst/>
              <a:ahLst/>
              <a:cxnLst/>
              <a:rect l="l" t="t" r="r" b="b"/>
              <a:pathLst>
                <a:path w="10927" h="40104" extrusionOk="0">
                  <a:moveTo>
                    <a:pt x="10928" y="40104"/>
                  </a:moveTo>
                  <a:cubicBezTo>
                    <a:pt x="7216" y="40104"/>
                    <a:pt x="3712" y="40104"/>
                    <a:pt x="0" y="40104"/>
                  </a:cubicBezTo>
                  <a:cubicBezTo>
                    <a:pt x="0" y="26719"/>
                    <a:pt x="0" y="13438"/>
                    <a:pt x="0" y="0"/>
                  </a:cubicBezTo>
                  <a:cubicBezTo>
                    <a:pt x="3660" y="0"/>
                    <a:pt x="7163" y="0"/>
                    <a:pt x="10928" y="0"/>
                  </a:cubicBezTo>
                  <a:cubicBezTo>
                    <a:pt x="10928" y="13281"/>
                    <a:pt x="10928" y="26562"/>
                    <a:pt x="10928" y="401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9" name="Google Shape;899;p8"/>
            <p:cNvSpPr/>
            <p:nvPr/>
          </p:nvSpPr>
          <p:spPr>
            <a:xfrm>
              <a:off x="875287" y="6548942"/>
              <a:ext cx="39947" cy="11032"/>
            </a:xfrm>
            <a:custGeom>
              <a:avLst/>
              <a:gdLst/>
              <a:ahLst/>
              <a:cxnLst/>
              <a:rect l="l" t="t" r="r" b="b"/>
              <a:pathLst>
                <a:path w="39947" h="11032" extrusionOk="0">
                  <a:moveTo>
                    <a:pt x="0" y="11033"/>
                  </a:moveTo>
                  <a:cubicBezTo>
                    <a:pt x="0" y="7320"/>
                    <a:pt x="0" y="3765"/>
                    <a:pt x="0" y="0"/>
                  </a:cubicBezTo>
                  <a:cubicBezTo>
                    <a:pt x="13385" y="0"/>
                    <a:pt x="26562" y="0"/>
                    <a:pt x="39947" y="0"/>
                  </a:cubicBezTo>
                  <a:cubicBezTo>
                    <a:pt x="39947" y="3608"/>
                    <a:pt x="39947" y="7216"/>
                    <a:pt x="39947" y="11033"/>
                  </a:cubicBezTo>
                  <a:cubicBezTo>
                    <a:pt x="26719" y="11033"/>
                    <a:pt x="13438" y="11033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0" name="Google Shape;900;p8"/>
            <p:cNvSpPr/>
            <p:nvPr/>
          </p:nvSpPr>
          <p:spPr>
            <a:xfrm>
              <a:off x="759942" y="6589151"/>
              <a:ext cx="11032" cy="16993"/>
            </a:xfrm>
            <a:custGeom>
              <a:avLst/>
              <a:gdLst/>
              <a:ahLst/>
              <a:cxnLst/>
              <a:rect l="l" t="t" r="r" b="b"/>
              <a:pathLst>
                <a:path w="11032" h="16993" extrusionOk="0">
                  <a:moveTo>
                    <a:pt x="0" y="0"/>
                  </a:moveTo>
                  <a:cubicBezTo>
                    <a:pt x="3817" y="0"/>
                    <a:pt x="7268" y="0"/>
                    <a:pt x="11033" y="0"/>
                  </a:cubicBezTo>
                  <a:cubicBezTo>
                    <a:pt x="11033" y="5647"/>
                    <a:pt x="11033" y="11189"/>
                    <a:pt x="11033" y="16993"/>
                  </a:cubicBezTo>
                  <a:cubicBezTo>
                    <a:pt x="7320" y="16993"/>
                    <a:pt x="3765" y="16993"/>
                    <a:pt x="0" y="16993"/>
                  </a:cubicBezTo>
                  <a:cubicBezTo>
                    <a:pt x="0" y="11294"/>
                    <a:pt x="0" y="580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1" name="Google Shape;901;p8"/>
            <p:cNvSpPr/>
            <p:nvPr/>
          </p:nvSpPr>
          <p:spPr>
            <a:xfrm>
              <a:off x="792726" y="6388682"/>
              <a:ext cx="92286" cy="92286"/>
            </a:xfrm>
            <a:custGeom>
              <a:avLst/>
              <a:gdLst/>
              <a:ahLst/>
              <a:cxnLst/>
              <a:rect l="l" t="t" r="r" b="b"/>
              <a:pathLst>
                <a:path w="92286" h="92286" extrusionOk="0">
                  <a:moveTo>
                    <a:pt x="0" y="46117"/>
                  </a:moveTo>
                  <a:cubicBezTo>
                    <a:pt x="52" y="20706"/>
                    <a:pt x="20810" y="-52"/>
                    <a:pt x="46274" y="0"/>
                  </a:cubicBezTo>
                  <a:cubicBezTo>
                    <a:pt x="71738" y="52"/>
                    <a:pt x="92339" y="20758"/>
                    <a:pt x="92286" y="46274"/>
                  </a:cubicBezTo>
                  <a:cubicBezTo>
                    <a:pt x="92234" y="71633"/>
                    <a:pt x="71633" y="92182"/>
                    <a:pt x="46274" y="92287"/>
                  </a:cubicBezTo>
                  <a:cubicBezTo>
                    <a:pt x="20915" y="92391"/>
                    <a:pt x="0" y="71476"/>
                    <a:pt x="0" y="46117"/>
                  </a:cubicBezTo>
                  <a:close/>
                  <a:moveTo>
                    <a:pt x="80731" y="46274"/>
                  </a:moveTo>
                  <a:cubicBezTo>
                    <a:pt x="80783" y="27242"/>
                    <a:pt x="65359" y="11660"/>
                    <a:pt x="46431" y="11556"/>
                  </a:cubicBezTo>
                  <a:cubicBezTo>
                    <a:pt x="27398" y="11451"/>
                    <a:pt x="11555" y="27189"/>
                    <a:pt x="11555" y="46169"/>
                  </a:cubicBezTo>
                  <a:cubicBezTo>
                    <a:pt x="11608" y="64941"/>
                    <a:pt x="27346" y="80731"/>
                    <a:pt x="46117" y="80783"/>
                  </a:cubicBezTo>
                  <a:cubicBezTo>
                    <a:pt x="64940" y="80836"/>
                    <a:pt x="80679" y="65097"/>
                    <a:pt x="80731" y="46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2" name="Google Shape;902;p8"/>
          <p:cNvGrpSpPr/>
          <p:nvPr/>
        </p:nvGrpSpPr>
        <p:grpSpPr>
          <a:xfrm>
            <a:off x="4512595" y="6338111"/>
            <a:ext cx="346984" cy="353721"/>
            <a:chOff x="2499198" y="6329527"/>
            <a:chExt cx="346984" cy="353721"/>
          </a:xfrm>
        </p:grpSpPr>
        <p:sp>
          <p:nvSpPr>
            <p:cNvPr id="903" name="Google Shape;903;p8"/>
            <p:cNvSpPr/>
            <p:nvPr/>
          </p:nvSpPr>
          <p:spPr>
            <a:xfrm>
              <a:off x="2510141" y="6329527"/>
              <a:ext cx="325277" cy="353721"/>
            </a:xfrm>
            <a:custGeom>
              <a:avLst/>
              <a:gdLst/>
              <a:ahLst/>
              <a:cxnLst/>
              <a:rect l="l" t="t" r="r" b="b"/>
              <a:pathLst>
                <a:path w="325277" h="353721" extrusionOk="0">
                  <a:moveTo>
                    <a:pt x="252337" y="212965"/>
                  </a:moveTo>
                  <a:cubicBezTo>
                    <a:pt x="252337" y="217932"/>
                    <a:pt x="252232" y="222533"/>
                    <a:pt x="252441" y="227082"/>
                  </a:cubicBezTo>
                  <a:cubicBezTo>
                    <a:pt x="252494" y="228128"/>
                    <a:pt x="253330" y="229331"/>
                    <a:pt x="254167" y="230167"/>
                  </a:cubicBezTo>
                  <a:cubicBezTo>
                    <a:pt x="256834" y="232938"/>
                    <a:pt x="259605" y="235605"/>
                    <a:pt x="262533" y="238481"/>
                  </a:cubicBezTo>
                  <a:cubicBezTo>
                    <a:pt x="259448" y="241304"/>
                    <a:pt x="256677" y="243866"/>
                    <a:pt x="253592" y="246638"/>
                  </a:cubicBezTo>
                  <a:cubicBezTo>
                    <a:pt x="248206" y="241252"/>
                    <a:pt x="242507" y="235501"/>
                    <a:pt x="236755" y="229801"/>
                  </a:cubicBezTo>
                  <a:cubicBezTo>
                    <a:pt x="235762" y="228808"/>
                    <a:pt x="234821" y="227867"/>
                    <a:pt x="233827" y="226873"/>
                  </a:cubicBezTo>
                  <a:cubicBezTo>
                    <a:pt x="230376" y="223579"/>
                    <a:pt x="226455" y="223370"/>
                    <a:pt x="223631" y="226298"/>
                  </a:cubicBezTo>
                  <a:cubicBezTo>
                    <a:pt x="220912" y="229174"/>
                    <a:pt x="221069" y="232938"/>
                    <a:pt x="224311" y="236233"/>
                  </a:cubicBezTo>
                  <a:cubicBezTo>
                    <a:pt x="230429" y="242455"/>
                    <a:pt x="236651" y="248572"/>
                    <a:pt x="242821" y="254742"/>
                  </a:cubicBezTo>
                  <a:cubicBezTo>
                    <a:pt x="247474" y="259448"/>
                    <a:pt x="247579" y="261539"/>
                    <a:pt x="243343" y="266454"/>
                  </a:cubicBezTo>
                  <a:cubicBezTo>
                    <a:pt x="233618" y="277748"/>
                    <a:pt x="234193" y="293801"/>
                    <a:pt x="244964" y="304728"/>
                  </a:cubicBezTo>
                  <a:cubicBezTo>
                    <a:pt x="257827" y="317800"/>
                    <a:pt x="270846" y="330663"/>
                    <a:pt x="283814" y="343630"/>
                  </a:cubicBezTo>
                  <a:cubicBezTo>
                    <a:pt x="284598" y="344414"/>
                    <a:pt x="285330" y="345251"/>
                    <a:pt x="286062" y="345983"/>
                  </a:cubicBezTo>
                  <a:cubicBezTo>
                    <a:pt x="283186" y="348597"/>
                    <a:pt x="280363" y="351159"/>
                    <a:pt x="277591" y="353721"/>
                  </a:cubicBezTo>
                  <a:cubicBezTo>
                    <a:pt x="270010" y="346087"/>
                    <a:pt x="261748" y="337774"/>
                    <a:pt x="253539" y="329513"/>
                  </a:cubicBezTo>
                  <a:cubicBezTo>
                    <a:pt x="253173" y="329669"/>
                    <a:pt x="252755" y="329826"/>
                    <a:pt x="252389" y="329983"/>
                  </a:cubicBezTo>
                  <a:cubicBezTo>
                    <a:pt x="252389" y="334114"/>
                    <a:pt x="252389" y="338244"/>
                    <a:pt x="252389" y="342375"/>
                  </a:cubicBezTo>
                  <a:cubicBezTo>
                    <a:pt x="252389" y="348702"/>
                    <a:pt x="250507" y="350584"/>
                    <a:pt x="244128" y="350584"/>
                  </a:cubicBezTo>
                  <a:cubicBezTo>
                    <a:pt x="226664" y="350584"/>
                    <a:pt x="209200" y="350584"/>
                    <a:pt x="191736" y="350584"/>
                  </a:cubicBezTo>
                  <a:cubicBezTo>
                    <a:pt x="188651" y="350584"/>
                    <a:pt x="185671" y="350480"/>
                    <a:pt x="184050" y="347238"/>
                  </a:cubicBezTo>
                  <a:cubicBezTo>
                    <a:pt x="182481" y="343996"/>
                    <a:pt x="184102" y="341643"/>
                    <a:pt x="186037" y="339133"/>
                  </a:cubicBezTo>
                  <a:cubicBezTo>
                    <a:pt x="194351" y="328414"/>
                    <a:pt x="194664" y="314140"/>
                    <a:pt x="186926" y="303264"/>
                  </a:cubicBezTo>
                  <a:cubicBezTo>
                    <a:pt x="179240" y="292441"/>
                    <a:pt x="165279" y="287997"/>
                    <a:pt x="152730" y="292336"/>
                  </a:cubicBezTo>
                  <a:cubicBezTo>
                    <a:pt x="140234" y="296676"/>
                    <a:pt x="132077" y="308702"/>
                    <a:pt x="132704" y="322140"/>
                  </a:cubicBezTo>
                  <a:cubicBezTo>
                    <a:pt x="133018" y="328676"/>
                    <a:pt x="135319" y="334532"/>
                    <a:pt x="139502" y="339604"/>
                  </a:cubicBezTo>
                  <a:cubicBezTo>
                    <a:pt x="141384" y="341905"/>
                    <a:pt x="142482" y="344257"/>
                    <a:pt x="141175" y="347133"/>
                  </a:cubicBezTo>
                  <a:cubicBezTo>
                    <a:pt x="139815" y="350009"/>
                    <a:pt x="137306" y="350636"/>
                    <a:pt x="134325" y="350636"/>
                  </a:cubicBezTo>
                  <a:cubicBezTo>
                    <a:pt x="116391" y="350584"/>
                    <a:pt x="98404" y="350636"/>
                    <a:pt x="80470" y="350584"/>
                  </a:cubicBezTo>
                  <a:cubicBezTo>
                    <a:pt x="74875" y="350584"/>
                    <a:pt x="72836" y="348545"/>
                    <a:pt x="72836" y="342898"/>
                  </a:cubicBezTo>
                  <a:cubicBezTo>
                    <a:pt x="72836" y="329669"/>
                    <a:pt x="72836" y="316441"/>
                    <a:pt x="72836" y="303264"/>
                  </a:cubicBezTo>
                  <a:cubicBezTo>
                    <a:pt x="72836" y="301905"/>
                    <a:pt x="72836" y="300598"/>
                    <a:pt x="72836" y="298820"/>
                  </a:cubicBezTo>
                  <a:cubicBezTo>
                    <a:pt x="61542" y="303578"/>
                    <a:pt x="50509" y="304153"/>
                    <a:pt x="39424" y="299761"/>
                  </a:cubicBezTo>
                  <a:cubicBezTo>
                    <a:pt x="31320" y="296519"/>
                    <a:pt x="24836" y="291238"/>
                    <a:pt x="19974" y="283971"/>
                  </a:cubicBezTo>
                  <a:cubicBezTo>
                    <a:pt x="10301" y="269435"/>
                    <a:pt x="10719" y="250402"/>
                    <a:pt x="20967" y="236233"/>
                  </a:cubicBezTo>
                  <a:cubicBezTo>
                    <a:pt x="32366" y="220494"/>
                    <a:pt x="48836" y="216102"/>
                    <a:pt x="72627" y="222481"/>
                  </a:cubicBezTo>
                  <a:cubicBezTo>
                    <a:pt x="72627" y="199475"/>
                    <a:pt x="72627" y="176469"/>
                    <a:pt x="72627" y="153096"/>
                  </a:cubicBezTo>
                  <a:cubicBezTo>
                    <a:pt x="67293" y="153096"/>
                    <a:pt x="62117" y="153096"/>
                    <a:pt x="56940" y="153096"/>
                  </a:cubicBezTo>
                  <a:cubicBezTo>
                    <a:pt x="40941" y="153096"/>
                    <a:pt x="30954" y="143162"/>
                    <a:pt x="30954" y="127266"/>
                  </a:cubicBezTo>
                  <a:cubicBezTo>
                    <a:pt x="30954" y="112051"/>
                    <a:pt x="30902" y="96835"/>
                    <a:pt x="31006" y="81620"/>
                  </a:cubicBezTo>
                  <a:cubicBezTo>
                    <a:pt x="31006" y="78953"/>
                    <a:pt x="30379" y="77019"/>
                    <a:pt x="28392" y="75084"/>
                  </a:cubicBezTo>
                  <a:cubicBezTo>
                    <a:pt x="19817" y="66718"/>
                    <a:pt x="11399" y="58195"/>
                    <a:pt x="2928" y="49725"/>
                  </a:cubicBezTo>
                  <a:cubicBezTo>
                    <a:pt x="1987" y="48784"/>
                    <a:pt x="1046" y="47738"/>
                    <a:pt x="0" y="46640"/>
                  </a:cubicBezTo>
                  <a:cubicBezTo>
                    <a:pt x="2876" y="43869"/>
                    <a:pt x="5595" y="41254"/>
                    <a:pt x="8575" y="38379"/>
                  </a:cubicBezTo>
                  <a:cubicBezTo>
                    <a:pt x="13333" y="43137"/>
                    <a:pt x="18144" y="47999"/>
                    <a:pt x="23006" y="52810"/>
                  </a:cubicBezTo>
                  <a:cubicBezTo>
                    <a:pt x="28653" y="58457"/>
                    <a:pt x="34457" y="63947"/>
                    <a:pt x="39843" y="69855"/>
                  </a:cubicBezTo>
                  <a:cubicBezTo>
                    <a:pt x="41516" y="71685"/>
                    <a:pt x="42771" y="74614"/>
                    <a:pt x="42823" y="77019"/>
                  </a:cubicBezTo>
                  <a:cubicBezTo>
                    <a:pt x="43084" y="93855"/>
                    <a:pt x="42928" y="110692"/>
                    <a:pt x="42980" y="127528"/>
                  </a:cubicBezTo>
                  <a:cubicBezTo>
                    <a:pt x="42980" y="136364"/>
                    <a:pt x="47738" y="141070"/>
                    <a:pt x="56627" y="141123"/>
                  </a:cubicBezTo>
                  <a:cubicBezTo>
                    <a:pt x="61855" y="141123"/>
                    <a:pt x="67084" y="141123"/>
                    <a:pt x="72836" y="141123"/>
                  </a:cubicBezTo>
                  <a:cubicBezTo>
                    <a:pt x="72836" y="136051"/>
                    <a:pt x="72940" y="131136"/>
                    <a:pt x="72731" y="126221"/>
                  </a:cubicBezTo>
                  <a:cubicBezTo>
                    <a:pt x="72679" y="125227"/>
                    <a:pt x="71424" y="124234"/>
                    <a:pt x="70535" y="123345"/>
                  </a:cubicBezTo>
                  <a:cubicBezTo>
                    <a:pt x="67973" y="120835"/>
                    <a:pt x="65359" y="118325"/>
                    <a:pt x="62587" y="115711"/>
                  </a:cubicBezTo>
                  <a:cubicBezTo>
                    <a:pt x="65777" y="112783"/>
                    <a:pt x="68548" y="110221"/>
                    <a:pt x="71633" y="107397"/>
                  </a:cubicBezTo>
                  <a:cubicBezTo>
                    <a:pt x="78692" y="114508"/>
                    <a:pt x="86012" y="121776"/>
                    <a:pt x="93280" y="129097"/>
                  </a:cubicBezTo>
                  <a:cubicBezTo>
                    <a:pt x="94587" y="130404"/>
                    <a:pt x="95894" y="131763"/>
                    <a:pt x="97254" y="133070"/>
                  </a:cubicBezTo>
                  <a:cubicBezTo>
                    <a:pt x="100757" y="136469"/>
                    <a:pt x="104574" y="136783"/>
                    <a:pt x="107450" y="133907"/>
                  </a:cubicBezTo>
                  <a:cubicBezTo>
                    <a:pt x="110378" y="131031"/>
                    <a:pt x="110169" y="127110"/>
                    <a:pt x="106770" y="123711"/>
                  </a:cubicBezTo>
                  <a:cubicBezTo>
                    <a:pt x="98875" y="115763"/>
                    <a:pt x="90927" y="107816"/>
                    <a:pt x="82979" y="99868"/>
                  </a:cubicBezTo>
                  <a:cubicBezTo>
                    <a:pt x="77542" y="94430"/>
                    <a:pt x="77489" y="92966"/>
                    <a:pt x="82352" y="87058"/>
                  </a:cubicBezTo>
                  <a:cubicBezTo>
                    <a:pt x="91554" y="75868"/>
                    <a:pt x="90822" y="59973"/>
                    <a:pt x="80313" y="49359"/>
                  </a:cubicBezTo>
                  <a:cubicBezTo>
                    <a:pt x="67555" y="36392"/>
                    <a:pt x="54588" y="23581"/>
                    <a:pt x="41673" y="10771"/>
                  </a:cubicBezTo>
                  <a:cubicBezTo>
                    <a:pt x="40732" y="9830"/>
                    <a:pt x="39320" y="9307"/>
                    <a:pt x="37908" y="8523"/>
                  </a:cubicBezTo>
                  <a:cubicBezTo>
                    <a:pt x="41725" y="4967"/>
                    <a:pt x="44392" y="2405"/>
                    <a:pt x="47006" y="0"/>
                  </a:cubicBezTo>
                  <a:cubicBezTo>
                    <a:pt x="55110" y="8104"/>
                    <a:pt x="63320" y="16366"/>
                    <a:pt x="71581" y="24627"/>
                  </a:cubicBezTo>
                  <a:cubicBezTo>
                    <a:pt x="71999" y="24470"/>
                    <a:pt x="72417" y="24261"/>
                    <a:pt x="72836" y="24104"/>
                  </a:cubicBezTo>
                  <a:cubicBezTo>
                    <a:pt x="72836" y="20130"/>
                    <a:pt x="72836" y="16104"/>
                    <a:pt x="72836" y="12131"/>
                  </a:cubicBezTo>
                  <a:cubicBezTo>
                    <a:pt x="72836" y="5229"/>
                    <a:pt x="74561" y="3503"/>
                    <a:pt x="81411" y="3503"/>
                  </a:cubicBezTo>
                  <a:cubicBezTo>
                    <a:pt x="98718" y="3503"/>
                    <a:pt x="116077" y="3503"/>
                    <a:pt x="133384" y="3503"/>
                  </a:cubicBezTo>
                  <a:cubicBezTo>
                    <a:pt x="136469" y="3503"/>
                    <a:pt x="139449" y="3556"/>
                    <a:pt x="141070" y="6797"/>
                  </a:cubicBezTo>
                  <a:cubicBezTo>
                    <a:pt x="142691" y="9987"/>
                    <a:pt x="141070" y="12392"/>
                    <a:pt x="139136" y="14902"/>
                  </a:cubicBezTo>
                  <a:cubicBezTo>
                    <a:pt x="129358" y="27503"/>
                    <a:pt x="130770" y="44810"/>
                    <a:pt x="142377" y="55476"/>
                  </a:cubicBezTo>
                  <a:cubicBezTo>
                    <a:pt x="153776" y="65986"/>
                    <a:pt x="171501" y="65934"/>
                    <a:pt x="182847" y="55372"/>
                  </a:cubicBezTo>
                  <a:cubicBezTo>
                    <a:pt x="194403" y="44653"/>
                    <a:pt x="195762" y="27398"/>
                    <a:pt x="185880" y="14745"/>
                  </a:cubicBezTo>
                  <a:cubicBezTo>
                    <a:pt x="183998" y="12340"/>
                    <a:pt x="182534" y="10039"/>
                    <a:pt x="183945" y="6954"/>
                  </a:cubicBezTo>
                  <a:cubicBezTo>
                    <a:pt x="185462" y="3660"/>
                    <a:pt x="188390" y="3451"/>
                    <a:pt x="191527" y="3451"/>
                  </a:cubicBezTo>
                  <a:cubicBezTo>
                    <a:pt x="209096" y="3503"/>
                    <a:pt x="226664" y="3451"/>
                    <a:pt x="244285" y="3503"/>
                  </a:cubicBezTo>
                  <a:cubicBezTo>
                    <a:pt x="250402" y="3503"/>
                    <a:pt x="252337" y="5438"/>
                    <a:pt x="252337" y="11503"/>
                  </a:cubicBezTo>
                  <a:cubicBezTo>
                    <a:pt x="252337" y="24575"/>
                    <a:pt x="252337" y="37699"/>
                    <a:pt x="252337" y="50771"/>
                  </a:cubicBezTo>
                  <a:cubicBezTo>
                    <a:pt x="252337" y="52130"/>
                    <a:pt x="252337" y="53490"/>
                    <a:pt x="252337" y="55267"/>
                  </a:cubicBezTo>
                  <a:cubicBezTo>
                    <a:pt x="263735" y="50405"/>
                    <a:pt x="274873" y="49934"/>
                    <a:pt x="286062" y="54431"/>
                  </a:cubicBezTo>
                  <a:cubicBezTo>
                    <a:pt x="294166" y="57673"/>
                    <a:pt x="300598" y="63058"/>
                    <a:pt x="305356" y="70378"/>
                  </a:cubicBezTo>
                  <a:cubicBezTo>
                    <a:pt x="314872" y="84914"/>
                    <a:pt x="314401" y="103737"/>
                    <a:pt x="304205" y="117803"/>
                  </a:cubicBezTo>
                  <a:cubicBezTo>
                    <a:pt x="292755" y="133593"/>
                    <a:pt x="276075" y="138090"/>
                    <a:pt x="252546" y="131606"/>
                  </a:cubicBezTo>
                  <a:cubicBezTo>
                    <a:pt x="252546" y="154613"/>
                    <a:pt x="252546" y="177619"/>
                    <a:pt x="252546" y="200991"/>
                  </a:cubicBezTo>
                  <a:cubicBezTo>
                    <a:pt x="257932" y="200991"/>
                    <a:pt x="263265" y="200991"/>
                    <a:pt x="268598" y="200991"/>
                  </a:cubicBezTo>
                  <a:cubicBezTo>
                    <a:pt x="284284" y="201043"/>
                    <a:pt x="294219" y="211030"/>
                    <a:pt x="294219" y="226769"/>
                  </a:cubicBezTo>
                  <a:cubicBezTo>
                    <a:pt x="294219" y="241984"/>
                    <a:pt x="294323" y="257200"/>
                    <a:pt x="294166" y="272415"/>
                  </a:cubicBezTo>
                  <a:cubicBezTo>
                    <a:pt x="294114" y="275291"/>
                    <a:pt x="295055" y="277226"/>
                    <a:pt x="297042" y="279212"/>
                  </a:cubicBezTo>
                  <a:cubicBezTo>
                    <a:pt x="306454" y="288467"/>
                    <a:pt x="315761" y="297827"/>
                    <a:pt x="325277" y="307291"/>
                  </a:cubicBezTo>
                  <a:cubicBezTo>
                    <a:pt x="322244" y="310114"/>
                    <a:pt x="319473" y="312676"/>
                    <a:pt x="316336" y="315552"/>
                  </a:cubicBezTo>
                  <a:cubicBezTo>
                    <a:pt x="312362" y="311526"/>
                    <a:pt x="308075" y="307186"/>
                    <a:pt x="303735" y="302898"/>
                  </a:cubicBezTo>
                  <a:cubicBezTo>
                    <a:pt x="297670" y="296833"/>
                    <a:pt x="291604" y="290663"/>
                    <a:pt x="285434" y="284703"/>
                  </a:cubicBezTo>
                  <a:cubicBezTo>
                    <a:pt x="283134" y="282454"/>
                    <a:pt x="282088" y="280049"/>
                    <a:pt x="282088" y="276755"/>
                  </a:cubicBezTo>
                  <a:cubicBezTo>
                    <a:pt x="282193" y="260023"/>
                    <a:pt x="282140" y="243344"/>
                    <a:pt x="282140" y="226612"/>
                  </a:cubicBezTo>
                  <a:cubicBezTo>
                    <a:pt x="282140" y="217723"/>
                    <a:pt x="277382" y="213017"/>
                    <a:pt x="268546" y="213017"/>
                  </a:cubicBezTo>
                  <a:cubicBezTo>
                    <a:pt x="263422" y="212965"/>
                    <a:pt x="258193" y="212965"/>
                    <a:pt x="252337" y="212965"/>
                  </a:cubicBezTo>
                  <a:close/>
                  <a:moveTo>
                    <a:pt x="240363" y="171083"/>
                  </a:moveTo>
                  <a:cubicBezTo>
                    <a:pt x="240363" y="154194"/>
                    <a:pt x="240363" y="137881"/>
                    <a:pt x="240363" y="121567"/>
                  </a:cubicBezTo>
                  <a:cubicBezTo>
                    <a:pt x="240363" y="118639"/>
                    <a:pt x="240938" y="116077"/>
                    <a:pt x="243814" y="114718"/>
                  </a:cubicBezTo>
                  <a:cubicBezTo>
                    <a:pt x="246690" y="113358"/>
                    <a:pt x="249043" y="114456"/>
                    <a:pt x="251291" y="116391"/>
                  </a:cubicBezTo>
                  <a:cubicBezTo>
                    <a:pt x="256311" y="120574"/>
                    <a:pt x="262219" y="122874"/>
                    <a:pt x="268755" y="123188"/>
                  </a:cubicBezTo>
                  <a:cubicBezTo>
                    <a:pt x="282140" y="123816"/>
                    <a:pt x="294219" y="115659"/>
                    <a:pt x="298559" y="103162"/>
                  </a:cubicBezTo>
                  <a:cubicBezTo>
                    <a:pt x="302846" y="90718"/>
                    <a:pt x="298559" y="76914"/>
                    <a:pt x="287944" y="69176"/>
                  </a:cubicBezTo>
                  <a:cubicBezTo>
                    <a:pt x="277016" y="61176"/>
                    <a:pt x="262637" y="61437"/>
                    <a:pt x="251814" y="69855"/>
                  </a:cubicBezTo>
                  <a:cubicBezTo>
                    <a:pt x="249304" y="71790"/>
                    <a:pt x="246951" y="73411"/>
                    <a:pt x="243709" y="71842"/>
                  </a:cubicBezTo>
                  <a:cubicBezTo>
                    <a:pt x="240468" y="70274"/>
                    <a:pt x="240363" y="67293"/>
                    <a:pt x="240363" y="64156"/>
                  </a:cubicBezTo>
                  <a:cubicBezTo>
                    <a:pt x="240415" y="49307"/>
                    <a:pt x="240363" y="34457"/>
                    <a:pt x="240363" y="19660"/>
                  </a:cubicBezTo>
                  <a:cubicBezTo>
                    <a:pt x="240363" y="18353"/>
                    <a:pt x="240363" y="17046"/>
                    <a:pt x="240363" y="15791"/>
                  </a:cubicBezTo>
                  <a:cubicBezTo>
                    <a:pt x="226873" y="15791"/>
                    <a:pt x="213906" y="15791"/>
                    <a:pt x="200834" y="15791"/>
                  </a:cubicBezTo>
                  <a:cubicBezTo>
                    <a:pt x="207579" y="37281"/>
                    <a:pt x="203501" y="54222"/>
                    <a:pt x="188808" y="66091"/>
                  </a:cubicBezTo>
                  <a:cubicBezTo>
                    <a:pt x="175318" y="76966"/>
                    <a:pt x="156233" y="78849"/>
                    <a:pt x="141593" y="69542"/>
                  </a:cubicBezTo>
                  <a:cubicBezTo>
                    <a:pt x="121201" y="56627"/>
                    <a:pt x="116600" y="37960"/>
                    <a:pt x="124182" y="15791"/>
                  </a:cubicBezTo>
                  <a:cubicBezTo>
                    <a:pt x="111057" y="15791"/>
                    <a:pt x="98038" y="15791"/>
                    <a:pt x="84809" y="15791"/>
                  </a:cubicBezTo>
                  <a:cubicBezTo>
                    <a:pt x="84809" y="21647"/>
                    <a:pt x="84966" y="27242"/>
                    <a:pt x="84757" y="32836"/>
                  </a:cubicBezTo>
                  <a:cubicBezTo>
                    <a:pt x="84600" y="35869"/>
                    <a:pt x="85594" y="37908"/>
                    <a:pt x="87738" y="39947"/>
                  </a:cubicBezTo>
                  <a:cubicBezTo>
                    <a:pt x="97149" y="48888"/>
                    <a:pt x="101489" y="59921"/>
                    <a:pt x="100496" y="72940"/>
                  </a:cubicBezTo>
                  <a:cubicBezTo>
                    <a:pt x="99920" y="80313"/>
                    <a:pt x="97149" y="86901"/>
                    <a:pt x="92966" y="93123"/>
                  </a:cubicBezTo>
                  <a:cubicBezTo>
                    <a:pt x="100705" y="100809"/>
                    <a:pt x="108391" y="108234"/>
                    <a:pt x="115868" y="115920"/>
                  </a:cubicBezTo>
                  <a:cubicBezTo>
                    <a:pt x="123293" y="123554"/>
                    <a:pt x="123240" y="134848"/>
                    <a:pt x="116025" y="142168"/>
                  </a:cubicBezTo>
                  <a:cubicBezTo>
                    <a:pt x="108757" y="149645"/>
                    <a:pt x="97358" y="149698"/>
                    <a:pt x="89515" y="142273"/>
                  </a:cubicBezTo>
                  <a:cubicBezTo>
                    <a:pt x="88156" y="140966"/>
                    <a:pt x="87058" y="139345"/>
                    <a:pt x="85855" y="137881"/>
                  </a:cubicBezTo>
                  <a:cubicBezTo>
                    <a:pt x="85594" y="138142"/>
                    <a:pt x="85385" y="138404"/>
                    <a:pt x="85123" y="138717"/>
                  </a:cubicBezTo>
                  <a:cubicBezTo>
                    <a:pt x="85123" y="149488"/>
                    <a:pt x="85123" y="160207"/>
                    <a:pt x="85123" y="171083"/>
                  </a:cubicBezTo>
                  <a:cubicBezTo>
                    <a:pt x="92130" y="171083"/>
                    <a:pt x="98875" y="171083"/>
                    <a:pt x="105620" y="171083"/>
                  </a:cubicBezTo>
                  <a:cubicBezTo>
                    <a:pt x="115240" y="171083"/>
                    <a:pt x="124809" y="171135"/>
                    <a:pt x="134430" y="171083"/>
                  </a:cubicBezTo>
                  <a:cubicBezTo>
                    <a:pt x="137410" y="171083"/>
                    <a:pt x="139920" y="171710"/>
                    <a:pt x="141279" y="174586"/>
                  </a:cubicBezTo>
                  <a:cubicBezTo>
                    <a:pt x="142534" y="177305"/>
                    <a:pt x="141698" y="179658"/>
                    <a:pt x="139815" y="181802"/>
                  </a:cubicBezTo>
                  <a:cubicBezTo>
                    <a:pt x="139083" y="182638"/>
                    <a:pt x="138404" y="183527"/>
                    <a:pt x="137776" y="184468"/>
                  </a:cubicBezTo>
                  <a:cubicBezTo>
                    <a:pt x="131554" y="194351"/>
                    <a:pt x="130822" y="204651"/>
                    <a:pt x="136312" y="215004"/>
                  </a:cubicBezTo>
                  <a:cubicBezTo>
                    <a:pt x="141698" y="225200"/>
                    <a:pt x="150534" y="230638"/>
                    <a:pt x="162037" y="230847"/>
                  </a:cubicBezTo>
                  <a:cubicBezTo>
                    <a:pt x="174325" y="231056"/>
                    <a:pt x="183789" y="225409"/>
                    <a:pt x="189279" y="214481"/>
                  </a:cubicBezTo>
                  <a:cubicBezTo>
                    <a:pt x="195030" y="203083"/>
                    <a:pt x="193462" y="191998"/>
                    <a:pt x="185619" y="181906"/>
                  </a:cubicBezTo>
                  <a:cubicBezTo>
                    <a:pt x="183789" y="179553"/>
                    <a:pt x="182743" y="177201"/>
                    <a:pt x="184155" y="174377"/>
                  </a:cubicBezTo>
                  <a:cubicBezTo>
                    <a:pt x="185514" y="171658"/>
                    <a:pt x="187919" y="171031"/>
                    <a:pt x="190743" y="171083"/>
                  </a:cubicBezTo>
                  <a:cubicBezTo>
                    <a:pt x="198220" y="171135"/>
                    <a:pt x="205697" y="171083"/>
                    <a:pt x="213174" y="171083"/>
                  </a:cubicBezTo>
                  <a:cubicBezTo>
                    <a:pt x="222063" y="171083"/>
                    <a:pt x="231004" y="171083"/>
                    <a:pt x="240363" y="171083"/>
                  </a:cubicBezTo>
                  <a:close/>
                  <a:moveTo>
                    <a:pt x="240363" y="338506"/>
                  </a:moveTo>
                  <a:cubicBezTo>
                    <a:pt x="240363" y="332702"/>
                    <a:pt x="240154" y="327369"/>
                    <a:pt x="240415" y="322035"/>
                  </a:cubicBezTo>
                  <a:cubicBezTo>
                    <a:pt x="240572" y="318637"/>
                    <a:pt x="239579" y="316284"/>
                    <a:pt x="237121" y="313879"/>
                  </a:cubicBezTo>
                  <a:cubicBezTo>
                    <a:pt x="227814" y="304990"/>
                    <a:pt x="223684" y="294010"/>
                    <a:pt x="224677" y="281199"/>
                  </a:cubicBezTo>
                  <a:cubicBezTo>
                    <a:pt x="225252" y="273827"/>
                    <a:pt x="228023" y="267291"/>
                    <a:pt x="232102" y="261226"/>
                  </a:cubicBezTo>
                  <a:cubicBezTo>
                    <a:pt x="231317" y="260389"/>
                    <a:pt x="230742" y="259762"/>
                    <a:pt x="230115" y="259187"/>
                  </a:cubicBezTo>
                  <a:cubicBezTo>
                    <a:pt x="224991" y="254062"/>
                    <a:pt x="219762" y="249095"/>
                    <a:pt x="214847" y="243814"/>
                  </a:cubicBezTo>
                  <a:cubicBezTo>
                    <a:pt x="208311" y="236860"/>
                    <a:pt x="207997" y="226873"/>
                    <a:pt x="213697" y="219501"/>
                  </a:cubicBezTo>
                  <a:cubicBezTo>
                    <a:pt x="219344" y="212233"/>
                    <a:pt x="229278" y="210246"/>
                    <a:pt x="237592" y="214743"/>
                  </a:cubicBezTo>
                  <a:cubicBezTo>
                    <a:pt x="238429" y="215161"/>
                    <a:pt x="239265" y="215579"/>
                    <a:pt x="240154" y="216050"/>
                  </a:cubicBezTo>
                  <a:cubicBezTo>
                    <a:pt x="240154" y="204965"/>
                    <a:pt x="240154" y="194142"/>
                    <a:pt x="240154" y="183423"/>
                  </a:cubicBezTo>
                  <a:cubicBezTo>
                    <a:pt x="226925" y="183423"/>
                    <a:pt x="213958" y="183423"/>
                    <a:pt x="200886" y="183423"/>
                  </a:cubicBezTo>
                  <a:cubicBezTo>
                    <a:pt x="207631" y="205645"/>
                    <a:pt x="203292" y="222638"/>
                    <a:pt x="187972" y="234402"/>
                  </a:cubicBezTo>
                  <a:cubicBezTo>
                    <a:pt x="174168" y="245017"/>
                    <a:pt x="155083" y="245906"/>
                    <a:pt x="140286" y="236546"/>
                  </a:cubicBezTo>
                  <a:cubicBezTo>
                    <a:pt x="132913" y="231893"/>
                    <a:pt x="127476" y="225514"/>
                    <a:pt x="124077" y="217514"/>
                  </a:cubicBezTo>
                  <a:cubicBezTo>
                    <a:pt x="119267" y="206168"/>
                    <a:pt x="119685" y="194769"/>
                    <a:pt x="124495" y="183370"/>
                  </a:cubicBezTo>
                  <a:cubicBezTo>
                    <a:pt x="111110" y="183370"/>
                    <a:pt x="98090" y="183370"/>
                    <a:pt x="84757" y="183370"/>
                  </a:cubicBezTo>
                  <a:cubicBezTo>
                    <a:pt x="84757" y="185096"/>
                    <a:pt x="84757" y="186560"/>
                    <a:pt x="84757" y="188024"/>
                  </a:cubicBezTo>
                  <a:cubicBezTo>
                    <a:pt x="84757" y="202873"/>
                    <a:pt x="84705" y="217671"/>
                    <a:pt x="84757" y="232520"/>
                  </a:cubicBezTo>
                  <a:cubicBezTo>
                    <a:pt x="84757" y="235448"/>
                    <a:pt x="84287" y="238063"/>
                    <a:pt x="81411" y="239474"/>
                  </a:cubicBezTo>
                  <a:cubicBezTo>
                    <a:pt x="78587" y="240886"/>
                    <a:pt x="76130" y="239997"/>
                    <a:pt x="73881" y="237958"/>
                  </a:cubicBezTo>
                  <a:cubicBezTo>
                    <a:pt x="73149" y="237278"/>
                    <a:pt x="72313" y="236703"/>
                    <a:pt x="71476" y="236180"/>
                  </a:cubicBezTo>
                  <a:cubicBezTo>
                    <a:pt x="61646" y="229906"/>
                    <a:pt x="51346" y="229122"/>
                    <a:pt x="40993" y="234507"/>
                  </a:cubicBezTo>
                  <a:cubicBezTo>
                    <a:pt x="30640" y="239893"/>
                    <a:pt x="25098" y="248834"/>
                    <a:pt x="24941" y="260494"/>
                  </a:cubicBezTo>
                  <a:cubicBezTo>
                    <a:pt x="24784" y="272781"/>
                    <a:pt x="30483" y="282193"/>
                    <a:pt x="41464" y="287683"/>
                  </a:cubicBezTo>
                  <a:cubicBezTo>
                    <a:pt x="52601" y="293225"/>
                    <a:pt x="63476" y="291866"/>
                    <a:pt x="73411" y="284337"/>
                  </a:cubicBezTo>
                  <a:cubicBezTo>
                    <a:pt x="75816" y="282507"/>
                    <a:pt x="78169" y="280990"/>
                    <a:pt x="81202" y="282402"/>
                  </a:cubicBezTo>
                  <a:cubicBezTo>
                    <a:pt x="84496" y="283918"/>
                    <a:pt x="84757" y="286846"/>
                    <a:pt x="84705" y="289984"/>
                  </a:cubicBezTo>
                  <a:cubicBezTo>
                    <a:pt x="84653" y="302689"/>
                    <a:pt x="84705" y="315395"/>
                    <a:pt x="84705" y="328153"/>
                  </a:cubicBezTo>
                  <a:cubicBezTo>
                    <a:pt x="84705" y="331604"/>
                    <a:pt x="84705" y="335055"/>
                    <a:pt x="84705" y="338663"/>
                  </a:cubicBezTo>
                  <a:cubicBezTo>
                    <a:pt x="98090" y="338663"/>
                    <a:pt x="111110" y="338663"/>
                    <a:pt x="124234" y="338663"/>
                  </a:cubicBezTo>
                  <a:cubicBezTo>
                    <a:pt x="116914" y="318637"/>
                    <a:pt x="120208" y="301121"/>
                    <a:pt x="137044" y="287840"/>
                  </a:cubicBezTo>
                  <a:cubicBezTo>
                    <a:pt x="151057" y="276807"/>
                    <a:pt x="167161" y="275395"/>
                    <a:pt x="182586" y="284389"/>
                  </a:cubicBezTo>
                  <a:cubicBezTo>
                    <a:pt x="203867" y="296833"/>
                    <a:pt x="208520" y="315918"/>
                    <a:pt x="200886" y="338663"/>
                  </a:cubicBezTo>
                  <a:cubicBezTo>
                    <a:pt x="214115" y="338506"/>
                    <a:pt x="227082" y="338506"/>
                    <a:pt x="240363" y="33850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4" name="Google Shape;904;p8"/>
            <p:cNvSpPr/>
            <p:nvPr/>
          </p:nvSpPr>
          <p:spPr>
            <a:xfrm>
              <a:off x="2499198" y="6500819"/>
              <a:ext cx="71777" cy="125750"/>
            </a:xfrm>
            <a:custGeom>
              <a:avLst/>
              <a:gdLst/>
              <a:ahLst/>
              <a:cxnLst/>
              <a:rect l="l" t="t" r="r" b="b"/>
              <a:pathLst>
                <a:path w="71777" h="125750" extrusionOk="0">
                  <a:moveTo>
                    <a:pt x="59779" y="0"/>
                  </a:moveTo>
                  <a:cubicBezTo>
                    <a:pt x="64015" y="0"/>
                    <a:pt x="67675" y="0"/>
                    <a:pt x="71596" y="0"/>
                  </a:cubicBezTo>
                  <a:cubicBezTo>
                    <a:pt x="71596" y="7216"/>
                    <a:pt x="72067" y="14327"/>
                    <a:pt x="71492" y="21333"/>
                  </a:cubicBezTo>
                  <a:cubicBezTo>
                    <a:pt x="70812" y="29176"/>
                    <a:pt x="65008" y="34771"/>
                    <a:pt x="56590" y="36444"/>
                  </a:cubicBezTo>
                  <a:cubicBezTo>
                    <a:pt x="39858" y="39790"/>
                    <a:pt x="26839" y="48470"/>
                    <a:pt x="18734" y="63476"/>
                  </a:cubicBezTo>
                  <a:cubicBezTo>
                    <a:pt x="9166" y="81149"/>
                    <a:pt x="9584" y="98979"/>
                    <a:pt x="19257" y="116600"/>
                  </a:cubicBezTo>
                  <a:cubicBezTo>
                    <a:pt x="19675" y="117384"/>
                    <a:pt x="20094" y="118116"/>
                    <a:pt x="20721" y="119267"/>
                  </a:cubicBezTo>
                  <a:cubicBezTo>
                    <a:pt x="17532" y="121358"/>
                    <a:pt x="14342" y="123450"/>
                    <a:pt x="10943" y="125750"/>
                  </a:cubicBezTo>
                  <a:cubicBezTo>
                    <a:pt x="5453" y="117750"/>
                    <a:pt x="2107" y="109123"/>
                    <a:pt x="748" y="99816"/>
                  </a:cubicBezTo>
                  <a:cubicBezTo>
                    <a:pt x="-4429" y="64208"/>
                    <a:pt x="17741" y="32575"/>
                    <a:pt x="52930" y="25045"/>
                  </a:cubicBezTo>
                  <a:cubicBezTo>
                    <a:pt x="58420" y="23895"/>
                    <a:pt x="59727" y="22222"/>
                    <a:pt x="59727" y="16627"/>
                  </a:cubicBezTo>
                  <a:cubicBezTo>
                    <a:pt x="59779" y="11189"/>
                    <a:pt x="59779" y="5699"/>
                    <a:pt x="597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5" name="Google Shape;905;p8"/>
            <p:cNvSpPr/>
            <p:nvPr/>
          </p:nvSpPr>
          <p:spPr>
            <a:xfrm>
              <a:off x="2791340" y="6358756"/>
              <a:ext cx="54842" cy="116547"/>
            </a:xfrm>
            <a:custGeom>
              <a:avLst/>
              <a:gdLst/>
              <a:ahLst/>
              <a:cxnLst/>
              <a:rect l="l" t="t" r="r" b="b"/>
              <a:pathLst>
                <a:path w="54842" h="116547" extrusionOk="0">
                  <a:moveTo>
                    <a:pt x="0" y="11033"/>
                  </a:moveTo>
                  <a:cubicBezTo>
                    <a:pt x="732" y="7216"/>
                    <a:pt x="1464" y="3608"/>
                    <a:pt x="2144" y="0"/>
                  </a:cubicBezTo>
                  <a:cubicBezTo>
                    <a:pt x="21385" y="366"/>
                    <a:pt x="45124" y="21961"/>
                    <a:pt x="52130" y="45281"/>
                  </a:cubicBezTo>
                  <a:cubicBezTo>
                    <a:pt x="60025" y="71581"/>
                    <a:pt x="50248" y="101489"/>
                    <a:pt x="28496" y="116548"/>
                  </a:cubicBezTo>
                  <a:cubicBezTo>
                    <a:pt x="26248" y="113567"/>
                    <a:pt x="23947" y="110535"/>
                    <a:pt x="21595" y="107345"/>
                  </a:cubicBezTo>
                  <a:cubicBezTo>
                    <a:pt x="38797" y="92705"/>
                    <a:pt x="46483" y="74561"/>
                    <a:pt x="41464" y="52392"/>
                  </a:cubicBezTo>
                  <a:cubicBezTo>
                    <a:pt x="36496" y="30379"/>
                    <a:pt x="22013" y="17150"/>
                    <a:pt x="0" y="1103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6" name="Google Shape;906;p8"/>
            <p:cNvSpPr/>
            <p:nvPr/>
          </p:nvSpPr>
          <p:spPr>
            <a:xfrm>
              <a:off x="2516572" y="6627092"/>
              <a:ext cx="15999" cy="15999"/>
            </a:xfrm>
            <a:custGeom>
              <a:avLst/>
              <a:gdLst/>
              <a:ahLst/>
              <a:cxnLst/>
              <a:rect l="l" t="t" r="r" b="b"/>
              <a:pathLst>
                <a:path w="15999" h="15999" extrusionOk="0">
                  <a:moveTo>
                    <a:pt x="0" y="8209"/>
                  </a:moveTo>
                  <a:cubicBezTo>
                    <a:pt x="3242" y="5229"/>
                    <a:pt x="6065" y="2614"/>
                    <a:pt x="8889" y="0"/>
                  </a:cubicBezTo>
                  <a:cubicBezTo>
                    <a:pt x="11346" y="2196"/>
                    <a:pt x="13490" y="4183"/>
                    <a:pt x="16000" y="6484"/>
                  </a:cubicBezTo>
                  <a:cubicBezTo>
                    <a:pt x="13699" y="9516"/>
                    <a:pt x="11451" y="12549"/>
                    <a:pt x="8836" y="16000"/>
                  </a:cubicBezTo>
                  <a:cubicBezTo>
                    <a:pt x="5908" y="13438"/>
                    <a:pt x="3190" y="11033"/>
                    <a:pt x="0" y="820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7" name="Google Shape;907;p8"/>
          <p:cNvGrpSpPr/>
          <p:nvPr/>
        </p:nvGrpSpPr>
        <p:grpSpPr>
          <a:xfrm>
            <a:off x="8360775" y="6348026"/>
            <a:ext cx="346443" cy="346144"/>
            <a:chOff x="6401236" y="6334616"/>
            <a:chExt cx="346443" cy="346144"/>
          </a:xfrm>
        </p:grpSpPr>
        <p:sp>
          <p:nvSpPr>
            <p:cNvPr id="908" name="Google Shape;908;p8"/>
            <p:cNvSpPr/>
            <p:nvPr/>
          </p:nvSpPr>
          <p:spPr>
            <a:xfrm>
              <a:off x="6401236" y="6334616"/>
              <a:ext cx="346443" cy="346144"/>
            </a:xfrm>
            <a:custGeom>
              <a:avLst/>
              <a:gdLst/>
              <a:ahLst/>
              <a:cxnLst/>
              <a:rect l="l" t="t" r="r" b="b"/>
              <a:pathLst>
                <a:path w="346443" h="346144" extrusionOk="0">
                  <a:moveTo>
                    <a:pt x="0" y="155947"/>
                  </a:moveTo>
                  <a:cubicBezTo>
                    <a:pt x="3696" y="155999"/>
                    <a:pt x="7443" y="155999"/>
                    <a:pt x="11139" y="156051"/>
                  </a:cubicBezTo>
                  <a:cubicBezTo>
                    <a:pt x="14210" y="156103"/>
                    <a:pt x="16344" y="154698"/>
                    <a:pt x="17489" y="151939"/>
                  </a:cubicBezTo>
                  <a:cubicBezTo>
                    <a:pt x="18635" y="149129"/>
                    <a:pt x="17958" y="146630"/>
                    <a:pt x="15876" y="144496"/>
                  </a:cubicBezTo>
                  <a:cubicBezTo>
                    <a:pt x="13325" y="141945"/>
                    <a:pt x="10671" y="139499"/>
                    <a:pt x="8224" y="137209"/>
                  </a:cubicBezTo>
                  <a:cubicBezTo>
                    <a:pt x="21549" y="123883"/>
                    <a:pt x="34614" y="110870"/>
                    <a:pt x="48044" y="97389"/>
                  </a:cubicBezTo>
                  <a:cubicBezTo>
                    <a:pt x="50178" y="99627"/>
                    <a:pt x="52572" y="102126"/>
                    <a:pt x="54967" y="104624"/>
                  </a:cubicBezTo>
                  <a:cubicBezTo>
                    <a:pt x="57205" y="106967"/>
                    <a:pt x="59755" y="108008"/>
                    <a:pt x="62879" y="106602"/>
                  </a:cubicBezTo>
                  <a:cubicBezTo>
                    <a:pt x="65950" y="105249"/>
                    <a:pt x="67095" y="102802"/>
                    <a:pt x="66991" y="99523"/>
                  </a:cubicBezTo>
                  <a:cubicBezTo>
                    <a:pt x="66887" y="96192"/>
                    <a:pt x="66991" y="92808"/>
                    <a:pt x="66991" y="89269"/>
                  </a:cubicBezTo>
                  <a:cubicBezTo>
                    <a:pt x="85729" y="89269"/>
                    <a:pt x="104156" y="89269"/>
                    <a:pt x="122946" y="89269"/>
                  </a:cubicBezTo>
                  <a:cubicBezTo>
                    <a:pt x="122946" y="92913"/>
                    <a:pt x="122998" y="96400"/>
                    <a:pt x="122946" y="99835"/>
                  </a:cubicBezTo>
                  <a:cubicBezTo>
                    <a:pt x="122894" y="102959"/>
                    <a:pt x="124039" y="105353"/>
                    <a:pt x="127006" y="106602"/>
                  </a:cubicBezTo>
                  <a:cubicBezTo>
                    <a:pt x="129973" y="107851"/>
                    <a:pt x="132524" y="107071"/>
                    <a:pt x="134710" y="104832"/>
                  </a:cubicBezTo>
                  <a:cubicBezTo>
                    <a:pt x="137156" y="102334"/>
                    <a:pt x="139551" y="99783"/>
                    <a:pt x="142049" y="97181"/>
                  </a:cubicBezTo>
                  <a:cubicBezTo>
                    <a:pt x="143194" y="98014"/>
                    <a:pt x="144027" y="98690"/>
                    <a:pt x="145329" y="99679"/>
                  </a:cubicBezTo>
                  <a:cubicBezTo>
                    <a:pt x="145329" y="92184"/>
                    <a:pt x="145329" y="85261"/>
                    <a:pt x="145329" y="77974"/>
                  </a:cubicBezTo>
                  <a:cubicBezTo>
                    <a:pt x="148139" y="77974"/>
                    <a:pt x="150586" y="77974"/>
                    <a:pt x="153032" y="77974"/>
                  </a:cubicBezTo>
                  <a:cubicBezTo>
                    <a:pt x="160111" y="77922"/>
                    <a:pt x="165525" y="75007"/>
                    <a:pt x="168335" y="68344"/>
                  </a:cubicBezTo>
                  <a:cubicBezTo>
                    <a:pt x="171146" y="61577"/>
                    <a:pt x="169585" y="55539"/>
                    <a:pt x="164379" y="50438"/>
                  </a:cubicBezTo>
                  <a:cubicBezTo>
                    <a:pt x="162610" y="48721"/>
                    <a:pt x="160684" y="47159"/>
                    <a:pt x="159018" y="45649"/>
                  </a:cubicBezTo>
                  <a:cubicBezTo>
                    <a:pt x="169897" y="34823"/>
                    <a:pt x="180359" y="24464"/>
                    <a:pt x="191446" y="13429"/>
                  </a:cubicBezTo>
                  <a:cubicBezTo>
                    <a:pt x="192748" y="14939"/>
                    <a:pt x="194205" y="16969"/>
                    <a:pt x="195923" y="18739"/>
                  </a:cubicBezTo>
                  <a:cubicBezTo>
                    <a:pt x="201284" y="24152"/>
                    <a:pt x="207478" y="25610"/>
                    <a:pt x="213777" y="22851"/>
                  </a:cubicBezTo>
                  <a:cubicBezTo>
                    <a:pt x="220491" y="19884"/>
                    <a:pt x="223666" y="14627"/>
                    <a:pt x="223458" y="7287"/>
                  </a:cubicBezTo>
                  <a:cubicBezTo>
                    <a:pt x="223406" y="4945"/>
                    <a:pt x="223458" y="2603"/>
                    <a:pt x="223458" y="0"/>
                  </a:cubicBezTo>
                  <a:cubicBezTo>
                    <a:pt x="238397" y="0"/>
                    <a:pt x="253076" y="0"/>
                    <a:pt x="268171" y="0"/>
                  </a:cubicBezTo>
                  <a:cubicBezTo>
                    <a:pt x="268171" y="2498"/>
                    <a:pt x="268171" y="4945"/>
                    <a:pt x="268171" y="7391"/>
                  </a:cubicBezTo>
                  <a:cubicBezTo>
                    <a:pt x="268223" y="14575"/>
                    <a:pt x="271138" y="20092"/>
                    <a:pt x="278008" y="22851"/>
                  </a:cubicBezTo>
                  <a:cubicBezTo>
                    <a:pt x="284827" y="25610"/>
                    <a:pt x="290813" y="23892"/>
                    <a:pt x="295862" y="18739"/>
                  </a:cubicBezTo>
                  <a:cubicBezTo>
                    <a:pt x="297528" y="17073"/>
                    <a:pt x="299089" y="15303"/>
                    <a:pt x="300391" y="13950"/>
                  </a:cubicBezTo>
                  <a:cubicBezTo>
                    <a:pt x="311061" y="24621"/>
                    <a:pt x="321472" y="35031"/>
                    <a:pt x="332351" y="45858"/>
                  </a:cubicBezTo>
                  <a:cubicBezTo>
                    <a:pt x="330841" y="47263"/>
                    <a:pt x="328811" y="48981"/>
                    <a:pt x="326937" y="50907"/>
                  </a:cubicBezTo>
                  <a:cubicBezTo>
                    <a:pt x="322148" y="55800"/>
                    <a:pt x="320691" y="61525"/>
                    <a:pt x="323241" y="67980"/>
                  </a:cubicBezTo>
                  <a:cubicBezTo>
                    <a:pt x="325792" y="74382"/>
                    <a:pt x="330737" y="77661"/>
                    <a:pt x="337556" y="78026"/>
                  </a:cubicBezTo>
                  <a:cubicBezTo>
                    <a:pt x="340366" y="78182"/>
                    <a:pt x="343177" y="78026"/>
                    <a:pt x="346196" y="78026"/>
                  </a:cubicBezTo>
                  <a:cubicBezTo>
                    <a:pt x="346196" y="92965"/>
                    <a:pt x="346196" y="107643"/>
                    <a:pt x="346196" y="122790"/>
                  </a:cubicBezTo>
                  <a:cubicBezTo>
                    <a:pt x="343438" y="122790"/>
                    <a:pt x="340783" y="122790"/>
                    <a:pt x="338076" y="122790"/>
                  </a:cubicBezTo>
                  <a:cubicBezTo>
                    <a:pt x="331049" y="122842"/>
                    <a:pt x="325948" y="126017"/>
                    <a:pt x="323293" y="132524"/>
                  </a:cubicBezTo>
                  <a:cubicBezTo>
                    <a:pt x="320639" y="139030"/>
                    <a:pt x="322044" y="144912"/>
                    <a:pt x="326989" y="149857"/>
                  </a:cubicBezTo>
                  <a:cubicBezTo>
                    <a:pt x="328811" y="151679"/>
                    <a:pt x="330789" y="153345"/>
                    <a:pt x="333392" y="155739"/>
                  </a:cubicBezTo>
                  <a:cubicBezTo>
                    <a:pt x="329175" y="159643"/>
                    <a:pt x="325376" y="163183"/>
                    <a:pt x="321576" y="166670"/>
                  </a:cubicBezTo>
                  <a:cubicBezTo>
                    <a:pt x="321732" y="166930"/>
                    <a:pt x="321888" y="167190"/>
                    <a:pt x="321992" y="167451"/>
                  </a:cubicBezTo>
                  <a:cubicBezTo>
                    <a:pt x="326104" y="167451"/>
                    <a:pt x="330216" y="167399"/>
                    <a:pt x="334381" y="167451"/>
                  </a:cubicBezTo>
                  <a:cubicBezTo>
                    <a:pt x="341876" y="167555"/>
                    <a:pt x="346404" y="171979"/>
                    <a:pt x="346404" y="179475"/>
                  </a:cubicBezTo>
                  <a:cubicBezTo>
                    <a:pt x="346457" y="204928"/>
                    <a:pt x="346457" y="230433"/>
                    <a:pt x="346404" y="255887"/>
                  </a:cubicBezTo>
                  <a:cubicBezTo>
                    <a:pt x="346404" y="263382"/>
                    <a:pt x="341928" y="267859"/>
                    <a:pt x="334381" y="267911"/>
                  </a:cubicBezTo>
                  <a:cubicBezTo>
                    <a:pt x="320170" y="267963"/>
                    <a:pt x="305960" y="267859"/>
                    <a:pt x="291750" y="267963"/>
                  </a:cubicBezTo>
                  <a:cubicBezTo>
                    <a:pt x="286649" y="268015"/>
                    <a:pt x="282901" y="265881"/>
                    <a:pt x="280195" y="261456"/>
                  </a:cubicBezTo>
                  <a:cubicBezTo>
                    <a:pt x="265932" y="270670"/>
                    <a:pt x="250473" y="276239"/>
                    <a:pt x="233504" y="278321"/>
                  </a:cubicBezTo>
                  <a:cubicBezTo>
                    <a:pt x="235014" y="283110"/>
                    <a:pt x="235066" y="287638"/>
                    <a:pt x="232932" y="291959"/>
                  </a:cubicBezTo>
                  <a:cubicBezTo>
                    <a:pt x="230745" y="296331"/>
                    <a:pt x="227206" y="299142"/>
                    <a:pt x="222521" y="300808"/>
                  </a:cubicBezTo>
                  <a:cubicBezTo>
                    <a:pt x="224291" y="307626"/>
                    <a:pt x="223562" y="313820"/>
                    <a:pt x="218409" y="319026"/>
                  </a:cubicBezTo>
                  <a:cubicBezTo>
                    <a:pt x="213360" y="324127"/>
                    <a:pt x="206906" y="324023"/>
                    <a:pt x="200399" y="323867"/>
                  </a:cubicBezTo>
                  <a:cubicBezTo>
                    <a:pt x="202585" y="333965"/>
                    <a:pt x="198994" y="342449"/>
                    <a:pt x="187386" y="346145"/>
                  </a:cubicBezTo>
                  <a:cubicBezTo>
                    <a:pt x="163911" y="346145"/>
                    <a:pt x="140488" y="346145"/>
                    <a:pt x="117012" y="346145"/>
                  </a:cubicBezTo>
                  <a:cubicBezTo>
                    <a:pt x="110506" y="344948"/>
                    <a:pt x="103947" y="344011"/>
                    <a:pt x="97545" y="342449"/>
                  </a:cubicBezTo>
                  <a:cubicBezTo>
                    <a:pt x="86354" y="339690"/>
                    <a:pt x="75996" y="334797"/>
                    <a:pt x="66314" y="328603"/>
                  </a:cubicBezTo>
                  <a:cubicBezTo>
                    <a:pt x="61577" y="334329"/>
                    <a:pt x="60328" y="334954"/>
                    <a:pt x="52937" y="334954"/>
                  </a:cubicBezTo>
                  <a:cubicBezTo>
                    <a:pt x="40080" y="334954"/>
                    <a:pt x="27275" y="334745"/>
                    <a:pt x="14470" y="335058"/>
                  </a:cubicBezTo>
                  <a:cubicBezTo>
                    <a:pt x="7600" y="335214"/>
                    <a:pt x="2655" y="333080"/>
                    <a:pt x="0" y="326573"/>
                  </a:cubicBezTo>
                  <a:cubicBezTo>
                    <a:pt x="0" y="298621"/>
                    <a:pt x="0" y="270670"/>
                    <a:pt x="0" y="242666"/>
                  </a:cubicBezTo>
                  <a:cubicBezTo>
                    <a:pt x="2134" y="238241"/>
                    <a:pt x="5205" y="235014"/>
                    <a:pt x="10567" y="234337"/>
                  </a:cubicBezTo>
                  <a:cubicBezTo>
                    <a:pt x="9630" y="233192"/>
                    <a:pt x="8953" y="232359"/>
                    <a:pt x="8068" y="231266"/>
                  </a:cubicBezTo>
                  <a:cubicBezTo>
                    <a:pt x="10775" y="228664"/>
                    <a:pt x="13377" y="226217"/>
                    <a:pt x="15928" y="223667"/>
                  </a:cubicBezTo>
                  <a:cubicBezTo>
                    <a:pt x="18010" y="221585"/>
                    <a:pt x="18739" y="219034"/>
                    <a:pt x="17489" y="216223"/>
                  </a:cubicBezTo>
                  <a:cubicBezTo>
                    <a:pt x="16292" y="213465"/>
                    <a:pt x="14158" y="212059"/>
                    <a:pt x="11139" y="212111"/>
                  </a:cubicBezTo>
                  <a:cubicBezTo>
                    <a:pt x="7443" y="212163"/>
                    <a:pt x="3696" y="212163"/>
                    <a:pt x="0" y="212215"/>
                  </a:cubicBezTo>
                  <a:cubicBezTo>
                    <a:pt x="0" y="193373"/>
                    <a:pt x="0" y="174634"/>
                    <a:pt x="0" y="155947"/>
                  </a:cubicBezTo>
                  <a:close/>
                  <a:moveTo>
                    <a:pt x="134137" y="290137"/>
                  </a:moveTo>
                  <a:cubicBezTo>
                    <a:pt x="135751" y="290137"/>
                    <a:pt x="137052" y="290137"/>
                    <a:pt x="138406" y="290137"/>
                  </a:cubicBezTo>
                  <a:cubicBezTo>
                    <a:pt x="164015" y="290137"/>
                    <a:pt x="189573" y="290137"/>
                    <a:pt x="215182" y="290137"/>
                  </a:cubicBezTo>
                  <a:cubicBezTo>
                    <a:pt x="216431" y="290137"/>
                    <a:pt x="217680" y="290189"/>
                    <a:pt x="218878" y="289981"/>
                  </a:cubicBezTo>
                  <a:cubicBezTo>
                    <a:pt x="221688" y="289460"/>
                    <a:pt x="223198" y="287638"/>
                    <a:pt x="223354" y="284828"/>
                  </a:cubicBezTo>
                  <a:cubicBezTo>
                    <a:pt x="223458" y="281809"/>
                    <a:pt x="221845" y="279935"/>
                    <a:pt x="219034" y="279206"/>
                  </a:cubicBezTo>
                  <a:cubicBezTo>
                    <a:pt x="217993" y="278946"/>
                    <a:pt x="216796" y="279102"/>
                    <a:pt x="215650" y="279102"/>
                  </a:cubicBezTo>
                  <a:cubicBezTo>
                    <a:pt x="189833" y="279102"/>
                    <a:pt x="164015" y="279102"/>
                    <a:pt x="138197" y="279102"/>
                  </a:cubicBezTo>
                  <a:cubicBezTo>
                    <a:pt x="136896" y="279102"/>
                    <a:pt x="135595" y="279102"/>
                    <a:pt x="134241" y="279102"/>
                  </a:cubicBezTo>
                  <a:cubicBezTo>
                    <a:pt x="134241" y="275146"/>
                    <a:pt x="134241" y="271711"/>
                    <a:pt x="134241" y="267859"/>
                  </a:cubicBezTo>
                  <a:cubicBezTo>
                    <a:pt x="135751" y="267859"/>
                    <a:pt x="137052" y="267859"/>
                    <a:pt x="138354" y="267859"/>
                  </a:cubicBezTo>
                  <a:cubicBezTo>
                    <a:pt x="160111" y="267859"/>
                    <a:pt x="181869" y="267859"/>
                    <a:pt x="203626" y="267859"/>
                  </a:cubicBezTo>
                  <a:cubicBezTo>
                    <a:pt x="204980" y="267859"/>
                    <a:pt x="206333" y="267911"/>
                    <a:pt x="207687" y="267703"/>
                  </a:cubicBezTo>
                  <a:cubicBezTo>
                    <a:pt x="210653" y="267182"/>
                    <a:pt x="212267" y="265152"/>
                    <a:pt x="212267" y="262289"/>
                  </a:cubicBezTo>
                  <a:cubicBezTo>
                    <a:pt x="212267" y="259374"/>
                    <a:pt x="210549" y="257448"/>
                    <a:pt x="207634" y="256876"/>
                  </a:cubicBezTo>
                  <a:cubicBezTo>
                    <a:pt x="206541" y="256668"/>
                    <a:pt x="205396" y="256772"/>
                    <a:pt x="204251" y="256772"/>
                  </a:cubicBezTo>
                  <a:cubicBezTo>
                    <a:pt x="182285" y="256772"/>
                    <a:pt x="160267" y="256772"/>
                    <a:pt x="138302" y="256772"/>
                  </a:cubicBezTo>
                  <a:cubicBezTo>
                    <a:pt x="137000" y="256772"/>
                    <a:pt x="135699" y="256772"/>
                    <a:pt x="134346" y="256772"/>
                  </a:cubicBezTo>
                  <a:cubicBezTo>
                    <a:pt x="134346" y="252816"/>
                    <a:pt x="134346" y="249276"/>
                    <a:pt x="134346" y="245476"/>
                  </a:cubicBezTo>
                  <a:cubicBezTo>
                    <a:pt x="135855" y="245476"/>
                    <a:pt x="137052" y="245476"/>
                    <a:pt x="138302" y="245476"/>
                  </a:cubicBezTo>
                  <a:cubicBezTo>
                    <a:pt x="144496" y="245476"/>
                    <a:pt x="150690" y="245581"/>
                    <a:pt x="156884" y="245424"/>
                  </a:cubicBezTo>
                  <a:cubicBezTo>
                    <a:pt x="163078" y="245268"/>
                    <a:pt x="167451" y="240584"/>
                    <a:pt x="167242" y="234702"/>
                  </a:cubicBezTo>
                  <a:cubicBezTo>
                    <a:pt x="150482" y="234702"/>
                    <a:pt x="133617" y="234025"/>
                    <a:pt x="116908" y="234858"/>
                  </a:cubicBezTo>
                  <a:cubicBezTo>
                    <a:pt x="99575" y="235743"/>
                    <a:pt x="83803" y="242145"/>
                    <a:pt x="69541" y="252087"/>
                  </a:cubicBezTo>
                  <a:cubicBezTo>
                    <a:pt x="67719" y="253388"/>
                    <a:pt x="66939" y="254742"/>
                    <a:pt x="66939" y="257084"/>
                  </a:cubicBezTo>
                  <a:cubicBezTo>
                    <a:pt x="67043" y="275562"/>
                    <a:pt x="66939" y="294041"/>
                    <a:pt x="67095" y="312571"/>
                  </a:cubicBezTo>
                  <a:cubicBezTo>
                    <a:pt x="67095" y="313977"/>
                    <a:pt x="67928" y="315903"/>
                    <a:pt x="69021" y="316683"/>
                  </a:cubicBezTo>
                  <a:cubicBezTo>
                    <a:pt x="83907" y="327458"/>
                    <a:pt x="100512" y="333913"/>
                    <a:pt x="118834" y="334589"/>
                  </a:cubicBezTo>
                  <a:cubicBezTo>
                    <a:pt x="136844" y="335266"/>
                    <a:pt x="154906" y="334901"/>
                    <a:pt x="172968" y="334954"/>
                  </a:cubicBezTo>
                  <a:cubicBezTo>
                    <a:pt x="176560" y="334954"/>
                    <a:pt x="180203" y="335266"/>
                    <a:pt x="183795" y="334797"/>
                  </a:cubicBezTo>
                  <a:cubicBezTo>
                    <a:pt x="185669" y="334589"/>
                    <a:pt x="188063" y="333496"/>
                    <a:pt x="189104" y="331987"/>
                  </a:cubicBezTo>
                  <a:cubicBezTo>
                    <a:pt x="191759" y="328239"/>
                    <a:pt x="188584" y="323814"/>
                    <a:pt x="183430" y="323814"/>
                  </a:cubicBezTo>
                  <a:cubicBezTo>
                    <a:pt x="168231" y="323762"/>
                    <a:pt x="152980" y="323814"/>
                    <a:pt x="137781" y="323814"/>
                  </a:cubicBezTo>
                  <a:cubicBezTo>
                    <a:pt x="136584" y="323814"/>
                    <a:pt x="135439" y="323814"/>
                    <a:pt x="134294" y="323814"/>
                  </a:cubicBezTo>
                  <a:cubicBezTo>
                    <a:pt x="134294" y="319806"/>
                    <a:pt x="134294" y="316371"/>
                    <a:pt x="134294" y="312623"/>
                  </a:cubicBezTo>
                  <a:cubicBezTo>
                    <a:pt x="135855" y="312623"/>
                    <a:pt x="137156" y="312623"/>
                    <a:pt x="138510" y="312623"/>
                  </a:cubicBezTo>
                  <a:cubicBezTo>
                    <a:pt x="160267" y="312623"/>
                    <a:pt x="182025" y="312623"/>
                    <a:pt x="203783" y="312623"/>
                  </a:cubicBezTo>
                  <a:cubicBezTo>
                    <a:pt x="205136" y="312623"/>
                    <a:pt x="206489" y="312623"/>
                    <a:pt x="207843" y="312415"/>
                  </a:cubicBezTo>
                  <a:cubicBezTo>
                    <a:pt x="210706" y="311895"/>
                    <a:pt x="212215" y="309917"/>
                    <a:pt x="212267" y="307210"/>
                  </a:cubicBezTo>
                  <a:cubicBezTo>
                    <a:pt x="212371" y="304295"/>
                    <a:pt x="210706" y="302317"/>
                    <a:pt x="207843" y="301640"/>
                  </a:cubicBezTo>
                  <a:cubicBezTo>
                    <a:pt x="206750" y="301380"/>
                    <a:pt x="205604" y="301484"/>
                    <a:pt x="204459" y="301484"/>
                  </a:cubicBezTo>
                  <a:cubicBezTo>
                    <a:pt x="182337" y="301484"/>
                    <a:pt x="160267" y="301484"/>
                    <a:pt x="138145" y="301484"/>
                  </a:cubicBezTo>
                  <a:cubicBezTo>
                    <a:pt x="136844" y="301484"/>
                    <a:pt x="135543" y="301484"/>
                    <a:pt x="134137" y="301484"/>
                  </a:cubicBezTo>
                  <a:cubicBezTo>
                    <a:pt x="134137" y="297476"/>
                    <a:pt x="134137" y="294093"/>
                    <a:pt x="134137" y="290137"/>
                  </a:cubicBezTo>
                  <a:close/>
                  <a:moveTo>
                    <a:pt x="174842" y="155791"/>
                  </a:moveTo>
                  <a:cubicBezTo>
                    <a:pt x="175414" y="156103"/>
                    <a:pt x="175675" y="156416"/>
                    <a:pt x="175987" y="156416"/>
                  </a:cubicBezTo>
                  <a:cubicBezTo>
                    <a:pt x="190614" y="156312"/>
                    <a:pt x="205292" y="156103"/>
                    <a:pt x="219919" y="156051"/>
                  </a:cubicBezTo>
                  <a:cubicBezTo>
                    <a:pt x="241052" y="156051"/>
                    <a:pt x="260623" y="161465"/>
                    <a:pt x="278581" y="172708"/>
                  </a:cubicBezTo>
                  <a:cubicBezTo>
                    <a:pt x="279102" y="173020"/>
                    <a:pt x="279726" y="173281"/>
                    <a:pt x="280403" y="173593"/>
                  </a:cubicBezTo>
                  <a:cubicBezTo>
                    <a:pt x="283162" y="168648"/>
                    <a:pt x="287378" y="166982"/>
                    <a:pt x="292687" y="167295"/>
                  </a:cubicBezTo>
                  <a:cubicBezTo>
                    <a:pt x="296070" y="167451"/>
                    <a:pt x="299454" y="167347"/>
                    <a:pt x="302837" y="167295"/>
                  </a:cubicBezTo>
                  <a:cubicBezTo>
                    <a:pt x="303826" y="167295"/>
                    <a:pt x="305075" y="167243"/>
                    <a:pt x="305700" y="166670"/>
                  </a:cubicBezTo>
                  <a:cubicBezTo>
                    <a:pt x="309552" y="163078"/>
                    <a:pt x="313247" y="159331"/>
                    <a:pt x="316891" y="155739"/>
                  </a:cubicBezTo>
                  <a:cubicBezTo>
                    <a:pt x="304815" y="136063"/>
                    <a:pt x="311842" y="117689"/>
                    <a:pt x="333287" y="111703"/>
                  </a:cubicBezTo>
                  <a:cubicBezTo>
                    <a:pt x="334068" y="111495"/>
                    <a:pt x="335109" y="110298"/>
                    <a:pt x="335109" y="109517"/>
                  </a:cubicBezTo>
                  <a:cubicBezTo>
                    <a:pt x="335265" y="102802"/>
                    <a:pt x="335213" y="96036"/>
                    <a:pt x="335213" y="89061"/>
                  </a:cubicBezTo>
                  <a:cubicBezTo>
                    <a:pt x="324647" y="87447"/>
                    <a:pt x="316943" y="82190"/>
                    <a:pt x="312935" y="72352"/>
                  </a:cubicBezTo>
                  <a:cubicBezTo>
                    <a:pt x="308979" y="62566"/>
                    <a:pt x="310593" y="53405"/>
                    <a:pt x="316371" y="45597"/>
                  </a:cubicBezTo>
                  <a:cubicBezTo>
                    <a:pt x="310905" y="40132"/>
                    <a:pt x="305700" y="34927"/>
                    <a:pt x="300443" y="29617"/>
                  </a:cubicBezTo>
                  <a:cubicBezTo>
                    <a:pt x="292427" y="35499"/>
                    <a:pt x="283370" y="37061"/>
                    <a:pt x="273688" y="33105"/>
                  </a:cubicBezTo>
                  <a:cubicBezTo>
                    <a:pt x="263902" y="29097"/>
                    <a:pt x="258645" y="21393"/>
                    <a:pt x="256927" y="10879"/>
                  </a:cubicBezTo>
                  <a:cubicBezTo>
                    <a:pt x="249953" y="10879"/>
                    <a:pt x="243238" y="10775"/>
                    <a:pt x="236471" y="10983"/>
                  </a:cubicBezTo>
                  <a:cubicBezTo>
                    <a:pt x="235690" y="10983"/>
                    <a:pt x="234389" y="12492"/>
                    <a:pt x="234181" y="13481"/>
                  </a:cubicBezTo>
                  <a:cubicBezTo>
                    <a:pt x="230017" y="32689"/>
                    <a:pt x="208728" y="41381"/>
                    <a:pt x="192435" y="30450"/>
                  </a:cubicBezTo>
                  <a:cubicBezTo>
                    <a:pt x="191811" y="30034"/>
                    <a:pt x="191134" y="29670"/>
                    <a:pt x="191030" y="29617"/>
                  </a:cubicBezTo>
                  <a:cubicBezTo>
                    <a:pt x="185617" y="34979"/>
                    <a:pt x="180463" y="40132"/>
                    <a:pt x="175102" y="45441"/>
                  </a:cubicBezTo>
                  <a:cubicBezTo>
                    <a:pt x="181140" y="53613"/>
                    <a:pt x="182650" y="62775"/>
                    <a:pt x="178590" y="72508"/>
                  </a:cubicBezTo>
                  <a:cubicBezTo>
                    <a:pt x="174530" y="82294"/>
                    <a:pt x="166774" y="87499"/>
                    <a:pt x="156520" y="89061"/>
                  </a:cubicBezTo>
                  <a:cubicBezTo>
                    <a:pt x="156520" y="96608"/>
                    <a:pt x="156520" y="103895"/>
                    <a:pt x="156520" y="111131"/>
                  </a:cubicBezTo>
                  <a:cubicBezTo>
                    <a:pt x="177705" y="113837"/>
                    <a:pt x="188219" y="138198"/>
                    <a:pt x="174842" y="155791"/>
                  </a:cubicBezTo>
                  <a:close/>
                  <a:moveTo>
                    <a:pt x="11347" y="200660"/>
                  </a:moveTo>
                  <a:cubicBezTo>
                    <a:pt x="19259" y="201336"/>
                    <a:pt x="24985" y="204772"/>
                    <a:pt x="27900" y="212059"/>
                  </a:cubicBezTo>
                  <a:cubicBezTo>
                    <a:pt x="30763" y="219242"/>
                    <a:pt x="29045" y="225697"/>
                    <a:pt x="23371" y="232307"/>
                  </a:cubicBezTo>
                  <a:cubicBezTo>
                    <a:pt x="25974" y="233140"/>
                    <a:pt x="27952" y="234285"/>
                    <a:pt x="29878" y="234337"/>
                  </a:cubicBezTo>
                  <a:cubicBezTo>
                    <a:pt x="37529" y="234546"/>
                    <a:pt x="45233" y="234598"/>
                    <a:pt x="52885" y="234337"/>
                  </a:cubicBezTo>
                  <a:cubicBezTo>
                    <a:pt x="58506" y="234181"/>
                    <a:pt x="63139" y="235430"/>
                    <a:pt x="66002" y="240688"/>
                  </a:cubicBezTo>
                  <a:cubicBezTo>
                    <a:pt x="71051" y="237929"/>
                    <a:pt x="75839" y="235274"/>
                    <a:pt x="80888" y="232463"/>
                  </a:cubicBezTo>
                  <a:cubicBezTo>
                    <a:pt x="52364" y="222730"/>
                    <a:pt x="42006" y="197068"/>
                    <a:pt x="45233" y="176039"/>
                  </a:cubicBezTo>
                  <a:cubicBezTo>
                    <a:pt x="48668" y="153709"/>
                    <a:pt x="67303" y="136220"/>
                    <a:pt x="91247" y="133929"/>
                  </a:cubicBezTo>
                  <a:cubicBezTo>
                    <a:pt x="102021" y="132888"/>
                    <a:pt x="112119" y="135491"/>
                    <a:pt x="121229" y="141269"/>
                  </a:cubicBezTo>
                  <a:cubicBezTo>
                    <a:pt x="134866" y="149857"/>
                    <a:pt x="142674" y="162402"/>
                    <a:pt x="145016" y="178434"/>
                  </a:cubicBezTo>
                  <a:cubicBezTo>
                    <a:pt x="149493" y="178434"/>
                    <a:pt x="153657" y="178434"/>
                    <a:pt x="157821" y="178434"/>
                  </a:cubicBezTo>
                  <a:cubicBezTo>
                    <a:pt x="161933" y="178434"/>
                    <a:pt x="165993" y="178434"/>
                    <a:pt x="170209" y="178434"/>
                  </a:cubicBezTo>
                  <a:cubicBezTo>
                    <a:pt x="169324" y="175623"/>
                    <a:pt x="167711" y="173176"/>
                    <a:pt x="168023" y="170990"/>
                  </a:cubicBezTo>
                  <a:cubicBezTo>
                    <a:pt x="168804" y="164744"/>
                    <a:pt x="164952" y="161361"/>
                    <a:pt x="161100" y="157769"/>
                  </a:cubicBezTo>
                  <a:cubicBezTo>
                    <a:pt x="160371" y="157092"/>
                    <a:pt x="159747" y="156364"/>
                    <a:pt x="158758" y="155219"/>
                  </a:cubicBezTo>
                  <a:cubicBezTo>
                    <a:pt x="160892" y="153293"/>
                    <a:pt x="162974" y="151575"/>
                    <a:pt x="164848" y="149597"/>
                  </a:cubicBezTo>
                  <a:cubicBezTo>
                    <a:pt x="169585" y="144704"/>
                    <a:pt x="171094" y="138926"/>
                    <a:pt x="168440" y="132524"/>
                  </a:cubicBezTo>
                  <a:cubicBezTo>
                    <a:pt x="165785" y="126017"/>
                    <a:pt x="160788" y="122738"/>
                    <a:pt x="153709" y="122686"/>
                  </a:cubicBezTo>
                  <a:cubicBezTo>
                    <a:pt x="151054" y="122686"/>
                    <a:pt x="148348" y="122686"/>
                    <a:pt x="145693" y="122686"/>
                  </a:cubicBezTo>
                  <a:cubicBezTo>
                    <a:pt x="144704" y="119251"/>
                    <a:pt x="146786" y="115035"/>
                    <a:pt x="142101" y="113369"/>
                  </a:cubicBezTo>
                  <a:cubicBezTo>
                    <a:pt x="136376" y="118366"/>
                    <a:pt x="129817" y="119823"/>
                    <a:pt x="122686" y="116856"/>
                  </a:cubicBezTo>
                  <a:cubicBezTo>
                    <a:pt x="115555" y="113889"/>
                    <a:pt x="112276" y="108008"/>
                    <a:pt x="111547" y="100356"/>
                  </a:cubicBezTo>
                  <a:cubicBezTo>
                    <a:pt x="101032" y="100356"/>
                    <a:pt x="90778" y="100356"/>
                    <a:pt x="80524" y="100356"/>
                  </a:cubicBezTo>
                  <a:cubicBezTo>
                    <a:pt x="79847" y="100356"/>
                    <a:pt x="79223" y="100512"/>
                    <a:pt x="78598" y="100564"/>
                  </a:cubicBezTo>
                  <a:cubicBezTo>
                    <a:pt x="77401" y="116596"/>
                    <a:pt x="59860" y="123883"/>
                    <a:pt x="47367" y="113161"/>
                  </a:cubicBezTo>
                  <a:cubicBezTo>
                    <a:pt x="40392" y="120136"/>
                    <a:pt x="33365" y="127163"/>
                    <a:pt x="26390" y="134138"/>
                  </a:cubicBezTo>
                  <a:cubicBezTo>
                    <a:pt x="25609" y="134918"/>
                    <a:pt x="24881" y="135751"/>
                    <a:pt x="23996" y="136688"/>
                  </a:cubicBezTo>
                  <a:cubicBezTo>
                    <a:pt x="29149" y="142518"/>
                    <a:pt x="30763" y="149024"/>
                    <a:pt x="27848" y="156208"/>
                  </a:cubicBezTo>
                  <a:cubicBezTo>
                    <a:pt x="24881" y="163495"/>
                    <a:pt x="18843" y="166774"/>
                    <a:pt x="11399" y="167555"/>
                  </a:cubicBezTo>
                  <a:cubicBezTo>
                    <a:pt x="11347" y="178694"/>
                    <a:pt x="11347" y="189521"/>
                    <a:pt x="11347" y="200660"/>
                  </a:cubicBezTo>
                  <a:close/>
                  <a:moveTo>
                    <a:pt x="222782" y="267390"/>
                  </a:moveTo>
                  <a:cubicBezTo>
                    <a:pt x="223250" y="267494"/>
                    <a:pt x="223718" y="267651"/>
                    <a:pt x="224135" y="267598"/>
                  </a:cubicBezTo>
                  <a:cubicBezTo>
                    <a:pt x="243967" y="267026"/>
                    <a:pt x="261872" y="260780"/>
                    <a:pt x="277904" y="249120"/>
                  </a:cubicBezTo>
                  <a:cubicBezTo>
                    <a:pt x="278841" y="248443"/>
                    <a:pt x="279310" y="246674"/>
                    <a:pt x="279310" y="245424"/>
                  </a:cubicBezTo>
                  <a:cubicBezTo>
                    <a:pt x="279414" y="226842"/>
                    <a:pt x="279362" y="208207"/>
                    <a:pt x="279414" y="189625"/>
                  </a:cubicBezTo>
                  <a:cubicBezTo>
                    <a:pt x="279414" y="187595"/>
                    <a:pt x="278841" y="186346"/>
                    <a:pt x="277176" y="185200"/>
                  </a:cubicBezTo>
                  <a:cubicBezTo>
                    <a:pt x="261144" y="174061"/>
                    <a:pt x="243446" y="167763"/>
                    <a:pt x="223823" y="167399"/>
                  </a:cubicBezTo>
                  <a:cubicBezTo>
                    <a:pt x="209717" y="167138"/>
                    <a:pt x="195663" y="167295"/>
                    <a:pt x="181557" y="167295"/>
                  </a:cubicBezTo>
                  <a:cubicBezTo>
                    <a:pt x="180672" y="167295"/>
                    <a:pt x="179839" y="167451"/>
                    <a:pt x="178954" y="167503"/>
                  </a:cubicBezTo>
                  <a:cubicBezTo>
                    <a:pt x="179474" y="174061"/>
                    <a:pt x="183587" y="178173"/>
                    <a:pt x="189833" y="178278"/>
                  </a:cubicBezTo>
                  <a:cubicBezTo>
                    <a:pt x="195142" y="178382"/>
                    <a:pt x="200451" y="178382"/>
                    <a:pt x="205709" y="178278"/>
                  </a:cubicBezTo>
                  <a:cubicBezTo>
                    <a:pt x="215650" y="178121"/>
                    <a:pt x="223094" y="182181"/>
                    <a:pt x="227779" y="191030"/>
                  </a:cubicBezTo>
                  <a:cubicBezTo>
                    <a:pt x="230433" y="195975"/>
                    <a:pt x="234545" y="199098"/>
                    <a:pt x="240063" y="200243"/>
                  </a:cubicBezTo>
                  <a:cubicBezTo>
                    <a:pt x="241780" y="200608"/>
                    <a:pt x="243602" y="200608"/>
                    <a:pt x="245580" y="200764"/>
                  </a:cubicBezTo>
                  <a:cubicBezTo>
                    <a:pt x="245580" y="204460"/>
                    <a:pt x="245580" y="207999"/>
                    <a:pt x="245580" y="211747"/>
                  </a:cubicBezTo>
                  <a:cubicBezTo>
                    <a:pt x="236575" y="212111"/>
                    <a:pt x="229132" y="209092"/>
                    <a:pt x="222677" y="202950"/>
                  </a:cubicBezTo>
                  <a:cubicBezTo>
                    <a:pt x="217680" y="207687"/>
                    <a:pt x="213933" y="213152"/>
                    <a:pt x="213256" y="219815"/>
                  </a:cubicBezTo>
                  <a:cubicBezTo>
                    <a:pt x="212423" y="228195"/>
                    <a:pt x="212631" y="236680"/>
                    <a:pt x="212475" y="245112"/>
                  </a:cubicBezTo>
                  <a:cubicBezTo>
                    <a:pt x="212475" y="245685"/>
                    <a:pt x="213048" y="246570"/>
                    <a:pt x="213620" y="246882"/>
                  </a:cubicBezTo>
                  <a:cubicBezTo>
                    <a:pt x="221949" y="251358"/>
                    <a:pt x="224655" y="258281"/>
                    <a:pt x="222782" y="267390"/>
                  </a:cubicBezTo>
                  <a:close/>
                  <a:moveTo>
                    <a:pt x="55695" y="245424"/>
                  </a:moveTo>
                  <a:cubicBezTo>
                    <a:pt x="41850" y="245424"/>
                    <a:pt x="28420" y="245528"/>
                    <a:pt x="15043" y="245372"/>
                  </a:cubicBezTo>
                  <a:cubicBezTo>
                    <a:pt x="11868" y="245320"/>
                    <a:pt x="11087" y="246309"/>
                    <a:pt x="11139" y="249328"/>
                  </a:cubicBezTo>
                  <a:cubicBezTo>
                    <a:pt x="11243" y="272856"/>
                    <a:pt x="11191" y="296435"/>
                    <a:pt x="11191" y="319963"/>
                  </a:cubicBezTo>
                  <a:cubicBezTo>
                    <a:pt x="11191" y="321160"/>
                    <a:pt x="11295" y="322357"/>
                    <a:pt x="11399" y="323554"/>
                  </a:cubicBezTo>
                  <a:cubicBezTo>
                    <a:pt x="26338" y="323554"/>
                    <a:pt x="40965" y="323554"/>
                    <a:pt x="55747" y="323554"/>
                  </a:cubicBezTo>
                  <a:cubicBezTo>
                    <a:pt x="55695" y="297528"/>
                    <a:pt x="55695" y="271659"/>
                    <a:pt x="55695" y="245424"/>
                  </a:cubicBezTo>
                  <a:close/>
                  <a:moveTo>
                    <a:pt x="335005" y="178642"/>
                  </a:moveTo>
                  <a:cubicBezTo>
                    <a:pt x="319962" y="178642"/>
                    <a:pt x="305388" y="178642"/>
                    <a:pt x="290657" y="178642"/>
                  </a:cubicBezTo>
                  <a:cubicBezTo>
                    <a:pt x="290657" y="204720"/>
                    <a:pt x="290657" y="230590"/>
                    <a:pt x="290657" y="256407"/>
                  </a:cubicBezTo>
                  <a:cubicBezTo>
                    <a:pt x="305544" y="256407"/>
                    <a:pt x="320222" y="256407"/>
                    <a:pt x="335005" y="256407"/>
                  </a:cubicBezTo>
                  <a:cubicBezTo>
                    <a:pt x="335005" y="230381"/>
                    <a:pt x="335005" y="204616"/>
                    <a:pt x="335005" y="178642"/>
                  </a:cubicBezTo>
                  <a:close/>
                  <a:moveTo>
                    <a:pt x="133669" y="179319"/>
                  </a:moveTo>
                  <a:cubicBezTo>
                    <a:pt x="130702" y="158498"/>
                    <a:pt x="113993" y="144184"/>
                    <a:pt x="93329" y="145121"/>
                  </a:cubicBezTo>
                  <a:cubicBezTo>
                    <a:pt x="76776" y="145901"/>
                    <a:pt x="64909" y="154282"/>
                    <a:pt x="58818" y="169585"/>
                  </a:cubicBezTo>
                  <a:cubicBezTo>
                    <a:pt x="52624" y="185148"/>
                    <a:pt x="55747" y="199567"/>
                    <a:pt x="67459" y="211643"/>
                  </a:cubicBezTo>
                  <a:cubicBezTo>
                    <a:pt x="78286" y="222834"/>
                    <a:pt x="94994" y="226061"/>
                    <a:pt x="109257" y="220387"/>
                  </a:cubicBezTo>
                  <a:cubicBezTo>
                    <a:pt x="111131" y="219659"/>
                    <a:pt x="111651" y="218722"/>
                    <a:pt x="111807" y="216744"/>
                  </a:cubicBezTo>
                  <a:cubicBezTo>
                    <a:pt x="112224" y="210133"/>
                    <a:pt x="115555" y="205344"/>
                    <a:pt x="121541" y="202430"/>
                  </a:cubicBezTo>
                  <a:cubicBezTo>
                    <a:pt x="122322" y="202065"/>
                    <a:pt x="123050" y="201649"/>
                    <a:pt x="123779" y="201284"/>
                  </a:cubicBezTo>
                  <a:cubicBezTo>
                    <a:pt x="121749" y="190145"/>
                    <a:pt x="123831" y="185513"/>
                    <a:pt x="133669" y="179319"/>
                  </a:cubicBezTo>
                  <a:close/>
                  <a:moveTo>
                    <a:pt x="203418" y="212007"/>
                  </a:moveTo>
                  <a:cubicBezTo>
                    <a:pt x="202013" y="212007"/>
                    <a:pt x="200920" y="212007"/>
                    <a:pt x="199775" y="212007"/>
                  </a:cubicBezTo>
                  <a:cubicBezTo>
                    <a:pt x="176768" y="212007"/>
                    <a:pt x="153813" y="212007"/>
                    <a:pt x="130806" y="212007"/>
                  </a:cubicBezTo>
                  <a:cubicBezTo>
                    <a:pt x="129817" y="212007"/>
                    <a:pt x="128776" y="211955"/>
                    <a:pt x="127787" y="212059"/>
                  </a:cubicBezTo>
                  <a:cubicBezTo>
                    <a:pt x="124872" y="212424"/>
                    <a:pt x="122894" y="214714"/>
                    <a:pt x="122998" y="217629"/>
                  </a:cubicBezTo>
                  <a:cubicBezTo>
                    <a:pt x="123102" y="220648"/>
                    <a:pt x="124716" y="222417"/>
                    <a:pt x="127631" y="222938"/>
                  </a:cubicBezTo>
                  <a:cubicBezTo>
                    <a:pt x="128308" y="223042"/>
                    <a:pt x="128984" y="223042"/>
                    <a:pt x="129661" y="223042"/>
                  </a:cubicBezTo>
                  <a:cubicBezTo>
                    <a:pt x="152772" y="223042"/>
                    <a:pt x="175831" y="223042"/>
                    <a:pt x="198942" y="223042"/>
                  </a:cubicBezTo>
                  <a:cubicBezTo>
                    <a:pt x="199671" y="223042"/>
                    <a:pt x="200451" y="222834"/>
                    <a:pt x="201128" y="222782"/>
                  </a:cubicBezTo>
                  <a:cubicBezTo>
                    <a:pt x="201909" y="219190"/>
                    <a:pt x="202638" y="215807"/>
                    <a:pt x="203418" y="212007"/>
                  </a:cubicBezTo>
                  <a:close/>
                  <a:moveTo>
                    <a:pt x="216744" y="192748"/>
                  </a:moveTo>
                  <a:cubicBezTo>
                    <a:pt x="213256" y="191551"/>
                    <a:pt x="210497" y="189833"/>
                    <a:pt x="207739" y="189781"/>
                  </a:cubicBezTo>
                  <a:cubicBezTo>
                    <a:pt x="185200" y="189573"/>
                    <a:pt x="162662" y="189625"/>
                    <a:pt x="140123" y="189677"/>
                  </a:cubicBezTo>
                  <a:cubicBezTo>
                    <a:pt x="136532" y="189677"/>
                    <a:pt x="134085" y="191967"/>
                    <a:pt x="134085" y="195142"/>
                  </a:cubicBezTo>
                  <a:cubicBezTo>
                    <a:pt x="134085" y="198317"/>
                    <a:pt x="136480" y="200660"/>
                    <a:pt x="140071" y="200660"/>
                  </a:cubicBezTo>
                  <a:cubicBezTo>
                    <a:pt x="162610" y="200712"/>
                    <a:pt x="185148" y="200712"/>
                    <a:pt x="207687" y="200660"/>
                  </a:cubicBezTo>
                  <a:cubicBezTo>
                    <a:pt x="208623" y="200660"/>
                    <a:pt x="209769" y="200348"/>
                    <a:pt x="210393" y="199775"/>
                  </a:cubicBezTo>
                  <a:cubicBezTo>
                    <a:pt x="212319" y="197901"/>
                    <a:pt x="213985" y="195819"/>
                    <a:pt x="216744" y="192748"/>
                  </a:cubicBezTo>
                  <a:close/>
                  <a:moveTo>
                    <a:pt x="200920" y="234546"/>
                  </a:moveTo>
                  <a:cubicBezTo>
                    <a:pt x="193372" y="234546"/>
                    <a:pt x="186189" y="234546"/>
                    <a:pt x="179266" y="234546"/>
                  </a:cubicBezTo>
                  <a:cubicBezTo>
                    <a:pt x="178277" y="238241"/>
                    <a:pt x="177288" y="241729"/>
                    <a:pt x="176351" y="245112"/>
                  </a:cubicBezTo>
                  <a:cubicBezTo>
                    <a:pt x="184576" y="245112"/>
                    <a:pt x="192748" y="245112"/>
                    <a:pt x="200920" y="245112"/>
                  </a:cubicBezTo>
                  <a:cubicBezTo>
                    <a:pt x="200920" y="241468"/>
                    <a:pt x="200920" y="238137"/>
                    <a:pt x="200920" y="23454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9" name="Google Shape;909;p8"/>
            <p:cNvSpPr/>
            <p:nvPr/>
          </p:nvSpPr>
          <p:spPr>
            <a:xfrm>
              <a:off x="6434965" y="6368085"/>
              <a:ext cx="10774" cy="10670"/>
            </a:xfrm>
            <a:custGeom>
              <a:avLst/>
              <a:gdLst/>
              <a:ahLst/>
              <a:cxnLst/>
              <a:rect l="l" t="t" r="r" b="b"/>
              <a:pathLst>
                <a:path w="10774" h="10670" extrusionOk="0">
                  <a:moveTo>
                    <a:pt x="10775" y="10671"/>
                  </a:moveTo>
                  <a:cubicBezTo>
                    <a:pt x="7079" y="10671"/>
                    <a:pt x="3644" y="10671"/>
                    <a:pt x="0" y="10671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592" y="0"/>
                    <a:pt x="7079" y="0"/>
                    <a:pt x="10775" y="0"/>
                  </a:cubicBezTo>
                  <a:cubicBezTo>
                    <a:pt x="10775" y="3540"/>
                    <a:pt x="10775" y="6975"/>
                    <a:pt x="10775" y="106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0" name="Google Shape;910;p8"/>
            <p:cNvSpPr/>
            <p:nvPr/>
          </p:nvSpPr>
          <p:spPr>
            <a:xfrm>
              <a:off x="6457452" y="6367929"/>
              <a:ext cx="10566" cy="10826"/>
            </a:xfrm>
            <a:custGeom>
              <a:avLst/>
              <a:gdLst/>
              <a:ahLst/>
              <a:cxnLst/>
              <a:rect l="l" t="t" r="r" b="b"/>
              <a:pathLst>
                <a:path w="10566" h="10826" extrusionOk="0">
                  <a:moveTo>
                    <a:pt x="0" y="0"/>
                  </a:moveTo>
                  <a:cubicBezTo>
                    <a:pt x="3644" y="0"/>
                    <a:pt x="6975" y="0"/>
                    <a:pt x="10567" y="0"/>
                  </a:cubicBezTo>
                  <a:cubicBezTo>
                    <a:pt x="10567" y="3644"/>
                    <a:pt x="10567" y="7131"/>
                    <a:pt x="10567" y="10827"/>
                  </a:cubicBezTo>
                  <a:cubicBezTo>
                    <a:pt x="7027" y="10827"/>
                    <a:pt x="3644" y="10827"/>
                    <a:pt x="0" y="10827"/>
                  </a:cubicBezTo>
                  <a:cubicBezTo>
                    <a:pt x="0" y="7183"/>
                    <a:pt x="0" y="364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1" name="Google Shape;911;p8"/>
            <p:cNvSpPr/>
            <p:nvPr/>
          </p:nvSpPr>
          <p:spPr>
            <a:xfrm>
              <a:off x="6479730" y="6368033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extrusionOk="0">
                  <a:moveTo>
                    <a:pt x="10671" y="0"/>
                  </a:moveTo>
                  <a:cubicBezTo>
                    <a:pt x="10671" y="3696"/>
                    <a:pt x="10671" y="7131"/>
                    <a:pt x="10671" y="10723"/>
                  </a:cubicBezTo>
                  <a:cubicBezTo>
                    <a:pt x="7079" y="10723"/>
                    <a:pt x="3696" y="10723"/>
                    <a:pt x="0" y="10723"/>
                  </a:cubicBezTo>
                  <a:cubicBezTo>
                    <a:pt x="0" y="7183"/>
                    <a:pt x="0" y="3696"/>
                    <a:pt x="0" y="0"/>
                  </a:cubicBezTo>
                  <a:cubicBezTo>
                    <a:pt x="3540" y="0"/>
                    <a:pt x="6975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2" name="Google Shape;912;p8"/>
            <p:cNvSpPr/>
            <p:nvPr/>
          </p:nvSpPr>
          <p:spPr>
            <a:xfrm>
              <a:off x="6658475" y="6636256"/>
              <a:ext cx="10774" cy="10566"/>
            </a:xfrm>
            <a:custGeom>
              <a:avLst/>
              <a:gdLst/>
              <a:ahLst/>
              <a:cxnLst/>
              <a:rect l="l" t="t" r="r" b="b"/>
              <a:pathLst>
                <a:path w="10774" h="10566" extrusionOk="0">
                  <a:moveTo>
                    <a:pt x="10775" y="0"/>
                  </a:moveTo>
                  <a:cubicBezTo>
                    <a:pt x="10775" y="3592"/>
                    <a:pt x="10775" y="6975"/>
                    <a:pt x="10775" y="10567"/>
                  </a:cubicBezTo>
                  <a:cubicBezTo>
                    <a:pt x="7183" y="10567"/>
                    <a:pt x="3696" y="10567"/>
                    <a:pt x="0" y="10567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435" y="0"/>
                    <a:pt x="6975" y="0"/>
                    <a:pt x="107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3" name="Google Shape;913;p8"/>
            <p:cNvSpPr/>
            <p:nvPr/>
          </p:nvSpPr>
          <p:spPr>
            <a:xfrm>
              <a:off x="6680858" y="6636204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extrusionOk="0">
                  <a:moveTo>
                    <a:pt x="10671" y="0"/>
                  </a:moveTo>
                  <a:cubicBezTo>
                    <a:pt x="10671" y="3644"/>
                    <a:pt x="10671" y="7027"/>
                    <a:pt x="10671" y="10723"/>
                  </a:cubicBezTo>
                  <a:cubicBezTo>
                    <a:pt x="7079" y="10723"/>
                    <a:pt x="3644" y="10723"/>
                    <a:pt x="0" y="10723"/>
                  </a:cubicBezTo>
                  <a:cubicBezTo>
                    <a:pt x="0" y="7235"/>
                    <a:pt x="0" y="3748"/>
                    <a:pt x="0" y="0"/>
                  </a:cubicBezTo>
                  <a:cubicBezTo>
                    <a:pt x="3435" y="0"/>
                    <a:pt x="6871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4" name="Google Shape;914;p8"/>
            <p:cNvSpPr/>
            <p:nvPr/>
          </p:nvSpPr>
          <p:spPr>
            <a:xfrm>
              <a:off x="6703136" y="6636152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extrusionOk="0">
                  <a:moveTo>
                    <a:pt x="0" y="10723"/>
                  </a:moveTo>
                  <a:cubicBezTo>
                    <a:pt x="0" y="6975"/>
                    <a:pt x="0" y="3592"/>
                    <a:pt x="0" y="0"/>
                  </a:cubicBezTo>
                  <a:cubicBezTo>
                    <a:pt x="3592" y="0"/>
                    <a:pt x="7027" y="0"/>
                    <a:pt x="10671" y="0"/>
                  </a:cubicBezTo>
                  <a:cubicBezTo>
                    <a:pt x="10671" y="3540"/>
                    <a:pt x="10671" y="7027"/>
                    <a:pt x="10671" y="10723"/>
                  </a:cubicBezTo>
                  <a:cubicBezTo>
                    <a:pt x="7131" y="10723"/>
                    <a:pt x="3696" y="10723"/>
                    <a:pt x="0" y="1072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5" name="Google Shape;915;p8"/>
            <p:cNvSpPr/>
            <p:nvPr/>
          </p:nvSpPr>
          <p:spPr>
            <a:xfrm>
              <a:off x="6591224" y="6378912"/>
              <a:ext cx="111703" cy="111704"/>
            </a:xfrm>
            <a:custGeom>
              <a:avLst/>
              <a:gdLst/>
              <a:ahLst/>
              <a:cxnLst/>
              <a:rect l="l" t="t" r="r" b="b"/>
              <a:pathLst>
                <a:path w="111703" h="111704" extrusionOk="0">
                  <a:moveTo>
                    <a:pt x="0" y="55748"/>
                  </a:moveTo>
                  <a:cubicBezTo>
                    <a:pt x="52" y="24881"/>
                    <a:pt x="25141" y="-52"/>
                    <a:pt x="56060" y="0"/>
                  </a:cubicBezTo>
                  <a:cubicBezTo>
                    <a:pt x="86822" y="104"/>
                    <a:pt x="111807" y="25349"/>
                    <a:pt x="111703" y="56216"/>
                  </a:cubicBezTo>
                  <a:cubicBezTo>
                    <a:pt x="111599" y="86979"/>
                    <a:pt x="86354" y="111859"/>
                    <a:pt x="55435" y="111703"/>
                  </a:cubicBezTo>
                  <a:cubicBezTo>
                    <a:pt x="24725" y="111599"/>
                    <a:pt x="-52" y="86562"/>
                    <a:pt x="0" y="55748"/>
                  </a:cubicBezTo>
                  <a:close/>
                  <a:moveTo>
                    <a:pt x="100460" y="55904"/>
                  </a:moveTo>
                  <a:cubicBezTo>
                    <a:pt x="100408" y="31127"/>
                    <a:pt x="80472" y="11243"/>
                    <a:pt x="55695" y="11295"/>
                  </a:cubicBezTo>
                  <a:cubicBezTo>
                    <a:pt x="30971" y="11347"/>
                    <a:pt x="10931" y="31491"/>
                    <a:pt x="11087" y="56112"/>
                  </a:cubicBezTo>
                  <a:cubicBezTo>
                    <a:pt x="11191" y="80576"/>
                    <a:pt x="31335" y="100616"/>
                    <a:pt x="55748" y="100668"/>
                  </a:cubicBezTo>
                  <a:cubicBezTo>
                    <a:pt x="80368" y="100720"/>
                    <a:pt x="100512" y="80576"/>
                    <a:pt x="100460" y="559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6" name="Google Shape;916;p8"/>
            <p:cNvSpPr/>
            <p:nvPr/>
          </p:nvSpPr>
          <p:spPr>
            <a:xfrm>
              <a:off x="6591221" y="6378912"/>
              <a:ext cx="11038" cy="11139"/>
            </a:xfrm>
            <a:custGeom>
              <a:avLst/>
              <a:gdLst/>
              <a:ahLst/>
              <a:cxnLst/>
              <a:rect l="l" t="t" r="r" b="b"/>
              <a:pathLst>
                <a:path w="11038" h="11139" extrusionOk="0">
                  <a:moveTo>
                    <a:pt x="11038" y="5570"/>
                  </a:moveTo>
                  <a:cubicBezTo>
                    <a:pt x="11038" y="8693"/>
                    <a:pt x="8592" y="11191"/>
                    <a:pt x="5469" y="11139"/>
                  </a:cubicBezTo>
                  <a:cubicBezTo>
                    <a:pt x="2502" y="11087"/>
                    <a:pt x="107" y="8745"/>
                    <a:pt x="3" y="5778"/>
                  </a:cubicBezTo>
                  <a:cubicBezTo>
                    <a:pt x="-101" y="2655"/>
                    <a:pt x="2294" y="104"/>
                    <a:pt x="5365" y="0"/>
                  </a:cubicBezTo>
                  <a:cubicBezTo>
                    <a:pt x="8488" y="0"/>
                    <a:pt x="11038" y="2446"/>
                    <a:pt x="11038" y="557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7" name="Google Shape;917;p8"/>
            <p:cNvSpPr/>
            <p:nvPr/>
          </p:nvSpPr>
          <p:spPr>
            <a:xfrm>
              <a:off x="6641454" y="6356633"/>
              <a:ext cx="11140" cy="11088"/>
            </a:xfrm>
            <a:custGeom>
              <a:avLst/>
              <a:gdLst/>
              <a:ahLst/>
              <a:cxnLst/>
              <a:rect l="l" t="t" r="r" b="b"/>
              <a:pathLst>
                <a:path w="11140" h="11088" extrusionOk="0">
                  <a:moveTo>
                    <a:pt x="11140" y="5466"/>
                  </a:moveTo>
                  <a:cubicBezTo>
                    <a:pt x="11192" y="8485"/>
                    <a:pt x="8745" y="11036"/>
                    <a:pt x="5674" y="11088"/>
                  </a:cubicBezTo>
                  <a:cubicBezTo>
                    <a:pt x="2655" y="11140"/>
                    <a:pt x="53" y="8641"/>
                    <a:pt x="1" y="5622"/>
                  </a:cubicBezTo>
                  <a:cubicBezTo>
                    <a:pt x="-51" y="2655"/>
                    <a:pt x="2499" y="1"/>
                    <a:pt x="5518" y="1"/>
                  </a:cubicBezTo>
                  <a:cubicBezTo>
                    <a:pt x="8537" y="-51"/>
                    <a:pt x="11088" y="2447"/>
                    <a:pt x="11140" y="546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8" name="Google Shape;918;p8"/>
            <p:cNvSpPr/>
            <p:nvPr/>
          </p:nvSpPr>
          <p:spPr>
            <a:xfrm>
              <a:off x="6691781" y="6479632"/>
              <a:ext cx="11146" cy="10986"/>
            </a:xfrm>
            <a:custGeom>
              <a:avLst/>
              <a:gdLst/>
              <a:ahLst/>
              <a:cxnLst/>
              <a:rect l="l" t="t" r="r" b="b"/>
              <a:pathLst>
                <a:path w="11146" h="10986" extrusionOk="0">
                  <a:moveTo>
                    <a:pt x="11146" y="5622"/>
                  </a:moveTo>
                  <a:cubicBezTo>
                    <a:pt x="11094" y="8693"/>
                    <a:pt x="8492" y="11087"/>
                    <a:pt x="5368" y="10983"/>
                  </a:cubicBezTo>
                  <a:cubicBezTo>
                    <a:pt x="2297" y="10879"/>
                    <a:pt x="-149" y="8276"/>
                    <a:pt x="7" y="5205"/>
                  </a:cubicBezTo>
                  <a:cubicBezTo>
                    <a:pt x="163" y="2238"/>
                    <a:pt x="2610" y="0"/>
                    <a:pt x="5577" y="0"/>
                  </a:cubicBezTo>
                  <a:cubicBezTo>
                    <a:pt x="8752" y="0"/>
                    <a:pt x="11198" y="2498"/>
                    <a:pt x="11146" y="56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9" name="Google Shape;919;p8"/>
            <p:cNvSpPr/>
            <p:nvPr/>
          </p:nvSpPr>
          <p:spPr>
            <a:xfrm>
              <a:off x="6714170" y="6429245"/>
              <a:ext cx="11088" cy="11192"/>
            </a:xfrm>
            <a:custGeom>
              <a:avLst/>
              <a:gdLst/>
              <a:ahLst/>
              <a:cxnLst/>
              <a:rect l="l" t="t" r="r" b="b"/>
              <a:pathLst>
                <a:path w="11088" h="11192" extrusionOk="0">
                  <a:moveTo>
                    <a:pt x="11088" y="5518"/>
                  </a:moveTo>
                  <a:cubicBezTo>
                    <a:pt x="11140" y="8485"/>
                    <a:pt x="8589" y="11140"/>
                    <a:pt x="5622" y="11192"/>
                  </a:cubicBezTo>
                  <a:cubicBezTo>
                    <a:pt x="2603" y="11244"/>
                    <a:pt x="53" y="8745"/>
                    <a:pt x="1" y="5674"/>
                  </a:cubicBezTo>
                  <a:cubicBezTo>
                    <a:pt x="-51" y="2603"/>
                    <a:pt x="2395" y="53"/>
                    <a:pt x="5466" y="1"/>
                  </a:cubicBezTo>
                  <a:cubicBezTo>
                    <a:pt x="8433" y="-51"/>
                    <a:pt x="11036" y="2499"/>
                    <a:pt x="11088" y="55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0" name="Google Shape;920;p8"/>
            <p:cNvSpPr/>
            <p:nvPr/>
          </p:nvSpPr>
          <p:spPr>
            <a:xfrm>
              <a:off x="6691788" y="6378964"/>
              <a:ext cx="11140" cy="11139"/>
            </a:xfrm>
            <a:custGeom>
              <a:avLst/>
              <a:gdLst/>
              <a:ahLst/>
              <a:cxnLst/>
              <a:rect l="l" t="t" r="r" b="b"/>
              <a:pathLst>
                <a:path w="11140" h="11139" extrusionOk="0">
                  <a:moveTo>
                    <a:pt x="5466" y="11139"/>
                  </a:moveTo>
                  <a:cubicBezTo>
                    <a:pt x="2447" y="11087"/>
                    <a:pt x="-51" y="8537"/>
                    <a:pt x="1" y="5517"/>
                  </a:cubicBezTo>
                  <a:cubicBezTo>
                    <a:pt x="53" y="2498"/>
                    <a:pt x="2655" y="0"/>
                    <a:pt x="5622" y="0"/>
                  </a:cubicBezTo>
                  <a:cubicBezTo>
                    <a:pt x="8589" y="52"/>
                    <a:pt x="11192" y="2707"/>
                    <a:pt x="11140" y="5674"/>
                  </a:cubicBezTo>
                  <a:cubicBezTo>
                    <a:pt x="11088" y="8641"/>
                    <a:pt x="8485" y="11191"/>
                    <a:pt x="5466" y="1113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1" name="Google Shape;921;p8"/>
            <p:cNvSpPr/>
            <p:nvPr/>
          </p:nvSpPr>
          <p:spPr>
            <a:xfrm>
              <a:off x="6568934" y="6429226"/>
              <a:ext cx="10947" cy="11165"/>
            </a:xfrm>
            <a:custGeom>
              <a:avLst/>
              <a:gdLst/>
              <a:ahLst/>
              <a:cxnLst/>
              <a:rect l="l" t="t" r="r" b="b"/>
              <a:pathLst>
                <a:path w="10947" h="11165" extrusionOk="0">
                  <a:moveTo>
                    <a:pt x="5218" y="11159"/>
                  </a:moveTo>
                  <a:cubicBezTo>
                    <a:pt x="2147" y="11003"/>
                    <a:pt x="-195" y="8400"/>
                    <a:pt x="13" y="5225"/>
                  </a:cubicBezTo>
                  <a:cubicBezTo>
                    <a:pt x="169" y="2102"/>
                    <a:pt x="2824" y="-241"/>
                    <a:pt x="5895" y="20"/>
                  </a:cubicBezTo>
                  <a:cubicBezTo>
                    <a:pt x="8862" y="280"/>
                    <a:pt x="11048" y="2726"/>
                    <a:pt x="10944" y="5745"/>
                  </a:cubicBezTo>
                  <a:cubicBezTo>
                    <a:pt x="10892" y="8869"/>
                    <a:pt x="8289" y="11315"/>
                    <a:pt x="5218" y="111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2" name="Google Shape;922;p8"/>
            <p:cNvSpPr/>
            <p:nvPr/>
          </p:nvSpPr>
          <p:spPr>
            <a:xfrm>
              <a:off x="6490556" y="6446056"/>
              <a:ext cx="11192" cy="11143"/>
            </a:xfrm>
            <a:custGeom>
              <a:avLst/>
              <a:gdLst/>
              <a:ahLst/>
              <a:cxnLst/>
              <a:rect l="l" t="t" r="r" b="b"/>
              <a:pathLst>
                <a:path w="11192" h="11143" extrusionOk="0">
                  <a:moveTo>
                    <a:pt x="11192" y="5417"/>
                  </a:moveTo>
                  <a:cubicBezTo>
                    <a:pt x="11244" y="8383"/>
                    <a:pt x="8693" y="11038"/>
                    <a:pt x="5726" y="11142"/>
                  </a:cubicBezTo>
                  <a:cubicBezTo>
                    <a:pt x="2760" y="11194"/>
                    <a:pt x="105" y="8644"/>
                    <a:pt x="1" y="5677"/>
                  </a:cubicBezTo>
                  <a:cubicBezTo>
                    <a:pt x="-51" y="2710"/>
                    <a:pt x="2499" y="55"/>
                    <a:pt x="5466" y="3"/>
                  </a:cubicBezTo>
                  <a:cubicBezTo>
                    <a:pt x="8485" y="-101"/>
                    <a:pt x="11140" y="2398"/>
                    <a:pt x="11192" y="541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3" name="Google Shape;923;p8"/>
            <p:cNvSpPr/>
            <p:nvPr/>
          </p:nvSpPr>
          <p:spPr>
            <a:xfrm>
              <a:off x="6538025" y="6465630"/>
              <a:ext cx="11194" cy="11192"/>
            </a:xfrm>
            <a:custGeom>
              <a:avLst/>
              <a:gdLst/>
              <a:ahLst/>
              <a:cxnLst/>
              <a:rect l="l" t="t" r="r" b="b"/>
              <a:pathLst>
                <a:path w="11194" h="11192" extrusionOk="0">
                  <a:moveTo>
                    <a:pt x="5468" y="1"/>
                  </a:moveTo>
                  <a:cubicBezTo>
                    <a:pt x="8435" y="-51"/>
                    <a:pt x="11090" y="2499"/>
                    <a:pt x="11194" y="5466"/>
                  </a:cubicBezTo>
                  <a:cubicBezTo>
                    <a:pt x="11246" y="8433"/>
                    <a:pt x="8696" y="11088"/>
                    <a:pt x="5729" y="11192"/>
                  </a:cubicBezTo>
                  <a:cubicBezTo>
                    <a:pt x="2762" y="11244"/>
                    <a:pt x="107" y="8693"/>
                    <a:pt x="3" y="5726"/>
                  </a:cubicBezTo>
                  <a:cubicBezTo>
                    <a:pt x="-101" y="2760"/>
                    <a:pt x="2502" y="53"/>
                    <a:pt x="54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4" name="Google Shape;924;p8"/>
            <p:cNvSpPr/>
            <p:nvPr/>
          </p:nvSpPr>
          <p:spPr>
            <a:xfrm>
              <a:off x="6443238" y="6465679"/>
              <a:ext cx="11142" cy="11145"/>
            </a:xfrm>
            <a:custGeom>
              <a:avLst/>
              <a:gdLst/>
              <a:ahLst/>
              <a:cxnLst/>
              <a:rect l="l" t="t" r="r" b="b"/>
              <a:pathLst>
                <a:path w="11142" h="11145" extrusionOk="0">
                  <a:moveTo>
                    <a:pt x="5729" y="11142"/>
                  </a:moveTo>
                  <a:cubicBezTo>
                    <a:pt x="2762" y="11246"/>
                    <a:pt x="107" y="8696"/>
                    <a:pt x="3" y="5729"/>
                  </a:cubicBezTo>
                  <a:cubicBezTo>
                    <a:pt x="-101" y="2762"/>
                    <a:pt x="2450" y="107"/>
                    <a:pt x="5416" y="3"/>
                  </a:cubicBezTo>
                  <a:cubicBezTo>
                    <a:pt x="8383" y="-101"/>
                    <a:pt x="11038" y="2398"/>
                    <a:pt x="11142" y="5417"/>
                  </a:cubicBezTo>
                  <a:cubicBezTo>
                    <a:pt x="11194" y="8383"/>
                    <a:pt x="8748" y="11038"/>
                    <a:pt x="5729" y="111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5" name="Google Shape;925;p8"/>
            <p:cNvSpPr/>
            <p:nvPr/>
          </p:nvSpPr>
          <p:spPr>
            <a:xfrm>
              <a:off x="6423563" y="6513047"/>
              <a:ext cx="11093" cy="11195"/>
            </a:xfrm>
            <a:custGeom>
              <a:avLst/>
              <a:gdLst/>
              <a:ahLst/>
              <a:cxnLst/>
              <a:rect l="l" t="t" r="r" b="b"/>
              <a:pathLst>
                <a:path w="11093" h="11195" extrusionOk="0">
                  <a:moveTo>
                    <a:pt x="5729" y="3"/>
                  </a:moveTo>
                  <a:cubicBezTo>
                    <a:pt x="8748" y="107"/>
                    <a:pt x="11194" y="2710"/>
                    <a:pt x="11090" y="5729"/>
                  </a:cubicBezTo>
                  <a:cubicBezTo>
                    <a:pt x="10986" y="8748"/>
                    <a:pt x="8383" y="11246"/>
                    <a:pt x="5416" y="11194"/>
                  </a:cubicBezTo>
                  <a:cubicBezTo>
                    <a:pt x="2450" y="11090"/>
                    <a:pt x="-101" y="8435"/>
                    <a:pt x="3" y="5469"/>
                  </a:cubicBezTo>
                  <a:cubicBezTo>
                    <a:pt x="107" y="2450"/>
                    <a:pt x="2762" y="-101"/>
                    <a:pt x="5729" y="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6" name="Google Shape;926;p8"/>
            <p:cNvSpPr/>
            <p:nvPr/>
          </p:nvSpPr>
          <p:spPr>
            <a:xfrm>
              <a:off x="6468226" y="6490667"/>
              <a:ext cx="55905" cy="55904"/>
            </a:xfrm>
            <a:custGeom>
              <a:avLst/>
              <a:gdLst/>
              <a:ahLst/>
              <a:cxnLst/>
              <a:rect l="l" t="t" r="r" b="b"/>
              <a:pathLst>
                <a:path w="55905" h="55904" extrusionOk="0">
                  <a:moveTo>
                    <a:pt x="0" y="27952"/>
                  </a:moveTo>
                  <a:cubicBezTo>
                    <a:pt x="0" y="12597"/>
                    <a:pt x="12701" y="-52"/>
                    <a:pt x="28004" y="0"/>
                  </a:cubicBezTo>
                  <a:cubicBezTo>
                    <a:pt x="43359" y="52"/>
                    <a:pt x="56060" y="12857"/>
                    <a:pt x="55904" y="28108"/>
                  </a:cubicBezTo>
                  <a:cubicBezTo>
                    <a:pt x="55747" y="43359"/>
                    <a:pt x="43255" y="55852"/>
                    <a:pt x="28056" y="55904"/>
                  </a:cubicBezTo>
                  <a:cubicBezTo>
                    <a:pt x="12805" y="56008"/>
                    <a:pt x="52" y="43307"/>
                    <a:pt x="0" y="27952"/>
                  </a:cubicBezTo>
                  <a:close/>
                  <a:moveTo>
                    <a:pt x="27952" y="11295"/>
                  </a:moveTo>
                  <a:cubicBezTo>
                    <a:pt x="18635" y="11295"/>
                    <a:pt x="11295" y="18687"/>
                    <a:pt x="11295" y="28004"/>
                  </a:cubicBezTo>
                  <a:cubicBezTo>
                    <a:pt x="11295" y="37321"/>
                    <a:pt x="18687" y="44661"/>
                    <a:pt x="28004" y="44661"/>
                  </a:cubicBezTo>
                  <a:cubicBezTo>
                    <a:pt x="37321" y="44661"/>
                    <a:pt x="44712" y="37217"/>
                    <a:pt x="44660" y="27952"/>
                  </a:cubicBezTo>
                  <a:cubicBezTo>
                    <a:pt x="44660" y="18635"/>
                    <a:pt x="37269" y="11243"/>
                    <a:pt x="27952" y="1129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7" name="Google Shape;927;p8"/>
            <p:cNvSpPr/>
            <p:nvPr/>
          </p:nvSpPr>
          <p:spPr>
            <a:xfrm>
              <a:off x="6613607" y="6401294"/>
              <a:ext cx="66990" cy="66990"/>
            </a:xfrm>
            <a:custGeom>
              <a:avLst/>
              <a:gdLst/>
              <a:ahLst/>
              <a:cxnLst/>
              <a:rect l="l" t="t" r="r" b="b"/>
              <a:pathLst>
                <a:path w="66990" h="66990" extrusionOk="0">
                  <a:moveTo>
                    <a:pt x="0" y="33625"/>
                  </a:moveTo>
                  <a:cubicBezTo>
                    <a:pt x="-52" y="15095"/>
                    <a:pt x="14991" y="0"/>
                    <a:pt x="33469" y="0"/>
                  </a:cubicBezTo>
                  <a:cubicBezTo>
                    <a:pt x="51896" y="0"/>
                    <a:pt x="67043" y="15199"/>
                    <a:pt x="66991" y="33625"/>
                  </a:cubicBezTo>
                  <a:cubicBezTo>
                    <a:pt x="66939" y="51948"/>
                    <a:pt x="52000" y="66939"/>
                    <a:pt x="33626" y="66991"/>
                  </a:cubicBezTo>
                  <a:cubicBezTo>
                    <a:pt x="15043" y="67043"/>
                    <a:pt x="52" y="52156"/>
                    <a:pt x="0" y="33625"/>
                  </a:cubicBezTo>
                  <a:close/>
                  <a:moveTo>
                    <a:pt x="33365" y="11243"/>
                  </a:moveTo>
                  <a:cubicBezTo>
                    <a:pt x="20977" y="11295"/>
                    <a:pt x="10931" y="21445"/>
                    <a:pt x="11087" y="33678"/>
                  </a:cubicBezTo>
                  <a:cubicBezTo>
                    <a:pt x="11243" y="45858"/>
                    <a:pt x="21237" y="55800"/>
                    <a:pt x="33365" y="55904"/>
                  </a:cubicBezTo>
                  <a:cubicBezTo>
                    <a:pt x="45650" y="55956"/>
                    <a:pt x="55696" y="45910"/>
                    <a:pt x="55748" y="33521"/>
                  </a:cubicBezTo>
                  <a:cubicBezTo>
                    <a:pt x="55748" y="21081"/>
                    <a:pt x="45806" y="11191"/>
                    <a:pt x="33365" y="1124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28" name="Google Shape;928;p8"/>
          <p:cNvSpPr txBox="1"/>
          <p:nvPr/>
        </p:nvSpPr>
        <p:spPr>
          <a:xfrm>
            <a:off x="875187" y="6390182"/>
            <a:ext cx="1378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University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929" name="Google Shape;929;p8"/>
          <p:cNvSpPr txBox="1"/>
          <p:nvPr/>
        </p:nvSpPr>
        <p:spPr>
          <a:xfrm>
            <a:off x="3035846" y="6390182"/>
            <a:ext cx="10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Innovations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930" name="Google Shape;930;p8"/>
          <p:cNvSpPr txBox="1"/>
          <p:nvPr/>
        </p:nvSpPr>
        <p:spPr>
          <a:xfrm>
            <a:off x="4848939" y="6276042"/>
            <a:ext cx="1155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Translational Research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931" name="Google Shape;931;p8"/>
          <p:cNvSpPr txBox="1"/>
          <p:nvPr/>
        </p:nvSpPr>
        <p:spPr>
          <a:xfrm>
            <a:off x="6786916" y="6390182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Mobilization 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932" name="Google Shape;932;p8"/>
          <p:cNvSpPr txBox="1"/>
          <p:nvPr/>
        </p:nvSpPr>
        <p:spPr>
          <a:xfrm>
            <a:off x="8690450" y="6390182"/>
            <a:ext cx="120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Collaborators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933" name="Google Shape;933;p8"/>
          <p:cNvSpPr/>
          <p:nvPr/>
        </p:nvSpPr>
        <p:spPr>
          <a:xfrm>
            <a:off x="543031" y="6352930"/>
            <a:ext cx="332156" cy="336336"/>
          </a:xfrm>
          <a:custGeom>
            <a:avLst/>
            <a:gdLst/>
            <a:ahLst/>
            <a:cxnLst/>
            <a:rect l="l" t="t" r="r" b="b"/>
            <a:pathLst>
              <a:path w="332156" h="336336" extrusionOk="0">
                <a:moveTo>
                  <a:pt x="320402" y="336337"/>
                </a:moveTo>
                <a:cubicBezTo>
                  <a:pt x="224802" y="336337"/>
                  <a:pt x="129113" y="336337"/>
                  <a:pt x="33512" y="336337"/>
                </a:cubicBezTo>
                <a:cubicBezTo>
                  <a:pt x="32898" y="336161"/>
                  <a:pt x="32372" y="335810"/>
                  <a:pt x="31758" y="335723"/>
                </a:cubicBezTo>
                <a:cubicBezTo>
                  <a:pt x="16936" y="332565"/>
                  <a:pt x="6762" y="323970"/>
                  <a:pt x="2026" y="309498"/>
                </a:cubicBezTo>
                <a:cubicBezTo>
                  <a:pt x="-2535" y="295290"/>
                  <a:pt x="710" y="282572"/>
                  <a:pt x="10709" y="271521"/>
                </a:cubicBezTo>
                <a:cubicBezTo>
                  <a:pt x="11323" y="270820"/>
                  <a:pt x="11936" y="270118"/>
                  <a:pt x="12726" y="269241"/>
                </a:cubicBezTo>
                <a:cubicBezTo>
                  <a:pt x="11323" y="268802"/>
                  <a:pt x="10182" y="268451"/>
                  <a:pt x="9130" y="268013"/>
                </a:cubicBezTo>
                <a:cubicBezTo>
                  <a:pt x="3604" y="265733"/>
                  <a:pt x="8" y="260295"/>
                  <a:pt x="184" y="254331"/>
                </a:cubicBezTo>
                <a:cubicBezTo>
                  <a:pt x="359" y="248103"/>
                  <a:pt x="2990" y="242841"/>
                  <a:pt x="9042" y="241087"/>
                </a:cubicBezTo>
                <a:cubicBezTo>
                  <a:pt x="13691" y="239683"/>
                  <a:pt x="14305" y="236965"/>
                  <a:pt x="14392" y="233281"/>
                </a:cubicBezTo>
                <a:cubicBezTo>
                  <a:pt x="14480" y="230737"/>
                  <a:pt x="14129" y="228282"/>
                  <a:pt x="14129" y="225738"/>
                </a:cubicBezTo>
                <a:cubicBezTo>
                  <a:pt x="14041" y="223107"/>
                  <a:pt x="12989" y="221791"/>
                  <a:pt x="10270" y="221002"/>
                </a:cubicBezTo>
                <a:cubicBezTo>
                  <a:pt x="3692" y="219072"/>
                  <a:pt x="-343" y="212845"/>
                  <a:pt x="184" y="206179"/>
                </a:cubicBezTo>
                <a:cubicBezTo>
                  <a:pt x="798" y="198812"/>
                  <a:pt x="5622" y="193286"/>
                  <a:pt x="12901" y="192585"/>
                </a:cubicBezTo>
                <a:cubicBezTo>
                  <a:pt x="17988" y="192059"/>
                  <a:pt x="23163" y="192322"/>
                  <a:pt x="28338" y="192234"/>
                </a:cubicBezTo>
                <a:cubicBezTo>
                  <a:pt x="29478" y="192234"/>
                  <a:pt x="30530" y="192146"/>
                  <a:pt x="32197" y="192059"/>
                </a:cubicBezTo>
                <a:cubicBezTo>
                  <a:pt x="31232" y="191006"/>
                  <a:pt x="30706" y="190392"/>
                  <a:pt x="30180" y="189866"/>
                </a:cubicBezTo>
                <a:cubicBezTo>
                  <a:pt x="12112" y="170044"/>
                  <a:pt x="18515" y="139434"/>
                  <a:pt x="42897" y="128383"/>
                </a:cubicBezTo>
                <a:cubicBezTo>
                  <a:pt x="50791" y="124875"/>
                  <a:pt x="59035" y="124787"/>
                  <a:pt x="67367" y="125050"/>
                </a:cubicBezTo>
                <a:cubicBezTo>
                  <a:pt x="69735" y="125138"/>
                  <a:pt x="70788" y="124436"/>
                  <a:pt x="71490" y="122068"/>
                </a:cubicBezTo>
                <a:cubicBezTo>
                  <a:pt x="75524" y="108123"/>
                  <a:pt x="79734" y="94177"/>
                  <a:pt x="83856" y="80232"/>
                </a:cubicBezTo>
                <a:cubicBezTo>
                  <a:pt x="84119" y="79443"/>
                  <a:pt x="84207" y="78653"/>
                  <a:pt x="84470" y="77688"/>
                </a:cubicBezTo>
                <a:cubicBezTo>
                  <a:pt x="80173" y="76548"/>
                  <a:pt x="76226" y="75496"/>
                  <a:pt x="72191" y="74443"/>
                </a:cubicBezTo>
                <a:cubicBezTo>
                  <a:pt x="54387" y="69795"/>
                  <a:pt x="36670" y="65146"/>
                  <a:pt x="18865" y="60498"/>
                </a:cubicBezTo>
                <a:cubicBezTo>
                  <a:pt x="14743" y="59445"/>
                  <a:pt x="11323" y="57604"/>
                  <a:pt x="9568" y="53481"/>
                </a:cubicBezTo>
                <a:cubicBezTo>
                  <a:pt x="6499" y="46465"/>
                  <a:pt x="9919" y="39010"/>
                  <a:pt x="17462" y="36905"/>
                </a:cubicBezTo>
                <a:cubicBezTo>
                  <a:pt x="28864" y="33747"/>
                  <a:pt x="40266" y="30853"/>
                  <a:pt x="51668" y="27783"/>
                </a:cubicBezTo>
                <a:cubicBezTo>
                  <a:pt x="58947" y="25854"/>
                  <a:pt x="66227" y="23924"/>
                  <a:pt x="73507" y="22082"/>
                </a:cubicBezTo>
                <a:cubicBezTo>
                  <a:pt x="77892" y="20942"/>
                  <a:pt x="80874" y="23661"/>
                  <a:pt x="80173" y="27783"/>
                </a:cubicBezTo>
                <a:cubicBezTo>
                  <a:pt x="79734" y="30414"/>
                  <a:pt x="77717" y="31204"/>
                  <a:pt x="75524" y="31730"/>
                </a:cubicBezTo>
                <a:cubicBezTo>
                  <a:pt x="57983" y="36291"/>
                  <a:pt x="40441" y="40851"/>
                  <a:pt x="22900" y="45588"/>
                </a:cubicBezTo>
                <a:cubicBezTo>
                  <a:pt x="21233" y="46026"/>
                  <a:pt x="19742" y="47429"/>
                  <a:pt x="18251" y="48307"/>
                </a:cubicBezTo>
                <a:cubicBezTo>
                  <a:pt x="19742" y="49271"/>
                  <a:pt x="21146" y="50762"/>
                  <a:pt x="22724" y="51201"/>
                </a:cubicBezTo>
                <a:cubicBezTo>
                  <a:pt x="63157" y="61901"/>
                  <a:pt x="103766" y="71900"/>
                  <a:pt x="144023" y="83302"/>
                </a:cubicBezTo>
                <a:cubicBezTo>
                  <a:pt x="163494" y="88827"/>
                  <a:pt x="181474" y="85845"/>
                  <a:pt x="199893" y="79706"/>
                </a:cubicBezTo>
                <a:cubicBezTo>
                  <a:pt x="199717" y="79443"/>
                  <a:pt x="199717" y="79092"/>
                  <a:pt x="199454" y="78916"/>
                </a:cubicBezTo>
                <a:cubicBezTo>
                  <a:pt x="191648" y="71812"/>
                  <a:pt x="183930" y="64796"/>
                  <a:pt x="176036" y="57779"/>
                </a:cubicBezTo>
                <a:cubicBezTo>
                  <a:pt x="175335" y="57165"/>
                  <a:pt x="173668" y="57077"/>
                  <a:pt x="172616" y="57340"/>
                </a:cubicBezTo>
                <a:cubicBezTo>
                  <a:pt x="166038" y="59358"/>
                  <a:pt x="159811" y="58744"/>
                  <a:pt x="154022" y="55148"/>
                </a:cubicBezTo>
                <a:cubicBezTo>
                  <a:pt x="152619" y="54271"/>
                  <a:pt x="151215" y="52166"/>
                  <a:pt x="151040" y="50499"/>
                </a:cubicBezTo>
                <a:cubicBezTo>
                  <a:pt x="150689" y="45588"/>
                  <a:pt x="150689" y="40676"/>
                  <a:pt x="150952" y="35764"/>
                </a:cubicBezTo>
                <a:cubicBezTo>
                  <a:pt x="151391" y="27959"/>
                  <a:pt x="157267" y="22345"/>
                  <a:pt x="165073" y="22170"/>
                </a:cubicBezTo>
                <a:cubicBezTo>
                  <a:pt x="172791" y="21907"/>
                  <a:pt x="178843" y="26906"/>
                  <a:pt x="179808" y="34624"/>
                </a:cubicBezTo>
                <a:cubicBezTo>
                  <a:pt x="180246" y="38045"/>
                  <a:pt x="180159" y="41641"/>
                  <a:pt x="180159" y="45061"/>
                </a:cubicBezTo>
                <a:cubicBezTo>
                  <a:pt x="180159" y="47166"/>
                  <a:pt x="180773" y="48657"/>
                  <a:pt x="182351" y="50148"/>
                </a:cubicBezTo>
                <a:cubicBezTo>
                  <a:pt x="191385" y="58217"/>
                  <a:pt x="200419" y="66374"/>
                  <a:pt x="209365" y="74619"/>
                </a:cubicBezTo>
                <a:cubicBezTo>
                  <a:pt x="211119" y="76197"/>
                  <a:pt x="212610" y="76636"/>
                  <a:pt x="214891" y="76022"/>
                </a:cubicBezTo>
                <a:cubicBezTo>
                  <a:pt x="246378" y="67690"/>
                  <a:pt x="277864" y="59445"/>
                  <a:pt x="309264" y="51113"/>
                </a:cubicBezTo>
                <a:cubicBezTo>
                  <a:pt x="310930" y="50675"/>
                  <a:pt x="312333" y="49184"/>
                  <a:pt x="313824" y="48219"/>
                </a:cubicBezTo>
                <a:cubicBezTo>
                  <a:pt x="312246" y="47254"/>
                  <a:pt x="310842" y="45851"/>
                  <a:pt x="309176" y="45412"/>
                </a:cubicBezTo>
                <a:cubicBezTo>
                  <a:pt x="270234" y="35063"/>
                  <a:pt x="231117" y="25240"/>
                  <a:pt x="192350" y="14452"/>
                </a:cubicBezTo>
                <a:cubicBezTo>
                  <a:pt x="174545" y="9452"/>
                  <a:pt x="157443" y="8926"/>
                  <a:pt x="139813" y="14539"/>
                </a:cubicBezTo>
                <a:cubicBezTo>
                  <a:pt x="127534" y="18486"/>
                  <a:pt x="114905" y="21205"/>
                  <a:pt x="102450" y="24450"/>
                </a:cubicBezTo>
                <a:cubicBezTo>
                  <a:pt x="99907" y="25152"/>
                  <a:pt x="97889" y="24889"/>
                  <a:pt x="96486" y="22521"/>
                </a:cubicBezTo>
                <a:cubicBezTo>
                  <a:pt x="94557" y="19363"/>
                  <a:pt x="95960" y="16030"/>
                  <a:pt x="99907" y="15066"/>
                </a:cubicBezTo>
                <a:cubicBezTo>
                  <a:pt x="116133" y="10768"/>
                  <a:pt x="132358" y="6383"/>
                  <a:pt x="148672" y="2173"/>
                </a:cubicBezTo>
                <a:cubicBezTo>
                  <a:pt x="160512" y="-809"/>
                  <a:pt x="172440" y="-722"/>
                  <a:pt x="184369" y="2436"/>
                </a:cubicBezTo>
                <a:cubicBezTo>
                  <a:pt x="208313" y="8751"/>
                  <a:pt x="232344" y="14978"/>
                  <a:pt x="256288" y="21293"/>
                </a:cubicBezTo>
                <a:cubicBezTo>
                  <a:pt x="275233" y="26292"/>
                  <a:pt x="294178" y="31116"/>
                  <a:pt x="312947" y="36291"/>
                </a:cubicBezTo>
                <a:cubicBezTo>
                  <a:pt x="315929" y="37080"/>
                  <a:pt x="319262" y="38834"/>
                  <a:pt x="321104" y="41202"/>
                </a:cubicBezTo>
                <a:cubicBezTo>
                  <a:pt x="326454" y="47780"/>
                  <a:pt x="322946" y="57516"/>
                  <a:pt x="314789" y="59796"/>
                </a:cubicBezTo>
                <a:cubicBezTo>
                  <a:pt x="299967" y="63918"/>
                  <a:pt x="285056" y="67690"/>
                  <a:pt x="270146" y="71637"/>
                </a:cubicBezTo>
                <a:cubicBezTo>
                  <a:pt x="262691" y="73566"/>
                  <a:pt x="255236" y="75583"/>
                  <a:pt x="247693" y="77601"/>
                </a:cubicBezTo>
                <a:cubicBezTo>
                  <a:pt x="247869" y="78566"/>
                  <a:pt x="247956" y="79179"/>
                  <a:pt x="248219" y="79793"/>
                </a:cubicBezTo>
                <a:cubicBezTo>
                  <a:pt x="252517" y="94265"/>
                  <a:pt x="256815" y="108649"/>
                  <a:pt x="261288" y="123121"/>
                </a:cubicBezTo>
                <a:cubicBezTo>
                  <a:pt x="261551" y="123910"/>
                  <a:pt x="263305" y="124787"/>
                  <a:pt x="264445" y="124787"/>
                </a:cubicBezTo>
                <a:cubicBezTo>
                  <a:pt x="275496" y="124875"/>
                  <a:pt x="286547" y="124787"/>
                  <a:pt x="297598" y="124875"/>
                </a:cubicBezTo>
                <a:cubicBezTo>
                  <a:pt x="305843" y="124963"/>
                  <a:pt x="311456" y="130488"/>
                  <a:pt x="311807" y="138557"/>
                </a:cubicBezTo>
                <a:cubicBezTo>
                  <a:pt x="312158" y="147328"/>
                  <a:pt x="307071" y="153555"/>
                  <a:pt x="298739" y="154432"/>
                </a:cubicBezTo>
                <a:cubicBezTo>
                  <a:pt x="296721" y="154608"/>
                  <a:pt x="296020" y="155397"/>
                  <a:pt x="296020" y="157239"/>
                </a:cubicBezTo>
                <a:cubicBezTo>
                  <a:pt x="296020" y="161361"/>
                  <a:pt x="296020" y="165483"/>
                  <a:pt x="296020" y="169606"/>
                </a:cubicBezTo>
                <a:cubicBezTo>
                  <a:pt x="296020" y="171535"/>
                  <a:pt x="296897" y="172061"/>
                  <a:pt x="298826" y="172324"/>
                </a:cubicBezTo>
                <a:cubicBezTo>
                  <a:pt x="306106" y="173289"/>
                  <a:pt x="311456" y="178289"/>
                  <a:pt x="312070" y="185568"/>
                </a:cubicBezTo>
                <a:cubicBezTo>
                  <a:pt x="312333" y="188813"/>
                  <a:pt x="311193" y="192322"/>
                  <a:pt x="310667" y="196005"/>
                </a:cubicBezTo>
                <a:cubicBezTo>
                  <a:pt x="321981" y="201969"/>
                  <a:pt x="329436" y="211529"/>
                  <a:pt x="331629" y="224861"/>
                </a:cubicBezTo>
                <a:cubicBezTo>
                  <a:pt x="333734" y="238368"/>
                  <a:pt x="328998" y="249594"/>
                  <a:pt x="319438" y="259242"/>
                </a:cubicBezTo>
                <a:cubicBezTo>
                  <a:pt x="320841" y="259681"/>
                  <a:pt x="321893" y="260032"/>
                  <a:pt x="322946" y="260382"/>
                </a:cubicBezTo>
                <a:cubicBezTo>
                  <a:pt x="328471" y="262575"/>
                  <a:pt x="332067" y="267837"/>
                  <a:pt x="332155" y="273889"/>
                </a:cubicBezTo>
                <a:cubicBezTo>
                  <a:pt x="332243" y="279941"/>
                  <a:pt x="328910" y="285905"/>
                  <a:pt x="323209" y="287484"/>
                </a:cubicBezTo>
                <a:cubicBezTo>
                  <a:pt x="318648" y="288712"/>
                  <a:pt x="318122" y="291518"/>
                  <a:pt x="317947" y="295114"/>
                </a:cubicBezTo>
                <a:cubicBezTo>
                  <a:pt x="317859" y="297833"/>
                  <a:pt x="318297" y="300552"/>
                  <a:pt x="318297" y="303271"/>
                </a:cubicBezTo>
                <a:cubicBezTo>
                  <a:pt x="318297" y="305727"/>
                  <a:pt x="319525" y="306779"/>
                  <a:pt x="321893" y="307481"/>
                </a:cubicBezTo>
                <a:cubicBezTo>
                  <a:pt x="329348" y="309674"/>
                  <a:pt x="333295" y="316778"/>
                  <a:pt x="331804" y="324409"/>
                </a:cubicBezTo>
                <a:cubicBezTo>
                  <a:pt x="330489" y="330899"/>
                  <a:pt x="326103" y="334232"/>
                  <a:pt x="320402" y="336337"/>
                </a:cubicBezTo>
                <a:close/>
                <a:moveTo>
                  <a:pt x="87540" y="279239"/>
                </a:moveTo>
                <a:cubicBezTo>
                  <a:pt x="88768" y="279239"/>
                  <a:pt x="89820" y="279239"/>
                  <a:pt x="90961" y="279239"/>
                </a:cubicBezTo>
                <a:cubicBezTo>
                  <a:pt x="165687" y="279239"/>
                  <a:pt x="240413" y="279239"/>
                  <a:pt x="315140" y="279239"/>
                </a:cubicBezTo>
                <a:cubicBezTo>
                  <a:pt x="316017" y="279239"/>
                  <a:pt x="316894" y="279327"/>
                  <a:pt x="317771" y="279152"/>
                </a:cubicBezTo>
                <a:cubicBezTo>
                  <a:pt x="320490" y="278801"/>
                  <a:pt x="322507" y="276520"/>
                  <a:pt x="322244" y="273977"/>
                </a:cubicBezTo>
                <a:cubicBezTo>
                  <a:pt x="321981" y="271258"/>
                  <a:pt x="320490" y="269592"/>
                  <a:pt x="317596" y="269328"/>
                </a:cubicBezTo>
                <a:cubicBezTo>
                  <a:pt x="316543" y="269241"/>
                  <a:pt x="315403" y="269241"/>
                  <a:pt x="314351" y="269241"/>
                </a:cubicBezTo>
                <a:cubicBezTo>
                  <a:pt x="299265" y="269241"/>
                  <a:pt x="284179" y="269241"/>
                  <a:pt x="269094" y="269153"/>
                </a:cubicBezTo>
                <a:cubicBezTo>
                  <a:pt x="267427" y="269153"/>
                  <a:pt x="265235" y="268802"/>
                  <a:pt x="264357" y="267750"/>
                </a:cubicBezTo>
                <a:cubicBezTo>
                  <a:pt x="263305" y="266434"/>
                  <a:pt x="262779" y="263891"/>
                  <a:pt x="263393" y="262487"/>
                </a:cubicBezTo>
                <a:cubicBezTo>
                  <a:pt x="264007" y="261084"/>
                  <a:pt x="266199" y="259593"/>
                  <a:pt x="267778" y="259505"/>
                </a:cubicBezTo>
                <a:cubicBezTo>
                  <a:pt x="276198" y="259242"/>
                  <a:pt x="284618" y="259418"/>
                  <a:pt x="293038" y="259330"/>
                </a:cubicBezTo>
                <a:cubicBezTo>
                  <a:pt x="311719" y="259067"/>
                  <a:pt x="324963" y="243279"/>
                  <a:pt x="321806" y="225387"/>
                </a:cubicBezTo>
                <a:cubicBezTo>
                  <a:pt x="319350" y="211529"/>
                  <a:pt x="307246" y="201969"/>
                  <a:pt x="291985" y="201969"/>
                </a:cubicBezTo>
                <a:cubicBezTo>
                  <a:pt x="200419" y="201969"/>
                  <a:pt x="108853" y="201969"/>
                  <a:pt x="17287" y="201969"/>
                </a:cubicBezTo>
                <a:cubicBezTo>
                  <a:pt x="16673" y="201969"/>
                  <a:pt x="15971" y="201969"/>
                  <a:pt x="15357" y="201969"/>
                </a:cubicBezTo>
                <a:cubicBezTo>
                  <a:pt x="12112" y="202233"/>
                  <a:pt x="10007" y="204338"/>
                  <a:pt x="10095" y="207056"/>
                </a:cubicBezTo>
                <a:cubicBezTo>
                  <a:pt x="10182" y="209688"/>
                  <a:pt x="12200" y="211705"/>
                  <a:pt x="15269" y="211968"/>
                </a:cubicBezTo>
                <a:cubicBezTo>
                  <a:pt x="16497" y="212056"/>
                  <a:pt x="17637" y="211968"/>
                  <a:pt x="18865" y="211968"/>
                </a:cubicBezTo>
                <a:cubicBezTo>
                  <a:pt x="109204" y="211968"/>
                  <a:pt x="199630" y="211968"/>
                  <a:pt x="289968" y="211968"/>
                </a:cubicBezTo>
                <a:cubicBezTo>
                  <a:pt x="291634" y="211968"/>
                  <a:pt x="293213" y="211968"/>
                  <a:pt x="294880" y="212056"/>
                </a:cubicBezTo>
                <a:cubicBezTo>
                  <a:pt x="303036" y="212494"/>
                  <a:pt x="309965" y="218283"/>
                  <a:pt x="311895" y="226089"/>
                </a:cubicBezTo>
                <a:cubicBezTo>
                  <a:pt x="313824" y="234070"/>
                  <a:pt x="310404" y="242227"/>
                  <a:pt x="303475" y="246525"/>
                </a:cubicBezTo>
                <a:cubicBezTo>
                  <a:pt x="299703" y="248893"/>
                  <a:pt x="295494" y="249244"/>
                  <a:pt x="291196" y="249244"/>
                </a:cubicBezTo>
                <a:cubicBezTo>
                  <a:pt x="224889" y="249244"/>
                  <a:pt x="158583" y="249244"/>
                  <a:pt x="92276" y="249244"/>
                </a:cubicBezTo>
                <a:cubicBezTo>
                  <a:pt x="90785" y="249244"/>
                  <a:pt x="89294" y="249244"/>
                  <a:pt x="87803" y="249244"/>
                </a:cubicBezTo>
                <a:cubicBezTo>
                  <a:pt x="87803" y="252840"/>
                  <a:pt x="87803" y="255909"/>
                  <a:pt x="87803" y="259330"/>
                </a:cubicBezTo>
                <a:cubicBezTo>
                  <a:pt x="89470" y="259330"/>
                  <a:pt x="90873" y="259330"/>
                  <a:pt x="92276" y="259330"/>
                </a:cubicBezTo>
                <a:cubicBezTo>
                  <a:pt x="140866" y="259330"/>
                  <a:pt x="189456" y="259330"/>
                  <a:pt x="237958" y="259330"/>
                </a:cubicBezTo>
                <a:cubicBezTo>
                  <a:pt x="239186" y="259330"/>
                  <a:pt x="240326" y="259330"/>
                  <a:pt x="241554" y="259330"/>
                </a:cubicBezTo>
                <a:cubicBezTo>
                  <a:pt x="244623" y="259505"/>
                  <a:pt x="246290" y="261172"/>
                  <a:pt x="246290" y="264066"/>
                </a:cubicBezTo>
                <a:cubicBezTo>
                  <a:pt x="246290" y="266873"/>
                  <a:pt x="244623" y="268802"/>
                  <a:pt x="241729" y="269065"/>
                </a:cubicBezTo>
                <a:cubicBezTo>
                  <a:pt x="240677" y="269153"/>
                  <a:pt x="239536" y="269153"/>
                  <a:pt x="238484" y="269153"/>
                </a:cubicBezTo>
                <a:cubicBezTo>
                  <a:pt x="189719" y="269153"/>
                  <a:pt x="140866" y="269153"/>
                  <a:pt x="92101" y="269153"/>
                </a:cubicBezTo>
                <a:cubicBezTo>
                  <a:pt x="90697" y="269153"/>
                  <a:pt x="89294" y="269153"/>
                  <a:pt x="87715" y="269153"/>
                </a:cubicBezTo>
                <a:cubicBezTo>
                  <a:pt x="87540" y="272661"/>
                  <a:pt x="87540" y="275643"/>
                  <a:pt x="87540" y="279239"/>
                </a:cubicBezTo>
                <a:close/>
                <a:moveTo>
                  <a:pt x="308211" y="289063"/>
                </a:moveTo>
                <a:cubicBezTo>
                  <a:pt x="307597" y="289063"/>
                  <a:pt x="306983" y="289063"/>
                  <a:pt x="306282" y="289063"/>
                </a:cubicBezTo>
                <a:cubicBezTo>
                  <a:pt x="232783" y="289063"/>
                  <a:pt x="159284" y="289063"/>
                  <a:pt x="85786" y="289063"/>
                </a:cubicBezTo>
                <a:cubicBezTo>
                  <a:pt x="84470" y="289063"/>
                  <a:pt x="82979" y="289501"/>
                  <a:pt x="81751" y="290115"/>
                </a:cubicBezTo>
                <a:cubicBezTo>
                  <a:pt x="75349" y="293360"/>
                  <a:pt x="68946" y="296781"/>
                  <a:pt x="62543" y="300114"/>
                </a:cubicBezTo>
                <a:cubicBezTo>
                  <a:pt x="57544" y="302657"/>
                  <a:pt x="54211" y="300640"/>
                  <a:pt x="54124" y="294939"/>
                </a:cubicBezTo>
                <a:cubicBezTo>
                  <a:pt x="54124" y="293097"/>
                  <a:pt x="54124" y="291255"/>
                  <a:pt x="54124" y="289150"/>
                </a:cubicBezTo>
                <a:cubicBezTo>
                  <a:pt x="48160" y="289150"/>
                  <a:pt x="42546" y="288887"/>
                  <a:pt x="36845" y="289238"/>
                </a:cubicBezTo>
                <a:cubicBezTo>
                  <a:pt x="32811" y="289501"/>
                  <a:pt x="29916" y="293448"/>
                  <a:pt x="29741" y="297482"/>
                </a:cubicBezTo>
                <a:cubicBezTo>
                  <a:pt x="29566" y="301517"/>
                  <a:pt x="32285" y="305201"/>
                  <a:pt x="36319" y="306165"/>
                </a:cubicBezTo>
                <a:cubicBezTo>
                  <a:pt x="37898" y="306516"/>
                  <a:pt x="39564" y="306604"/>
                  <a:pt x="41231" y="306604"/>
                </a:cubicBezTo>
                <a:cubicBezTo>
                  <a:pt x="129113" y="306604"/>
                  <a:pt x="216908" y="306604"/>
                  <a:pt x="304790" y="306604"/>
                </a:cubicBezTo>
                <a:cubicBezTo>
                  <a:pt x="305931" y="306604"/>
                  <a:pt x="307159" y="306604"/>
                  <a:pt x="308299" y="306604"/>
                </a:cubicBezTo>
                <a:cubicBezTo>
                  <a:pt x="308211" y="300815"/>
                  <a:pt x="308211" y="295202"/>
                  <a:pt x="308211" y="289063"/>
                </a:cubicBezTo>
                <a:close/>
                <a:moveTo>
                  <a:pt x="193578" y="134873"/>
                </a:moveTo>
                <a:cubicBezTo>
                  <a:pt x="191999" y="134873"/>
                  <a:pt x="190771" y="134873"/>
                  <a:pt x="189631" y="134873"/>
                </a:cubicBezTo>
                <a:cubicBezTo>
                  <a:pt x="146830" y="134873"/>
                  <a:pt x="104117" y="134873"/>
                  <a:pt x="61316" y="134873"/>
                </a:cubicBezTo>
                <a:cubicBezTo>
                  <a:pt x="59912" y="134873"/>
                  <a:pt x="58509" y="134873"/>
                  <a:pt x="57018" y="134961"/>
                </a:cubicBezTo>
                <a:cubicBezTo>
                  <a:pt x="38161" y="136101"/>
                  <a:pt x="25268" y="154432"/>
                  <a:pt x="30969" y="172237"/>
                </a:cubicBezTo>
                <a:cubicBezTo>
                  <a:pt x="34126" y="182235"/>
                  <a:pt x="44037" y="192322"/>
                  <a:pt x="60175" y="192234"/>
                </a:cubicBezTo>
                <a:cubicBezTo>
                  <a:pt x="138498" y="192059"/>
                  <a:pt x="216820" y="192146"/>
                  <a:pt x="295143" y="192146"/>
                </a:cubicBezTo>
                <a:cubicBezTo>
                  <a:pt x="296107" y="192146"/>
                  <a:pt x="297072" y="192146"/>
                  <a:pt x="298125" y="192059"/>
                </a:cubicBezTo>
                <a:cubicBezTo>
                  <a:pt x="300931" y="191795"/>
                  <a:pt x="302247" y="190129"/>
                  <a:pt x="302335" y="187498"/>
                </a:cubicBezTo>
                <a:cubicBezTo>
                  <a:pt x="302422" y="184779"/>
                  <a:pt x="301194" y="182849"/>
                  <a:pt x="298388" y="182235"/>
                </a:cubicBezTo>
                <a:cubicBezTo>
                  <a:pt x="297248" y="181972"/>
                  <a:pt x="296020" y="182148"/>
                  <a:pt x="294792" y="182148"/>
                </a:cubicBezTo>
                <a:cubicBezTo>
                  <a:pt x="217083" y="182148"/>
                  <a:pt x="139463" y="182148"/>
                  <a:pt x="61754" y="182148"/>
                </a:cubicBezTo>
                <a:cubicBezTo>
                  <a:pt x="60000" y="182148"/>
                  <a:pt x="58246" y="182148"/>
                  <a:pt x="56492" y="182060"/>
                </a:cubicBezTo>
                <a:cubicBezTo>
                  <a:pt x="46405" y="181358"/>
                  <a:pt x="38424" y="171623"/>
                  <a:pt x="39740" y="161536"/>
                </a:cubicBezTo>
                <a:cubicBezTo>
                  <a:pt x="41055" y="151275"/>
                  <a:pt x="48773" y="144784"/>
                  <a:pt x="59825" y="144784"/>
                </a:cubicBezTo>
                <a:cubicBezTo>
                  <a:pt x="102626" y="144784"/>
                  <a:pt x="145339" y="144784"/>
                  <a:pt x="188140" y="144784"/>
                </a:cubicBezTo>
                <a:cubicBezTo>
                  <a:pt x="189543" y="144784"/>
                  <a:pt x="190859" y="144784"/>
                  <a:pt x="192175" y="144784"/>
                </a:cubicBezTo>
                <a:cubicBezTo>
                  <a:pt x="192701" y="141276"/>
                  <a:pt x="193139" y="138294"/>
                  <a:pt x="193578" y="134873"/>
                </a:cubicBezTo>
                <a:close/>
                <a:moveTo>
                  <a:pt x="195595" y="124875"/>
                </a:moveTo>
                <a:cubicBezTo>
                  <a:pt x="197612" y="121542"/>
                  <a:pt x="198753" y="117507"/>
                  <a:pt x="201384" y="115578"/>
                </a:cubicBezTo>
                <a:cubicBezTo>
                  <a:pt x="206032" y="112157"/>
                  <a:pt x="205857" y="107947"/>
                  <a:pt x="205681" y="103299"/>
                </a:cubicBezTo>
                <a:cubicBezTo>
                  <a:pt x="205594" y="100755"/>
                  <a:pt x="205681" y="98300"/>
                  <a:pt x="205681" y="95756"/>
                </a:cubicBezTo>
                <a:cubicBezTo>
                  <a:pt x="205681" y="93563"/>
                  <a:pt x="205681" y="91283"/>
                  <a:pt x="205681" y="88827"/>
                </a:cubicBezTo>
                <a:cubicBezTo>
                  <a:pt x="200507" y="90143"/>
                  <a:pt x="195946" y="91195"/>
                  <a:pt x="191473" y="92599"/>
                </a:cubicBezTo>
                <a:cubicBezTo>
                  <a:pt x="174633" y="97949"/>
                  <a:pt x="157881" y="97686"/>
                  <a:pt x="140866" y="92686"/>
                </a:cubicBezTo>
                <a:cubicBezTo>
                  <a:pt x="125517" y="88126"/>
                  <a:pt x="109905" y="84442"/>
                  <a:pt x="94030" y="80232"/>
                </a:cubicBezTo>
                <a:cubicBezTo>
                  <a:pt x="89645" y="95142"/>
                  <a:pt x="85260" y="109965"/>
                  <a:pt x="80787" y="124875"/>
                </a:cubicBezTo>
                <a:cubicBezTo>
                  <a:pt x="119465" y="124875"/>
                  <a:pt x="157618" y="124875"/>
                  <a:pt x="195595" y="124875"/>
                </a:cubicBezTo>
                <a:close/>
                <a:moveTo>
                  <a:pt x="191561" y="154871"/>
                </a:moveTo>
                <a:cubicBezTo>
                  <a:pt x="190420" y="154783"/>
                  <a:pt x="189543" y="154695"/>
                  <a:pt x="188754" y="154695"/>
                </a:cubicBezTo>
                <a:cubicBezTo>
                  <a:pt x="145778" y="154695"/>
                  <a:pt x="102801" y="154695"/>
                  <a:pt x="59737" y="154695"/>
                </a:cubicBezTo>
                <a:cubicBezTo>
                  <a:pt x="58509" y="154695"/>
                  <a:pt x="57281" y="154783"/>
                  <a:pt x="56141" y="155046"/>
                </a:cubicBezTo>
                <a:cubicBezTo>
                  <a:pt x="52019" y="156011"/>
                  <a:pt x="49212" y="159870"/>
                  <a:pt x="49475" y="163992"/>
                </a:cubicBezTo>
                <a:cubicBezTo>
                  <a:pt x="49738" y="168202"/>
                  <a:pt x="52983" y="171710"/>
                  <a:pt x="57106" y="172149"/>
                </a:cubicBezTo>
                <a:cubicBezTo>
                  <a:pt x="58334" y="172324"/>
                  <a:pt x="59474" y="172237"/>
                  <a:pt x="60702" y="172237"/>
                </a:cubicBezTo>
                <a:cubicBezTo>
                  <a:pt x="134639" y="172237"/>
                  <a:pt x="208576" y="172237"/>
                  <a:pt x="282601" y="172237"/>
                </a:cubicBezTo>
                <a:cubicBezTo>
                  <a:pt x="283741" y="172237"/>
                  <a:pt x="284969" y="172237"/>
                  <a:pt x="285933" y="172237"/>
                </a:cubicBezTo>
                <a:cubicBezTo>
                  <a:pt x="285933" y="166185"/>
                  <a:pt x="285933" y="160572"/>
                  <a:pt x="285933" y="154783"/>
                </a:cubicBezTo>
                <a:cubicBezTo>
                  <a:pt x="267340" y="154783"/>
                  <a:pt x="248746" y="154783"/>
                  <a:pt x="229976" y="154783"/>
                </a:cubicBezTo>
                <a:cubicBezTo>
                  <a:pt x="229889" y="155485"/>
                  <a:pt x="229801" y="156011"/>
                  <a:pt x="229801" y="156537"/>
                </a:cubicBezTo>
                <a:cubicBezTo>
                  <a:pt x="229450" y="162063"/>
                  <a:pt x="228222" y="163203"/>
                  <a:pt x="222872" y="163291"/>
                </a:cubicBezTo>
                <a:cubicBezTo>
                  <a:pt x="214452" y="163291"/>
                  <a:pt x="206032" y="163291"/>
                  <a:pt x="197612" y="163291"/>
                </a:cubicBezTo>
                <a:cubicBezTo>
                  <a:pt x="193578" y="163291"/>
                  <a:pt x="192175" y="161887"/>
                  <a:pt x="191824" y="157765"/>
                </a:cubicBezTo>
                <a:cubicBezTo>
                  <a:pt x="191648" y="156976"/>
                  <a:pt x="191648" y="156099"/>
                  <a:pt x="191561" y="154871"/>
                </a:cubicBezTo>
                <a:close/>
                <a:moveTo>
                  <a:pt x="53948" y="269328"/>
                </a:moveTo>
                <a:cubicBezTo>
                  <a:pt x="48160" y="269328"/>
                  <a:pt x="42634" y="269153"/>
                  <a:pt x="37108" y="269328"/>
                </a:cubicBezTo>
                <a:cubicBezTo>
                  <a:pt x="22198" y="269942"/>
                  <a:pt x="10007" y="282748"/>
                  <a:pt x="9919" y="297658"/>
                </a:cubicBezTo>
                <a:cubicBezTo>
                  <a:pt x="9832" y="313796"/>
                  <a:pt x="22724" y="326426"/>
                  <a:pt x="39389" y="326426"/>
                </a:cubicBezTo>
                <a:cubicBezTo>
                  <a:pt x="131394" y="326426"/>
                  <a:pt x="223398" y="326426"/>
                  <a:pt x="315491" y="326426"/>
                </a:cubicBezTo>
                <a:cubicBezTo>
                  <a:pt x="316368" y="326426"/>
                  <a:pt x="317245" y="326514"/>
                  <a:pt x="318122" y="326338"/>
                </a:cubicBezTo>
                <a:cubicBezTo>
                  <a:pt x="320841" y="325724"/>
                  <a:pt x="322420" y="323970"/>
                  <a:pt x="322244" y="321251"/>
                </a:cubicBezTo>
                <a:cubicBezTo>
                  <a:pt x="322069" y="318532"/>
                  <a:pt x="320490" y="316778"/>
                  <a:pt x="317683" y="316603"/>
                </a:cubicBezTo>
                <a:cubicBezTo>
                  <a:pt x="316456" y="316515"/>
                  <a:pt x="315315" y="316515"/>
                  <a:pt x="314087" y="316515"/>
                </a:cubicBezTo>
                <a:cubicBezTo>
                  <a:pt x="223486" y="316515"/>
                  <a:pt x="132885" y="316515"/>
                  <a:pt x="42283" y="316515"/>
                </a:cubicBezTo>
                <a:cubicBezTo>
                  <a:pt x="41055" y="316515"/>
                  <a:pt x="39915" y="316515"/>
                  <a:pt x="38687" y="316515"/>
                </a:cubicBezTo>
                <a:cubicBezTo>
                  <a:pt x="30004" y="315989"/>
                  <a:pt x="23602" y="311428"/>
                  <a:pt x="21146" y="304061"/>
                </a:cubicBezTo>
                <a:cubicBezTo>
                  <a:pt x="17023" y="291694"/>
                  <a:pt x="25443" y="279590"/>
                  <a:pt x="38512" y="279239"/>
                </a:cubicBezTo>
                <a:cubicBezTo>
                  <a:pt x="43599" y="279064"/>
                  <a:pt x="48773" y="279239"/>
                  <a:pt x="54036" y="279239"/>
                </a:cubicBezTo>
                <a:cubicBezTo>
                  <a:pt x="53948" y="275907"/>
                  <a:pt x="53948" y="272837"/>
                  <a:pt x="53948" y="269328"/>
                </a:cubicBezTo>
                <a:close/>
                <a:moveTo>
                  <a:pt x="87628" y="239508"/>
                </a:moveTo>
                <a:cubicBezTo>
                  <a:pt x="89206" y="239508"/>
                  <a:pt x="90610" y="239508"/>
                  <a:pt x="92013" y="239508"/>
                </a:cubicBezTo>
                <a:cubicBezTo>
                  <a:pt x="158232" y="239508"/>
                  <a:pt x="224363" y="239508"/>
                  <a:pt x="290582" y="239508"/>
                </a:cubicBezTo>
                <a:cubicBezTo>
                  <a:pt x="292073" y="239508"/>
                  <a:pt x="293652" y="239508"/>
                  <a:pt x="295143" y="239333"/>
                </a:cubicBezTo>
                <a:cubicBezTo>
                  <a:pt x="299177" y="238719"/>
                  <a:pt x="301808" y="235912"/>
                  <a:pt x="302335" y="231878"/>
                </a:cubicBezTo>
                <a:cubicBezTo>
                  <a:pt x="303124" y="225738"/>
                  <a:pt x="299002" y="221967"/>
                  <a:pt x="291547" y="221967"/>
                </a:cubicBezTo>
                <a:cubicBezTo>
                  <a:pt x="224714" y="221967"/>
                  <a:pt x="157881" y="221967"/>
                  <a:pt x="91048" y="221967"/>
                </a:cubicBezTo>
                <a:cubicBezTo>
                  <a:pt x="89908" y="221967"/>
                  <a:pt x="88768" y="222142"/>
                  <a:pt x="87628" y="222142"/>
                </a:cubicBezTo>
                <a:cubicBezTo>
                  <a:pt x="87628" y="228106"/>
                  <a:pt x="87628" y="233632"/>
                  <a:pt x="87628" y="239508"/>
                </a:cubicBezTo>
                <a:close/>
                <a:moveTo>
                  <a:pt x="238133" y="80320"/>
                </a:moveTo>
                <a:cubicBezTo>
                  <a:pt x="231029" y="82162"/>
                  <a:pt x="224275" y="83828"/>
                  <a:pt x="217522" y="85758"/>
                </a:cubicBezTo>
                <a:cubicBezTo>
                  <a:pt x="216645" y="86021"/>
                  <a:pt x="215680" y="87512"/>
                  <a:pt x="215592" y="88476"/>
                </a:cubicBezTo>
                <a:cubicBezTo>
                  <a:pt x="215417" y="95581"/>
                  <a:pt x="215505" y="102685"/>
                  <a:pt x="215505" y="109789"/>
                </a:cubicBezTo>
                <a:cubicBezTo>
                  <a:pt x="215505" y="110666"/>
                  <a:pt x="215855" y="111894"/>
                  <a:pt x="216469" y="112333"/>
                </a:cubicBezTo>
                <a:cubicBezTo>
                  <a:pt x="220592" y="115052"/>
                  <a:pt x="222784" y="119086"/>
                  <a:pt x="224626" y="123559"/>
                </a:cubicBezTo>
                <a:cubicBezTo>
                  <a:pt x="224889" y="124261"/>
                  <a:pt x="226030" y="125050"/>
                  <a:pt x="226731" y="125050"/>
                </a:cubicBezTo>
                <a:cubicBezTo>
                  <a:pt x="234800" y="125138"/>
                  <a:pt x="242869" y="125138"/>
                  <a:pt x="251377" y="125138"/>
                </a:cubicBezTo>
                <a:cubicBezTo>
                  <a:pt x="246904" y="109965"/>
                  <a:pt x="242606" y="95318"/>
                  <a:pt x="238133" y="80320"/>
                </a:cubicBezTo>
                <a:close/>
                <a:moveTo>
                  <a:pt x="64298" y="222142"/>
                </a:moveTo>
                <a:cubicBezTo>
                  <a:pt x="64298" y="244244"/>
                  <a:pt x="64298" y="265908"/>
                  <a:pt x="64298" y="288098"/>
                </a:cubicBezTo>
                <a:cubicBezTo>
                  <a:pt x="68157" y="286081"/>
                  <a:pt x="71577" y="284151"/>
                  <a:pt x="75086" y="282572"/>
                </a:cubicBezTo>
                <a:cubicBezTo>
                  <a:pt x="77103" y="281607"/>
                  <a:pt x="77629" y="280380"/>
                  <a:pt x="77629" y="278275"/>
                </a:cubicBezTo>
                <a:cubicBezTo>
                  <a:pt x="77541" y="260558"/>
                  <a:pt x="77541" y="242841"/>
                  <a:pt x="77541" y="225124"/>
                </a:cubicBezTo>
                <a:cubicBezTo>
                  <a:pt x="77541" y="224159"/>
                  <a:pt x="77454" y="223195"/>
                  <a:pt x="77366" y="222142"/>
                </a:cubicBezTo>
                <a:cubicBezTo>
                  <a:pt x="72893" y="222142"/>
                  <a:pt x="68683" y="222142"/>
                  <a:pt x="64298" y="222142"/>
                </a:cubicBezTo>
                <a:close/>
                <a:moveTo>
                  <a:pt x="227696" y="134873"/>
                </a:moveTo>
                <a:cubicBezTo>
                  <a:pt x="228222" y="138469"/>
                  <a:pt x="228661" y="141539"/>
                  <a:pt x="229099" y="144697"/>
                </a:cubicBezTo>
                <a:cubicBezTo>
                  <a:pt x="230064" y="144784"/>
                  <a:pt x="230678" y="144784"/>
                  <a:pt x="231292" y="144784"/>
                </a:cubicBezTo>
                <a:cubicBezTo>
                  <a:pt x="252956" y="144784"/>
                  <a:pt x="274619" y="144784"/>
                  <a:pt x="296283" y="144784"/>
                </a:cubicBezTo>
                <a:cubicBezTo>
                  <a:pt x="296897" y="144784"/>
                  <a:pt x="297598" y="144784"/>
                  <a:pt x="298212" y="144697"/>
                </a:cubicBezTo>
                <a:cubicBezTo>
                  <a:pt x="300756" y="144346"/>
                  <a:pt x="302159" y="142767"/>
                  <a:pt x="302422" y="140311"/>
                </a:cubicBezTo>
                <a:cubicBezTo>
                  <a:pt x="302686" y="137856"/>
                  <a:pt x="301545" y="136014"/>
                  <a:pt x="299177" y="135224"/>
                </a:cubicBezTo>
                <a:cubicBezTo>
                  <a:pt x="297949" y="134786"/>
                  <a:pt x="296634" y="134786"/>
                  <a:pt x="295318" y="134786"/>
                </a:cubicBezTo>
                <a:cubicBezTo>
                  <a:pt x="274005" y="134786"/>
                  <a:pt x="252692" y="134786"/>
                  <a:pt x="231292" y="134786"/>
                </a:cubicBezTo>
                <a:cubicBezTo>
                  <a:pt x="230327" y="134873"/>
                  <a:pt x="229275" y="134873"/>
                  <a:pt x="227696" y="134873"/>
                </a:cubicBezTo>
                <a:close/>
                <a:moveTo>
                  <a:pt x="54036" y="222142"/>
                </a:moveTo>
                <a:cubicBezTo>
                  <a:pt x="43686" y="222142"/>
                  <a:pt x="33776" y="222142"/>
                  <a:pt x="23952" y="222142"/>
                </a:cubicBezTo>
                <a:cubicBezTo>
                  <a:pt x="23952" y="228018"/>
                  <a:pt x="23952" y="233632"/>
                  <a:pt x="23952" y="239157"/>
                </a:cubicBezTo>
                <a:cubicBezTo>
                  <a:pt x="33951" y="239157"/>
                  <a:pt x="43950" y="239157"/>
                  <a:pt x="54036" y="239157"/>
                </a:cubicBezTo>
                <a:cubicBezTo>
                  <a:pt x="54036" y="233456"/>
                  <a:pt x="54036" y="228018"/>
                  <a:pt x="54036" y="222142"/>
                </a:cubicBezTo>
                <a:close/>
                <a:moveTo>
                  <a:pt x="53948" y="249594"/>
                </a:moveTo>
                <a:cubicBezTo>
                  <a:pt x="53071" y="249507"/>
                  <a:pt x="52457" y="249331"/>
                  <a:pt x="51843" y="249331"/>
                </a:cubicBezTo>
                <a:cubicBezTo>
                  <a:pt x="39915" y="249331"/>
                  <a:pt x="28075" y="249331"/>
                  <a:pt x="16146" y="249331"/>
                </a:cubicBezTo>
                <a:cubicBezTo>
                  <a:pt x="15269" y="249331"/>
                  <a:pt x="14217" y="249244"/>
                  <a:pt x="13603" y="249682"/>
                </a:cubicBezTo>
                <a:cubicBezTo>
                  <a:pt x="12287" y="250647"/>
                  <a:pt x="10621" y="251875"/>
                  <a:pt x="10270" y="253278"/>
                </a:cubicBezTo>
                <a:cubicBezTo>
                  <a:pt x="9919" y="254681"/>
                  <a:pt x="10621" y="256874"/>
                  <a:pt x="11673" y="257927"/>
                </a:cubicBezTo>
                <a:cubicBezTo>
                  <a:pt x="12726" y="258979"/>
                  <a:pt x="14831" y="259330"/>
                  <a:pt x="16497" y="259330"/>
                </a:cubicBezTo>
                <a:cubicBezTo>
                  <a:pt x="27022" y="259418"/>
                  <a:pt x="37635" y="259418"/>
                  <a:pt x="48247" y="259418"/>
                </a:cubicBezTo>
                <a:cubicBezTo>
                  <a:pt x="50089" y="259418"/>
                  <a:pt x="51931" y="259418"/>
                  <a:pt x="53948" y="259418"/>
                </a:cubicBezTo>
                <a:cubicBezTo>
                  <a:pt x="53948" y="255909"/>
                  <a:pt x="53948" y="252840"/>
                  <a:pt x="53948" y="249594"/>
                </a:cubicBezTo>
                <a:close/>
                <a:moveTo>
                  <a:pt x="219802" y="153292"/>
                </a:moveTo>
                <a:cubicBezTo>
                  <a:pt x="219627" y="150398"/>
                  <a:pt x="219715" y="147766"/>
                  <a:pt x="219188" y="145398"/>
                </a:cubicBezTo>
                <a:cubicBezTo>
                  <a:pt x="217610" y="138206"/>
                  <a:pt x="215943" y="131014"/>
                  <a:pt x="214014" y="123910"/>
                </a:cubicBezTo>
                <a:cubicBezTo>
                  <a:pt x="213663" y="122682"/>
                  <a:pt x="211909" y="121103"/>
                  <a:pt x="210593" y="120928"/>
                </a:cubicBezTo>
                <a:cubicBezTo>
                  <a:pt x="209628" y="120753"/>
                  <a:pt x="207962" y="122419"/>
                  <a:pt x="207436" y="123647"/>
                </a:cubicBezTo>
                <a:cubicBezTo>
                  <a:pt x="202875" y="132944"/>
                  <a:pt x="202261" y="143030"/>
                  <a:pt x="201559" y="153292"/>
                </a:cubicBezTo>
                <a:cubicBezTo>
                  <a:pt x="207786" y="153292"/>
                  <a:pt x="213575" y="153292"/>
                  <a:pt x="219802" y="153292"/>
                </a:cubicBezTo>
                <a:close/>
                <a:moveTo>
                  <a:pt x="160863" y="41378"/>
                </a:moveTo>
                <a:cubicBezTo>
                  <a:pt x="160863" y="41378"/>
                  <a:pt x="160863" y="41378"/>
                  <a:pt x="160863" y="41378"/>
                </a:cubicBezTo>
                <a:cubicBezTo>
                  <a:pt x="160863" y="42167"/>
                  <a:pt x="160863" y="42869"/>
                  <a:pt x="160863" y="43658"/>
                </a:cubicBezTo>
                <a:cubicBezTo>
                  <a:pt x="160863" y="48219"/>
                  <a:pt x="161740" y="49008"/>
                  <a:pt x="166389" y="48745"/>
                </a:cubicBezTo>
                <a:cubicBezTo>
                  <a:pt x="167266" y="48657"/>
                  <a:pt x="168231" y="48570"/>
                  <a:pt x="168932" y="48219"/>
                </a:cubicBezTo>
                <a:cubicBezTo>
                  <a:pt x="169546" y="47868"/>
                  <a:pt x="170423" y="47079"/>
                  <a:pt x="170423" y="46552"/>
                </a:cubicBezTo>
                <a:cubicBezTo>
                  <a:pt x="170511" y="43044"/>
                  <a:pt x="170599" y="39536"/>
                  <a:pt x="170248" y="36115"/>
                </a:cubicBezTo>
                <a:cubicBezTo>
                  <a:pt x="169985" y="33484"/>
                  <a:pt x="168055" y="32168"/>
                  <a:pt x="165424" y="32256"/>
                </a:cubicBezTo>
                <a:cubicBezTo>
                  <a:pt x="162793" y="32344"/>
                  <a:pt x="161214" y="33923"/>
                  <a:pt x="160951" y="36554"/>
                </a:cubicBezTo>
                <a:cubicBezTo>
                  <a:pt x="160775" y="38133"/>
                  <a:pt x="160863" y="39711"/>
                  <a:pt x="160863" y="4137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90204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" name="Google Shape;934;p8"/>
          <p:cNvSpPr txBox="1"/>
          <p:nvPr/>
        </p:nvSpPr>
        <p:spPr>
          <a:xfrm>
            <a:off x="10681522" y="6397891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Recognitions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grpSp>
        <p:nvGrpSpPr>
          <p:cNvPr id="935" name="Google Shape;935;p8"/>
          <p:cNvGrpSpPr/>
          <p:nvPr/>
        </p:nvGrpSpPr>
        <p:grpSpPr>
          <a:xfrm>
            <a:off x="10399521" y="6312157"/>
            <a:ext cx="318276" cy="423136"/>
            <a:chOff x="4890592" y="1835560"/>
            <a:chExt cx="2409354" cy="3203147"/>
          </a:xfrm>
        </p:grpSpPr>
        <p:sp>
          <p:nvSpPr>
            <p:cNvPr id="936" name="Google Shape;936;p8"/>
            <p:cNvSpPr/>
            <p:nvPr/>
          </p:nvSpPr>
          <p:spPr>
            <a:xfrm>
              <a:off x="4890592" y="1835560"/>
              <a:ext cx="2409354" cy="3203147"/>
            </a:xfrm>
            <a:custGeom>
              <a:avLst/>
              <a:gdLst/>
              <a:ahLst/>
              <a:cxnLst/>
              <a:rect l="l" t="t" r="r" b="b"/>
              <a:pathLst>
                <a:path w="2409354" h="3203147" extrusionOk="0">
                  <a:moveTo>
                    <a:pt x="692010" y="2856454"/>
                  </a:moveTo>
                  <a:cubicBezTo>
                    <a:pt x="692010" y="2680241"/>
                    <a:pt x="691057" y="2504981"/>
                    <a:pt x="692962" y="2328769"/>
                  </a:cubicBezTo>
                  <a:cubicBezTo>
                    <a:pt x="692962" y="2304956"/>
                    <a:pt x="685342" y="2293526"/>
                    <a:pt x="664387" y="2283049"/>
                  </a:cubicBezTo>
                  <a:cubicBezTo>
                    <a:pt x="208140" y="2034446"/>
                    <a:pt x="-11888" y="1647731"/>
                    <a:pt x="495" y="1128619"/>
                  </a:cubicBezTo>
                  <a:cubicBezTo>
                    <a:pt x="1447" y="1102901"/>
                    <a:pt x="4305" y="1076231"/>
                    <a:pt x="8115" y="1050514"/>
                  </a:cubicBezTo>
                  <a:cubicBezTo>
                    <a:pt x="12877" y="1017176"/>
                    <a:pt x="33832" y="998126"/>
                    <a:pt x="61455" y="1000031"/>
                  </a:cubicBezTo>
                  <a:cubicBezTo>
                    <a:pt x="90982" y="1001936"/>
                    <a:pt x="110032" y="1025749"/>
                    <a:pt x="106222" y="1060991"/>
                  </a:cubicBezTo>
                  <a:cubicBezTo>
                    <a:pt x="93840" y="1168624"/>
                    <a:pt x="91935" y="1277209"/>
                    <a:pt x="111937" y="1383889"/>
                  </a:cubicBezTo>
                  <a:cubicBezTo>
                    <a:pt x="184327" y="1773461"/>
                    <a:pt x="398640" y="2057306"/>
                    <a:pt x="761542" y="2218279"/>
                  </a:cubicBezTo>
                  <a:cubicBezTo>
                    <a:pt x="1309230" y="2460214"/>
                    <a:pt x="1943595" y="2222089"/>
                    <a:pt x="2202675" y="1682021"/>
                  </a:cubicBezTo>
                  <a:cubicBezTo>
                    <a:pt x="2520810" y="1019081"/>
                    <a:pt x="2107425" y="229459"/>
                    <a:pt x="1383525" y="113254"/>
                  </a:cubicBezTo>
                  <a:cubicBezTo>
                    <a:pt x="1240650" y="90394"/>
                    <a:pt x="1099680" y="93251"/>
                    <a:pt x="958710" y="126589"/>
                  </a:cubicBezTo>
                  <a:cubicBezTo>
                    <a:pt x="952995" y="127541"/>
                    <a:pt x="947280" y="129446"/>
                    <a:pt x="941565" y="129446"/>
                  </a:cubicBezTo>
                  <a:cubicBezTo>
                    <a:pt x="907275" y="134209"/>
                    <a:pt x="884415" y="120874"/>
                    <a:pt x="877747" y="93251"/>
                  </a:cubicBezTo>
                  <a:cubicBezTo>
                    <a:pt x="871080" y="66581"/>
                    <a:pt x="887272" y="40864"/>
                    <a:pt x="920610" y="34196"/>
                  </a:cubicBezTo>
                  <a:cubicBezTo>
                    <a:pt x="987285" y="21814"/>
                    <a:pt x="1053960" y="6574"/>
                    <a:pt x="1120635" y="2764"/>
                  </a:cubicBezTo>
                  <a:cubicBezTo>
                    <a:pt x="1718805" y="-37241"/>
                    <a:pt x="2249347" y="360904"/>
                    <a:pt x="2380792" y="947644"/>
                  </a:cubicBezTo>
                  <a:cubicBezTo>
                    <a:pt x="2498902" y="1476281"/>
                    <a:pt x="2242680" y="2025874"/>
                    <a:pt x="1760715" y="2273524"/>
                  </a:cubicBezTo>
                  <a:cubicBezTo>
                    <a:pt x="1726425" y="2291621"/>
                    <a:pt x="1714042" y="2308766"/>
                    <a:pt x="1714995" y="2347819"/>
                  </a:cubicBezTo>
                  <a:cubicBezTo>
                    <a:pt x="1715947" y="2481169"/>
                    <a:pt x="1715947" y="2614519"/>
                    <a:pt x="1715947" y="2747869"/>
                  </a:cubicBezTo>
                  <a:cubicBezTo>
                    <a:pt x="1715947" y="2809781"/>
                    <a:pt x="1715947" y="2871694"/>
                    <a:pt x="1715947" y="2933606"/>
                  </a:cubicBezTo>
                  <a:cubicBezTo>
                    <a:pt x="1715947" y="2970754"/>
                    <a:pt x="1715947" y="3007901"/>
                    <a:pt x="1715947" y="3044096"/>
                  </a:cubicBezTo>
                  <a:cubicBezTo>
                    <a:pt x="1715947" y="3089816"/>
                    <a:pt x="1730235" y="3163159"/>
                    <a:pt x="1687372" y="3195544"/>
                  </a:cubicBezTo>
                  <a:cubicBezTo>
                    <a:pt x="1665465" y="3212689"/>
                    <a:pt x="1642605" y="3197449"/>
                    <a:pt x="1623555" y="3183161"/>
                  </a:cubicBezTo>
                  <a:cubicBezTo>
                    <a:pt x="1519732" y="3104104"/>
                    <a:pt x="1414957" y="3025999"/>
                    <a:pt x="1310182" y="2947894"/>
                  </a:cubicBezTo>
                  <a:cubicBezTo>
                    <a:pt x="1291132" y="2933606"/>
                    <a:pt x="1272082" y="2919319"/>
                    <a:pt x="1253032" y="2905031"/>
                  </a:cubicBezTo>
                  <a:cubicBezTo>
                    <a:pt x="1203502" y="2867884"/>
                    <a:pt x="1203502" y="2867884"/>
                    <a:pt x="1153020" y="2905984"/>
                  </a:cubicBezTo>
                  <a:cubicBezTo>
                    <a:pt x="1031100" y="2997424"/>
                    <a:pt x="910132" y="3087911"/>
                    <a:pt x="788212" y="3179351"/>
                  </a:cubicBezTo>
                  <a:cubicBezTo>
                    <a:pt x="768210" y="3194591"/>
                    <a:pt x="747255" y="3209831"/>
                    <a:pt x="720585" y="3197449"/>
                  </a:cubicBezTo>
                  <a:cubicBezTo>
                    <a:pt x="692010" y="3184114"/>
                    <a:pt x="691057" y="3157444"/>
                    <a:pt x="691057" y="3130774"/>
                  </a:cubicBezTo>
                  <a:cubicBezTo>
                    <a:pt x="692010" y="2957419"/>
                    <a:pt x="692010" y="3030761"/>
                    <a:pt x="692010" y="2856454"/>
                  </a:cubicBezTo>
                  <a:close/>
                  <a:moveTo>
                    <a:pt x="793927" y="2340199"/>
                  </a:moveTo>
                  <a:cubicBezTo>
                    <a:pt x="793927" y="2662144"/>
                    <a:pt x="793927" y="2732629"/>
                    <a:pt x="793927" y="3054574"/>
                  </a:cubicBezTo>
                  <a:cubicBezTo>
                    <a:pt x="918705" y="2961229"/>
                    <a:pt x="1038720" y="2870741"/>
                    <a:pt x="1159687" y="2780254"/>
                  </a:cubicBezTo>
                  <a:cubicBezTo>
                    <a:pt x="1196835" y="2752631"/>
                    <a:pt x="1211122" y="2752631"/>
                    <a:pt x="1248270" y="2779301"/>
                  </a:cubicBezTo>
                  <a:cubicBezTo>
                    <a:pt x="1342567" y="2849786"/>
                    <a:pt x="1435912" y="2920271"/>
                    <a:pt x="1530210" y="2990756"/>
                  </a:cubicBezTo>
                  <a:cubicBezTo>
                    <a:pt x="1556880" y="3010759"/>
                    <a:pt x="1584502" y="3030761"/>
                    <a:pt x="1614982" y="3053621"/>
                  </a:cubicBezTo>
                  <a:cubicBezTo>
                    <a:pt x="1614982" y="2730724"/>
                    <a:pt x="1614982" y="2659286"/>
                    <a:pt x="1614982" y="2339246"/>
                  </a:cubicBezTo>
                  <a:cubicBezTo>
                    <a:pt x="1340662" y="2434496"/>
                    <a:pt x="1068247" y="2434496"/>
                    <a:pt x="793927" y="23401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7" name="Google Shape;937;p8"/>
            <p:cNvSpPr/>
            <p:nvPr/>
          </p:nvSpPr>
          <p:spPr>
            <a:xfrm>
              <a:off x="5208262" y="2153600"/>
              <a:ext cx="1773563" cy="1773558"/>
            </a:xfrm>
            <a:custGeom>
              <a:avLst/>
              <a:gdLst/>
              <a:ahLst/>
              <a:cxnLst/>
              <a:rect l="l" t="t" r="r" b="b"/>
              <a:pathLst>
                <a:path w="1773563" h="1773558" extrusionOk="0">
                  <a:moveTo>
                    <a:pt x="886784" y="2"/>
                  </a:moveTo>
                  <a:cubicBezTo>
                    <a:pt x="1375417" y="-951"/>
                    <a:pt x="1774514" y="397194"/>
                    <a:pt x="1773562" y="884874"/>
                  </a:cubicBezTo>
                  <a:cubicBezTo>
                    <a:pt x="1772609" y="1377317"/>
                    <a:pt x="1378274" y="1772604"/>
                    <a:pt x="886784" y="1773557"/>
                  </a:cubicBezTo>
                  <a:cubicBezTo>
                    <a:pt x="399104" y="1774509"/>
                    <a:pt x="959" y="1377317"/>
                    <a:pt x="7" y="887732"/>
                  </a:cubicBezTo>
                  <a:cubicBezTo>
                    <a:pt x="-1898" y="398147"/>
                    <a:pt x="395294" y="954"/>
                    <a:pt x="886784" y="2"/>
                  </a:cubicBezTo>
                  <a:close/>
                  <a:moveTo>
                    <a:pt x="883927" y="1675449"/>
                  </a:moveTo>
                  <a:cubicBezTo>
                    <a:pt x="1311599" y="1681164"/>
                    <a:pt x="1667834" y="1329692"/>
                    <a:pt x="1675454" y="896304"/>
                  </a:cubicBezTo>
                  <a:cubicBezTo>
                    <a:pt x="1682122" y="462917"/>
                    <a:pt x="1330649" y="103824"/>
                    <a:pt x="892499" y="98109"/>
                  </a:cubicBezTo>
                  <a:cubicBezTo>
                    <a:pt x="464827" y="92394"/>
                    <a:pt x="101924" y="446724"/>
                    <a:pt x="98114" y="874397"/>
                  </a:cubicBezTo>
                  <a:cubicBezTo>
                    <a:pt x="93352" y="1316357"/>
                    <a:pt x="440062" y="1669734"/>
                    <a:pt x="883927" y="16754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8" name="Google Shape;938;p8"/>
            <p:cNvSpPr/>
            <p:nvPr/>
          </p:nvSpPr>
          <p:spPr>
            <a:xfrm>
              <a:off x="5004953" y="2365795"/>
              <a:ext cx="180456" cy="218580"/>
            </a:xfrm>
            <a:custGeom>
              <a:avLst/>
              <a:gdLst/>
              <a:ahLst/>
              <a:cxnLst/>
              <a:rect l="l" t="t" r="r" b="b"/>
              <a:pathLst>
                <a:path w="180456" h="218580" extrusionOk="0">
                  <a:moveTo>
                    <a:pt x="180456" y="42124"/>
                  </a:moveTo>
                  <a:cubicBezTo>
                    <a:pt x="142356" y="103084"/>
                    <a:pt x="108066" y="160234"/>
                    <a:pt x="69014" y="214527"/>
                  </a:cubicBezTo>
                  <a:cubicBezTo>
                    <a:pt x="63299" y="222147"/>
                    <a:pt x="28056" y="218337"/>
                    <a:pt x="15674" y="208812"/>
                  </a:cubicBezTo>
                  <a:cubicBezTo>
                    <a:pt x="4244" y="198334"/>
                    <a:pt x="-4329" y="169759"/>
                    <a:pt x="2339" y="156424"/>
                  </a:cubicBezTo>
                  <a:cubicBezTo>
                    <a:pt x="25199" y="107847"/>
                    <a:pt x="52821" y="60222"/>
                    <a:pt x="83301" y="15454"/>
                  </a:cubicBezTo>
                  <a:cubicBezTo>
                    <a:pt x="91874" y="3072"/>
                    <a:pt x="121401" y="-2643"/>
                    <a:pt x="138546" y="1167"/>
                  </a:cubicBezTo>
                  <a:cubicBezTo>
                    <a:pt x="153786" y="3072"/>
                    <a:pt x="164264" y="24027"/>
                    <a:pt x="180456" y="4212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9" name="Google Shape;939;p8"/>
            <p:cNvSpPr/>
            <p:nvPr/>
          </p:nvSpPr>
          <p:spPr>
            <a:xfrm>
              <a:off x="5307873" y="2016318"/>
              <a:ext cx="216625" cy="183988"/>
            </a:xfrm>
            <a:custGeom>
              <a:avLst/>
              <a:gdLst/>
              <a:ahLst/>
              <a:cxnLst/>
              <a:rect l="l" t="t" r="r" b="b"/>
              <a:pathLst>
                <a:path w="216625" h="183988" extrusionOk="0">
                  <a:moveTo>
                    <a:pt x="216626" y="57274"/>
                  </a:moveTo>
                  <a:cubicBezTo>
                    <a:pt x="210911" y="64894"/>
                    <a:pt x="203291" y="81086"/>
                    <a:pt x="190908" y="91564"/>
                  </a:cubicBezTo>
                  <a:cubicBezTo>
                    <a:pt x="156618" y="119186"/>
                    <a:pt x="120423" y="143951"/>
                    <a:pt x="85181" y="169669"/>
                  </a:cubicBezTo>
                  <a:cubicBezTo>
                    <a:pt x="57558" y="189671"/>
                    <a:pt x="30888" y="188719"/>
                    <a:pt x="11838" y="166811"/>
                  </a:cubicBezTo>
                  <a:cubicBezTo>
                    <a:pt x="-7212" y="143951"/>
                    <a:pt x="-3402" y="113471"/>
                    <a:pt x="24221" y="92516"/>
                  </a:cubicBezTo>
                  <a:cubicBezTo>
                    <a:pt x="61368" y="62989"/>
                    <a:pt x="99468" y="34414"/>
                    <a:pt x="139473" y="9649"/>
                  </a:cubicBezTo>
                  <a:cubicBezTo>
                    <a:pt x="173763" y="-14164"/>
                    <a:pt x="215673" y="7744"/>
                    <a:pt x="216626" y="57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0" name="Google Shape;940;p8"/>
            <p:cNvSpPr/>
            <p:nvPr/>
          </p:nvSpPr>
          <p:spPr>
            <a:xfrm>
              <a:off x="5601955" y="2523901"/>
              <a:ext cx="982825" cy="938660"/>
            </a:xfrm>
            <a:custGeom>
              <a:avLst/>
              <a:gdLst/>
              <a:ahLst/>
              <a:cxnLst/>
              <a:rect l="l" t="t" r="r" b="b"/>
              <a:pathLst>
                <a:path w="982825" h="938660" extrusionOk="0">
                  <a:moveTo>
                    <a:pt x="171147" y="873666"/>
                  </a:moveTo>
                  <a:cubicBezTo>
                    <a:pt x="183529" y="800323"/>
                    <a:pt x="196864" y="719361"/>
                    <a:pt x="212104" y="639351"/>
                  </a:cubicBezTo>
                  <a:cubicBezTo>
                    <a:pt x="216867" y="613633"/>
                    <a:pt x="213057" y="595536"/>
                    <a:pt x="193054" y="576486"/>
                  </a:cubicBezTo>
                  <a:cubicBezTo>
                    <a:pt x="135904" y="524098"/>
                    <a:pt x="82564" y="468853"/>
                    <a:pt x="26367" y="415513"/>
                  </a:cubicBezTo>
                  <a:cubicBezTo>
                    <a:pt x="8269" y="398368"/>
                    <a:pt x="-6018" y="379318"/>
                    <a:pt x="2554" y="352648"/>
                  </a:cubicBezTo>
                  <a:cubicBezTo>
                    <a:pt x="12079" y="326931"/>
                    <a:pt x="33987" y="320263"/>
                    <a:pt x="58752" y="316453"/>
                  </a:cubicBezTo>
                  <a:cubicBezTo>
                    <a:pt x="137809" y="305976"/>
                    <a:pt x="215914" y="294546"/>
                    <a:pt x="294972" y="281211"/>
                  </a:cubicBezTo>
                  <a:cubicBezTo>
                    <a:pt x="309259" y="278353"/>
                    <a:pt x="327357" y="265971"/>
                    <a:pt x="334024" y="253588"/>
                  </a:cubicBezTo>
                  <a:cubicBezTo>
                    <a:pt x="371172" y="183103"/>
                    <a:pt x="405462" y="111666"/>
                    <a:pt x="440704" y="40228"/>
                  </a:cubicBezTo>
                  <a:cubicBezTo>
                    <a:pt x="452134" y="17368"/>
                    <a:pt x="467374" y="-5492"/>
                    <a:pt x="493092" y="1176"/>
                  </a:cubicBezTo>
                  <a:cubicBezTo>
                    <a:pt x="513094" y="5938"/>
                    <a:pt x="535002" y="24036"/>
                    <a:pt x="544527" y="42133"/>
                  </a:cubicBezTo>
                  <a:cubicBezTo>
                    <a:pt x="580722" y="108808"/>
                    <a:pt x="614059" y="177388"/>
                    <a:pt x="646444" y="245968"/>
                  </a:cubicBezTo>
                  <a:cubicBezTo>
                    <a:pt x="657874" y="269781"/>
                    <a:pt x="670257" y="281211"/>
                    <a:pt x="698832" y="285021"/>
                  </a:cubicBezTo>
                  <a:cubicBezTo>
                    <a:pt x="776937" y="293593"/>
                    <a:pt x="854089" y="305023"/>
                    <a:pt x="931242" y="319311"/>
                  </a:cubicBezTo>
                  <a:cubicBezTo>
                    <a:pt x="950292" y="323121"/>
                    <a:pt x="976009" y="339313"/>
                    <a:pt x="981724" y="354553"/>
                  </a:cubicBezTo>
                  <a:cubicBezTo>
                    <a:pt x="986487" y="370746"/>
                    <a:pt x="975057" y="398368"/>
                    <a:pt x="961722" y="412656"/>
                  </a:cubicBezTo>
                  <a:cubicBezTo>
                    <a:pt x="906477" y="469806"/>
                    <a:pt x="849327" y="525051"/>
                    <a:pt x="791224" y="579343"/>
                  </a:cubicBezTo>
                  <a:cubicBezTo>
                    <a:pt x="774079" y="595536"/>
                    <a:pt x="769317" y="610776"/>
                    <a:pt x="774079" y="632683"/>
                  </a:cubicBezTo>
                  <a:cubicBezTo>
                    <a:pt x="788367" y="706978"/>
                    <a:pt x="800749" y="782226"/>
                    <a:pt x="813132" y="857473"/>
                  </a:cubicBezTo>
                  <a:cubicBezTo>
                    <a:pt x="815989" y="874618"/>
                    <a:pt x="816942" y="893668"/>
                    <a:pt x="812179" y="909861"/>
                  </a:cubicBezTo>
                  <a:cubicBezTo>
                    <a:pt x="803607" y="938436"/>
                    <a:pt x="770269" y="947008"/>
                    <a:pt x="736932" y="929863"/>
                  </a:cubicBezTo>
                  <a:cubicBezTo>
                    <a:pt x="664542" y="892716"/>
                    <a:pt x="591199" y="854616"/>
                    <a:pt x="519762" y="815563"/>
                  </a:cubicBezTo>
                  <a:cubicBezTo>
                    <a:pt x="500712" y="805086"/>
                    <a:pt x="486424" y="806038"/>
                    <a:pt x="467374" y="816516"/>
                  </a:cubicBezTo>
                  <a:cubicBezTo>
                    <a:pt x="395937" y="855568"/>
                    <a:pt x="322594" y="893668"/>
                    <a:pt x="250204" y="930816"/>
                  </a:cubicBezTo>
                  <a:cubicBezTo>
                    <a:pt x="204484" y="951771"/>
                    <a:pt x="169242" y="928911"/>
                    <a:pt x="171147" y="873666"/>
                  </a:cubicBezTo>
                  <a:close/>
                  <a:moveTo>
                    <a:pt x="820752" y="401226"/>
                  </a:moveTo>
                  <a:cubicBezTo>
                    <a:pt x="763602" y="392653"/>
                    <a:pt x="705499" y="381223"/>
                    <a:pt x="646444" y="375508"/>
                  </a:cubicBezTo>
                  <a:cubicBezTo>
                    <a:pt x="609297" y="371698"/>
                    <a:pt x="589294" y="355506"/>
                    <a:pt x="574054" y="322168"/>
                  </a:cubicBezTo>
                  <a:cubicBezTo>
                    <a:pt x="550242" y="268828"/>
                    <a:pt x="522619" y="216441"/>
                    <a:pt x="492139" y="156433"/>
                  </a:cubicBezTo>
                  <a:cubicBezTo>
                    <a:pt x="468327" y="205963"/>
                    <a:pt x="443562" y="245968"/>
                    <a:pt x="427369" y="289783"/>
                  </a:cubicBezTo>
                  <a:cubicBezTo>
                    <a:pt x="405462" y="351696"/>
                    <a:pt x="365457" y="382176"/>
                    <a:pt x="299734" y="380271"/>
                  </a:cubicBezTo>
                  <a:cubicBezTo>
                    <a:pt x="297829" y="380271"/>
                    <a:pt x="294972" y="380271"/>
                    <a:pt x="293067" y="381223"/>
                  </a:cubicBezTo>
                  <a:cubicBezTo>
                    <a:pt x="249252" y="387891"/>
                    <a:pt x="205437" y="394558"/>
                    <a:pt x="164479" y="401226"/>
                  </a:cubicBezTo>
                  <a:cubicBezTo>
                    <a:pt x="209247" y="447898"/>
                    <a:pt x="251157" y="492666"/>
                    <a:pt x="294019" y="536481"/>
                  </a:cubicBezTo>
                  <a:cubicBezTo>
                    <a:pt x="314022" y="556483"/>
                    <a:pt x="322594" y="577438"/>
                    <a:pt x="316879" y="606013"/>
                  </a:cubicBezTo>
                  <a:cubicBezTo>
                    <a:pt x="304497" y="666973"/>
                    <a:pt x="295924" y="729838"/>
                    <a:pt x="284494" y="797466"/>
                  </a:cubicBezTo>
                  <a:cubicBezTo>
                    <a:pt x="341644" y="767938"/>
                    <a:pt x="393079" y="743173"/>
                    <a:pt x="443562" y="713646"/>
                  </a:cubicBezTo>
                  <a:cubicBezTo>
                    <a:pt x="477852" y="693643"/>
                    <a:pt x="507379" y="692691"/>
                    <a:pt x="542622" y="713646"/>
                  </a:cubicBezTo>
                  <a:cubicBezTo>
                    <a:pt x="592152" y="743173"/>
                    <a:pt x="644539" y="767938"/>
                    <a:pt x="700737" y="797466"/>
                  </a:cubicBezTo>
                  <a:cubicBezTo>
                    <a:pt x="689307" y="730791"/>
                    <a:pt x="681687" y="669831"/>
                    <a:pt x="668352" y="609823"/>
                  </a:cubicBezTo>
                  <a:cubicBezTo>
                    <a:pt x="661684" y="577438"/>
                    <a:pt x="671209" y="555531"/>
                    <a:pt x="693117" y="533623"/>
                  </a:cubicBezTo>
                  <a:cubicBezTo>
                    <a:pt x="736932" y="492666"/>
                    <a:pt x="777889" y="447898"/>
                    <a:pt x="820752" y="40122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41" name="Google Shape;941;p8"/>
          <p:cNvSpPr>
            <a:spLocks noGrp="1"/>
          </p:cNvSpPr>
          <p:nvPr>
            <p:ph type="pic" idx="3"/>
          </p:nvPr>
        </p:nvSpPr>
        <p:spPr>
          <a:xfrm>
            <a:off x="655638" y="1792032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942" name="Google Shape;942;p8"/>
          <p:cNvSpPr>
            <a:spLocks noGrp="1"/>
          </p:cNvSpPr>
          <p:nvPr>
            <p:ph type="pic" idx="4"/>
          </p:nvPr>
        </p:nvSpPr>
        <p:spPr>
          <a:xfrm>
            <a:off x="2946406" y="1792032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943" name="Google Shape;943;p8"/>
          <p:cNvSpPr>
            <a:spLocks noGrp="1"/>
          </p:cNvSpPr>
          <p:nvPr>
            <p:ph type="pic" idx="5"/>
          </p:nvPr>
        </p:nvSpPr>
        <p:spPr>
          <a:xfrm>
            <a:off x="5237174" y="1792032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944" name="Google Shape;944;p8"/>
          <p:cNvSpPr>
            <a:spLocks noGrp="1"/>
          </p:cNvSpPr>
          <p:nvPr>
            <p:ph type="pic" idx="6"/>
          </p:nvPr>
        </p:nvSpPr>
        <p:spPr>
          <a:xfrm>
            <a:off x="7527942" y="1792032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945" name="Google Shape;945;p8"/>
          <p:cNvSpPr>
            <a:spLocks noGrp="1"/>
          </p:cNvSpPr>
          <p:nvPr>
            <p:ph type="pic" idx="7"/>
          </p:nvPr>
        </p:nvSpPr>
        <p:spPr>
          <a:xfrm>
            <a:off x="9818710" y="1792032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946" name="Google Shape;946;p8"/>
          <p:cNvSpPr>
            <a:spLocks noGrp="1"/>
          </p:cNvSpPr>
          <p:nvPr>
            <p:ph type="pic" idx="8"/>
          </p:nvPr>
        </p:nvSpPr>
        <p:spPr>
          <a:xfrm>
            <a:off x="655638" y="4000501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947" name="Google Shape;947;p8"/>
          <p:cNvSpPr>
            <a:spLocks noGrp="1"/>
          </p:cNvSpPr>
          <p:nvPr>
            <p:ph type="pic" idx="9"/>
          </p:nvPr>
        </p:nvSpPr>
        <p:spPr>
          <a:xfrm>
            <a:off x="2946406" y="4000501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948" name="Google Shape;948;p8"/>
          <p:cNvSpPr>
            <a:spLocks noGrp="1"/>
          </p:cNvSpPr>
          <p:nvPr>
            <p:ph type="pic" idx="13"/>
          </p:nvPr>
        </p:nvSpPr>
        <p:spPr>
          <a:xfrm>
            <a:off x="5237174" y="4000501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949" name="Google Shape;949;p8"/>
          <p:cNvSpPr>
            <a:spLocks noGrp="1"/>
          </p:cNvSpPr>
          <p:nvPr>
            <p:ph type="pic" idx="14"/>
          </p:nvPr>
        </p:nvSpPr>
        <p:spPr>
          <a:xfrm>
            <a:off x="7527942" y="4000501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950" name="Google Shape;950;p8"/>
          <p:cNvSpPr>
            <a:spLocks noGrp="1"/>
          </p:cNvSpPr>
          <p:nvPr>
            <p:ph type="pic" idx="15"/>
          </p:nvPr>
        </p:nvSpPr>
        <p:spPr>
          <a:xfrm>
            <a:off x="9818710" y="4000501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951" name="Google Shape;951;p8"/>
          <p:cNvSpPr/>
          <p:nvPr/>
        </p:nvSpPr>
        <p:spPr>
          <a:xfrm>
            <a:off x="0" y="6745403"/>
            <a:ext cx="12192000" cy="130500"/>
          </a:xfrm>
          <a:prstGeom prst="rect">
            <a:avLst/>
          </a:prstGeom>
          <a:solidFill>
            <a:srgbClr val="B90F50"/>
          </a:solidFill>
          <a:ln w="19050" cap="flat" cmpd="sng">
            <a:solidFill>
              <a:srgbClr val="B90F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9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5_Blank">
  <p:cSld name="15_Blank">
    <p:spTree>
      <p:nvGrpSpPr>
        <p:cNvPr id="1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9"/>
          <p:cNvSpPr txBox="1">
            <a:spLocks noGrp="1"/>
          </p:cNvSpPr>
          <p:nvPr>
            <p:ph type="body" idx="1"/>
          </p:nvPr>
        </p:nvSpPr>
        <p:spPr>
          <a:xfrm>
            <a:off x="1500993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954" name="Google Shape;954;p9"/>
          <p:cNvCxnSpPr/>
          <p:nvPr/>
        </p:nvCxnSpPr>
        <p:spPr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55" name="Google Shape;955;p9"/>
          <p:cNvSpPr txBox="1">
            <a:spLocks noGrp="1"/>
          </p:cNvSpPr>
          <p:nvPr>
            <p:ph type="body" idx="2"/>
          </p:nvPr>
        </p:nvSpPr>
        <p:spPr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956" name="Google Shape;956;p9"/>
          <p:cNvGrpSpPr/>
          <p:nvPr/>
        </p:nvGrpSpPr>
        <p:grpSpPr>
          <a:xfrm>
            <a:off x="655527" y="416137"/>
            <a:ext cx="624253" cy="765101"/>
            <a:chOff x="4819650" y="1862134"/>
            <a:chExt cx="2558414" cy="3135659"/>
          </a:xfrm>
        </p:grpSpPr>
        <p:sp>
          <p:nvSpPr>
            <p:cNvPr id="957" name="Google Shape;957;p9"/>
            <p:cNvSpPr/>
            <p:nvPr/>
          </p:nvSpPr>
          <p:spPr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8" name="Google Shape;958;p9"/>
            <p:cNvSpPr/>
            <p:nvPr/>
          </p:nvSpPr>
          <p:spPr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9" name="Google Shape;959;p9"/>
            <p:cNvSpPr/>
            <p:nvPr/>
          </p:nvSpPr>
          <p:spPr>
            <a:xfrm>
              <a:off x="6231252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0" name="Google Shape;960;p9"/>
            <p:cNvSpPr/>
            <p:nvPr/>
          </p:nvSpPr>
          <p:spPr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1" name="Google Shape;961;p9"/>
            <p:cNvSpPr/>
            <p:nvPr/>
          </p:nvSpPr>
          <p:spPr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2" name="Google Shape;962;p9"/>
            <p:cNvSpPr/>
            <p:nvPr/>
          </p:nvSpPr>
          <p:spPr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3" name="Google Shape;963;p9"/>
            <p:cNvSpPr/>
            <p:nvPr/>
          </p:nvSpPr>
          <p:spPr>
            <a:xfrm>
              <a:off x="5838828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4" name="Google Shape;964;p9"/>
            <p:cNvSpPr/>
            <p:nvPr/>
          </p:nvSpPr>
          <p:spPr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5" name="Google Shape;965;p9"/>
            <p:cNvSpPr/>
            <p:nvPr/>
          </p:nvSpPr>
          <p:spPr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6" name="Google Shape;966;p9"/>
            <p:cNvSpPr/>
            <p:nvPr/>
          </p:nvSpPr>
          <p:spPr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7" name="Google Shape;967;p9"/>
            <p:cNvSpPr/>
            <p:nvPr/>
          </p:nvSpPr>
          <p:spPr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8" name="Google Shape;968;p9"/>
            <p:cNvSpPr/>
            <p:nvPr/>
          </p:nvSpPr>
          <p:spPr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9" name="Google Shape;969;p9"/>
            <p:cNvSpPr/>
            <p:nvPr/>
          </p:nvSpPr>
          <p:spPr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0" name="Google Shape;970;p9"/>
            <p:cNvSpPr/>
            <p:nvPr/>
          </p:nvSpPr>
          <p:spPr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1" name="Google Shape;971;p9"/>
            <p:cNvSpPr/>
            <p:nvPr/>
          </p:nvSpPr>
          <p:spPr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2" name="Google Shape;972;p9"/>
            <p:cNvSpPr/>
            <p:nvPr/>
          </p:nvSpPr>
          <p:spPr>
            <a:xfrm>
              <a:off x="6188393" y="3388996"/>
              <a:ext cx="104775" cy="81914"/>
            </a:xfrm>
            <a:custGeom>
              <a:avLst/>
              <a:gdLst/>
              <a:ahLst/>
              <a:cxnLst/>
              <a:rect l="l" t="t" r="r" b="b"/>
              <a:pathLst>
                <a:path w="104775" h="81914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3" name="Google Shape;973;p9"/>
            <p:cNvSpPr/>
            <p:nvPr/>
          </p:nvSpPr>
          <p:spPr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4" name="Google Shape;974;p9"/>
            <p:cNvSpPr/>
            <p:nvPr/>
          </p:nvSpPr>
          <p:spPr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5" name="Google Shape;975;p9"/>
            <p:cNvSpPr/>
            <p:nvPr/>
          </p:nvSpPr>
          <p:spPr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6" name="Google Shape;976;p9"/>
            <p:cNvSpPr/>
            <p:nvPr/>
          </p:nvSpPr>
          <p:spPr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7" name="Google Shape;977;p9"/>
            <p:cNvSpPr/>
            <p:nvPr/>
          </p:nvSpPr>
          <p:spPr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8" name="Google Shape;978;p9"/>
            <p:cNvSpPr/>
            <p:nvPr/>
          </p:nvSpPr>
          <p:spPr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9" name="Google Shape;979;p9"/>
            <p:cNvSpPr/>
            <p:nvPr/>
          </p:nvSpPr>
          <p:spPr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0" name="Google Shape;980;p9"/>
            <p:cNvSpPr/>
            <p:nvPr/>
          </p:nvSpPr>
          <p:spPr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1" name="Google Shape;981;p9"/>
            <p:cNvSpPr/>
            <p:nvPr/>
          </p:nvSpPr>
          <p:spPr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2" name="Google Shape;982;p9"/>
            <p:cNvSpPr/>
            <p:nvPr/>
          </p:nvSpPr>
          <p:spPr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3" name="Google Shape;983;p9"/>
            <p:cNvSpPr/>
            <p:nvPr/>
          </p:nvSpPr>
          <p:spPr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4" name="Google Shape;984;p9"/>
            <p:cNvSpPr/>
            <p:nvPr/>
          </p:nvSpPr>
          <p:spPr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5" name="Google Shape;985;p9"/>
            <p:cNvSpPr/>
            <p:nvPr/>
          </p:nvSpPr>
          <p:spPr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6" name="Google Shape;986;p9"/>
            <p:cNvSpPr/>
            <p:nvPr/>
          </p:nvSpPr>
          <p:spPr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7" name="Google Shape;987;p9"/>
            <p:cNvSpPr/>
            <p:nvPr/>
          </p:nvSpPr>
          <p:spPr>
            <a:xfrm>
              <a:off x="6518908" y="2761295"/>
              <a:ext cx="188595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8" name="Google Shape;988;p9"/>
            <p:cNvSpPr/>
            <p:nvPr/>
          </p:nvSpPr>
          <p:spPr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9" name="Google Shape;989;p9"/>
            <p:cNvSpPr/>
            <p:nvPr/>
          </p:nvSpPr>
          <p:spPr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0" name="Google Shape;990;p9"/>
            <p:cNvSpPr/>
            <p:nvPr/>
          </p:nvSpPr>
          <p:spPr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1" name="Google Shape;991;p9"/>
            <p:cNvSpPr/>
            <p:nvPr/>
          </p:nvSpPr>
          <p:spPr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2" name="Google Shape;992;p9"/>
            <p:cNvSpPr/>
            <p:nvPr/>
          </p:nvSpPr>
          <p:spPr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3" name="Google Shape;993;p9"/>
            <p:cNvSpPr/>
            <p:nvPr/>
          </p:nvSpPr>
          <p:spPr>
            <a:xfrm>
              <a:off x="5492112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4" name="Google Shape;994;p9"/>
            <p:cNvSpPr/>
            <p:nvPr/>
          </p:nvSpPr>
          <p:spPr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5" name="Google Shape;995;p9"/>
            <p:cNvSpPr/>
            <p:nvPr/>
          </p:nvSpPr>
          <p:spPr>
            <a:xfrm>
              <a:off x="5765485" y="2550792"/>
              <a:ext cx="109537" cy="219075"/>
            </a:xfrm>
            <a:custGeom>
              <a:avLst/>
              <a:gdLst/>
              <a:ahLst/>
              <a:cxnLst/>
              <a:rect l="l" t="t" r="r" b="b"/>
              <a:pathLst>
                <a:path w="109537" h="219075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6" name="Google Shape;996;p9"/>
            <p:cNvSpPr/>
            <p:nvPr/>
          </p:nvSpPr>
          <p:spPr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7" name="Google Shape;997;p9"/>
            <p:cNvSpPr/>
            <p:nvPr/>
          </p:nvSpPr>
          <p:spPr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8" name="Google Shape;998;p9"/>
            <p:cNvSpPr/>
            <p:nvPr/>
          </p:nvSpPr>
          <p:spPr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9" name="Google Shape;999;p9"/>
            <p:cNvSpPr/>
            <p:nvPr/>
          </p:nvSpPr>
          <p:spPr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0" name="Google Shape;1000;p9"/>
            <p:cNvSpPr/>
            <p:nvPr/>
          </p:nvSpPr>
          <p:spPr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1" name="Google Shape;1001;p9"/>
            <p:cNvSpPr/>
            <p:nvPr/>
          </p:nvSpPr>
          <p:spPr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2" name="Google Shape;1002;p9"/>
            <p:cNvSpPr/>
            <p:nvPr/>
          </p:nvSpPr>
          <p:spPr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3" name="Google Shape;1003;p9"/>
            <p:cNvSpPr/>
            <p:nvPr/>
          </p:nvSpPr>
          <p:spPr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4" name="Google Shape;1004;p9"/>
            <p:cNvSpPr/>
            <p:nvPr/>
          </p:nvSpPr>
          <p:spPr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5" name="Google Shape;1005;p9"/>
            <p:cNvSpPr/>
            <p:nvPr/>
          </p:nvSpPr>
          <p:spPr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6" name="Google Shape;1006;p9"/>
            <p:cNvSpPr/>
            <p:nvPr/>
          </p:nvSpPr>
          <p:spPr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7" name="Google Shape;1007;p9"/>
            <p:cNvSpPr/>
            <p:nvPr/>
          </p:nvSpPr>
          <p:spPr>
            <a:xfrm>
              <a:off x="5534023" y="2244085"/>
              <a:ext cx="77033" cy="27622"/>
            </a:xfrm>
            <a:custGeom>
              <a:avLst/>
              <a:gdLst/>
              <a:ahLst/>
              <a:cxnLst/>
              <a:rect l="l" t="t" r="r" b="b"/>
              <a:pathLst>
                <a:path w="77033" h="27622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8" name="Google Shape;1008;p9"/>
            <p:cNvSpPr/>
            <p:nvPr/>
          </p:nvSpPr>
          <p:spPr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9" name="Google Shape;1009;p9"/>
            <p:cNvSpPr/>
            <p:nvPr/>
          </p:nvSpPr>
          <p:spPr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0" name="Google Shape;1010;p9"/>
            <p:cNvSpPr/>
            <p:nvPr/>
          </p:nvSpPr>
          <p:spPr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1" name="Google Shape;1011;p9"/>
            <p:cNvSpPr/>
            <p:nvPr/>
          </p:nvSpPr>
          <p:spPr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2" name="Google Shape;1012;p9"/>
            <p:cNvSpPr/>
            <p:nvPr/>
          </p:nvSpPr>
          <p:spPr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3" name="Google Shape;1013;p9"/>
            <p:cNvSpPr/>
            <p:nvPr/>
          </p:nvSpPr>
          <p:spPr>
            <a:xfrm>
              <a:off x="6667143" y="2388355"/>
              <a:ext cx="87539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4" name="Google Shape;1014;p9"/>
            <p:cNvSpPr/>
            <p:nvPr/>
          </p:nvSpPr>
          <p:spPr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5" name="Google Shape;1015;p9"/>
            <p:cNvSpPr/>
            <p:nvPr/>
          </p:nvSpPr>
          <p:spPr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6" name="Google Shape;1016;p9"/>
            <p:cNvSpPr/>
            <p:nvPr/>
          </p:nvSpPr>
          <p:spPr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7" name="Google Shape;1017;p9"/>
            <p:cNvSpPr/>
            <p:nvPr/>
          </p:nvSpPr>
          <p:spPr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8" name="Google Shape;1018;p9"/>
            <p:cNvSpPr/>
            <p:nvPr/>
          </p:nvSpPr>
          <p:spPr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019" name="Google Shape;1019;p9"/>
            <p:cNvGrpSpPr/>
            <p:nvPr/>
          </p:nvGrpSpPr>
          <p:grpSpPr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1020" name="Google Shape;1020;p9"/>
              <p:cNvSpPr/>
              <p:nvPr/>
            </p:nvSpPr>
            <p:spPr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21" name="Google Shape;1021;p9"/>
              <p:cNvSpPr/>
              <p:nvPr/>
            </p:nvSpPr>
            <p:spPr>
              <a:xfrm>
                <a:off x="5744527" y="4910137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22" name="Google Shape;1022;p9"/>
              <p:cNvSpPr/>
              <p:nvPr/>
            </p:nvSpPr>
            <p:spPr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23" name="Google Shape;1023;p9"/>
              <p:cNvSpPr/>
              <p:nvPr/>
            </p:nvSpPr>
            <p:spPr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24" name="Google Shape;1024;p9"/>
              <p:cNvSpPr/>
              <p:nvPr/>
            </p:nvSpPr>
            <p:spPr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25" name="Google Shape;1025;p9"/>
              <p:cNvSpPr/>
              <p:nvPr/>
            </p:nvSpPr>
            <p:spPr>
              <a:xfrm>
                <a:off x="7259002" y="4910137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026" name="Google Shape;1026;p9"/>
            <p:cNvSpPr/>
            <p:nvPr/>
          </p:nvSpPr>
          <p:spPr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7" name="Google Shape;1027;p9"/>
            <p:cNvSpPr/>
            <p:nvPr/>
          </p:nvSpPr>
          <p:spPr>
            <a:xfrm>
              <a:off x="6256974" y="2756533"/>
              <a:ext cx="368617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8" name="Google Shape;1028;p9"/>
            <p:cNvSpPr/>
            <p:nvPr/>
          </p:nvSpPr>
          <p:spPr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029" name="Google Shape;1029;p9"/>
            <p:cNvGrpSpPr/>
            <p:nvPr/>
          </p:nvGrpSpPr>
          <p:grpSpPr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1030" name="Google Shape;1030;p9"/>
              <p:cNvSpPr/>
              <p:nvPr/>
            </p:nvSpPr>
            <p:spPr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31" name="Google Shape;1031;p9"/>
              <p:cNvSpPr/>
              <p:nvPr/>
            </p:nvSpPr>
            <p:spPr>
              <a:xfrm>
                <a:off x="6030277" y="4486275"/>
                <a:ext cx="53339" cy="31432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32" name="Google Shape;1032;p9"/>
              <p:cNvSpPr/>
              <p:nvPr/>
            </p:nvSpPr>
            <p:spPr>
              <a:xfrm rot="-4288464">
                <a:off x="5514870" y="4359989"/>
                <a:ext cx="37120" cy="36169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33" name="Google Shape;1033;p9"/>
              <p:cNvSpPr/>
              <p:nvPr/>
            </p:nvSpPr>
            <p:spPr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34" name="Google Shape;1034;p9"/>
              <p:cNvSpPr/>
              <p:nvPr/>
            </p:nvSpPr>
            <p:spPr>
              <a:xfrm rot="-1451706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35" name="Google Shape;1035;p9"/>
              <p:cNvSpPr/>
              <p:nvPr/>
            </p:nvSpPr>
            <p:spPr>
              <a:xfrm>
                <a:off x="6727133" y="4373310"/>
                <a:ext cx="54368" cy="46765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36" name="Google Shape;1036;p9"/>
              <p:cNvSpPr/>
              <p:nvPr/>
            </p:nvSpPr>
            <p:spPr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37" name="Google Shape;1037;p9"/>
              <p:cNvSpPr/>
              <p:nvPr/>
            </p:nvSpPr>
            <p:spPr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38" name="Google Shape;1038;p9"/>
              <p:cNvSpPr/>
              <p:nvPr/>
            </p:nvSpPr>
            <p:spPr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39" name="Google Shape;1039;p9"/>
              <p:cNvSpPr/>
              <p:nvPr/>
            </p:nvSpPr>
            <p:spPr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cxnSp>
        <p:nvCxnSpPr>
          <p:cNvPr id="1040" name="Google Shape;1040;p9"/>
          <p:cNvCxnSpPr/>
          <p:nvPr/>
        </p:nvCxnSpPr>
        <p:spPr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041" name="Google Shape;1041;p9"/>
          <p:cNvGrpSpPr/>
          <p:nvPr/>
        </p:nvGrpSpPr>
        <p:grpSpPr>
          <a:xfrm>
            <a:off x="-4232698" y="6251576"/>
            <a:ext cx="22234031" cy="490550"/>
            <a:chOff x="-9757307" y="6258187"/>
            <a:chExt cx="21948698" cy="484255"/>
          </a:xfrm>
        </p:grpSpPr>
        <p:sp>
          <p:nvSpPr>
            <p:cNvPr id="1042" name="Google Shape;1042;p9"/>
            <p:cNvSpPr/>
            <p:nvPr/>
          </p:nvSpPr>
          <p:spPr>
            <a:xfrm>
              <a:off x="-9757307" y="6258187"/>
              <a:ext cx="10470371" cy="483649"/>
            </a:xfrm>
            <a:custGeom>
              <a:avLst/>
              <a:gdLst/>
              <a:ahLst/>
              <a:cxnLst/>
              <a:rect l="l" t="t" r="r" b="b"/>
              <a:pathLst>
                <a:path w="10470371" h="483649" extrusionOk="0">
                  <a:moveTo>
                    <a:pt x="10470372" y="483649"/>
                  </a:moveTo>
                  <a:lnTo>
                    <a:pt x="0" y="483649"/>
                  </a:lnTo>
                  <a:lnTo>
                    <a:pt x="0" y="0"/>
                  </a:lnTo>
                  <a:lnTo>
                    <a:pt x="9986722" y="0"/>
                  </a:lnTo>
                  <a:cubicBezTo>
                    <a:pt x="10120226" y="0"/>
                    <a:pt x="10228244" y="108017"/>
                    <a:pt x="10228244" y="241521"/>
                  </a:cubicBezTo>
                  <a:cubicBezTo>
                    <a:pt x="10228244" y="375025"/>
                    <a:pt x="10336868" y="483649"/>
                    <a:pt x="10470372" y="48364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3" name="Google Shape;1043;p9"/>
            <p:cNvSpPr/>
            <p:nvPr/>
          </p:nvSpPr>
          <p:spPr>
            <a:xfrm>
              <a:off x="2107576" y="6258187"/>
              <a:ext cx="10083815" cy="484255"/>
            </a:xfrm>
            <a:custGeom>
              <a:avLst/>
              <a:gdLst/>
              <a:ahLst/>
              <a:cxnLst/>
              <a:rect l="l" t="t" r="r" b="b"/>
              <a:pathLst>
                <a:path w="10083815" h="484255" extrusionOk="0">
                  <a:moveTo>
                    <a:pt x="10083816" y="607"/>
                  </a:moveTo>
                  <a:lnTo>
                    <a:pt x="10083816" y="484256"/>
                  </a:lnTo>
                  <a:lnTo>
                    <a:pt x="0" y="484256"/>
                  </a:lnTo>
                  <a:cubicBezTo>
                    <a:pt x="66752" y="484256"/>
                    <a:pt x="127436" y="456948"/>
                    <a:pt x="171129" y="413256"/>
                  </a:cubicBezTo>
                  <a:cubicBezTo>
                    <a:pt x="214821" y="369564"/>
                    <a:pt x="242128" y="308880"/>
                    <a:pt x="242128" y="242128"/>
                  </a:cubicBezTo>
                  <a:cubicBezTo>
                    <a:pt x="242128" y="175376"/>
                    <a:pt x="269436" y="114692"/>
                    <a:pt x="313129" y="71000"/>
                  </a:cubicBezTo>
                  <a:cubicBezTo>
                    <a:pt x="356821" y="27308"/>
                    <a:pt x="417504" y="0"/>
                    <a:pt x="484257" y="0"/>
                  </a:cubicBezTo>
                  <a:lnTo>
                    <a:pt x="1008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44" name="Google Shape;1044;p9"/>
          <p:cNvGrpSpPr/>
          <p:nvPr/>
        </p:nvGrpSpPr>
        <p:grpSpPr>
          <a:xfrm>
            <a:off x="6473371" y="6378004"/>
            <a:ext cx="344329" cy="344244"/>
            <a:chOff x="4719818" y="6336659"/>
            <a:chExt cx="344329" cy="344244"/>
          </a:xfrm>
        </p:grpSpPr>
        <p:sp>
          <p:nvSpPr>
            <p:cNvPr id="1045" name="Google Shape;1045;p9"/>
            <p:cNvSpPr/>
            <p:nvPr/>
          </p:nvSpPr>
          <p:spPr>
            <a:xfrm>
              <a:off x="4719818" y="6336659"/>
              <a:ext cx="177727" cy="344244"/>
            </a:xfrm>
            <a:custGeom>
              <a:avLst/>
              <a:gdLst/>
              <a:ahLst/>
              <a:cxnLst/>
              <a:rect l="l" t="t" r="r" b="b"/>
              <a:pathLst>
                <a:path w="177727" h="344244" extrusionOk="0">
                  <a:moveTo>
                    <a:pt x="143455" y="324582"/>
                  </a:moveTo>
                  <a:cubicBezTo>
                    <a:pt x="135751" y="322500"/>
                    <a:pt x="128412" y="320522"/>
                    <a:pt x="120760" y="318492"/>
                  </a:cubicBezTo>
                  <a:cubicBezTo>
                    <a:pt x="118730" y="322032"/>
                    <a:pt x="116596" y="325727"/>
                    <a:pt x="114410" y="329371"/>
                  </a:cubicBezTo>
                  <a:cubicBezTo>
                    <a:pt x="111859" y="333639"/>
                    <a:pt x="109100" y="334368"/>
                    <a:pt x="104884" y="331922"/>
                  </a:cubicBezTo>
                  <a:cubicBezTo>
                    <a:pt x="92340" y="324738"/>
                    <a:pt x="79847" y="317503"/>
                    <a:pt x="67355" y="310268"/>
                  </a:cubicBezTo>
                  <a:cubicBezTo>
                    <a:pt x="62826" y="307613"/>
                    <a:pt x="62150" y="305011"/>
                    <a:pt x="64700" y="300482"/>
                  </a:cubicBezTo>
                  <a:cubicBezTo>
                    <a:pt x="66730" y="296839"/>
                    <a:pt x="68864" y="293247"/>
                    <a:pt x="70686" y="290020"/>
                  </a:cubicBezTo>
                  <a:cubicBezTo>
                    <a:pt x="65065" y="284450"/>
                    <a:pt x="59651" y="279141"/>
                    <a:pt x="53874" y="273415"/>
                  </a:cubicBezTo>
                  <a:cubicBezTo>
                    <a:pt x="50855" y="275133"/>
                    <a:pt x="47159" y="277319"/>
                    <a:pt x="43463" y="279401"/>
                  </a:cubicBezTo>
                  <a:cubicBezTo>
                    <a:pt x="39091" y="281848"/>
                    <a:pt x="36384" y="281223"/>
                    <a:pt x="33886" y="276903"/>
                  </a:cubicBezTo>
                  <a:cubicBezTo>
                    <a:pt x="26598" y="264306"/>
                    <a:pt x="19311" y="251710"/>
                    <a:pt x="12076" y="239061"/>
                  </a:cubicBezTo>
                  <a:cubicBezTo>
                    <a:pt x="9682" y="234845"/>
                    <a:pt x="10514" y="232086"/>
                    <a:pt x="14783" y="229588"/>
                  </a:cubicBezTo>
                  <a:cubicBezTo>
                    <a:pt x="18270" y="227506"/>
                    <a:pt x="21810" y="225528"/>
                    <a:pt x="25297" y="223498"/>
                  </a:cubicBezTo>
                  <a:cubicBezTo>
                    <a:pt x="25401" y="223445"/>
                    <a:pt x="25453" y="223289"/>
                    <a:pt x="25557" y="223185"/>
                  </a:cubicBezTo>
                  <a:cubicBezTo>
                    <a:pt x="23579" y="215898"/>
                    <a:pt x="21601" y="208559"/>
                    <a:pt x="19467" y="200699"/>
                  </a:cubicBezTo>
                  <a:cubicBezTo>
                    <a:pt x="15459" y="200699"/>
                    <a:pt x="11087" y="200751"/>
                    <a:pt x="6715" y="200699"/>
                  </a:cubicBezTo>
                  <a:cubicBezTo>
                    <a:pt x="1978" y="200647"/>
                    <a:pt x="52" y="198669"/>
                    <a:pt x="0" y="193880"/>
                  </a:cubicBezTo>
                  <a:cubicBezTo>
                    <a:pt x="0" y="179306"/>
                    <a:pt x="0" y="164731"/>
                    <a:pt x="0" y="150157"/>
                  </a:cubicBezTo>
                  <a:cubicBezTo>
                    <a:pt x="0" y="145368"/>
                    <a:pt x="1978" y="143390"/>
                    <a:pt x="6715" y="143390"/>
                  </a:cubicBezTo>
                  <a:cubicBezTo>
                    <a:pt x="10983" y="143338"/>
                    <a:pt x="15303" y="143390"/>
                    <a:pt x="19467" y="143390"/>
                  </a:cubicBezTo>
                  <a:cubicBezTo>
                    <a:pt x="21497" y="135738"/>
                    <a:pt x="23475" y="128451"/>
                    <a:pt x="25557" y="120695"/>
                  </a:cubicBezTo>
                  <a:cubicBezTo>
                    <a:pt x="22174" y="118717"/>
                    <a:pt x="18635" y="116687"/>
                    <a:pt x="15043" y="114605"/>
                  </a:cubicBezTo>
                  <a:cubicBezTo>
                    <a:pt x="10358" y="111898"/>
                    <a:pt x="9578" y="109192"/>
                    <a:pt x="12232" y="104611"/>
                  </a:cubicBezTo>
                  <a:cubicBezTo>
                    <a:pt x="19363" y="92171"/>
                    <a:pt x="26546" y="79782"/>
                    <a:pt x="33730" y="67394"/>
                  </a:cubicBezTo>
                  <a:cubicBezTo>
                    <a:pt x="36436" y="62709"/>
                    <a:pt x="39039" y="62085"/>
                    <a:pt x="43776" y="64792"/>
                  </a:cubicBezTo>
                  <a:cubicBezTo>
                    <a:pt x="47315" y="66769"/>
                    <a:pt x="50803" y="68852"/>
                    <a:pt x="53978" y="70673"/>
                  </a:cubicBezTo>
                  <a:cubicBezTo>
                    <a:pt x="59495" y="65104"/>
                    <a:pt x="64804" y="59690"/>
                    <a:pt x="70582" y="53861"/>
                  </a:cubicBezTo>
                  <a:cubicBezTo>
                    <a:pt x="68812" y="50790"/>
                    <a:pt x="66626" y="47042"/>
                    <a:pt x="64492" y="43242"/>
                  </a:cubicBezTo>
                  <a:cubicBezTo>
                    <a:pt x="62150" y="39078"/>
                    <a:pt x="62826" y="36423"/>
                    <a:pt x="66991" y="33977"/>
                  </a:cubicBezTo>
                  <a:cubicBezTo>
                    <a:pt x="79691" y="26585"/>
                    <a:pt x="92392" y="19246"/>
                    <a:pt x="105145" y="11959"/>
                  </a:cubicBezTo>
                  <a:cubicBezTo>
                    <a:pt x="109048" y="9721"/>
                    <a:pt x="111807" y="10501"/>
                    <a:pt x="114150" y="14405"/>
                  </a:cubicBezTo>
                  <a:cubicBezTo>
                    <a:pt x="116388" y="18049"/>
                    <a:pt x="118470" y="21797"/>
                    <a:pt x="120656" y="25596"/>
                  </a:cubicBezTo>
                  <a:cubicBezTo>
                    <a:pt x="128151" y="23566"/>
                    <a:pt x="135595" y="21588"/>
                    <a:pt x="143351" y="19506"/>
                  </a:cubicBezTo>
                  <a:cubicBezTo>
                    <a:pt x="143351" y="15394"/>
                    <a:pt x="143351" y="11074"/>
                    <a:pt x="143351" y="6806"/>
                  </a:cubicBezTo>
                  <a:cubicBezTo>
                    <a:pt x="143403" y="2017"/>
                    <a:pt x="145329" y="39"/>
                    <a:pt x="150065" y="39"/>
                  </a:cubicBezTo>
                  <a:cubicBezTo>
                    <a:pt x="157092" y="-13"/>
                    <a:pt x="164171" y="-13"/>
                    <a:pt x="171198" y="39"/>
                  </a:cubicBezTo>
                  <a:cubicBezTo>
                    <a:pt x="175675" y="91"/>
                    <a:pt x="177705" y="2121"/>
                    <a:pt x="177705" y="6650"/>
                  </a:cubicBezTo>
                  <a:cubicBezTo>
                    <a:pt x="177757" y="24816"/>
                    <a:pt x="177705" y="42982"/>
                    <a:pt x="177705" y="61148"/>
                  </a:cubicBezTo>
                  <a:cubicBezTo>
                    <a:pt x="177705" y="67134"/>
                    <a:pt x="176091" y="68747"/>
                    <a:pt x="170105" y="68904"/>
                  </a:cubicBezTo>
                  <a:cubicBezTo>
                    <a:pt x="125705" y="69997"/>
                    <a:pt x="87343" y="98573"/>
                    <a:pt x="73705" y="140631"/>
                  </a:cubicBezTo>
                  <a:cubicBezTo>
                    <a:pt x="54654" y="199346"/>
                    <a:pt x="91819" y="261912"/>
                    <a:pt x="152668" y="273363"/>
                  </a:cubicBezTo>
                  <a:cubicBezTo>
                    <a:pt x="158758" y="274508"/>
                    <a:pt x="164952" y="274873"/>
                    <a:pt x="171146" y="275341"/>
                  </a:cubicBezTo>
                  <a:cubicBezTo>
                    <a:pt x="175675" y="275706"/>
                    <a:pt x="177653" y="277475"/>
                    <a:pt x="177653" y="282004"/>
                  </a:cubicBezTo>
                  <a:cubicBezTo>
                    <a:pt x="177653" y="300534"/>
                    <a:pt x="177653" y="319065"/>
                    <a:pt x="177653" y="337595"/>
                  </a:cubicBezTo>
                  <a:cubicBezTo>
                    <a:pt x="177653" y="342124"/>
                    <a:pt x="175623" y="344206"/>
                    <a:pt x="171146" y="344206"/>
                  </a:cubicBezTo>
                  <a:cubicBezTo>
                    <a:pt x="163963" y="344258"/>
                    <a:pt x="156780" y="344258"/>
                    <a:pt x="149649" y="344206"/>
                  </a:cubicBezTo>
                  <a:cubicBezTo>
                    <a:pt x="145381" y="344154"/>
                    <a:pt x="143351" y="342124"/>
                    <a:pt x="143299" y="337803"/>
                  </a:cubicBezTo>
                  <a:cubicBezTo>
                    <a:pt x="143403" y="333223"/>
                    <a:pt x="143455" y="328798"/>
                    <a:pt x="143455" y="324582"/>
                  </a:cubicBezTo>
                  <a:close/>
                  <a:moveTo>
                    <a:pt x="106654" y="24347"/>
                  </a:moveTo>
                  <a:cubicBezTo>
                    <a:pt x="96608" y="30177"/>
                    <a:pt x="86874" y="35799"/>
                    <a:pt x="77037" y="41524"/>
                  </a:cubicBezTo>
                  <a:cubicBezTo>
                    <a:pt x="78286" y="43658"/>
                    <a:pt x="79223" y="45324"/>
                    <a:pt x="80160" y="46938"/>
                  </a:cubicBezTo>
                  <a:cubicBezTo>
                    <a:pt x="81097" y="48603"/>
                    <a:pt x="82086" y="50217"/>
                    <a:pt x="83023" y="51883"/>
                  </a:cubicBezTo>
                  <a:cubicBezTo>
                    <a:pt x="85209" y="55839"/>
                    <a:pt x="84688" y="57817"/>
                    <a:pt x="81461" y="60992"/>
                  </a:cubicBezTo>
                  <a:cubicBezTo>
                    <a:pt x="74642" y="67654"/>
                    <a:pt x="67876" y="74421"/>
                    <a:pt x="61213" y="81240"/>
                  </a:cubicBezTo>
                  <a:cubicBezTo>
                    <a:pt x="57986" y="84519"/>
                    <a:pt x="56060" y="85040"/>
                    <a:pt x="52104" y="82801"/>
                  </a:cubicBezTo>
                  <a:cubicBezTo>
                    <a:pt x="48720" y="80876"/>
                    <a:pt x="45337" y="78898"/>
                    <a:pt x="41693" y="76815"/>
                  </a:cubicBezTo>
                  <a:cubicBezTo>
                    <a:pt x="35916" y="86809"/>
                    <a:pt x="30294" y="96491"/>
                    <a:pt x="24568" y="106485"/>
                  </a:cubicBezTo>
                  <a:cubicBezTo>
                    <a:pt x="28108" y="108515"/>
                    <a:pt x="31491" y="110493"/>
                    <a:pt x="34875" y="112471"/>
                  </a:cubicBezTo>
                  <a:cubicBezTo>
                    <a:pt x="38779" y="114813"/>
                    <a:pt x="39403" y="116843"/>
                    <a:pt x="38206" y="121112"/>
                  </a:cubicBezTo>
                  <a:cubicBezTo>
                    <a:pt x="35603" y="130377"/>
                    <a:pt x="33157" y="139694"/>
                    <a:pt x="30763" y="149063"/>
                  </a:cubicBezTo>
                  <a:cubicBezTo>
                    <a:pt x="29722" y="153071"/>
                    <a:pt x="27952" y="154685"/>
                    <a:pt x="23788" y="154737"/>
                  </a:cubicBezTo>
                  <a:cubicBezTo>
                    <a:pt x="19780" y="154789"/>
                    <a:pt x="15772" y="154737"/>
                    <a:pt x="11816" y="154737"/>
                  </a:cubicBezTo>
                  <a:cubicBezTo>
                    <a:pt x="11816" y="166501"/>
                    <a:pt x="11816" y="177796"/>
                    <a:pt x="11816" y="189195"/>
                  </a:cubicBezTo>
                  <a:cubicBezTo>
                    <a:pt x="15928" y="189195"/>
                    <a:pt x="19728" y="189195"/>
                    <a:pt x="23527" y="189195"/>
                  </a:cubicBezTo>
                  <a:cubicBezTo>
                    <a:pt x="27952" y="189195"/>
                    <a:pt x="29722" y="190809"/>
                    <a:pt x="30763" y="194973"/>
                  </a:cubicBezTo>
                  <a:cubicBezTo>
                    <a:pt x="33105" y="204186"/>
                    <a:pt x="35499" y="213400"/>
                    <a:pt x="38102" y="222561"/>
                  </a:cubicBezTo>
                  <a:cubicBezTo>
                    <a:pt x="39351" y="227037"/>
                    <a:pt x="38779" y="229067"/>
                    <a:pt x="34719" y="231461"/>
                  </a:cubicBezTo>
                  <a:cubicBezTo>
                    <a:pt x="31387" y="233439"/>
                    <a:pt x="28004" y="235365"/>
                    <a:pt x="24568" y="237395"/>
                  </a:cubicBezTo>
                  <a:cubicBezTo>
                    <a:pt x="30346" y="247493"/>
                    <a:pt x="35916" y="257175"/>
                    <a:pt x="41433" y="266701"/>
                  </a:cubicBezTo>
                  <a:cubicBezTo>
                    <a:pt x="42110" y="266596"/>
                    <a:pt x="42370" y="266649"/>
                    <a:pt x="42526" y="266544"/>
                  </a:cubicBezTo>
                  <a:cubicBezTo>
                    <a:pt x="45649" y="264775"/>
                    <a:pt x="48720" y="262953"/>
                    <a:pt x="51844" y="261183"/>
                  </a:cubicBezTo>
                  <a:cubicBezTo>
                    <a:pt x="56060" y="258789"/>
                    <a:pt x="57882" y="259257"/>
                    <a:pt x="61265" y="262693"/>
                  </a:cubicBezTo>
                  <a:cubicBezTo>
                    <a:pt x="67823" y="269459"/>
                    <a:pt x="74486" y="276122"/>
                    <a:pt x="81253" y="282680"/>
                  </a:cubicBezTo>
                  <a:cubicBezTo>
                    <a:pt x="84844" y="286168"/>
                    <a:pt x="85313" y="287886"/>
                    <a:pt x="82762" y="292362"/>
                  </a:cubicBezTo>
                  <a:cubicBezTo>
                    <a:pt x="80888" y="295641"/>
                    <a:pt x="79015" y="298921"/>
                    <a:pt x="77037" y="302408"/>
                  </a:cubicBezTo>
                  <a:cubicBezTo>
                    <a:pt x="87083" y="308186"/>
                    <a:pt x="96764" y="313807"/>
                    <a:pt x="106654" y="319533"/>
                  </a:cubicBezTo>
                  <a:cubicBezTo>
                    <a:pt x="108736" y="315942"/>
                    <a:pt x="110662" y="312506"/>
                    <a:pt x="112692" y="309175"/>
                  </a:cubicBezTo>
                  <a:cubicBezTo>
                    <a:pt x="114982" y="305323"/>
                    <a:pt x="117012" y="304750"/>
                    <a:pt x="121385" y="305948"/>
                  </a:cubicBezTo>
                  <a:cubicBezTo>
                    <a:pt x="130546" y="308498"/>
                    <a:pt x="139759" y="310945"/>
                    <a:pt x="148972" y="313287"/>
                  </a:cubicBezTo>
                  <a:cubicBezTo>
                    <a:pt x="153240" y="314380"/>
                    <a:pt x="154854" y="316046"/>
                    <a:pt x="154906" y="320418"/>
                  </a:cubicBezTo>
                  <a:cubicBezTo>
                    <a:pt x="154906" y="324426"/>
                    <a:pt x="154906" y="328434"/>
                    <a:pt x="154906" y="332390"/>
                  </a:cubicBezTo>
                  <a:cubicBezTo>
                    <a:pt x="159018" y="332390"/>
                    <a:pt x="162558" y="332390"/>
                    <a:pt x="166201" y="332390"/>
                  </a:cubicBezTo>
                  <a:cubicBezTo>
                    <a:pt x="166201" y="317087"/>
                    <a:pt x="166201" y="301992"/>
                    <a:pt x="166201" y="286845"/>
                  </a:cubicBezTo>
                  <a:cubicBezTo>
                    <a:pt x="105769" y="283409"/>
                    <a:pt x="59651" y="234272"/>
                    <a:pt x="57465" y="176859"/>
                  </a:cubicBezTo>
                  <a:cubicBezTo>
                    <a:pt x="56372" y="148022"/>
                    <a:pt x="64752" y="122153"/>
                    <a:pt x="82971" y="99770"/>
                  </a:cubicBezTo>
                  <a:cubicBezTo>
                    <a:pt x="104364" y="73484"/>
                    <a:pt x="132420" y="59690"/>
                    <a:pt x="166201" y="57088"/>
                  </a:cubicBezTo>
                  <a:cubicBezTo>
                    <a:pt x="166201" y="41785"/>
                    <a:pt x="166201" y="26638"/>
                    <a:pt x="166201" y="11490"/>
                  </a:cubicBezTo>
                  <a:cubicBezTo>
                    <a:pt x="162349" y="11490"/>
                    <a:pt x="158758" y="11490"/>
                    <a:pt x="154906" y="11490"/>
                  </a:cubicBezTo>
                  <a:cubicBezTo>
                    <a:pt x="154906" y="15655"/>
                    <a:pt x="154906" y="19611"/>
                    <a:pt x="154906" y="23514"/>
                  </a:cubicBezTo>
                  <a:cubicBezTo>
                    <a:pt x="154854" y="27679"/>
                    <a:pt x="153240" y="29448"/>
                    <a:pt x="149232" y="30489"/>
                  </a:cubicBezTo>
                  <a:cubicBezTo>
                    <a:pt x="139915" y="32884"/>
                    <a:pt x="130598" y="35330"/>
                    <a:pt x="121281" y="37881"/>
                  </a:cubicBezTo>
                  <a:cubicBezTo>
                    <a:pt x="117012" y="39078"/>
                    <a:pt x="114982" y="38453"/>
                    <a:pt x="112640" y="34549"/>
                  </a:cubicBezTo>
                  <a:cubicBezTo>
                    <a:pt x="110714" y="31374"/>
                    <a:pt x="108840" y="28043"/>
                    <a:pt x="106654" y="2434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6" name="Google Shape;1046;p9"/>
            <p:cNvSpPr/>
            <p:nvPr/>
          </p:nvSpPr>
          <p:spPr>
            <a:xfrm>
              <a:off x="4800186" y="6416806"/>
              <a:ext cx="183534" cy="183586"/>
            </a:xfrm>
            <a:custGeom>
              <a:avLst/>
              <a:gdLst/>
              <a:ahLst/>
              <a:cxnLst/>
              <a:rect l="l" t="t" r="r" b="b"/>
              <a:pathLst>
                <a:path w="183534" h="183586" extrusionOk="0">
                  <a:moveTo>
                    <a:pt x="183535" y="91715"/>
                  </a:moveTo>
                  <a:cubicBezTo>
                    <a:pt x="183535" y="142466"/>
                    <a:pt x="142518" y="183587"/>
                    <a:pt x="91871" y="183587"/>
                  </a:cubicBezTo>
                  <a:cubicBezTo>
                    <a:pt x="41121" y="183587"/>
                    <a:pt x="0" y="142570"/>
                    <a:pt x="0" y="91872"/>
                  </a:cubicBezTo>
                  <a:cubicBezTo>
                    <a:pt x="0" y="40965"/>
                    <a:pt x="41069" y="-52"/>
                    <a:pt x="92028" y="0"/>
                  </a:cubicBezTo>
                  <a:cubicBezTo>
                    <a:pt x="142518" y="104"/>
                    <a:pt x="183535" y="41173"/>
                    <a:pt x="183535" y="91715"/>
                  </a:cubicBezTo>
                  <a:close/>
                  <a:moveTo>
                    <a:pt x="58975" y="18999"/>
                  </a:moveTo>
                  <a:cubicBezTo>
                    <a:pt x="61577" y="24204"/>
                    <a:pt x="63972" y="29253"/>
                    <a:pt x="66678" y="34146"/>
                  </a:cubicBezTo>
                  <a:cubicBezTo>
                    <a:pt x="67355" y="35395"/>
                    <a:pt x="68708" y="36436"/>
                    <a:pt x="70010" y="37113"/>
                  </a:cubicBezTo>
                  <a:cubicBezTo>
                    <a:pt x="75735" y="40080"/>
                    <a:pt x="81513" y="42891"/>
                    <a:pt x="87239" y="45806"/>
                  </a:cubicBezTo>
                  <a:cubicBezTo>
                    <a:pt x="92132" y="48304"/>
                    <a:pt x="93016" y="51219"/>
                    <a:pt x="90206" y="55904"/>
                  </a:cubicBezTo>
                  <a:cubicBezTo>
                    <a:pt x="85937" y="63087"/>
                    <a:pt x="81201" y="70010"/>
                    <a:pt x="77453" y="77453"/>
                  </a:cubicBezTo>
                  <a:cubicBezTo>
                    <a:pt x="74122" y="84064"/>
                    <a:pt x="69801" y="87187"/>
                    <a:pt x="62254" y="86146"/>
                  </a:cubicBezTo>
                  <a:cubicBezTo>
                    <a:pt x="58350" y="85573"/>
                    <a:pt x="53249" y="84897"/>
                    <a:pt x="50490" y="86822"/>
                  </a:cubicBezTo>
                  <a:cubicBezTo>
                    <a:pt x="47888" y="88644"/>
                    <a:pt x="47575" y="93797"/>
                    <a:pt x="46274" y="97493"/>
                  </a:cubicBezTo>
                  <a:cubicBezTo>
                    <a:pt x="44608" y="102334"/>
                    <a:pt x="43359" y="103219"/>
                    <a:pt x="38154" y="103219"/>
                  </a:cubicBezTo>
                  <a:cubicBezTo>
                    <a:pt x="29722" y="103219"/>
                    <a:pt x="21237" y="103219"/>
                    <a:pt x="11868" y="103219"/>
                  </a:cubicBezTo>
                  <a:cubicBezTo>
                    <a:pt x="14158" y="110923"/>
                    <a:pt x="16240" y="118002"/>
                    <a:pt x="18426" y="125237"/>
                  </a:cubicBezTo>
                  <a:cubicBezTo>
                    <a:pt x="20196" y="124716"/>
                    <a:pt x="21081" y="124456"/>
                    <a:pt x="22018" y="124144"/>
                  </a:cubicBezTo>
                  <a:cubicBezTo>
                    <a:pt x="30867" y="121229"/>
                    <a:pt x="39663" y="118366"/>
                    <a:pt x="48460" y="115347"/>
                  </a:cubicBezTo>
                  <a:cubicBezTo>
                    <a:pt x="51323" y="114358"/>
                    <a:pt x="53717" y="114670"/>
                    <a:pt x="56112" y="116544"/>
                  </a:cubicBezTo>
                  <a:cubicBezTo>
                    <a:pt x="61317" y="120552"/>
                    <a:pt x="66730" y="124300"/>
                    <a:pt x="71831" y="128412"/>
                  </a:cubicBezTo>
                  <a:cubicBezTo>
                    <a:pt x="73861" y="130026"/>
                    <a:pt x="75111" y="129869"/>
                    <a:pt x="76985" y="128308"/>
                  </a:cubicBezTo>
                  <a:cubicBezTo>
                    <a:pt x="84168" y="122374"/>
                    <a:pt x="91455" y="116596"/>
                    <a:pt x="98794" y="110818"/>
                  </a:cubicBezTo>
                  <a:cubicBezTo>
                    <a:pt x="102282" y="108060"/>
                    <a:pt x="104832" y="108164"/>
                    <a:pt x="107955" y="111235"/>
                  </a:cubicBezTo>
                  <a:cubicBezTo>
                    <a:pt x="113317" y="116492"/>
                    <a:pt x="118730" y="121749"/>
                    <a:pt x="123883" y="127267"/>
                  </a:cubicBezTo>
                  <a:cubicBezTo>
                    <a:pt x="125132" y="128620"/>
                    <a:pt x="125965" y="130754"/>
                    <a:pt x="126069" y="132628"/>
                  </a:cubicBezTo>
                  <a:cubicBezTo>
                    <a:pt x="126382" y="137729"/>
                    <a:pt x="126173" y="142882"/>
                    <a:pt x="126173" y="148035"/>
                  </a:cubicBezTo>
                  <a:cubicBezTo>
                    <a:pt x="126173" y="152252"/>
                    <a:pt x="124976" y="153813"/>
                    <a:pt x="120916" y="154906"/>
                  </a:cubicBezTo>
                  <a:cubicBezTo>
                    <a:pt x="115086" y="156468"/>
                    <a:pt x="109257" y="157925"/>
                    <a:pt x="103427" y="159435"/>
                  </a:cubicBezTo>
                  <a:cubicBezTo>
                    <a:pt x="103427" y="163391"/>
                    <a:pt x="103427" y="167034"/>
                    <a:pt x="103427" y="171042"/>
                  </a:cubicBezTo>
                  <a:cubicBezTo>
                    <a:pt x="126382" y="167295"/>
                    <a:pt x="144287" y="155999"/>
                    <a:pt x="157821" y="137313"/>
                  </a:cubicBezTo>
                  <a:cubicBezTo>
                    <a:pt x="151887" y="131379"/>
                    <a:pt x="146109" y="125653"/>
                    <a:pt x="140384" y="119927"/>
                  </a:cubicBezTo>
                  <a:cubicBezTo>
                    <a:pt x="136896" y="116388"/>
                    <a:pt x="136688" y="114358"/>
                    <a:pt x="139447" y="110194"/>
                  </a:cubicBezTo>
                  <a:cubicBezTo>
                    <a:pt x="141997" y="106290"/>
                    <a:pt x="144600" y="102438"/>
                    <a:pt x="147150" y="98534"/>
                  </a:cubicBezTo>
                  <a:cubicBezTo>
                    <a:pt x="147671" y="97753"/>
                    <a:pt x="148452" y="96764"/>
                    <a:pt x="148295" y="96036"/>
                  </a:cubicBezTo>
                  <a:cubicBezTo>
                    <a:pt x="147306" y="91455"/>
                    <a:pt x="146109" y="86927"/>
                    <a:pt x="144964" y="82138"/>
                  </a:cubicBezTo>
                  <a:cubicBezTo>
                    <a:pt x="141112" y="83387"/>
                    <a:pt x="137833" y="84376"/>
                    <a:pt x="134606" y="85521"/>
                  </a:cubicBezTo>
                  <a:cubicBezTo>
                    <a:pt x="131379" y="86666"/>
                    <a:pt x="128828" y="85938"/>
                    <a:pt x="126746" y="83127"/>
                  </a:cubicBezTo>
                  <a:cubicBezTo>
                    <a:pt x="121385" y="75944"/>
                    <a:pt x="115867" y="68865"/>
                    <a:pt x="110766" y="61525"/>
                  </a:cubicBezTo>
                  <a:cubicBezTo>
                    <a:pt x="109569" y="59808"/>
                    <a:pt x="109048" y="56997"/>
                    <a:pt x="109413" y="54915"/>
                  </a:cubicBezTo>
                  <a:cubicBezTo>
                    <a:pt x="110766" y="48044"/>
                    <a:pt x="112692" y="41225"/>
                    <a:pt x="114462" y="34458"/>
                  </a:cubicBezTo>
                  <a:cubicBezTo>
                    <a:pt x="115711" y="29670"/>
                    <a:pt x="117064" y="28681"/>
                    <a:pt x="122009" y="28681"/>
                  </a:cubicBezTo>
                  <a:cubicBezTo>
                    <a:pt x="128047" y="28681"/>
                    <a:pt x="134033" y="28681"/>
                    <a:pt x="140644" y="28681"/>
                  </a:cubicBezTo>
                  <a:cubicBezTo>
                    <a:pt x="118730" y="10358"/>
                    <a:pt x="84220" y="6298"/>
                    <a:pt x="58975" y="18999"/>
                  </a:cubicBezTo>
                  <a:close/>
                  <a:moveTo>
                    <a:pt x="11399" y="91819"/>
                  </a:moveTo>
                  <a:cubicBezTo>
                    <a:pt x="19363" y="91819"/>
                    <a:pt x="26859" y="91872"/>
                    <a:pt x="34354" y="91715"/>
                  </a:cubicBezTo>
                  <a:cubicBezTo>
                    <a:pt x="35135" y="91715"/>
                    <a:pt x="36228" y="90466"/>
                    <a:pt x="36592" y="89581"/>
                  </a:cubicBezTo>
                  <a:cubicBezTo>
                    <a:pt x="37946" y="86146"/>
                    <a:pt x="39039" y="82606"/>
                    <a:pt x="40184" y="79119"/>
                  </a:cubicBezTo>
                  <a:cubicBezTo>
                    <a:pt x="41225" y="75996"/>
                    <a:pt x="43255" y="74538"/>
                    <a:pt x="46638" y="74590"/>
                  </a:cubicBezTo>
                  <a:cubicBezTo>
                    <a:pt x="52156" y="74694"/>
                    <a:pt x="57621" y="74642"/>
                    <a:pt x="63139" y="74590"/>
                  </a:cubicBezTo>
                  <a:cubicBezTo>
                    <a:pt x="64128" y="74590"/>
                    <a:pt x="65533" y="74382"/>
                    <a:pt x="65950" y="73705"/>
                  </a:cubicBezTo>
                  <a:cubicBezTo>
                    <a:pt x="69958" y="67303"/>
                    <a:pt x="73809" y="60745"/>
                    <a:pt x="77869" y="54030"/>
                  </a:cubicBezTo>
                  <a:cubicBezTo>
                    <a:pt x="72560" y="51375"/>
                    <a:pt x="67511" y="49189"/>
                    <a:pt x="62826" y="46378"/>
                  </a:cubicBezTo>
                  <a:cubicBezTo>
                    <a:pt x="60536" y="45025"/>
                    <a:pt x="58350" y="42891"/>
                    <a:pt x="56997" y="40548"/>
                  </a:cubicBezTo>
                  <a:cubicBezTo>
                    <a:pt x="53978" y="35343"/>
                    <a:pt x="51479" y="29774"/>
                    <a:pt x="48668" y="24152"/>
                  </a:cubicBezTo>
                  <a:cubicBezTo>
                    <a:pt x="24777" y="40600"/>
                    <a:pt x="12492" y="62775"/>
                    <a:pt x="11399" y="91819"/>
                  </a:cubicBezTo>
                  <a:close/>
                  <a:moveTo>
                    <a:pt x="24881" y="135543"/>
                  </a:moveTo>
                  <a:cubicBezTo>
                    <a:pt x="40288" y="160528"/>
                    <a:pt x="70426" y="173281"/>
                    <a:pt x="91819" y="171615"/>
                  </a:cubicBezTo>
                  <a:cubicBezTo>
                    <a:pt x="91819" y="166410"/>
                    <a:pt x="91819" y="161153"/>
                    <a:pt x="91819" y="155895"/>
                  </a:cubicBezTo>
                  <a:cubicBezTo>
                    <a:pt x="91819" y="151731"/>
                    <a:pt x="93016" y="150222"/>
                    <a:pt x="97181" y="149129"/>
                  </a:cubicBezTo>
                  <a:cubicBezTo>
                    <a:pt x="103010" y="147619"/>
                    <a:pt x="108840" y="146110"/>
                    <a:pt x="114774" y="144600"/>
                  </a:cubicBezTo>
                  <a:cubicBezTo>
                    <a:pt x="114774" y="142258"/>
                    <a:pt x="114878" y="140228"/>
                    <a:pt x="114722" y="138198"/>
                  </a:cubicBezTo>
                  <a:cubicBezTo>
                    <a:pt x="114618" y="136636"/>
                    <a:pt x="114618" y="134606"/>
                    <a:pt x="113733" y="133565"/>
                  </a:cubicBezTo>
                  <a:cubicBezTo>
                    <a:pt x="110402" y="129661"/>
                    <a:pt x="106758" y="126122"/>
                    <a:pt x="103115" y="122374"/>
                  </a:cubicBezTo>
                  <a:cubicBezTo>
                    <a:pt x="94942" y="128880"/>
                    <a:pt x="87239" y="135075"/>
                    <a:pt x="79483" y="141217"/>
                  </a:cubicBezTo>
                  <a:cubicBezTo>
                    <a:pt x="75631" y="144288"/>
                    <a:pt x="73861" y="144288"/>
                    <a:pt x="69958" y="141425"/>
                  </a:cubicBezTo>
                  <a:cubicBezTo>
                    <a:pt x="64232" y="137157"/>
                    <a:pt x="58506" y="132784"/>
                    <a:pt x="52728" y="128620"/>
                  </a:cubicBezTo>
                  <a:cubicBezTo>
                    <a:pt x="51792" y="127943"/>
                    <a:pt x="50282" y="127319"/>
                    <a:pt x="49345" y="127579"/>
                  </a:cubicBezTo>
                  <a:cubicBezTo>
                    <a:pt x="41173" y="130078"/>
                    <a:pt x="33209" y="132784"/>
                    <a:pt x="24881" y="135543"/>
                  </a:cubicBezTo>
                  <a:close/>
                  <a:moveTo>
                    <a:pt x="124976" y="40184"/>
                  </a:moveTo>
                  <a:cubicBezTo>
                    <a:pt x="123831" y="44869"/>
                    <a:pt x="122582" y="49241"/>
                    <a:pt x="121749" y="53665"/>
                  </a:cubicBezTo>
                  <a:cubicBezTo>
                    <a:pt x="121489" y="55071"/>
                    <a:pt x="121801" y="56945"/>
                    <a:pt x="122582" y="58142"/>
                  </a:cubicBezTo>
                  <a:cubicBezTo>
                    <a:pt x="125393" y="62306"/>
                    <a:pt x="128724" y="66054"/>
                    <a:pt x="131431" y="70270"/>
                  </a:cubicBezTo>
                  <a:cubicBezTo>
                    <a:pt x="133305" y="73185"/>
                    <a:pt x="135178" y="73601"/>
                    <a:pt x="138197" y="72248"/>
                  </a:cubicBezTo>
                  <a:cubicBezTo>
                    <a:pt x="140748" y="71051"/>
                    <a:pt x="143611" y="70374"/>
                    <a:pt x="146318" y="69541"/>
                  </a:cubicBezTo>
                  <a:cubicBezTo>
                    <a:pt x="151002" y="68084"/>
                    <a:pt x="153657" y="69437"/>
                    <a:pt x="154906" y="74174"/>
                  </a:cubicBezTo>
                  <a:cubicBezTo>
                    <a:pt x="156780" y="81201"/>
                    <a:pt x="158706" y="88176"/>
                    <a:pt x="160163" y="95307"/>
                  </a:cubicBezTo>
                  <a:cubicBezTo>
                    <a:pt x="160580" y="97285"/>
                    <a:pt x="159955" y="99835"/>
                    <a:pt x="159018" y="101657"/>
                  </a:cubicBezTo>
                  <a:cubicBezTo>
                    <a:pt x="157040" y="105301"/>
                    <a:pt x="154438" y="108632"/>
                    <a:pt x="152251" y="112172"/>
                  </a:cubicBezTo>
                  <a:cubicBezTo>
                    <a:pt x="151783" y="112953"/>
                    <a:pt x="151627" y="114618"/>
                    <a:pt x="152095" y="115139"/>
                  </a:cubicBezTo>
                  <a:cubicBezTo>
                    <a:pt x="155843" y="119147"/>
                    <a:pt x="159747" y="122946"/>
                    <a:pt x="163703" y="126902"/>
                  </a:cubicBezTo>
                  <a:cubicBezTo>
                    <a:pt x="177705" y="99315"/>
                    <a:pt x="173697" y="65481"/>
                    <a:pt x="154177" y="41589"/>
                  </a:cubicBezTo>
                  <a:cubicBezTo>
                    <a:pt x="153605" y="40913"/>
                    <a:pt x="152408" y="40340"/>
                    <a:pt x="151523" y="40288"/>
                  </a:cubicBezTo>
                  <a:cubicBezTo>
                    <a:pt x="142778" y="40132"/>
                    <a:pt x="134085" y="40184"/>
                    <a:pt x="124976" y="4018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7" name="Google Shape;1047;p9"/>
            <p:cNvSpPr/>
            <p:nvPr/>
          </p:nvSpPr>
          <p:spPr>
            <a:xfrm>
              <a:off x="4909338" y="6611944"/>
              <a:ext cx="91573" cy="63200"/>
            </a:xfrm>
            <a:custGeom>
              <a:avLst/>
              <a:gdLst/>
              <a:ahLst/>
              <a:cxnLst/>
              <a:rect l="l" t="t" r="r" b="b"/>
              <a:pathLst>
                <a:path w="91573" h="63200" extrusionOk="0">
                  <a:moveTo>
                    <a:pt x="44400" y="40137"/>
                  </a:moveTo>
                  <a:cubicBezTo>
                    <a:pt x="48512" y="40137"/>
                    <a:pt x="52364" y="40345"/>
                    <a:pt x="56112" y="40032"/>
                  </a:cubicBezTo>
                  <a:cubicBezTo>
                    <a:pt x="57257" y="39928"/>
                    <a:pt x="58662" y="38627"/>
                    <a:pt x="59287" y="37534"/>
                  </a:cubicBezTo>
                  <a:cubicBezTo>
                    <a:pt x="63451" y="30507"/>
                    <a:pt x="71259" y="27124"/>
                    <a:pt x="78858" y="29258"/>
                  </a:cubicBezTo>
                  <a:cubicBezTo>
                    <a:pt x="86926" y="31548"/>
                    <a:pt x="91871" y="38419"/>
                    <a:pt x="91559" y="46955"/>
                  </a:cubicBezTo>
                  <a:cubicBezTo>
                    <a:pt x="91299" y="54451"/>
                    <a:pt x="85521" y="61113"/>
                    <a:pt x="77817" y="62831"/>
                  </a:cubicBezTo>
                  <a:cubicBezTo>
                    <a:pt x="70686" y="64393"/>
                    <a:pt x="63035" y="60905"/>
                    <a:pt x="59391" y="54138"/>
                  </a:cubicBezTo>
                  <a:cubicBezTo>
                    <a:pt x="58298" y="52161"/>
                    <a:pt x="57153" y="51484"/>
                    <a:pt x="55019" y="51536"/>
                  </a:cubicBezTo>
                  <a:cubicBezTo>
                    <a:pt x="50386" y="51692"/>
                    <a:pt x="45701" y="51484"/>
                    <a:pt x="41069" y="51640"/>
                  </a:cubicBezTo>
                  <a:cubicBezTo>
                    <a:pt x="37269" y="51744"/>
                    <a:pt x="35135" y="50078"/>
                    <a:pt x="34094" y="46435"/>
                  </a:cubicBezTo>
                  <a:cubicBezTo>
                    <a:pt x="30867" y="34879"/>
                    <a:pt x="27483" y="23324"/>
                    <a:pt x="24048" y="11508"/>
                  </a:cubicBezTo>
                  <a:cubicBezTo>
                    <a:pt x="16084" y="11508"/>
                    <a:pt x="8120" y="11508"/>
                    <a:pt x="0" y="11508"/>
                  </a:cubicBezTo>
                  <a:cubicBezTo>
                    <a:pt x="0" y="7656"/>
                    <a:pt x="0" y="4117"/>
                    <a:pt x="0" y="57"/>
                  </a:cubicBezTo>
                  <a:cubicBezTo>
                    <a:pt x="2967" y="57"/>
                    <a:pt x="6038" y="57"/>
                    <a:pt x="9057" y="57"/>
                  </a:cubicBezTo>
                  <a:cubicBezTo>
                    <a:pt x="15147" y="57"/>
                    <a:pt x="21237" y="161"/>
                    <a:pt x="27327" y="5"/>
                  </a:cubicBezTo>
                  <a:cubicBezTo>
                    <a:pt x="31127" y="-100"/>
                    <a:pt x="33261" y="1566"/>
                    <a:pt x="34302" y="5210"/>
                  </a:cubicBezTo>
                  <a:cubicBezTo>
                    <a:pt x="37581" y="16713"/>
                    <a:pt x="40965" y="28269"/>
                    <a:pt x="44400" y="40137"/>
                  </a:cubicBezTo>
                  <a:close/>
                  <a:moveTo>
                    <a:pt x="80108" y="45706"/>
                  </a:moveTo>
                  <a:cubicBezTo>
                    <a:pt x="80056" y="42739"/>
                    <a:pt x="77245" y="40032"/>
                    <a:pt x="74278" y="40137"/>
                  </a:cubicBezTo>
                  <a:cubicBezTo>
                    <a:pt x="71311" y="40189"/>
                    <a:pt x="68604" y="42999"/>
                    <a:pt x="68708" y="45966"/>
                  </a:cubicBezTo>
                  <a:cubicBezTo>
                    <a:pt x="68760" y="48933"/>
                    <a:pt x="71571" y="51640"/>
                    <a:pt x="74538" y="51536"/>
                  </a:cubicBezTo>
                  <a:cubicBezTo>
                    <a:pt x="77453" y="51484"/>
                    <a:pt x="80160" y="48673"/>
                    <a:pt x="80108" y="4570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8" name="Google Shape;1048;p9"/>
            <p:cNvSpPr/>
            <p:nvPr/>
          </p:nvSpPr>
          <p:spPr>
            <a:xfrm>
              <a:off x="4909338" y="6347899"/>
              <a:ext cx="91562" cy="57560"/>
            </a:xfrm>
            <a:custGeom>
              <a:avLst/>
              <a:gdLst/>
              <a:ahLst/>
              <a:cxnLst/>
              <a:rect l="l" t="t" r="r" b="b"/>
              <a:pathLst>
                <a:path w="91562" h="57560" extrusionOk="0">
                  <a:moveTo>
                    <a:pt x="0" y="57455"/>
                  </a:moveTo>
                  <a:cubicBezTo>
                    <a:pt x="0" y="53499"/>
                    <a:pt x="0" y="49960"/>
                    <a:pt x="0" y="46004"/>
                  </a:cubicBezTo>
                  <a:cubicBezTo>
                    <a:pt x="5361" y="46004"/>
                    <a:pt x="10567" y="45900"/>
                    <a:pt x="15772" y="46056"/>
                  </a:cubicBezTo>
                  <a:cubicBezTo>
                    <a:pt x="18218" y="46160"/>
                    <a:pt x="19571" y="45431"/>
                    <a:pt x="20665" y="43089"/>
                  </a:cubicBezTo>
                  <a:cubicBezTo>
                    <a:pt x="24985" y="34032"/>
                    <a:pt x="29670" y="25183"/>
                    <a:pt x="33990" y="16178"/>
                  </a:cubicBezTo>
                  <a:cubicBezTo>
                    <a:pt x="35603" y="12847"/>
                    <a:pt x="37842" y="11389"/>
                    <a:pt x="41589" y="11545"/>
                  </a:cubicBezTo>
                  <a:cubicBezTo>
                    <a:pt x="46222" y="11754"/>
                    <a:pt x="50907" y="11754"/>
                    <a:pt x="55539" y="11493"/>
                  </a:cubicBezTo>
                  <a:cubicBezTo>
                    <a:pt x="56736" y="11441"/>
                    <a:pt x="58402" y="10452"/>
                    <a:pt x="58975" y="9411"/>
                  </a:cubicBezTo>
                  <a:cubicBezTo>
                    <a:pt x="63035" y="2228"/>
                    <a:pt x="70738" y="-1415"/>
                    <a:pt x="78286" y="511"/>
                  </a:cubicBezTo>
                  <a:cubicBezTo>
                    <a:pt x="86042" y="2488"/>
                    <a:pt x="91403" y="9047"/>
                    <a:pt x="91559" y="16751"/>
                  </a:cubicBezTo>
                  <a:cubicBezTo>
                    <a:pt x="91715" y="25079"/>
                    <a:pt x="86718" y="31794"/>
                    <a:pt x="78702" y="33980"/>
                  </a:cubicBezTo>
                  <a:cubicBezTo>
                    <a:pt x="71103" y="36062"/>
                    <a:pt x="63191" y="32731"/>
                    <a:pt x="59287" y="25495"/>
                  </a:cubicBezTo>
                  <a:cubicBezTo>
                    <a:pt x="58298" y="23622"/>
                    <a:pt x="57205" y="22945"/>
                    <a:pt x="55175" y="23049"/>
                  </a:cubicBezTo>
                  <a:cubicBezTo>
                    <a:pt x="51375" y="23257"/>
                    <a:pt x="46742" y="21956"/>
                    <a:pt x="43984" y="23674"/>
                  </a:cubicBezTo>
                  <a:cubicBezTo>
                    <a:pt x="41173" y="25391"/>
                    <a:pt x="40184" y="30024"/>
                    <a:pt x="38466" y="33407"/>
                  </a:cubicBezTo>
                  <a:cubicBezTo>
                    <a:pt x="35135" y="40018"/>
                    <a:pt x="31752" y="46576"/>
                    <a:pt x="28524" y="53239"/>
                  </a:cubicBezTo>
                  <a:cubicBezTo>
                    <a:pt x="27067" y="56310"/>
                    <a:pt x="24881" y="57611"/>
                    <a:pt x="21445" y="57559"/>
                  </a:cubicBezTo>
                  <a:cubicBezTo>
                    <a:pt x="14418" y="57351"/>
                    <a:pt x="7391" y="57455"/>
                    <a:pt x="0" y="57455"/>
                  </a:cubicBezTo>
                  <a:close/>
                  <a:moveTo>
                    <a:pt x="80108" y="17271"/>
                  </a:moveTo>
                  <a:cubicBezTo>
                    <a:pt x="80108" y="14304"/>
                    <a:pt x="77297" y="11598"/>
                    <a:pt x="74382" y="11598"/>
                  </a:cubicBezTo>
                  <a:cubicBezTo>
                    <a:pt x="71415" y="11598"/>
                    <a:pt x="68656" y="14408"/>
                    <a:pt x="68708" y="17323"/>
                  </a:cubicBezTo>
                  <a:cubicBezTo>
                    <a:pt x="68760" y="20290"/>
                    <a:pt x="71519" y="22997"/>
                    <a:pt x="74434" y="22997"/>
                  </a:cubicBezTo>
                  <a:cubicBezTo>
                    <a:pt x="77401" y="22997"/>
                    <a:pt x="80108" y="20238"/>
                    <a:pt x="80108" y="1727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9" name="Google Shape;1049;p9"/>
            <p:cNvSpPr/>
            <p:nvPr/>
          </p:nvSpPr>
          <p:spPr>
            <a:xfrm>
              <a:off x="4966700" y="6399581"/>
              <a:ext cx="85885" cy="40233"/>
            </a:xfrm>
            <a:custGeom>
              <a:avLst/>
              <a:gdLst/>
              <a:ahLst/>
              <a:cxnLst/>
              <a:rect l="l" t="t" r="r" b="b"/>
              <a:pathLst>
                <a:path w="85885" h="40233" extrusionOk="0">
                  <a:moveTo>
                    <a:pt x="0" y="40180"/>
                  </a:moveTo>
                  <a:cubicBezTo>
                    <a:pt x="0" y="36276"/>
                    <a:pt x="0" y="32736"/>
                    <a:pt x="0" y="28728"/>
                  </a:cubicBezTo>
                  <a:cubicBezTo>
                    <a:pt x="2655" y="28728"/>
                    <a:pt x="5257" y="28416"/>
                    <a:pt x="7808" y="28780"/>
                  </a:cubicBezTo>
                  <a:cubicBezTo>
                    <a:pt x="12544" y="29561"/>
                    <a:pt x="15355" y="27635"/>
                    <a:pt x="17437" y="23575"/>
                  </a:cubicBezTo>
                  <a:cubicBezTo>
                    <a:pt x="18895" y="20712"/>
                    <a:pt x="21081" y="18266"/>
                    <a:pt x="22695" y="15507"/>
                  </a:cubicBezTo>
                  <a:cubicBezTo>
                    <a:pt x="24412" y="12644"/>
                    <a:pt x="26651" y="11395"/>
                    <a:pt x="30034" y="11499"/>
                  </a:cubicBezTo>
                  <a:cubicBezTo>
                    <a:pt x="36384" y="11707"/>
                    <a:pt x="42682" y="11447"/>
                    <a:pt x="49033" y="11603"/>
                  </a:cubicBezTo>
                  <a:cubicBezTo>
                    <a:pt x="51271" y="11655"/>
                    <a:pt x="52572" y="11135"/>
                    <a:pt x="53769" y="8949"/>
                  </a:cubicBezTo>
                  <a:cubicBezTo>
                    <a:pt x="57569" y="1870"/>
                    <a:pt x="65481" y="-1410"/>
                    <a:pt x="72925" y="568"/>
                  </a:cubicBezTo>
                  <a:cubicBezTo>
                    <a:pt x="80784" y="2702"/>
                    <a:pt x="85885" y="9313"/>
                    <a:pt x="85885" y="17381"/>
                  </a:cubicBezTo>
                  <a:cubicBezTo>
                    <a:pt x="85885" y="25345"/>
                    <a:pt x="80628" y="31955"/>
                    <a:pt x="72716" y="34038"/>
                  </a:cubicBezTo>
                  <a:cubicBezTo>
                    <a:pt x="65325" y="35963"/>
                    <a:pt x="57517" y="32528"/>
                    <a:pt x="53665" y="25397"/>
                  </a:cubicBezTo>
                  <a:cubicBezTo>
                    <a:pt x="52624" y="23523"/>
                    <a:pt x="51583" y="22898"/>
                    <a:pt x="49553" y="22951"/>
                  </a:cubicBezTo>
                  <a:cubicBezTo>
                    <a:pt x="43828" y="23055"/>
                    <a:pt x="37165" y="21233"/>
                    <a:pt x="32584" y="23523"/>
                  </a:cubicBezTo>
                  <a:cubicBezTo>
                    <a:pt x="28108" y="25813"/>
                    <a:pt x="25662" y="32216"/>
                    <a:pt x="22434" y="36848"/>
                  </a:cubicBezTo>
                  <a:cubicBezTo>
                    <a:pt x="20873" y="39087"/>
                    <a:pt x="18999" y="40284"/>
                    <a:pt x="16188" y="40232"/>
                  </a:cubicBezTo>
                  <a:cubicBezTo>
                    <a:pt x="10931" y="40128"/>
                    <a:pt x="5674" y="40180"/>
                    <a:pt x="0" y="40180"/>
                  </a:cubicBezTo>
                  <a:close/>
                  <a:moveTo>
                    <a:pt x="74382" y="17121"/>
                  </a:moveTo>
                  <a:cubicBezTo>
                    <a:pt x="74278" y="14154"/>
                    <a:pt x="71467" y="11447"/>
                    <a:pt x="68552" y="11551"/>
                  </a:cubicBezTo>
                  <a:cubicBezTo>
                    <a:pt x="65585" y="11655"/>
                    <a:pt x="62931" y="14466"/>
                    <a:pt x="62983" y="17381"/>
                  </a:cubicBezTo>
                  <a:cubicBezTo>
                    <a:pt x="63087" y="20348"/>
                    <a:pt x="65898" y="23055"/>
                    <a:pt x="68812" y="22951"/>
                  </a:cubicBezTo>
                  <a:cubicBezTo>
                    <a:pt x="71779" y="22846"/>
                    <a:pt x="74434" y="20036"/>
                    <a:pt x="74382" y="171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0" name="Google Shape;1050;p9"/>
            <p:cNvSpPr/>
            <p:nvPr/>
          </p:nvSpPr>
          <p:spPr>
            <a:xfrm>
              <a:off x="4972425" y="6571723"/>
              <a:ext cx="74454" cy="51657"/>
            </a:xfrm>
            <a:custGeom>
              <a:avLst/>
              <a:gdLst/>
              <a:ahLst/>
              <a:cxnLst/>
              <a:rect l="l" t="t" r="r" b="b"/>
              <a:pathLst>
                <a:path w="74454" h="51657" extrusionOk="0">
                  <a:moveTo>
                    <a:pt x="0" y="11492"/>
                  </a:moveTo>
                  <a:cubicBezTo>
                    <a:pt x="0" y="7484"/>
                    <a:pt x="0" y="3945"/>
                    <a:pt x="0" y="93"/>
                  </a:cubicBezTo>
                  <a:cubicBezTo>
                    <a:pt x="6090" y="93"/>
                    <a:pt x="12076" y="-219"/>
                    <a:pt x="17958" y="301"/>
                  </a:cubicBezTo>
                  <a:cubicBezTo>
                    <a:pt x="19676" y="457"/>
                    <a:pt x="21810" y="2696"/>
                    <a:pt x="22643" y="4465"/>
                  </a:cubicBezTo>
                  <a:cubicBezTo>
                    <a:pt x="25714" y="11284"/>
                    <a:pt x="28316" y="18363"/>
                    <a:pt x="31179" y="25286"/>
                  </a:cubicBezTo>
                  <a:cubicBezTo>
                    <a:pt x="31804" y="26796"/>
                    <a:pt x="31752" y="29138"/>
                    <a:pt x="34406" y="28669"/>
                  </a:cubicBezTo>
                  <a:cubicBezTo>
                    <a:pt x="37165" y="28201"/>
                    <a:pt x="40288" y="30179"/>
                    <a:pt x="42370" y="26067"/>
                  </a:cubicBezTo>
                  <a:cubicBezTo>
                    <a:pt x="45806" y="19404"/>
                    <a:pt x="51896" y="16437"/>
                    <a:pt x="59339" y="17322"/>
                  </a:cubicBezTo>
                  <a:cubicBezTo>
                    <a:pt x="66366" y="18155"/>
                    <a:pt x="71155" y="22267"/>
                    <a:pt x="73497" y="28878"/>
                  </a:cubicBezTo>
                  <a:cubicBezTo>
                    <a:pt x="76464" y="37154"/>
                    <a:pt x="72300" y="46523"/>
                    <a:pt x="64284" y="50115"/>
                  </a:cubicBezTo>
                  <a:cubicBezTo>
                    <a:pt x="56216" y="53758"/>
                    <a:pt x="46638" y="50791"/>
                    <a:pt x="42370" y="42880"/>
                  </a:cubicBezTo>
                  <a:cubicBezTo>
                    <a:pt x="41121" y="40537"/>
                    <a:pt x="39768" y="39913"/>
                    <a:pt x="37373" y="40069"/>
                  </a:cubicBezTo>
                  <a:cubicBezTo>
                    <a:pt x="34771" y="40225"/>
                    <a:pt x="32116" y="40017"/>
                    <a:pt x="29513" y="40121"/>
                  </a:cubicBezTo>
                  <a:cubicBezTo>
                    <a:pt x="26026" y="40277"/>
                    <a:pt x="23944" y="38767"/>
                    <a:pt x="22695" y="35540"/>
                  </a:cubicBezTo>
                  <a:cubicBezTo>
                    <a:pt x="19884" y="28305"/>
                    <a:pt x="16917" y="21174"/>
                    <a:pt x="14158" y="13939"/>
                  </a:cubicBezTo>
                  <a:cubicBezTo>
                    <a:pt x="13377" y="11909"/>
                    <a:pt x="12336" y="11232"/>
                    <a:pt x="10254" y="11336"/>
                  </a:cubicBezTo>
                  <a:cubicBezTo>
                    <a:pt x="6975" y="11596"/>
                    <a:pt x="3644" y="11492"/>
                    <a:pt x="0" y="11492"/>
                  </a:cubicBezTo>
                  <a:close/>
                  <a:moveTo>
                    <a:pt x="57153" y="40121"/>
                  </a:moveTo>
                  <a:cubicBezTo>
                    <a:pt x="60120" y="40121"/>
                    <a:pt x="62879" y="37414"/>
                    <a:pt x="62879" y="34447"/>
                  </a:cubicBezTo>
                  <a:cubicBezTo>
                    <a:pt x="62879" y="31480"/>
                    <a:pt x="60172" y="28721"/>
                    <a:pt x="57205" y="28721"/>
                  </a:cubicBezTo>
                  <a:cubicBezTo>
                    <a:pt x="54238" y="28721"/>
                    <a:pt x="51479" y="31428"/>
                    <a:pt x="51479" y="34395"/>
                  </a:cubicBezTo>
                  <a:cubicBezTo>
                    <a:pt x="51479" y="37362"/>
                    <a:pt x="54238" y="40121"/>
                    <a:pt x="57153" y="401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1" name="Google Shape;1051;p9"/>
            <p:cNvSpPr/>
            <p:nvPr/>
          </p:nvSpPr>
          <p:spPr>
            <a:xfrm>
              <a:off x="4995328" y="6491387"/>
              <a:ext cx="68819" cy="34505"/>
            </a:xfrm>
            <a:custGeom>
              <a:avLst/>
              <a:gdLst/>
              <a:ahLst/>
              <a:cxnLst/>
              <a:rect l="l" t="t" r="r" b="b"/>
              <a:pathLst>
                <a:path w="68819" h="34505" extrusionOk="0">
                  <a:moveTo>
                    <a:pt x="0" y="22964"/>
                  </a:moveTo>
                  <a:cubicBezTo>
                    <a:pt x="0" y="18956"/>
                    <a:pt x="0" y="15468"/>
                    <a:pt x="0" y="11512"/>
                  </a:cubicBezTo>
                  <a:cubicBezTo>
                    <a:pt x="1353" y="11512"/>
                    <a:pt x="2603" y="11512"/>
                    <a:pt x="3852" y="11512"/>
                  </a:cubicBezTo>
                  <a:cubicBezTo>
                    <a:pt x="13429" y="11512"/>
                    <a:pt x="22955" y="11460"/>
                    <a:pt x="32532" y="11564"/>
                  </a:cubicBezTo>
                  <a:cubicBezTo>
                    <a:pt x="34406" y="11564"/>
                    <a:pt x="35447" y="11044"/>
                    <a:pt x="36384" y="9326"/>
                  </a:cubicBezTo>
                  <a:cubicBezTo>
                    <a:pt x="40757" y="1258"/>
                    <a:pt x="49501" y="-1969"/>
                    <a:pt x="57725" y="1206"/>
                  </a:cubicBezTo>
                  <a:cubicBezTo>
                    <a:pt x="65481" y="4173"/>
                    <a:pt x="70114" y="12553"/>
                    <a:pt x="68500" y="20569"/>
                  </a:cubicBezTo>
                  <a:cubicBezTo>
                    <a:pt x="66782" y="29158"/>
                    <a:pt x="59183" y="35040"/>
                    <a:pt x="50282" y="34467"/>
                  </a:cubicBezTo>
                  <a:cubicBezTo>
                    <a:pt x="44244" y="34103"/>
                    <a:pt x="39559" y="31084"/>
                    <a:pt x="36749" y="25826"/>
                  </a:cubicBezTo>
                  <a:cubicBezTo>
                    <a:pt x="35499" y="23484"/>
                    <a:pt x="34094" y="23016"/>
                    <a:pt x="31752" y="23016"/>
                  </a:cubicBezTo>
                  <a:cubicBezTo>
                    <a:pt x="22434" y="23120"/>
                    <a:pt x="13117" y="23068"/>
                    <a:pt x="3800" y="23068"/>
                  </a:cubicBezTo>
                  <a:cubicBezTo>
                    <a:pt x="2603" y="22964"/>
                    <a:pt x="1457" y="22964"/>
                    <a:pt x="0" y="22964"/>
                  </a:cubicBezTo>
                  <a:close/>
                  <a:moveTo>
                    <a:pt x="57205" y="17394"/>
                  </a:moveTo>
                  <a:cubicBezTo>
                    <a:pt x="57309" y="14479"/>
                    <a:pt x="54654" y="11616"/>
                    <a:pt x="51687" y="11512"/>
                  </a:cubicBezTo>
                  <a:cubicBezTo>
                    <a:pt x="48773" y="11408"/>
                    <a:pt x="45910" y="14063"/>
                    <a:pt x="45806" y="17030"/>
                  </a:cubicBezTo>
                  <a:cubicBezTo>
                    <a:pt x="45701" y="19945"/>
                    <a:pt x="48356" y="22807"/>
                    <a:pt x="51323" y="22912"/>
                  </a:cubicBezTo>
                  <a:cubicBezTo>
                    <a:pt x="54238" y="23068"/>
                    <a:pt x="57101" y="20361"/>
                    <a:pt x="57205" y="1739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52" name="Google Shape;1052;p9"/>
          <p:cNvGrpSpPr/>
          <p:nvPr/>
        </p:nvGrpSpPr>
        <p:grpSpPr>
          <a:xfrm>
            <a:off x="2740313" y="6376331"/>
            <a:ext cx="347590" cy="347590"/>
            <a:chOff x="590912" y="6333677"/>
            <a:chExt cx="347590" cy="347590"/>
          </a:xfrm>
        </p:grpSpPr>
        <p:sp>
          <p:nvSpPr>
            <p:cNvPr id="1053" name="Google Shape;1053;p9"/>
            <p:cNvSpPr/>
            <p:nvPr/>
          </p:nvSpPr>
          <p:spPr>
            <a:xfrm>
              <a:off x="590912" y="6335150"/>
              <a:ext cx="347590" cy="346117"/>
            </a:xfrm>
            <a:custGeom>
              <a:avLst/>
              <a:gdLst/>
              <a:ahLst/>
              <a:cxnLst/>
              <a:rect l="l" t="t" r="r" b="b"/>
              <a:pathLst>
                <a:path w="347590" h="346117" extrusionOk="0">
                  <a:moveTo>
                    <a:pt x="347591" y="98395"/>
                  </a:moveTo>
                  <a:cubicBezTo>
                    <a:pt x="346440" y="105506"/>
                    <a:pt x="345290" y="112617"/>
                    <a:pt x="344192" y="119728"/>
                  </a:cubicBezTo>
                  <a:cubicBezTo>
                    <a:pt x="343669" y="123074"/>
                    <a:pt x="343303" y="126473"/>
                    <a:pt x="342780" y="129819"/>
                  </a:cubicBezTo>
                  <a:cubicBezTo>
                    <a:pt x="342100" y="134107"/>
                    <a:pt x="339434" y="136041"/>
                    <a:pt x="335094" y="135414"/>
                  </a:cubicBezTo>
                  <a:cubicBezTo>
                    <a:pt x="328401" y="134473"/>
                    <a:pt x="321656" y="133479"/>
                    <a:pt x="314964" y="132486"/>
                  </a:cubicBezTo>
                  <a:cubicBezTo>
                    <a:pt x="312192" y="132068"/>
                    <a:pt x="309735" y="132434"/>
                    <a:pt x="308114" y="134996"/>
                  </a:cubicBezTo>
                  <a:cubicBezTo>
                    <a:pt x="306388" y="137715"/>
                    <a:pt x="307225" y="140172"/>
                    <a:pt x="309003" y="142473"/>
                  </a:cubicBezTo>
                  <a:cubicBezTo>
                    <a:pt x="312977" y="147701"/>
                    <a:pt x="316898" y="152930"/>
                    <a:pt x="320820" y="158211"/>
                  </a:cubicBezTo>
                  <a:cubicBezTo>
                    <a:pt x="324114" y="162655"/>
                    <a:pt x="323695" y="165427"/>
                    <a:pt x="319251" y="168825"/>
                  </a:cubicBezTo>
                  <a:cubicBezTo>
                    <a:pt x="311042" y="174995"/>
                    <a:pt x="302781" y="181217"/>
                    <a:pt x="294519" y="187335"/>
                  </a:cubicBezTo>
                  <a:cubicBezTo>
                    <a:pt x="289970" y="190681"/>
                    <a:pt x="287251" y="190315"/>
                    <a:pt x="283905" y="185871"/>
                  </a:cubicBezTo>
                  <a:cubicBezTo>
                    <a:pt x="279984" y="180747"/>
                    <a:pt x="276114" y="175570"/>
                    <a:pt x="272297" y="170394"/>
                  </a:cubicBezTo>
                  <a:cubicBezTo>
                    <a:pt x="270572" y="168041"/>
                    <a:pt x="268480" y="166368"/>
                    <a:pt x="265448" y="167100"/>
                  </a:cubicBezTo>
                  <a:cubicBezTo>
                    <a:pt x="262206" y="167884"/>
                    <a:pt x="261160" y="170446"/>
                    <a:pt x="260742" y="173479"/>
                  </a:cubicBezTo>
                  <a:cubicBezTo>
                    <a:pt x="259853" y="179962"/>
                    <a:pt x="258912" y="186446"/>
                    <a:pt x="257971" y="192930"/>
                  </a:cubicBezTo>
                  <a:cubicBezTo>
                    <a:pt x="257291" y="197635"/>
                    <a:pt x="255043" y="199570"/>
                    <a:pt x="250337" y="198943"/>
                  </a:cubicBezTo>
                  <a:cubicBezTo>
                    <a:pt x="239566" y="197531"/>
                    <a:pt x="228847" y="196015"/>
                    <a:pt x="218128" y="194341"/>
                  </a:cubicBezTo>
                  <a:cubicBezTo>
                    <a:pt x="213318" y="193609"/>
                    <a:pt x="211749" y="191413"/>
                    <a:pt x="212377" y="186551"/>
                  </a:cubicBezTo>
                  <a:cubicBezTo>
                    <a:pt x="213109" y="180485"/>
                    <a:pt x="214050" y="174472"/>
                    <a:pt x="214886" y="168407"/>
                  </a:cubicBezTo>
                  <a:cubicBezTo>
                    <a:pt x="215043" y="167414"/>
                    <a:pt x="215461" y="166263"/>
                    <a:pt x="215200" y="165427"/>
                  </a:cubicBezTo>
                  <a:cubicBezTo>
                    <a:pt x="214520" y="163440"/>
                    <a:pt x="213893" y="161087"/>
                    <a:pt x="212429" y="159727"/>
                  </a:cubicBezTo>
                  <a:cubicBezTo>
                    <a:pt x="210546" y="157950"/>
                    <a:pt x="207932" y="158629"/>
                    <a:pt x="205841" y="160146"/>
                  </a:cubicBezTo>
                  <a:cubicBezTo>
                    <a:pt x="200664" y="163963"/>
                    <a:pt x="195488" y="167832"/>
                    <a:pt x="190364" y="171701"/>
                  </a:cubicBezTo>
                  <a:cubicBezTo>
                    <a:pt x="184769" y="175884"/>
                    <a:pt x="182416" y="175570"/>
                    <a:pt x="178285" y="170028"/>
                  </a:cubicBezTo>
                  <a:cubicBezTo>
                    <a:pt x="172325" y="162080"/>
                    <a:pt x="166312" y="154133"/>
                    <a:pt x="160351" y="146133"/>
                  </a:cubicBezTo>
                  <a:cubicBezTo>
                    <a:pt x="156900" y="141532"/>
                    <a:pt x="157318" y="138760"/>
                    <a:pt x="161920" y="135309"/>
                  </a:cubicBezTo>
                  <a:cubicBezTo>
                    <a:pt x="167044" y="131440"/>
                    <a:pt x="172220" y="127519"/>
                    <a:pt x="177397" y="123702"/>
                  </a:cubicBezTo>
                  <a:cubicBezTo>
                    <a:pt x="179802" y="121924"/>
                    <a:pt x="181266" y="119780"/>
                    <a:pt x="180429" y="116748"/>
                  </a:cubicBezTo>
                  <a:cubicBezTo>
                    <a:pt x="179645" y="113872"/>
                    <a:pt x="177397" y="112774"/>
                    <a:pt x="174573" y="112408"/>
                  </a:cubicBezTo>
                  <a:cubicBezTo>
                    <a:pt x="168194" y="111571"/>
                    <a:pt x="161815" y="110630"/>
                    <a:pt x="155436" y="109689"/>
                  </a:cubicBezTo>
                  <a:cubicBezTo>
                    <a:pt x="149684" y="108852"/>
                    <a:pt x="147959" y="106656"/>
                    <a:pt x="148743" y="100957"/>
                  </a:cubicBezTo>
                  <a:cubicBezTo>
                    <a:pt x="150155" y="90552"/>
                    <a:pt x="151671" y="80147"/>
                    <a:pt x="153292" y="69742"/>
                  </a:cubicBezTo>
                  <a:cubicBezTo>
                    <a:pt x="154024" y="64879"/>
                    <a:pt x="156534" y="63101"/>
                    <a:pt x="161344" y="63781"/>
                  </a:cubicBezTo>
                  <a:cubicBezTo>
                    <a:pt x="167933" y="64722"/>
                    <a:pt x="174573" y="65611"/>
                    <a:pt x="181161" y="66657"/>
                  </a:cubicBezTo>
                  <a:cubicBezTo>
                    <a:pt x="183985" y="67127"/>
                    <a:pt x="186390" y="66657"/>
                    <a:pt x="188011" y="64147"/>
                  </a:cubicBezTo>
                  <a:cubicBezTo>
                    <a:pt x="189736" y="61480"/>
                    <a:pt x="188900" y="59023"/>
                    <a:pt x="187122" y="56670"/>
                  </a:cubicBezTo>
                  <a:cubicBezTo>
                    <a:pt x="183200" y="51546"/>
                    <a:pt x="179279" y="46422"/>
                    <a:pt x="175567" y="41193"/>
                  </a:cubicBezTo>
                  <a:cubicBezTo>
                    <a:pt x="174312" y="39415"/>
                    <a:pt x="173527" y="37324"/>
                    <a:pt x="172534" y="35337"/>
                  </a:cubicBezTo>
                  <a:cubicBezTo>
                    <a:pt x="172638" y="34918"/>
                    <a:pt x="172795" y="34552"/>
                    <a:pt x="172900" y="34134"/>
                  </a:cubicBezTo>
                  <a:cubicBezTo>
                    <a:pt x="165580" y="35232"/>
                    <a:pt x="158155" y="35807"/>
                    <a:pt x="150992" y="37428"/>
                  </a:cubicBezTo>
                  <a:cubicBezTo>
                    <a:pt x="112352" y="46369"/>
                    <a:pt x="82077" y="78944"/>
                    <a:pt x="77110" y="118212"/>
                  </a:cubicBezTo>
                  <a:cubicBezTo>
                    <a:pt x="72195" y="157270"/>
                    <a:pt x="85999" y="188904"/>
                    <a:pt x="117789" y="212485"/>
                  </a:cubicBezTo>
                  <a:cubicBezTo>
                    <a:pt x="122286" y="215831"/>
                    <a:pt x="126940" y="219230"/>
                    <a:pt x="130757" y="223308"/>
                  </a:cubicBezTo>
                  <a:cubicBezTo>
                    <a:pt x="136770" y="229687"/>
                    <a:pt x="139593" y="237740"/>
                    <a:pt x="139855" y="246471"/>
                  </a:cubicBezTo>
                  <a:cubicBezTo>
                    <a:pt x="140064" y="254262"/>
                    <a:pt x="139907" y="262105"/>
                    <a:pt x="139959" y="269896"/>
                  </a:cubicBezTo>
                  <a:cubicBezTo>
                    <a:pt x="140011" y="277739"/>
                    <a:pt x="144508" y="282445"/>
                    <a:pt x="152351" y="282497"/>
                  </a:cubicBezTo>
                  <a:cubicBezTo>
                    <a:pt x="167201" y="282602"/>
                    <a:pt x="181998" y="282602"/>
                    <a:pt x="196847" y="282497"/>
                  </a:cubicBezTo>
                  <a:cubicBezTo>
                    <a:pt x="204743" y="282445"/>
                    <a:pt x="209187" y="277791"/>
                    <a:pt x="209187" y="269896"/>
                  </a:cubicBezTo>
                  <a:cubicBezTo>
                    <a:pt x="209239" y="262994"/>
                    <a:pt x="209082" y="256092"/>
                    <a:pt x="209239" y="249190"/>
                  </a:cubicBezTo>
                  <a:cubicBezTo>
                    <a:pt x="209448" y="235282"/>
                    <a:pt x="215095" y="224093"/>
                    <a:pt x="226494" y="215884"/>
                  </a:cubicBezTo>
                  <a:cubicBezTo>
                    <a:pt x="230991" y="212642"/>
                    <a:pt x="235435" y="209348"/>
                    <a:pt x="240193" y="205845"/>
                  </a:cubicBezTo>
                  <a:cubicBezTo>
                    <a:pt x="242546" y="208511"/>
                    <a:pt x="245004" y="211230"/>
                    <a:pt x="247827" y="214367"/>
                  </a:cubicBezTo>
                  <a:cubicBezTo>
                    <a:pt x="243435" y="217661"/>
                    <a:pt x="239513" y="221008"/>
                    <a:pt x="235174" y="223831"/>
                  </a:cubicBezTo>
                  <a:cubicBezTo>
                    <a:pt x="225030" y="230419"/>
                    <a:pt x="220376" y="239622"/>
                    <a:pt x="220742" y="251596"/>
                  </a:cubicBezTo>
                  <a:cubicBezTo>
                    <a:pt x="220952" y="257922"/>
                    <a:pt x="220795" y="264249"/>
                    <a:pt x="220742" y="270628"/>
                  </a:cubicBezTo>
                  <a:cubicBezTo>
                    <a:pt x="220690" y="278523"/>
                    <a:pt x="217448" y="284746"/>
                    <a:pt x="211279" y="289661"/>
                  </a:cubicBezTo>
                  <a:cubicBezTo>
                    <a:pt x="210180" y="290549"/>
                    <a:pt x="209344" y="292379"/>
                    <a:pt x="209292" y="293791"/>
                  </a:cubicBezTo>
                  <a:cubicBezTo>
                    <a:pt x="209135" y="303046"/>
                    <a:pt x="209239" y="312353"/>
                    <a:pt x="209187" y="321608"/>
                  </a:cubicBezTo>
                  <a:cubicBezTo>
                    <a:pt x="209135" y="336144"/>
                    <a:pt x="199462" y="345921"/>
                    <a:pt x="184978" y="346078"/>
                  </a:cubicBezTo>
                  <a:cubicBezTo>
                    <a:pt x="178076" y="346130"/>
                    <a:pt x="171174" y="346130"/>
                    <a:pt x="164273" y="346078"/>
                  </a:cubicBezTo>
                  <a:cubicBezTo>
                    <a:pt x="149841" y="345921"/>
                    <a:pt x="140116" y="336196"/>
                    <a:pt x="139959" y="321660"/>
                  </a:cubicBezTo>
                  <a:cubicBezTo>
                    <a:pt x="139907" y="312249"/>
                    <a:pt x="140011" y="302889"/>
                    <a:pt x="139855" y="293477"/>
                  </a:cubicBezTo>
                  <a:cubicBezTo>
                    <a:pt x="139855" y="292170"/>
                    <a:pt x="138966" y="290497"/>
                    <a:pt x="137972" y="289661"/>
                  </a:cubicBezTo>
                  <a:cubicBezTo>
                    <a:pt x="131750" y="284798"/>
                    <a:pt x="128613" y="278471"/>
                    <a:pt x="128456" y="270628"/>
                  </a:cubicBezTo>
                  <a:cubicBezTo>
                    <a:pt x="128351" y="265661"/>
                    <a:pt x="128456" y="260694"/>
                    <a:pt x="128456" y="254785"/>
                  </a:cubicBezTo>
                  <a:cubicBezTo>
                    <a:pt x="125685" y="257504"/>
                    <a:pt x="123436" y="259700"/>
                    <a:pt x="121188" y="261948"/>
                  </a:cubicBezTo>
                  <a:cubicBezTo>
                    <a:pt x="117005" y="266079"/>
                    <a:pt x="115123" y="266288"/>
                    <a:pt x="110312" y="262942"/>
                  </a:cubicBezTo>
                  <a:cubicBezTo>
                    <a:pt x="105763" y="259857"/>
                    <a:pt x="101267" y="256720"/>
                    <a:pt x="96299" y="253321"/>
                  </a:cubicBezTo>
                  <a:cubicBezTo>
                    <a:pt x="94940" y="259543"/>
                    <a:pt x="93737" y="265295"/>
                    <a:pt x="92483" y="270942"/>
                  </a:cubicBezTo>
                  <a:cubicBezTo>
                    <a:pt x="91489" y="275386"/>
                    <a:pt x="89711" y="276746"/>
                    <a:pt x="85162" y="276798"/>
                  </a:cubicBezTo>
                  <a:cubicBezTo>
                    <a:pt x="78365" y="276850"/>
                    <a:pt x="71568" y="276850"/>
                    <a:pt x="64770" y="276798"/>
                  </a:cubicBezTo>
                  <a:cubicBezTo>
                    <a:pt x="60431" y="276746"/>
                    <a:pt x="58653" y="275334"/>
                    <a:pt x="57712" y="271046"/>
                  </a:cubicBezTo>
                  <a:cubicBezTo>
                    <a:pt x="56457" y="265452"/>
                    <a:pt x="55254" y="259805"/>
                    <a:pt x="53999" y="254158"/>
                  </a:cubicBezTo>
                  <a:cubicBezTo>
                    <a:pt x="53999" y="254053"/>
                    <a:pt x="53842" y="254001"/>
                    <a:pt x="53372" y="253583"/>
                  </a:cubicBezTo>
                  <a:cubicBezTo>
                    <a:pt x="49241" y="256406"/>
                    <a:pt x="45006" y="259334"/>
                    <a:pt x="40771" y="262210"/>
                  </a:cubicBezTo>
                  <a:cubicBezTo>
                    <a:pt x="34601" y="266445"/>
                    <a:pt x="33398" y="266341"/>
                    <a:pt x="28065" y="261007"/>
                  </a:cubicBezTo>
                  <a:cubicBezTo>
                    <a:pt x="23673" y="256615"/>
                    <a:pt x="19281" y="252223"/>
                    <a:pt x="14889" y="247779"/>
                  </a:cubicBezTo>
                  <a:cubicBezTo>
                    <a:pt x="10758" y="243648"/>
                    <a:pt x="10601" y="241766"/>
                    <a:pt x="13948" y="236903"/>
                  </a:cubicBezTo>
                  <a:cubicBezTo>
                    <a:pt x="16980" y="232406"/>
                    <a:pt x="20065" y="227962"/>
                    <a:pt x="23464" y="222995"/>
                  </a:cubicBezTo>
                  <a:cubicBezTo>
                    <a:pt x="18287" y="221844"/>
                    <a:pt x="13529" y="220851"/>
                    <a:pt x="8771" y="219805"/>
                  </a:cubicBezTo>
                  <a:cubicBezTo>
                    <a:pt x="7673" y="219544"/>
                    <a:pt x="6575" y="219387"/>
                    <a:pt x="5477" y="219125"/>
                  </a:cubicBezTo>
                  <a:cubicBezTo>
                    <a:pt x="1660" y="218184"/>
                    <a:pt x="92" y="216354"/>
                    <a:pt x="39" y="212485"/>
                  </a:cubicBezTo>
                  <a:cubicBezTo>
                    <a:pt x="-13" y="205374"/>
                    <a:pt x="-13" y="198211"/>
                    <a:pt x="39" y="191100"/>
                  </a:cubicBezTo>
                  <a:cubicBezTo>
                    <a:pt x="92" y="187230"/>
                    <a:pt x="1660" y="185296"/>
                    <a:pt x="5477" y="184459"/>
                  </a:cubicBezTo>
                  <a:cubicBezTo>
                    <a:pt x="11281" y="183152"/>
                    <a:pt x="17085" y="181949"/>
                    <a:pt x="23464" y="180590"/>
                  </a:cubicBezTo>
                  <a:cubicBezTo>
                    <a:pt x="20065" y="175675"/>
                    <a:pt x="16980" y="171126"/>
                    <a:pt x="13843" y="166577"/>
                  </a:cubicBezTo>
                  <a:cubicBezTo>
                    <a:pt x="10549" y="161767"/>
                    <a:pt x="10706" y="159832"/>
                    <a:pt x="14836" y="155701"/>
                  </a:cubicBezTo>
                  <a:cubicBezTo>
                    <a:pt x="19699" y="150839"/>
                    <a:pt x="24562" y="145924"/>
                    <a:pt x="29477" y="141061"/>
                  </a:cubicBezTo>
                  <a:cubicBezTo>
                    <a:pt x="32875" y="137715"/>
                    <a:pt x="35019" y="137505"/>
                    <a:pt x="39045" y="140224"/>
                  </a:cubicBezTo>
                  <a:cubicBezTo>
                    <a:pt x="43803" y="143466"/>
                    <a:pt x="48509" y="146708"/>
                    <a:pt x="53790" y="150316"/>
                  </a:cubicBezTo>
                  <a:cubicBezTo>
                    <a:pt x="54941" y="144721"/>
                    <a:pt x="56143" y="139597"/>
                    <a:pt x="57084" y="134473"/>
                  </a:cubicBezTo>
                  <a:cubicBezTo>
                    <a:pt x="57921" y="129976"/>
                    <a:pt x="59437" y="126316"/>
                    <a:pt x="65032" y="126787"/>
                  </a:cubicBezTo>
                  <a:cubicBezTo>
                    <a:pt x="66078" y="113035"/>
                    <a:pt x="68901" y="100068"/>
                    <a:pt x="74548" y="87833"/>
                  </a:cubicBezTo>
                  <a:cubicBezTo>
                    <a:pt x="87358" y="59964"/>
                    <a:pt x="108116" y="40565"/>
                    <a:pt x="136822" y="29690"/>
                  </a:cubicBezTo>
                  <a:cubicBezTo>
                    <a:pt x="150992" y="24356"/>
                    <a:pt x="165684" y="22160"/>
                    <a:pt x="180743" y="23468"/>
                  </a:cubicBezTo>
                  <a:cubicBezTo>
                    <a:pt x="184246" y="23781"/>
                    <a:pt x="187017" y="22997"/>
                    <a:pt x="189736" y="20696"/>
                  </a:cubicBezTo>
                  <a:cubicBezTo>
                    <a:pt x="193449" y="17559"/>
                    <a:pt x="197475" y="14788"/>
                    <a:pt x="201344" y="11860"/>
                  </a:cubicBezTo>
                  <a:cubicBezTo>
                    <a:pt x="205998" y="8357"/>
                    <a:pt x="208769" y="8723"/>
                    <a:pt x="212220" y="13272"/>
                  </a:cubicBezTo>
                  <a:cubicBezTo>
                    <a:pt x="216089" y="18396"/>
                    <a:pt x="219958" y="23572"/>
                    <a:pt x="223827" y="28749"/>
                  </a:cubicBezTo>
                  <a:cubicBezTo>
                    <a:pt x="225501" y="30945"/>
                    <a:pt x="227435" y="32618"/>
                    <a:pt x="230363" y="31990"/>
                  </a:cubicBezTo>
                  <a:cubicBezTo>
                    <a:pt x="233448" y="31311"/>
                    <a:pt x="234703" y="29062"/>
                    <a:pt x="235121" y="26134"/>
                  </a:cubicBezTo>
                  <a:cubicBezTo>
                    <a:pt x="236063" y="19441"/>
                    <a:pt x="237004" y="12696"/>
                    <a:pt x="238102" y="6004"/>
                  </a:cubicBezTo>
                  <a:cubicBezTo>
                    <a:pt x="238886" y="1089"/>
                    <a:pt x="241291" y="-532"/>
                    <a:pt x="246154" y="148"/>
                  </a:cubicBezTo>
                  <a:cubicBezTo>
                    <a:pt x="256454" y="1612"/>
                    <a:pt x="266755" y="3076"/>
                    <a:pt x="277055" y="4487"/>
                  </a:cubicBezTo>
                  <a:cubicBezTo>
                    <a:pt x="282546" y="5272"/>
                    <a:pt x="284428" y="7677"/>
                    <a:pt x="283644" y="13324"/>
                  </a:cubicBezTo>
                  <a:cubicBezTo>
                    <a:pt x="282755" y="19703"/>
                    <a:pt x="281866" y="26082"/>
                    <a:pt x="280925" y="32461"/>
                  </a:cubicBezTo>
                  <a:cubicBezTo>
                    <a:pt x="280506" y="35389"/>
                    <a:pt x="280872" y="37951"/>
                    <a:pt x="283644" y="39520"/>
                  </a:cubicBezTo>
                  <a:cubicBezTo>
                    <a:pt x="286415" y="41141"/>
                    <a:pt x="288820" y="39990"/>
                    <a:pt x="291121" y="38265"/>
                  </a:cubicBezTo>
                  <a:cubicBezTo>
                    <a:pt x="296349" y="34291"/>
                    <a:pt x="301578" y="30369"/>
                    <a:pt x="306859" y="26448"/>
                  </a:cubicBezTo>
                  <a:cubicBezTo>
                    <a:pt x="310937" y="23415"/>
                    <a:pt x="313918" y="23834"/>
                    <a:pt x="317003" y="27964"/>
                  </a:cubicBezTo>
                  <a:cubicBezTo>
                    <a:pt x="323329" y="36330"/>
                    <a:pt x="329656" y="44748"/>
                    <a:pt x="335931" y="53219"/>
                  </a:cubicBezTo>
                  <a:cubicBezTo>
                    <a:pt x="339120" y="57506"/>
                    <a:pt x="338702" y="60225"/>
                    <a:pt x="334310" y="63572"/>
                  </a:cubicBezTo>
                  <a:cubicBezTo>
                    <a:pt x="329186" y="67493"/>
                    <a:pt x="324009" y="71310"/>
                    <a:pt x="318833" y="75179"/>
                  </a:cubicBezTo>
                  <a:cubicBezTo>
                    <a:pt x="316375" y="77009"/>
                    <a:pt x="314702" y="79153"/>
                    <a:pt x="315643" y="82395"/>
                  </a:cubicBezTo>
                  <a:cubicBezTo>
                    <a:pt x="316532" y="85480"/>
                    <a:pt x="318990" y="86369"/>
                    <a:pt x="321865" y="86735"/>
                  </a:cubicBezTo>
                  <a:cubicBezTo>
                    <a:pt x="328244" y="87571"/>
                    <a:pt x="334623" y="88617"/>
                    <a:pt x="341002" y="89401"/>
                  </a:cubicBezTo>
                  <a:cubicBezTo>
                    <a:pt x="343931" y="89767"/>
                    <a:pt x="345970" y="91231"/>
                    <a:pt x="347591" y="93480"/>
                  </a:cubicBezTo>
                  <a:cubicBezTo>
                    <a:pt x="347591" y="95258"/>
                    <a:pt x="347591" y="96826"/>
                    <a:pt x="347591" y="98395"/>
                  </a:cubicBezTo>
                  <a:close/>
                  <a:moveTo>
                    <a:pt x="332009" y="123283"/>
                  </a:moveTo>
                  <a:cubicBezTo>
                    <a:pt x="333107" y="115545"/>
                    <a:pt x="334205" y="108120"/>
                    <a:pt x="335303" y="100539"/>
                  </a:cubicBezTo>
                  <a:cubicBezTo>
                    <a:pt x="333369" y="100225"/>
                    <a:pt x="331800" y="99963"/>
                    <a:pt x="330284" y="99754"/>
                  </a:cubicBezTo>
                  <a:cubicBezTo>
                    <a:pt x="326048" y="99075"/>
                    <a:pt x="321761" y="98604"/>
                    <a:pt x="317578" y="97767"/>
                  </a:cubicBezTo>
                  <a:cubicBezTo>
                    <a:pt x="310728" y="96408"/>
                    <a:pt x="306232" y="92068"/>
                    <a:pt x="304454" y="85480"/>
                  </a:cubicBezTo>
                  <a:cubicBezTo>
                    <a:pt x="302624" y="78735"/>
                    <a:pt x="304402" y="72617"/>
                    <a:pt x="309839" y="68016"/>
                  </a:cubicBezTo>
                  <a:cubicBezTo>
                    <a:pt x="314388" y="64199"/>
                    <a:pt x="319251" y="60696"/>
                    <a:pt x="324166" y="56931"/>
                  </a:cubicBezTo>
                  <a:cubicBezTo>
                    <a:pt x="319460" y="50709"/>
                    <a:pt x="314964" y="44696"/>
                    <a:pt x="310415" y="38631"/>
                  </a:cubicBezTo>
                  <a:cubicBezTo>
                    <a:pt x="305186" y="42448"/>
                    <a:pt x="300375" y="46265"/>
                    <a:pt x="295251" y="49559"/>
                  </a:cubicBezTo>
                  <a:cubicBezTo>
                    <a:pt x="287356" y="54578"/>
                    <a:pt x="277108" y="52016"/>
                    <a:pt x="271984" y="44225"/>
                  </a:cubicBezTo>
                  <a:cubicBezTo>
                    <a:pt x="268794" y="39415"/>
                    <a:pt x="269003" y="34186"/>
                    <a:pt x="269788" y="28853"/>
                  </a:cubicBezTo>
                  <a:cubicBezTo>
                    <a:pt x="270415" y="24513"/>
                    <a:pt x="271042" y="20226"/>
                    <a:pt x="271670" y="15677"/>
                  </a:cubicBezTo>
                  <a:cubicBezTo>
                    <a:pt x="267644" y="15102"/>
                    <a:pt x="263984" y="14579"/>
                    <a:pt x="260271" y="14056"/>
                  </a:cubicBezTo>
                  <a:cubicBezTo>
                    <a:pt x="256507" y="13533"/>
                    <a:pt x="252794" y="13010"/>
                    <a:pt x="248873" y="12487"/>
                  </a:cubicBezTo>
                  <a:cubicBezTo>
                    <a:pt x="248036" y="18239"/>
                    <a:pt x="247670" y="23572"/>
                    <a:pt x="246363" y="28644"/>
                  </a:cubicBezTo>
                  <a:cubicBezTo>
                    <a:pt x="245422" y="32199"/>
                    <a:pt x="243853" y="36069"/>
                    <a:pt x="241396" y="38735"/>
                  </a:cubicBezTo>
                  <a:cubicBezTo>
                    <a:pt x="233971" y="46683"/>
                    <a:pt x="222154" y="45480"/>
                    <a:pt x="215148" y="36539"/>
                  </a:cubicBezTo>
                  <a:cubicBezTo>
                    <a:pt x="211854" y="32304"/>
                    <a:pt x="208664" y="27964"/>
                    <a:pt x="205370" y="23572"/>
                  </a:cubicBezTo>
                  <a:cubicBezTo>
                    <a:pt x="199043" y="28330"/>
                    <a:pt x="193030" y="32827"/>
                    <a:pt x="186965" y="37376"/>
                  </a:cubicBezTo>
                  <a:cubicBezTo>
                    <a:pt x="190521" y="42186"/>
                    <a:pt x="193867" y="46422"/>
                    <a:pt x="197004" y="50866"/>
                  </a:cubicBezTo>
                  <a:cubicBezTo>
                    <a:pt x="201396" y="57088"/>
                    <a:pt x="201867" y="63781"/>
                    <a:pt x="197893" y="70264"/>
                  </a:cubicBezTo>
                  <a:cubicBezTo>
                    <a:pt x="193919" y="76748"/>
                    <a:pt x="187749" y="79310"/>
                    <a:pt x="180168" y="78264"/>
                  </a:cubicBezTo>
                  <a:cubicBezTo>
                    <a:pt x="174939" y="77532"/>
                    <a:pt x="169658" y="76800"/>
                    <a:pt x="164063" y="76016"/>
                  </a:cubicBezTo>
                  <a:cubicBezTo>
                    <a:pt x="162965" y="83650"/>
                    <a:pt x="161920" y="91075"/>
                    <a:pt x="160822" y="98761"/>
                  </a:cubicBezTo>
                  <a:cubicBezTo>
                    <a:pt x="166259" y="99545"/>
                    <a:pt x="171384" y="100329"/>
                    <a:pt x="176508" y="101061"/>
                  </a:cubicBezTo>
                  <a:cubicBezTo>
                    <a:pt x="180638" y="101637"/>
                    <a:pt x="184351" y="103205"/>
                    <a:pt x="187331" y="106186"/>
                  </a:cubicBezTo>
                  <a:cubicBezTo>
                    <a:pt x="194338" y="113297"/>
                    <a:pt x="194076" y="124643"/>
                    <a:pt x="186442" y="131231"/>
                  </a:cubicBezTo>
                  <a:cubicBezTo>
                    <a:pt x="181946" y="135100"/>
                    <a:pt x="177031" y="138551"/>
                    <a:pt x="172063" y="142368"/>
                  </a:cubicBezTo>
                  <a:cubicBezTo>
                    <a:pt x="176717" y="148538"/>
                    <a:pt x="181214" y="154551"/>
                    <a:pt x="185867" y="160721"/>
                  </a:cubicBezTo>
                  <a:cubicBezTo>
                    <a:pt x="190311" y="157427"/>
                    <a:pt x="194494" y="154290"/>
                    <a:pt x="198625" y="151205"/>
                  </a:cubicBezTo>
                  <a:cubicBezTo>
                    <a:pt x="202913" y="148015"/>
                    <a:pt x="207618" y="146447"/>
                    <a:pt x="212952" y="147545"/>
                  </a:cubicBezTo>
                  <a:cubicBezTo>
                    <a:pt x="222834" y="149584"/>
                    <a:pt x="228272" y="158054"/>
                    <a:pt x="226651" y="168721"/>
                  </a:cubicBezTo>
                  <a:cubicBezTo>
                    <a:pt x="225919" y="173583"/>
                    <a:pt x="225239" y="178498"/>
                    <a:pt x="224507" y="183623"/>
                  </a:cubicBezTo>
                  <a:cubicBezTo>
                    <a:pt x="232298" y="184721"/>
                    <a:pt x="239618" y="185766"/>
                    <a:pt x="247252" y="186864"/>
                  </a:cubicBezTo>
                  <a:cubicBezTo>
                    <a:pt x="247932" y="181792"/>
                    <a:pt x="248664" y="177139"/>
                    <a:pt x="249239" y="172433"/>
                  </a:cubicBezTo>
                  <a:cubicBezTo>
                    <a:pt x="250337" y="163753"/>
                    <a:pt x="254834" y="158002"/>
                    <a:pt x="262206" y="155963"/>
                  </a:cubicBezTo>
                  <a:cubicBezTo>
                    <a:pt x="269578" y="153924"/>
                    <a:pt x="276271" y="156590"/>
                    <a:pt x="281657" y="163649"/>
                  </a:cubicBezTo>
                  <a:cubicBezTo>
                    <a:pt x="284637" y="167623"/>
                    <a:pt x="287617" y="171597"/>
                    <a:pt x="290755" y="175727"/>
                  </a:cubicBezTo>
                  <a:cubicBezTo>
                    <a:pt x="296977" y="171021"/>
                    <a:pt x="303042" y="166525"/>
                    <a:pt x="309212" y="161871"/>
                  </a:cubicBezTo>
                  <a:cubicBezTo>
                    <a:pt x="305866" y="157427"/>
                    <a:pt x="302624" y="153192"/>
                    <a:pt x="299539" y="148904"/>
                  </a:cubicBezTo>
                  <a:cubicBezTo>
                    <a:pt x="294885" y="142473"/>
                    <a:pt x="294467" y="135048"/>
                    <a:pt x="298284" y="128878"/>
                  </a:cubicBezTo>
                  <a:cubicBezTo>
                    <a:pt x="302101" y="122708"/>
                    <a:pt x="309055" y="119780"/>
                    <a:pt x="316794" y="120983"/>
                  </a:cubicBezTo>
                  <a:cubicBezTo>
                    <a:pt x="321604" y="121872"/>
                    <a:pt x="326519" y="122499"/>
                    <a:pt x="332009" y="123283"/>
                  </a:cubicBezTo>
                  <a:close/>
                  <a:moveTo>
                    <a:pt x="66078" y="149375"/>
                  </a:moveTo>
                  <a:cubicBezTo>
                    <a:pt x="65816" y="150107"/>
                    <a:pt x="65607" y="150473"/>
                    <a:pt x="65502" y="150943"/>
                  </a:cubicBezTo>
                  <a:cubicBezTo>
                    <a:pt x="62365" y="162446"/>
                    <a:pt x="54784" y="165218"/>
                    <a:pt x="44901" y="158473"/>
                  </a:cubicBezTo>
                  <a:cubicBezTo>
                    <a:pt x="41660" y="156276"/>
                    <a:pt x="38470" y="154028"/>
                    <a:pt x="35647" y="152146"/>
                  </a:cubicBezTo>
                  <a:cubicBezTo>
                    <a:pt x="31882" y="155806"/>
                    <a:pt x="28483" y="159100"/>
                    <a:pt x="24876" y="162551"/>
                  </a:cubicBezTo>
                  <a:cubicBezTo>
                    <a:pt x="27385" y="166211"/>
                    <a:pt x="30000" y="169923"/>
                    <a:pt x="32457" y="173688"/>
                  </a:cubicBezTo>
                  <a:cubicBezTo>
                    <a:pt x="37634" y="181583"/>
                    <a:pt x="34287" y="190106"/>
                    <a:pt x="25085" y="192250"/>
                  </a:cubicBezTo>
                  <a:cubicBezTo>
                    <a:pt x="20588" y="193296"/>
                    <a:pt x="16091" y="194237"/>
                    <a:pt x="11647" y="195178"/>
                  </a:cubicBezTo>
                  <a:cubicBezTo>
                    <a:pt x="11647" y="199936"/>
                    <a:pt x="11647" y="204380"/>
                    <a:pt x="11647" y="208929"/>
                  </a:cubicBezTo>
                  <a:cubicBezTo>
                    <a:pt x="15725" y="209766"/>
                    <a:pt x="19595" y="210550"/>
                    <a:pt x="23464" y="211387"/>
                  </a:cubicBezTo>
                  <a:cubicBezTo>
                    <a:pt x="34862" y="213897"/>
                    <a:pt x="38156" y="222210"/>
                    <a:pt x="31568" y="231779"/>
                  </a:cubicBezTo>
                  <a:cubicBezTo>
                    <a:pt x="29268" y="235073"/>
                    <a:pt x="27019" y="238419"/>
                    <a:pt x="25032" y="241295"/>
                  </a:cubicBezTo>
                  <a:cubicBezTo>
                    <a:pt x="28692" y="245112"/>
                    <a:pt x="31987" y="248511"/>
                    <a:pt x="35385" y="252066"/>
                  </a:cubicBezTo>
                  <a:cubicBezTo>
                    <a:pt x="39098" y="249556"/>
                    <a:pt x="42758" y="246942"/>
                    <a:pt x="46522" y="244485"/>
                  </a:cubicBezTo>
                  <a:cubicBezTo>
                    <a:pt x="54418" y="239308"/>
                    <a:pt x="62993" y="242707"/>
                    <a:pt x="65136" y="251805"/>
                  </a:cubicBezTo>
                  <a:cubicBezTo>
                    <a:pt x="66182" y="256301"/>
                    <a:pt x="67071" y="260798"/>
                    <a:pt x="68065" y="265295"/>
                  </a:cubicBezTo>
                  <a:cubicBezTo>
                    <a:pt x="72770" y="265295"/>
                    <a:pt x="77267" y="265295"/>
                    <a:pt x="81764" y="265295"/>
                  </a:cubicBezTo>
                  <a:cubicBezTo>
                    <a:pt x="82705" y="260903"/>
                    <a:pt x="83541" y="256720"/>
                    <a:pt x="84483" y="252537"/>
                  </a:cubicBezTo>
                  <a:cubicBezTo>
                    <a:pt x="86836" y="242236"/>
                    <a:pt x="95254" y="238994"/>
                    <a:pt x="103986" y="244903"/>
                  </a:cubicBezTo>
                  <a:cubicBezTo>
                    <a:pt x="107489" y="247308"/>
                    <a:pt x="110992" y="249713"/>
                    <a:pt x="114809" y="252328"/>
                  </a:cubicBezTo>
                  <a:cubicBezTo>
                    <a:pt x="118260" y="248772"/>
                    <a:pt x="121293" y="245269"/>
                    <a:pt x="124744" y="242184"/>
                  </a:cubicBezTo>
                  <a:cubicBezTo>
                    <a:pt x="126731" y="240354"/>
                    <a:pt x="126678" y="238942"/>
                    <a:pt x="125632" y="236694"/>
                  </a:cubicBezTo>
                  <a:cubicBezTo>
                    <a:pt x="121502" y="227648"/>
                    <a:pt x="112613" y="223884"/>
                    <a:pt x="105554" y="218080"/>
                  </a:cubicBezTo>
                  <a:cubicBezTo>
                    <a:pt x="95254" y="235491"/>
                    <a:pt x="78313" y="238733"/>
                    <a:pt x="66182" y="235648"/>
                  </a:cubicBezTo>
                  <a:cubicBezTo>
                    <a:pt x="51960" y="231988"/>
                    <a:pt x="40928" y="219805"/>
                    <a:pt x="40352" y="204746"/>
                  </a:cubicBezTo>
                  <a:cubicBezTo>
                    <a:pt x="39516" y="184041"/>
                    <a:pt x="50914" y="172172"/>
                    <a:pt x="70313" y="167414"/>
                  </a:cubicBezTo>
                  <a:cubicBezTo>
                    <a:pt x="68901" y="161348"/>
                    <a:pt x="67542" y="155544"/>
                    <a:pt x="66078" y="149375"/>
                  </a:cubicBezTo>
                  <a:close/>
                  <a:moveTo>
                    <a:pt x="76587" y="224877"/>
                  </a:moveTo>
                  <a:cubicBezTo>
                    <a:pt x="83907" y="224668"/>
                    <a:pt x="90862" y="220589"/>
                    <a:pt x="95411" y="212276"/>
                  </a:cubicBezTo>
                  <a:cubicBezTo>
                    <a:pt x="96456" y="210341"/>
                    <a:pt x="96195" y="209139"/>
                    <a:pt x="94731" y="207622"/>
                  </a:cubicBezTo>
                  <a:cubicBezTo>
                    <a:pt x="87672" y="200250"/>
                    <a:pt x="81816" y="191936"/>
                    <a:pt x="77215" y="182838"/>
                  </a:cubicBezTo>
                  <a:cubicBezTo>
                    <a:pt x="75071" y="178551"/>
                    <a:pt x="74705" y="178446"/>
                    <a:pt x="69842" y="179544"/>
                  </a:cubicBezTo>
                  <a:cubicBezTo>
                    <a:pt x="58391" y="182263"/>
                    <a:pt x="50914" y="192668"/>
                    <a:pt x="52065" y="204119"/>
                  </a:cubicBezTo>
                  <a:cubicBezTo>
                    <a:pt x="53267" y="215988"/>
                    <a:pt x="62574" y="224511"/>
                    <a:pt x="76587" y="224877"/>
                  </a:cubicBezTo>
                  <a:close/>
                  <a:moveTo>
                    <a:pt x="151410" y="317477"/>
                  </a:moveTo>
                  <a:cubicBezTo>
                    <a:pt x="151410" y="319046"/>
                    <a:pt x="151410" y="320248"/>
                    <a:pt x="151410" y="321503"/>
                  </a:cubicBezTo>
                  <a:cubicBezTo>
                    <a:pt x="151462" y="330078"/>
                    <a:pt x="156063" y="334627"/>
                    <a:pt x="164639" y="334680"/>
                  </a:cubicBezTo>
                  <a:cubicBezTo>
                    <a:pt x="169135" y="334680"/>
                    <a:pt x="173684" y="334680"/>
                    <a:pt x="178181" y="334680"/>
                  </a:cubicBezTo>
                  <a:cubicBezTo>
                    <a:pt x="181109" y="334680"/>
                    <a:pt x="184089" y="334836"/>
                    <a:pt x="186965" y="334575"/>
                  </a:cubicBezTo>
                  <a:cubicBezTo>
                    <a:pt x="194860" y="333843"/>
                    <a:pt x="198886" y="327046"/>
                    <a:pt x="197109" y="317477"/>
                  </a:cubicBezTo>
                  <a:cubicBezTo>
                    <a:pt x="182102" y="317477"/>
                    <a:pt x="166991" y="317477"/>
                    <a:pt x="151410" y="317477"/>
                  </a:cubicBezTo>
                  <a:close/>
                  <a:moveTo>
                    <a:pt x="197475" y="294575"/>
                  </a:moveTo>
                  <a:cubicBezTo>
                    <a:pt x="181946" y="294575"/>
                    <a:pt x="166782" y="294575"/>
                    <a:pt x="151671" y="294575"/>
                  </a:cubicBezTo>
                  <a:cubicBezTo>
                    <a:pt x="151671" y="298445"/>
                    <a:pt x="151671" y="302000"/>
                    <a:pt x="151671" y="305556"/>
                  </a:cubicBezTo>
                  <a:cubicBezTo>
                    <a:pt x="167096" y="305556"/>
                    <a:pt x="182259" y="305556"/>
                    <a:pt x="197475" y="305556"/>
                  </a:cubicBezTo>
                  <a:cubicBezTo>
                    <a:pt x="197475" y="301739"/>
                    <a:pt x="197475" y="298288"/>
                    <a:pt x="197475" y="2945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4" name="Google Shape;1054;p9"/>
            <p:cNvSpPr/>
            <p:nvPr/>
          </p:nvSpPr>
          <p:spPr>
            <a:xfrm>
              <a:off x="655839" y="6333677"/>
              <a:ext cx="22901" cy="49097"/>
            </a:xfrm>
            <a:custGeom>
              <a:avLst/>
              <a:gdLst/>
              <a:ahLst/>
              <a:cxnLst/>
              <a:rect l="l" t="t" r="r" b="b"/>
              <a:pathLst>
                <a:path w="22901" h="49097" extrusionOk="0">
                  <a:moveTo>
                    <a:pt x="11085" y="52"/>
                  </a:moveTo>
                  <a:cubicBezTo>
                    <a:pt x="15006" y="15320"/>
                    <a:pt x="18876" y="30588"/>
                    <a:pt x="22902" y="46169"/>
                  </a:cubicBezTo>
                  <a:cubicBezTo>
                    <a:pt x="19189" y="47163"/>
                    <a:pt x="15738" y="48052"/>
                    <a:pt x="11765" y="49097"/>
                  </a:cubicBezTo>
                  <a:cubicBezTo>
                    <a:pt x="7843" y="33725"/>
                    <a:pt x="3922" y="18510"/>
                    <a:pt x="0" y="3190"/>
                  </a:cubicBezTo>
                  <a:cubicBezTo>
                    <a:pt x="3399" y="2091"/>
                    <a:pt x="6536" y="1046"/>
                    <a:pt x="9725" y="0"/>
                  </a:cubicBezTo>
                  <a:cubicBezTo>
                    <a:pt x="10144" y="52"/>
                    <a:pt x="10614" y="52"/>
                    <a:pt x="11085" y="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5" name="Google Shape;1055;p9"/>
            <p:cNvSpPr/>
            <p:nvPr/>
          </p:nvSpPr>
          <p:spPr>
            <a:xfrm>
              <a:off x="684820" y="6399349"/>
              <a:ext cx="86206" cy="177984"/>
            </a:xfrm>
            <a:custGeom>
              <a:avLst/>
              <a:gdLst/>
              <a:ahLst/>
              <a:cxnLst/>
              <a:rect l="l" t="t" r="r" b="b"/>
              <a:pathLst>
                <a:path w="86206" h="177984" extrusionOk="0">
                  <a:moveTo>
                    <a:pt x="86207" y="177985"/>
                  </a:moveTo>
                  <a:cubicBezTo>
                    <a:pt x="82442" y="177985"/>
                    <a:pt x="78834" y="177985"/>
                    <a:pt x="74965" y="177985"/>
                  </a:cubicBezTo>
                  <a:cubicBezTo>
                    <a:pt x="74704" y="175789"/>
                    <a:pt x="74547" y="173540"/>
                    <a:pt x="74129" y="171344"/>
                  </a:cubicBezTo>
                  <a:cubicBezTo>
                    <a:pt x="71410" y="158482"/>
                    <a:pt x="64037" y="149279"/>
                    <a:pt x="51959" y="144155"/>
                  </a:cubicBezTo>
                  <a:cubicBezTo>
                    <a:pt x="40142" y="139136"/>
                    <a:pt x="29685" y="132286"/>
                    <a:pt x="20900" y="122874"/>
                  </a:cubicBezTo>
                  <a:cubicBezTo>
                    <a:pt x="-9217" y="90666"/>
                    <a:pt x="-6446" y="36915"/>
                    <a:pt x="27018" y="8209"/>
                  </a:cubicBezTo>
                  <a:cubicBezTo>
                    <a:pt x="30260" y="5438"/>
                    <a:pt x="33763" y="2876"/>
                    <a:pt x="37423" y="0"/>
                  </a:cubicBezTo>
                  <a:cubicBezTo>
                    <a:pt x="39567" y="3399"/>
                    <a:pt x="41554" y="6484"/>
                    <a:pt x="43645" y="9778"/>
                  </a:cubicBezTo>
                  <a:cubicBezTo>
                    <a:pt x="41345" y="11555"/>
                    <a:pt x="39149" y="13072"/>
                    <a:pt x="37109" y="14797"/>
                  </a:cubicBezTo>
                  <a:cubicBezTo>
                    <a:pt x="-2890" y="47424"/>
                    <a:pt x="5267" y="110430"/>
                    <a:pt x="52273" y="131502"/>
                  </a:cubicBezTo>
                  <a:cubicBezTo>
                    <a:pt x="61893" y="135842"/>
                    <a:pt x="70835" y="140861"/>
                    <a:pt x="77109" y="149645"/>
                  </a:cubicBezTo>
                  <a:cubicBezTo>
                    <a:pt x="83070" y="158116"/>
                    <a:pt x="86207" y="167475"/>
                    <a:pt x="86207" y="17798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6" name="Google Shape;1056;p9"/>
            <p:cNvSpPr/>
            <p:nvPr/>
          </p:nvSpPr>
          <p:spPr>
            <a:xfrm>
              <a:off x="606323" y="6365153"/>
              <a:ext cx="47058" cy="38221"/>
            </a:xfrm>
            <a:custGeom>
              <a:avLst/>
              <a:gdLst/>
              <a:ahLst/>
              <a:cxnLst/>
              <a:rect l="l" t="t" r="r" b="b"/>
              <a:pathLst>
                <a:path w="47058" h="38221" extrusionOk="0">
                  <a:moveTo>
                    <a:pt x="0" y="9359"/>
                  </a:moveTo>
                  <a:cubicBezTo>
                    <a:pt x="2353" y="6118"/>
                    <a:pt x="4392" y="3242"/>
                    <a:pt x="6693" y="0"/>
                  </a:cubicBezTo>
                  <a:cubicBezTo>
                    <a:pt x="20183" y="9621"/>
                    <a:pt x="33516" y="19137"/>
                    <a:pt x="47058" y="28810"/>
                  </a:cubicBezTo>
                  <a:cubicBezTo>
                    <a:pt x="44810" y="31947"/>
                    <a:pt x="42771" y="34875"/>
                    <a:pt x="40366" y="38222"/>
                  </a:cubicBezTo>
                  <a:cubicBezTo>
                    <a:pt x="26928" y="28601"/>
                    <a:pt x="13595" y="19085"/>
                    <a:pt x="0" y="93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7" name="Google Shape;1057;p9"/>
            <p:cNvSpPr/>
            <p:nvPr/>
          </p:nvSpPr>
          <p:spPr>
            <a:xfrm>
              <a:off x="596755" y="6421937"/>
              <a:ext cx="48888" cy="22692"/>
            </a:xfrm>
            <a:custGeom>
              <a:avLst/>
              <a:gdLst/>
              <a:ahLst/>
              <a:cxnLst/>
              <a:rect l="l" t="t" r="r" b="b"/>
              <a:pathLst>
                <a:path w="48888" h="22692" extrusionOk="0">
                  <a:moveTo>
                    <a:pt x="0" y="11503"/>
                  </a:moveTo>
                  <a:cubicBezTo>
                    <a:pt x="15582" y="7582"/>
                    <a:pt x="30692" y="3817"/>
                    <a:pt x="46117" y="0"/>
                  </a:cubicBezTo>
                  <a:cubicBezTo>
                    <a:pt x="47058" y="3765"/>
                    <a:pt x="47947" y="7320"/>
                    <a:pt x="48888" y="11189"/>
                  </a:cubicBezTo>
                  <a:cubicBezTo>
                    <a:pt x="33464" y="15059"/>
                    <a:pt x="18405" y="18823"/>
                    <a:pt x="2823" y="22693"/>
                  </a:cubicBezTo>
                  <a:cubicBezTo>
                    <a:pt x="1882" y="18980"/>
                    <a:pt x="993" y="15477"/>
                    <a:pt x="0" y="115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8" name="Google Shape;1058;p9"/>
            <p:cNvSpPr/>
            <p:nvPr/>
          </p:nvSpPr>
          <p:spPr>
            <a:xfrm>
              <a:off x="865614" y="6578850"/>
              <a:ext cx="41986" cy="37698"/>
            </a:xfrm>
            <a:custGeom>
              <a:avLst/>
              <a:gdLst/>
              <a:ahLst/>
              <a:cxnLst/>
              <a:rect l="l" t="t" r="r" b="b"/>
              <a:pathLst>
                <a:path w="41986" h="37698" extrusionOk="0">
                  <a:moveTo>
                    <a:pt x="34562" y="37699"/>
                  </a:moveTo>
                  <a:cubicBezTo>
                    <a:pt x="22902" y="27974"/>
                    <a:pt x="11555" y="18510"/>
                    <a:pt x="0" y="8889"/>
                  </a:cubicBezTo>
                  <a:cubicBezTo>
                    <a:pt x="2510" y="5856"/>
                    <a:pt x="4863" y="2980"/>
                    <a:pt x="7372" y="0"/>
                  </a:cubicBezTo>
                  <a:cubicBezTo>
                    <a:pt x="18928" y="9621"/>
                    <a:pt x="30274" y="19085"/>
                    <a:pt x="41986" y="28810"/>
                  </a:cubicBezTo>
                  <a:cubicBezTo>
                    <a:pt x="39529" y="31790"/>
                    <a:pt x="37176" y="34562"/>
                    <a:pt x="34562" y="376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9" name="Google Shape;1059;p9"/>
            <p:cNvSpPr/>
            <p:nvPr/>
          </p:nvSpPr>
          <p:spPr>
            <a:xfrm>
              <a:off x="840726" y="6595007"/>
              <a:ext cx="10927" cy="40104"/>
            </a:xfrm>
            <a:custGeom>
              <a:avLst/>
              <a:gdLst/>
              <a:ahLst/>
              <a:cxnLst/>
              <a:rect l="l" t="t" r="r" b="b"/>
              <a:pathLst>
                <a:path w="10927" h="40104" extrusionOk="0">
                  <a:moveTo>
                    <a:pt x="10928" y="40104"/>
                  </a:moveTo>
                  <a:cubicBezTo>
                    <a:pt x="7216" y="40104"/>
                    <a:pt x="3712" y="40104"/>
                    <a:pt x="0" y="40104"/>
                  </a:cubicBezTo>
                  <a:cubicBezTo>
                    <a:pt x="0" y="26719"/>
                    <a:pt x="0" y="13438"/>
                    <a:pt x="0" y="0"/>
                  </a:cubicBezTo>
                  <a:cubicBezTo>
                    <a:pt x="3660" y="0"/>
                    <a:pt x="7163" y="0"/>
                    <a:pt x="10928" y="0"/>
                  </a:cubicBezTo>
                  <a:cubicBezTo>
                    <a:pt x="10928" y="13281"/>
                    <a:pt x="10928" y="26562"/>
                    <a:pt x="10928" y="401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0" name="Google Shape;1060;p9"/>
            <p:cNvSpPr/>
            <p:nvPr/>
          </p:nvSpPr>
          <p:spPr>
            <a:xfrm>
              <a:off x="875287" y="6548942"/>
              <a:ext cx="39947" cy="11032"/>
            </a:xfrm>
            <a:custGeom>
              <a:avLst/>
              <a:gdLst/>
              <a:ahLst/>
              <a:cxnLst/>
              <a:rect l="l" t="t" r="r" b="b"/>
              <a:pathLst>
                <a:path w="39947" h="11032" extrusionOk="0">
                  <a:moveTo>
                    <a:pt x="0" y="11033"/>
                  </a:moveTo>
                  <a:cubicBezTo>
                    <a:pt x="0" y="7320"/>
                    <a:pt x="0" y="3765"/>
                    <a:pt x="0" y="0"/>
                  </a:cubicBezTo>
                  <a:cubicBezTo>
                    <a:pt x="13385" y="0"/>
                    <a:pt x="26562" y="0"/>
                    <a:pt x="39947" y="0"/>
                  </a:cubicBezTo>
                  <a:cubicBezTo>
                    <a:pt x="39947" y="3608"/>
                    <a:pt x="39947" y="7216"/>
                    <a:pt x="39947" y="11033"/>
                  </a:cubicBezTo>
                  <a:cubicBezTo>
                    <a:pt x="26719" y="11033"/>
                    <a:pt x="13438" y="11033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1" name="Google Shape;1061;p9"/>
            <p:cNvSpPr/>
            <p:nvPr/>
          </p:nvSpPr>
          <p:spPr>
            <a:xfrm>
              <a:off x="759942" y="6589151"/>
              <a:ext cx="11032" cy="16993"/>
            </a:xfrm>
            <a:custGeom>
              <a:avLst/>
              <a:gdLst/>
              <a:ahLst/>
              <a:cxnLst/>
              <a:rect l="l" t="t" r="r" b="b"/>
              <a:pathLst>
                <a:path w="11032" h="16993" extrusionOk="0">
                  <a:moveTo>
                    <a:pt x="0" y="0"/>
                  </a:moveTo>
                  <a:cubicBezTo>
                    <a:pt x="3817" y="0"/>
                    <a:pt x="7268" y="0"/>
                    <a:pt x="11033" y="0"/>
                  </a:cubicBezTo>
                  <a:cubicBezTo>
                    <a:pt x="11033" y="5647"/>
                    <a:pt x="11033" y="11189"/>
                    <a:pt x="11033" y="16993"/>
                  </a:cubicBezTo>
                  <a:cubicBezTo>
                    <a:pt x="7320" y="16993"/>
                    <a:pt x="3765" y="16993"/>
                    <a:pt x="0" y="16993"/>
                  </a:cubicBezTo>
                  <a:cubicBezTo>
                    <a:pt x="0" y="11294"/>
                    <a:pt x="0" y="580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2" name="Google Shape;1062;p9"/>
            <p:cNvSpPr/>
            <p:nvPr/>
          </p:nvSpPr>
          <p:spPr>
            <a:xfrm>
              <a:off x="792726" y="6388682"/>
              <a:ext cx="92286" cy="92286"/>
            </a:xfrm>
            <a:custGeom>
              <a:avLst/>
              <a:gdLst/>
              <a:ahLst/>
              <a:cxnLst/>
              <a:rect l="l" t="t" r="r" b="b"/>
              <a:pathLst>
                <a:path w="92286" h="92286" extrusionOk="0">
                  <a:moveTo>
                    <a:pt x="0" y="46117"/>
                  </a:moveTo>
                  <a:cubicBezTo>
                    <a:pt x="52" y="20706"/>
                    <a:pt x="20810" y="-52"/>
                    <a:pt x="46274" y="0"/>
                  </a:cubicBezTo>
                  <a:cubicBezTo>
                    <a:pt x="71738" y="52"/>
                    <a:pt x="92339" y="20758"/>
                    <a:pt x="92286" y="46274"/>
                  </a:cubicBezTo>
                  <a:cubicBezTo>
                    <a:pt x="92234" y="71633"/>
                    <a:pt x="71633" y="92182"/>
                    <a:pt x="46274" y="92287"/>
                  </a:cubicBezTo>
                  <a:cubicBezTo>
                    <a:pt x="20915" y="92391"/>
                    <a:pt x="0" y="71476"/>
                    <a:pt x="0" y="46117"/>
                  </a:cubicBezTo>
                  <a:close/>
                  <a:moveTo>
                    <a:pt x="80731" y="46274"/>
                  </a:moveTo>
                  <a:cubicBezTo>
                    <a:pt x="80783" y="27242"/>
                    <a:pt x="65359" y="11660"/>
                    <a:pt x="46431" y="11556"/>
                  </a:cubicBezTo>
                  <a:cubicBezTo>
                    <a:pt x="27398" y="11451"/>
                    <a:pt x="11555" y="27189"/>
                    <a:pt x="11555" y="46169"/>
                  </a:cubicBezTo>
                  <a:cubicBezTo>
                    <a:pt x="11608" y="64941"/>
                    <a:pt x="27346" y="80731"/>
                    <a:pt x="46117" y="80783"/>
                  </a:cubicBezTo>
                  <a:cubicBezTo>
                    <a:pt x="64940" y="80836"/>
                    <a:pt x="80679" y="65097"/>
                    <a:pt x="80731" y="46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3" name="Google Shape;1063;p9"/>
          <p:cNvGrpSpPr/>
          <p:nvPr/>
        </p:nvGrpSpPr>
        <p:grpSpPr>
          <a:xfrm>
            <a:off x="4512595" y="6338111"/>
            <a:ext cx="346984" cy="353721"/>
            <a:chOff x="2499198" y="6329527"/>
            <a:chExt cx="346984" cy="353721"/>
          </a:xfrm>
        </p:grpSpPr>
        <p:sp>
          <p:nvSpPr>
            <p:cNvPr id="1064" name="Google Shape;1064;p9"/>
            <p:cNvSpPr/>
            <p:nvPr/>
          </p:nvSpPr>
          <p:spPr>
            <a:xfrm>
              <a:off x="2510141" y="6329527"/>
              <a:ext cx="325277" cy="353721"/>
            </a:xfrm>
            <a:custGeom>
              <a:avLst/>
              <a:gdLst/>
              <a:ahLst/>
              <a:cxnLst/>
              <a:rect l="l" t="t" r="r" b="b"/>
              <a:pathLst>
                <a:path w="325277" h="353721" extrusionOk="0">
                  <a:moveTo>
                    <a:pt x="252337" y="212965"/>
                  </a:moveTo>
                  <a:cubicBezTo>
                    <a:pt x="252337" y="217932"/>
                    <a:pt x="252232" y="222533"/>
                    <a:pt x="252441" y="227082"/>
                  </a:cubicBezTo>
                  <a:cubicBezTo>
                    <a:pt x="252494" y="228128"/>
                    <a:pt x="253330" y="229331"/>
                    <a:pt x="254167" y="230167"/>
                  </a:cubicBezTo>
                  <a:cubicBezTo>
                    <a:pt x="256834" y="232938"/>
                    <a:pt x="259605" y="235605"/>
                    <a:pt x="262533" y="238481"/>
                  </a:cubicBezTo>
                  <a:cubicBezTo>
                    <a:pt x="259448" y="241304"/>
                    <a:pt x="256677" y="243866"/>
                    <a:pt x="253592" y="246638"/>
                  </a:cubicBezTo>
                  <a:cubicBezTo>
                    <a:pt x="248206" y="241252"/>
                    <a:pt x="242507" y="235501"/>
                    <a:pt x="236755" y="229801"/>
                  </a:cubicBezTo>
                  <a:cubicBezTo>
                    <a:pt x="235762" y="228808"/>
                    <a:pt x="234821" y="227867"/>
                    <a:pt x="233827" y="226873"/>
                  </a:cubicBezTo>
                  <a:cubicBezTo>
                    <a:pt x="230376" y="223579"/>
                    <a:pt x="226455" y="223370"/>
                    <a:pt x="223631" y="226298"/>
                  </a:cubicBezTo>
                  <a:cubicBezTo>
                    <a:pt x="220912" y="229174"/>
                    <a:pt x="221069" y="232938"/>
                    <a:pt x="224311" y="236233"/>
                  </a:cubicBezTo>
                  <a:cubicBezTo>
                    <a:pt x="230429" y="242455"/>
                    <a:pt x="236651" y="248572"/>
                    <a:pt x="242821" y="254742"/>
                  </a:cubicBezTo>
                  <a:cubicBezTo>
                    <a:pt x="247474" y="259448"/>
                    <a:pt x="247579" y="261539"/>
                    <a:pt x="243343" y="266454"/>
                  </a:cubicBezTo>
                  <a:cubicBezTo>
                    <a:pt x="233618" y="277748"/>
                    <a:pt x="234193" y="293801"/>
                    <a:pt x="244964" y="304728"/>
                  </a:cubicBezTo>
                  <a:cubicBezTo>
                    <a:pt x="257827" y="317800"/>
                    <a:pt x="270846" y="330663"/>
                    <a:pt x="283814" y="343630"/>
                  </a:cubicBezTo>
                  <a:cubicBezTo>
                    <a:pt x="284598" y="344414"/>
                    <a:pt x="285330" y="345251"/>
                    <a:pt x="286062" y="345983"/>
                  </a:cubicBezTo>
                  <a:cubicBezTo>
                    <a:pt x="283186" y="348597"/>
                    <a:pt x="280363" y="351159"/>
                    <a:pt x="277591" y="353721"/>
                  </a:cubicBezTo>
                  <a:cubicBezTo>
                    <a:pt x="270010" y="346087"/>
                    <a:pt x="261748" y="337774"/>
                    <a:pt x="253539" y="329513"/>
                  </a:cubicBezTo>
                  <a:cubicBezTo>
                    <a:pt x="253173" y="329669"/>
                    <a:pt x="252755" y="329826"/>
                    <a:pt x="252389" y="329983"/>
                  </a:cubicBezTo>
                  <a:cubicBezTo>
                    <a:pt x="252389" y="334114"/>
                    <a:pt x="252389" y="338244"/>
                    <a:pt x="252389" y="342375"/>
                  </a:cubicBezTo>
                  <a:cubicBezTo>
                    <a:pt x="252389" y="348702"/>
                    <a:pt x="250507" y="350584"/>
                    <a:pt x="244128" y="350584"/>
                  </a:cubicBezTo>
                  <a:cubicBezTo>
                    <a:pt x="226664" y="350584"/>
                    <a:pt x="209200" y="350584"/>
                    <a:pt x="191736" y="350584"/>
                  </a:cubicBezTo>
                  <a:cubicBezTo>
                    <a:pt x="188651" y="350584"/>
                    <a:pt x="185671" y="350480"/>
                    <a:pt x="184050" y="347238"/>
                  </a:cubicBezTo>
                  <a:cubicBezTo>
                    <a:pt x="182481" y="343996"/>
                    <a:pt x="184102" y="341643"/>
                    <a:pt x="186037" y="339133"/>
                  </a:cubicBezTo>
                  <a:cubicBezTo>
                    <a:pt x="194351" y="328414"/>
                    <a:pt x="194664" y="314140"/>
                    <a:pt x="186926" y="303264"/>
                  </a:cubicBezTo>
                  <a:cubicBezTo>
                    <a:pt x="179240" y="292441"/>
                    <a:pt x="165279" y="287997"/>
                    <a:pt x="152730" y="292336"/>
                  </a:cubicBezTo>
                  <a:cubicBezTo>
                    <a:pt x="140234" y="296676"/>
                    <a:pt x="132077" y="308702"/>
                    <a:pt x="132704" y="322140"/>
                  </a:cubicBezTo>
                  <a:cubicBezTo>
                    <a:pt x="133018" y="328676"/>
                    <a:pt x="135319" y="334532"/>
                    <a:pt x="139502" y="339604"/>
                  </a:cubicBezTo>
                  <a:cubicBezTo>
                    <a:pt x="141384" y="341905"/>
                    <a:pt x="142482" y="344257"/>
                    <a:pt x="141175" y="347133"/>
                  </a:cubicBezTo>
                  <a:cubicBezTo>
                    <a:pt x="139815" y="350009"/>
                    <a:pt x="137306" y="350636"/>
                    <a:pt x="134325" y="350636"/>
                  </a:cubicBezTo>
                  <a:cubicBezTo>
                    <a:pt x="116391" y="350584"/>
                    <a:pt x="98404" y="350636"/>
                    <a:pt x="80470" y="350584"/>
                  </a:cubicBezTo>
                  <a:cubicBezTo>
                    <a:pt x="74875" y="350584"/>
                    <a:pt x="72836" y="348545"/>
                    <a:pt x="72836" y="342898"/>
                  </a:cubicBezTo>
                  <a:cubicBezTo>
                    <a:pt x="72836" y="329669"/>
                    <a:pt x="72836" y="316441"/>
                    <a:pt x="72836" y="303264"/>
                  </a:cubicBezTo>
                  <a:cubicBezTo>
                    <a:pt x="72836" y="301905"/>
                    <a:pt x="72836" y="300598"/>
                    <a:pt x="72836" y="298820"/>
                  </a:cubicBezTo>
                  <a:cubicBezTo>
                    <a:pt x="61542" y="303578"/>
                    <a:pt x="50509" y="304153"/>
                    <a:pt x="39424" y="299761"/>
                  </a:cubicBezTo>
                  <a:cubicBezTo>
                    <a:pt x="31320" y="296519"/>
                    <a:pt x="24836" y="291238"/>
                    <a:pt x="19974" y="283971"/>
                  </a:cubicBezTo>
                  <a:cubicBezTo>
                    <a:pt x="10301" y="269435"/>
                    <a:pt x="10719" y="250402"/>
                    <a:pt x="20967" y="236233"/>
                  </a:cubicBezTo>
                  <a:cubicBezTo>
                    <a:pt x="32366" y="220494"/>
                    <a:pt x="48836" y="216102"/>
                    <a:pt x="72627" y="222481"/>
                  </a:cubicBezTo>
                  <a:cubicBezTo>
                    <a:pt x="72627" y="199475"/>
                    <a:pt x="72627" y="176469"/>
                    <a:pt x="72627" y="153096"/>
                  </a:cubicBezTo>
                  <a:cubicBezTo>
                    <a:pt x="67293" y="153096"/>
                    <a:pt x="62117" y="153096"/>
                    <a:pt x="56940" y="153096"/>
                  </a:cubicBezTo>
                  <a:cubicBezTo>
                    <a:pt x="40941" y="153096"/>
                    <a:pt x="30954" y="143162"/>
                    <a:pt x="30954" y="127266"/>
                  </a:cubicBezTo>
                  <a:cubicBezTo>
                    <a:pt x="30954" y="112051"/>
                    <a:pt x="30902" y="96835"/>
                    <a:pt x="31006" y="81620"/>
                  </a:cubicBezTo>
                  <a:cubicBezTo>
                    <a:pt x="31006" y="78953"/>
                    <a:pt x="30379" y="77019"/>
                    <a:pt x="28392" y="75084"/>
                  </a:cubicBezTo>
                  <a:cubicBezTo>
                    <a:pt x="19817" y="66718"/>
                    <a:pt x="11399" y="58195"/>
                    <a:pt x="2928" y="49725"/>
                  </a:cubicBezTo>
                  <a:cubicBezTo>
                    <a:pt x="1987" y="48784"/>
                    <a:pt x="1046" y="47738"/>
                    <a:pt x="0" y="46640"/>
                  </a:cubicBezTo>
                  <a:cubicBezTo>
                    <a:pt x="2876" y="43869"/>
                    <a:pt x="5595" y="41254"/>
                    <a:pt x="8575" y="38379"/>
                  </a:cubicBezTo>
                  <a:cubicBezTo>
                    <a:pt x="13333" y="43137"/>
                    <a:pt x="18144" y="47999"/>
                    <a:pt x="23006" y="52810"/>
                  </a:cubicBezTo>
                  <a:cubicBezTo>
                    <a:pt x="28653" y="58457"/>
                    <a:pt x="34457" y="63947"/>
                    <a:pt x="39843" y="69855"/>
                  </a:cubicBezTo>
                  <a:cubicBezTo>
                    <a:pt x="41516" y="71685"/>
                    <a:pt x="42771" y="74614"/>
                    <a:pt x="42823" y="77019"/>
                  </a:cubicBezTo>
                  <a:cubicBezTo>
                    <a:pt x="43084" y="93855"/>
                    <a:pt x="42928" y="110692"/>
                    <a:pt x="42980" y="127528"/>
                  </a:cubicBezTo>
                  <a:cubicBezTo>
                    <a:pt x="42980" y="136364"/>
                    <a:pt x="47738" y="141070"/>
                    <a:pt x="56627" y="141123"/>
                  </a:cubicBezTo>
                  <a:cubicBezTo>
                    <a:pt x="61855" y="141123"/>
                    <a:pt x="67084" y="141123"/>
                    <a:pt x="72836" y="141123"/>
                  </a:cubicBezTo>
                  <a:cubicBezTo>
                    <a:pt x="72836" y="136051"/>
                    <a:pt x="72940" y="131136"/>
                    <a:pt x="72731" y="126221"/>
                  </a:cubicBezTo>
                  <a:cubicBezTo>
                    <a:pt x="72679" y="125227"/>
                    <a:pt x="71424" y="124234"/>
                    <a:pt x="70535" y="123345"/>
                  </a:cubicBezTo>
                  <a:cubicBezTo>
                    <a:pt x="67973" y="120835"/>
                    <a:pt x="65359" y="118325"/>
                    <a:pt x="62587" y="115711"/>
                  </a:cubicBezTo>
                  <a:cubicBezTo>
                    <a:pt x="65777" y="112783"/>
                    <a:pt x="68548" y="110221"/>
                    <a:pt x="71633" y="107397"/>
                  </a:cubicBezTo>
                  <a:cubicBezTo>
                    <a:pt x="78692" y="114508"/>
                    <a:pt x="86012" y="121776"/>
                    <a:pt x="93280" y="129097"/>
                  </a:cubicBezTo>
                  <a:cubicBezTo>
                    <a:pt x="94587" y="130404"/>
                    <a:pt x="95894" y="131763"/>
                    <a:pt x="97254" y="133070"/>
                  </a:cubicBezTo>
                  <a:cubicBezTo>
                    <a:pt x="100757" y="136469"/>
                    <a:pt x="104574" y="136783"/>
                    <a:pt x="107450" y="133907"/>
                  </a:cubicBezTo>
                  <a:cubicBezTo>
                    <a:pt x="110378" y="131031"/>
                    <a:pt x="110169" y="127110"/>
                    <a:pt x="106770" y="123711"/>
                  </a:cubicBezTo>
                  <a:cubicBezTo>
                    <a:pt x="98875" y="115763"/>
                    <a:pt x="90927" y="107816"/>
                    <a:pt x="82979" y="99868"/>
                  </a:cubicBezTo>
                  <a:cubicBezTo>
                    <a:pt x="77542" y="94430"/>
                    <a:pt x="77489" y="92966"/>
                    <a:pt x="82352" y="87058"/>
                  </a:cubicBezTo>
                  <a:cubicBezTo>
                    <a:pt x="91554" y="75868"/>
                    <a:pt x="90822" y="59973"/>
                    <a:pt x="80313" y="49359"/>
                  </a:cubicBezTo>
                  <a:cubicBezTo>
                    <a:pt x="67555" y="36392"/>
                    <a:pt x="54588" y="23581"/>
                    <a:pt x="41673" y="10771"/>
                  </a:cubicBezTo>
                  <a:cubicBezTo>
                    <a:pt x="40732" y="9830"/>
                    <a:pt x="39320" y="9307"/>
                    <a:pt x="37908" y="8523"/>
                  </a:cubicBezTo>
                  <a:cubicBezTo>
                    <a:pt x="41725" y="4967"/>
                    <a:pt x="44392" y="2405"/>
                    <a:pt x="47006" y="0"/>
                  </a:cubicBezTo>
                  <a:cubicBezTo>
                    <a:pt x="55110" y="8104"/>
                    <a:pt x="63320" y="16366"/>
                    <a:pt x="71581" y="24627"/>
                  </a:cubicBezTo>
                  <a:cubicBezTo>
                    <a:pt x="71999" y="24470"/>
                    <a:pt x="72417" y="24261"/>
                    <a:pt x="72836" y="24104"/>
                  </a:cubicBezTo>
                  <a:cubicBezTo>
                    <a:pt x="72836" y="20130"/>
                    <a:pt x="72836" y="16104"/>
                    <a:pt x="72836" y="12131"/>
                  </a:cubicBezTo>
                  <a:cubicBezTo>
                    <a:pt x="72836" y="5229"/>
                    <a:pt x="74561" y="3503"/>
                    <a:pt x="81411" y="3503"/>
                  </a:cubicBezTo>
                  <a:cubicBezTo>
                    <a:pt x="98718" y="3503"/>
                    <a:pt x="116077" y="3503"/>
                    <a:pt x="133384" y="3503"/>
                  </a:cubicBezTo>
                  <a:cubicBezTo>
                    <a:pt x="136469" y="3503"/>
                    <a:pt x="139449" y="3556"/>
                    <a:pt x="141070" y="6797"/>
                  </a:cubicBezTo>
                  <a:cubicBezTo>
                    <a:pt x="142691" y="9987"/>
                    <a:pt x="141070" y="12392"/>
                    <a:pt x="139136" y="14902"/>
                  </a:cubicBezTo>
                  <a:cubicBezTo>
                    <a:pt x="129358" y="27503"/>
                    <a:pt x="130770" y="44810"/>
                    <a:pt x="142377" y="55476"/>
                  </a:cubicBezTo>
                  <a:cubicBezTo>
                    <a:pt x="153776" y="65986"/>
                    <a:pt x="171501" y="65934"/>
                    <a:pt x="182847" y="55372"/>
                  </a:cubicBezTo>
                  <a:cubicBezTo>
                    <a:pt x="194403" y="44653"/>
                    <a:pt x="195762" y="27398"/>
                    <a:pt x="185880" y="14745"/>
                  </a:cubicBezTo>
                  <a:cubicBezTo>
                    <a:pt x="183998" y="12340"/>
                    <a:pt x="182534" y="10039"/>
                    <a:pt x="183945" y="6954"/>
                  </a:cubicBezTo>
                  <a:cubicBezTo>
                    <a:pt x="185462" y="3660"/>
                    <a:pt x="188390" y="3451"/>
                    <a:pt x="191527" y="3451"/>
                  </a:cubicBezTo>
                  <a:cubicBezTo>
                    <a:pt x="209096" y="3503"/>
                    <a:pt x="226664" y="3451"/>
                    <a:pt x="244285" y="3503"/>
                  </a:cubicBezTo>
                  <a:cubicBezTo>
                    <a:pt x="250402" y="3503"/>
                    <a:pt x="252337" y="5438"/>
                    <a:pt x="252337" y="11503"/>
                  </a:cubicBezTo>
                  <a:cubicBezTo>
                    <a:pt x="252337" y="24575"/>
                    <a:pt x="252337" y="37699"/>
                    <a:pt x="252337" y="50771"/>
                  </a:cubicBezTo>
                  <a:cubicBezTo>
                    <a:pt x="252337" y="52130"/>
                    <a:pt x="252337" y="53490"/>
                    <a:pt x="252337" y="55267"/>
                  </a:cubicBezTo>
                  <a:cubicBezTo>
                    <a:pt x="263735" y="50405"/>
                    <a:pt x="274873" y="49934"/>
                    <a:pt x="286062" y="54431"/>
                  </a:cubicBezTo>
                  <a:cubicBezTo>
                    <a:pt x="294166" y="57673"/>
                    <a:pt x="300598" y="63058"/>
                    <a:pt x="305356" y="70378"/>
                  </a:cubicBezTo>
                  <a:cubicBezTo>
                    <a:pt x="314872" y="84914"/>
                    <a:pt x="314401" y="103737"/>
                    <a:pt x="304205" y="117803"/>
                  </a:cubicBezTo>
                  <a:cubicBezTo>
                    <a:pt x="292755" y="133593"/>
                    <a:pt x="276075" y="138090"/>
                    <a:pt x="252546" y="131606"/>
                  </a:cubicBezTo>
                  <a:cubicBezTo>
                    <a:pt x="252546" y="154613"/>
                    <a:pt x="252546" y="177619"/>
                    <a:pt x="252546" y="200991"/>
                  </a:cubicBezTo>
                  <a:cubicBezTo>
                    <a:pt x="257932" y="200991"/>
                    <a:pt x="263265" y="200991"/>
                    <a:pt x="268598" y="200991"/>
                  </a:cubicBezTo>
                  <a:cubicBezTo>
                    <a:pt x="284284" y="201043"/>
                    <a:pt x="294219" y="211030"/>
                    <a:pt x="294219" y="226769"/>
                  </a:cubicBezTo>
                  <a:cubicBezTo>
                    <a:pt x="294219" y="241984"/>
                    <a:pt x="294323" y="257200"/>
                    <a:pt x="294166" y="272415"/>
                  </a:cubicBezTo>
                  <a:cubicBezTo>
                    <a:pt x="294114" y="275291"/>
                    <a:pt x="295055" y="277226"/>
                    <a:pt x="297042" y="279212"/>
                  </a:cubicBezTo>
                  <a:cubicBezTo>
                    <a:pt x="306454" y="288467"/>
                    <a:pt x="315761" y="297827"/>
                    <a:pt x="325277" y="307291"/>
                  </a:cubicBezTo>
                  <a:cubicBezTo>
                    <a:pt x="322244" y="310114"/>
                    <a:pt x="319473" y="312676"/>
                    <a:pt x="316336" y="315552"/>
                  </a:cubicBezTo>
                  <a:cubicBezTo>
                    <a:pt x="312362" y="311526"/>
                    <a:pt x="308075" y="307186"/>
                    <a:pt x="303735" y="302898"/>
                  </a:cubicBezTo>
                  <a:cubicBezTo>
                    <a:pt x="297670" y="296833"/>
                    <a:pt x="291604" y="290663"/>
                    <a:pt x="285434" y="284703"/>
                  </a:cubicBezTo>
                  <a:cubicBezTo>
                    <a:pt x="283134" y="282454"/>
                    <a:pt x="282088" y="280049"/>
                    <a:pt x="282088" y="276755"/>
                  </a:cubicBezTo>
                  <a:cubicBezTo>
                    <a:pt x="282193" y="260023"/>
                    <a:pt x="282140" y="243344"/>
                    <a:pt x="282140" y="226612"/>
                  </a:cubicBezTo>
                  <a:cubicBezTo>
                    <a:pt x="282140" y="217723"/>
                    <a:pt x="277382" y="213017"/>
                    <a:pt x="268546" y="213017"/>
                  </a:cubicBezTo>
                  <a:cubicBezTo>
                    <a:pt x="263422" y="212965"/>
                    <a:pt x="258193" y="212965"/>
                    <a:pt x="252337" y="212965"/>
                  </a:cubicBezTo>
                  <a:close/>
                  <a:moveTo>
                    <a:pt x="240363" y="171083"/>
                  </a:moveTo>
                  <a:cubicBezTo>
                    <a:pt x="240363" y="154194"/>
                    <a:pt x="240363" y="137881"/>
                    <a:pt x="240363" y="121567"/>
                  </a:cubicBezTo>
                  <a:cubicBezTo>
                    <a:pt x="240363" y="118639"/>
                    <a:pt x="240938" y="116077"/>
                    <a:pt x="243814" y="114718"/>
                  </a:cubicBezTo>
                  <a:cubicBezTo>
                    <a:pt x="246690" y="113358"/>
                    <a:pt x="249043" y="114456"/>
                    <a:pt x="251291" y="116391"/>
                  </a:cubicBezTo>
                  <a:cubicBezTo>
                    <a:pt x="256311" y="120574"/>
                    <a:pt x="262219" y="122874"/>
                    <a:pt x="268755" y="123188"/>
                  </a:cubicBezTo>
                  <a:cubicBezTo>
                    <a:pt x="282140" y="123816"/>
                    <a:pt x="294219" y="115659"/>
                    <a:pt x="298559" y="103162"/>
                  </a:cubicBezTo>
                  <a:cubicBezTo>
                    <a:pt x="302846" y="90718"/>
                    <a:pt x="298559" y="76914"/>
                    <a:pt x="287944" y="69176"/>
                  </a:cubicBezTo>
                  <a:cubicBezTo>
                    <a:pt x="277016" y="61176"/>
                    <a:pt x="262637" y="61437"/>
                    <a:pt x="251814" y="69855"/>
                  </a:cubicBezTo>
                  <a:cubicBezTo>
                    <a:pt x="249304" y="71790"/>
                    <a:pt x="246951" y="73411"/>
                    <a:pt x="243709" y="71842"/>
                  </a:cubicBezTo>
                  <a:cubicBezTo>
                    <a:pt x="240468" y="70274"/>
                    <a:pt x="240363" y="67293"/>
                    <a:pt x="240363" y="64156"/>
                  </a:cubicBezTo>
                  <a:cubicBezTo>
                    <a:pt x="240415" y="49307"/>
                    <a:pt x="240363" y="34457"/>
                    <a:pt x="240363" y="19660"/>
                  </a:cubicBezTo>
                  <a:cubicBezTo>
                    <a:pt x="240363" y="18353"/>
                    <a:pt x="240363" y="17046"/>
                    <a:pt x="240363" y="15791"/>
                  </a:cubicBezTo>
                  <a:cubicBezTo>
                    <a:pt x="226873" y="15791"/>
                    <a:pt x="213906" y="15791"/>
                    <a:pt x="200834" y="15791"/>
                  </a:cubicBezTo>
                  <a:cubicBezTo>
                    <a:pt x="207579" y="37281"/>
                    <a:pt x="203501" y="54222"/>
                    <a:pt x="188808" y="66091"/>
                  </a:cubicBezTo>
                  <a:cubicBezTo>
                    <a:pt x="175318" y="76966"/>
                    <a:pt x="156233" y="78849"/>
                    <a:pt x="141593" y="69542"/>
                  </a:cubicBezTo>
                  <a:cubicBezTo>
                    <a:pt x="121201" y="56627"/>
                    <a:pt x="116600" y="37960"/>
                    <a:pt x="124182" y="15791"/>
                  </a:cubicBezTo>
                  <a:cubicBezTo>
                    <a:pt x="111057" y="15791"/>
                    <a:pt x="98038" y="15791"/>
                    <a:pt x="84809" y="15791"/>
                  </a:cubicBezTo>
                  <a:cubicBezTo>
                    <a:pt x="84809" y="21647"/>
                    <a:pt x="84966" y="27242"/>
                    <a:pt x="84757" y="32836"/>
                  </a:cubicBezTo>
                  <a:cubicBezTo>
                    <a:pt x="84600" y="35869"/>
                    <a:pt x="85594" y="37908"/>
                    <a:pt x="87738" y="39947"/>
                  </a:cubicBezTo>
                  <a:cubicBezTo>
                    <a:pt x="97149" y="48888"/>
                    <a:pt x="101489" y="59921"/>
                    <a:pt x="100496" y="72940"/>
                  </a:cubicBezTo>
                  <a:cubicBezTo>
                    <a:pt x="99920" y="80313"/>
                    <a:pt x="97149" y="86901"/>
                    <a:pt x="92966" y="93123"/>
                  </a:cubicBezTo>
                  <a:cubicBezTo>
                    <a:pt x="100705" y="100809"/>
                    <a:pt x="108391" y="108234"/>
                    <a:pt x="115868" y="115920"/>
                  </a:cubicBezTo>
                  <a:cubicBezTo>
                    <a:pt x="123293" y="123554"/>
                    <a:pt x="123240" y="134848"/>
                    <a:pt x="116025" y="142168"/>
                  </a:cubicBezTo>
                  <a:cubicBezTo>
                    <a:pt x="108757" y="149645"/>
                    <a:pt x="97358" y="149698"/>
                    <a:pt x="89515" y="142273"/>
                  </a:cubicBezTo>
                  <a:cubicBezTo>
                    <a:pt x="88156" y="140966"/>
                    <a:pt x="87058" y="139345"/>
                    <a:pt x="85855" y="137881"/>
                  </a:cubicBezTo>
                  <a:cubicBezTo>
                    <a:pt x="85594" y="138142"/>
                    <a:pt x="85385" y="138404"/>
                    <a:pt x="85123" y="138717"/>
                  </a:cubicBezTo>
                  <a:cubicBezTo>
                    <a:pt x="85123" y="149488"/>
                    <a:pt x="85123" y="160207"/>
                    <a:pt x="85123" y="171083"/>
                  </a:cubicBezTo>
                  <a:cubicBezTo>
                    <a:pt x="92130" y="171083"/>
                    <a:pt x="98875" y="171083"/>
                    <a:pt x="105620" y="171083"/>
                  </a:cubicBezTo>
                  <a:cubicBezTo>
                    <a:pt x="115240" y="171083"/>
                    <a:pt x="124809" y="171135"/>
                    <a:pt x="134430" y="171083"/>
                  </a:cubicBezTo>
                  <a:cubicBezTo>
                    <a:pt x="137410" y="171083"/>
                    <a:pt x="139920" y="171710"/>
                    <a:pt x="141279" y="174586"/>
                  </a:cubicBezTo>
                  <a:cubicBezTo>
                    <a:pt x="142534" y="177305"/>
                    <a:pt x="141698" y="179658"/>
                    <a:pt x="139815" y="181802"/>
                  </a:cubicBezTo>
                  <a:cubicBezTo>
                    <a:pt x="139083" y="182638"/>
                    <a:pt x="138404" y="183527"/>
                    <a:pt x="137776" y="184468"/>
                  </a:cubicBezTo>
                  <a:cubicBezTo>
                    <a:pt x="131554" y="194351"/>
                    <a:pt x="130822" y="204651"/>
                    <a:pt x="136312" y="215004"/>
                  </a:cubicBezTo>
                  <a:cubicBezTo>
                    <a:pt x="141698" y="225200"/>
                    <a:pt x="150534" y="230638"/>
                    <a:pt x="162037" y="230847"/>
                  </a:cubicBezTo>
                  <a:cubicBezTo>
                    <a:pt x="174325" y="231056"/>
                    <a:pt x="183789" y="225409"/>
                    <a:pt x="189279" y="214481"/>
                  </a:cubicBezTo>
                  <a:cubicBezTo>
                    <a:pt x="195030" y="203083"/>
                    <a:pt x="193462" y="191998"/>
                    <a:pt x="185619" y="181906"/>
                  </a:cubicBezTo>
                  <a:cubicBezTo>
                    <a:pt x="183789" y="179553"/>
                    <a:pt x="182743" y="177201"/>
                    <a:pt x="184155" y="174377"/>
                  </a:cubicBezTo>
                  <a:cubicBezTo>
                    <a:pt x="185514" y="171658"/>
                    <a:pt x="187919" y="171031"/>
                    <a:pt x="190743" y="171083"/>
                  </a:cubicBezTo>
                  <a:cubicBezTo>
                    <a:pt x="198220" y="171135"/>
                    <a:pt x="205697" y="171083"/>
                    <a:pt x="213174" y="171083"/>
                  </a:cubicBezTo>
                  <a:cubicBezTo>
                    <a:pt x="222063" y="171083"/>
                    <a:pt x="231004" y="171083"/>
                    <a:pt x="240363" y="171083"/>
                  </a:cubicBezTo>
                  <a:close/>
                  <a:moveTo>
                    <a:pt x="240363" y="338506"/>
                  </a:moveTo>
                  <a:cubicBezTo>
                    <a:pt x="240363" y="332702"/>
                    <a:pt x="240154" y="327369"/>
                    <a:pt x="240415" y="322035"/>
                  </a:cubicBezTo>
                  <a:cubicBezTo>
                    <a:pt x="240572" y="318637"/>
                    <a:pt x="239579" y="316284"/>
                    <a:pt x="237121" y="313879"/>
                  </a:cubicBezTo>
                  <a:cubicBezTo>
                    <a:pt x="227814" y="304990"/>
                    <a:pt x="223684" y="294010"/>
                    <a:pt x="224677" y="281199"/>
                  </a:cubicBezTo>
                  <a:cubicBezTo>
                    <a:pt x="225252" y="273827"/>
                    <a:pt x="228023" y="267291"/>
                    <a:pt x="232102" y="261226"/>
                  </a:cubicBezTo>
                  <a:cubicBezTo>
                    <a:pt x="231317" y="260389"/>
                    <a:pt x="230742" y="259762"/>
                    <a:pt x="230115" y="259187"/>
                  </a:cubicBezTo>
                  <a:cubicBezTo>
                    <a:pt x="224991" y="254062"/>
                    <a:pt x="219762" y="249095"/>
                    <a:pt x="214847" y="243814"/>
                  </a:cubicBezTo>
                  <a:cubicBezTo>
                    <a:pt x="208311" y="236860"/>
                    <a:pt x="207997" y="226873"/>
                    <a:pt x="213697" y="219501"/>
                  </a:cubicBezTo>
                  <a:cubicBezTo>
                    <a:pt x="219344" y="212233"/>
                    <a:pt x="229278" y="210246"/>
                    <a:pt x="237592" y="214743"/>
                  </a:cubicBezTo>
                  <a:cubicBezTo>
                    <a:pt x="238429" y="215161"/>
                    <a:pt x="239265" y="215579"/>
                    <a:pt x="240154" y="216050"/>
                  </a:cubicBezTo>
                  <a:cubicBezTo>
                    <a:pt x="240154" y="204965"/>
                    <a:pt x="240154" y="194142"/>
                    <a:pt x="240154" y="183423"/>
                  </a:cubicBezTo>
                  <a:cubicBezTo>
                    <a:pt x="226925" y="183423"/>
                    <a:pt x="213958" y="183423"/>
                    <a:pt x="200886" y="183423"/>
                  </a:cubicBezTo>
                  <a:cubicBezTo>
                    <a:pt x="207631" y="205645"/>
                    <a:pt x="203292" y="222638"/>
                    <a:pt x="187972" y="234402"/>
                  </a:cubicBezTo>
                  <a:cubicBezTo>
                    <a:pt x="174168" y="245017"/>
                    <a:pt x="155083" y="245906"/>
                    <a:pt x="140286" y="236546"/>
                  </a:cubicBezTo>
                  <a:cubicBezTo>
                    <a:pt x="132913" y="231893"/>
                    <a:pt x="127476" y="225514"/>
                    <a:pt x="124077" y="217514"/>
                  </a:cubicBezTo>
                  <a:cubicBezTo>
                    <a:pt x="119267" y="206168"/>
                    <a:pt x="119685" y="194769"/>
                    <a:pt x="124495" y="183370"/>
                  </a:cubicBezTo>
                  <a:cubicBezTo>
                    <a:pt x="111110" y="183370"/>
                    <a:pt x="98090" y="183370"/>
                    <a:pt x="84757" y="183370"/>
                  </a:cubicBezTo>
                  <a:cubicBezTo>
                    <a:pt x="84757" y="185096"/>
                    <a:pt x="84757" y="186560"/>
                    <a:pt x="84757" y="188024"/>
                  </a:cubicBezTo>
                  <a:cubicBezTo>
                    <a:pt x="84757" y="202873"/>
                    <a:pt x="84705" y="217671"/>
                    <a:pt x="84757" y="232520"/>
                  </a:cubicBezTo>
                  <a:cubicBezTo>
                    <a:pt x="84757" y="235448"/>
                    <a:pt x="84287" y="238063"/>
                    <a:pt x="81411" y="239474"/>
                  </a:cubicBezTo>
                  <a:cubicBezTo>
                    <a:pt x="78587" y="240886"/>
                    <a:pt x="76130" y="239997"/>
                    <a:pt x="73881" y="237958"/>
                  </a:cubicBezTo>
                  <a:cubicBezTo>
                    <a:pt x="73149" y="237278"/>
                    <a:pt x="72313" y="236703"/>
                    <a:pt x="71476" y="236180"/>
                  </a:cubicBezTo>
                  <a:cubicBezTo>
                    <a:pt x="61646" y="229906"/>
                    <a:pt x="51346" y="229122"/>
                    <a:pt x="40993" y="234507"/>
                  </a:cubicBezTo>
                  <a:cubicBezTo>
                    <a:pt x="30640" y="239893"/>
                    <a:pt x="25098" y="248834"/>
                    <a:pt x="24941" y="260494"/>
                  </a:cubicBezTo>
                  <a:cubicBezTo>
                    <a:pt x="24784" y="272781"/>
                    <a:pt x="30483" y="282193"/>
                    <a:pt x="41464" y="287683"/>
                  </a:cubicBezTo>
                  <a:cubicBezTo>
                    <a:pt x="52601" y="293225"/>
                    <a:pt x="63476" y="291866"/>
                    <a:pt x="73411" y="284337"/>
                  </a:cubicBezTo>
                  <a:cubicBezTo>
                    <a:pt x="75816" y="282507"/>
                    <a:pt x="78169" y="280990"/>
                    <a:pt x="81202" y="282402"/>
                  </a:cubicBezTo>
                  <a:cubicBezTo>
                    <a:pt x="84496" y="283918"/>
                    <a:pt x="84757" y="286846"/>
                    <a:pt x="84705" y="289984"/>
                  </a:cubicBezTo>
                  <a:cubicBezTo>
                    <a:pt x="84653" y="302689"/>
                    <a:pt x="84705" y="315395"/>
                    <a:pt x="84705" y="328153"/>
                  </a:cubicBezTo>
                  <a:cubicBezTo>
                    <a:pt x="84705" y="331604"/>
                    <a:pt x="84705" y="335055"/>
                    <a:pt x="84705" y="338663"/>
                  </a:cubicBezTo>
                  <a:cubicBezTo>
                    <a:pt x="98090" y="338663"/>
                    <a:pt x="111110" y="338663"/>
                    <a:pt x="124234" y="338663"/>
                  </a:cubicBezTo>
                  <a:cubicBezTo>
                    <a:pt x="116914" y="318637"/>
                    <a:pt x="120208" y="301121"/>
                    <a:pt x="137044" y="287840"/>
                  </a:cubicBezTo>
                  <a:cubicBezTo>
                    <a:pt x="151057" y="276807"/>
                    <a:pt x="167161" y="275395"/>
                    <a:pt x="182586" y="284389"/>
                  </a:cubicBezTo>
                  <a:cubicBezTo>
                    <a:pt x="203867" y="296833"/>
                    <a:pt x="208520" y="315918"/>
                    <a:pt x="200886" y="338663"/>
                  </a:cubicBezTo>
                  <a:cubicBezTo>
                    <a:pt x="214115" y="338506"/>
                    <a:pt x="227082" y="338506"/>
                    <a:pt x="240363" y="3385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5" name="Google Shape;1065;p9"/>
            <p:cNvSpPr/>
            <p:nvPr/>
          </p:nvSpPr>
          <p:spPr>
            <a:xfrm>
              <a:off x="2499198" y="6500819"/>
              <a:ext cx="71777" cy="125750"/>
            </a:xfrm>
            <a:custGeom>
              <a:avLst/>
              <a:gdLst/>
              <a:ahLst/>
              <a:cxnLst/>
              <a:rect l="l" t="t" r="r" b="b"/>
              <a:pathLst>
                <a:path w="71777" h="125750" extrusionOk="0">
                  <a:moveTo>
                    <a:pt x="59779" y="0"/>
                  </a:moveTo>
                  <a:cubicBezTo>
                    <a:pt x="64015" y="0"/>
                    <a:pt x="67675" y="0"/>
                    <a:pt x="71596" y="0"/>
                  </a:cubicBezTo>
                  <a:cubicBezTo>
                    <a:pt x="71596" y="7216"/>
                    <a:pt x="72067" y="14327"/>
                    <a:pt x="71492" y="21333"/>
                  </a:cubicBezTo>
                  <a:cubicBezTo>
                    <a:pt x="70812" y="29176"/>
                    <a:pt x="65008" y="34771"/>
                    <a:pt x="56590" y="36444"/>
                  </a:cubicBezTo>
                  <a:cubicBezTo>
                    <a:pt x="39858" y="39790"/>
                    <a:pt x="26839" y="48470"/>
                    <a:pt x="18734" y="63476"/>
                  </a:cubicBezTo>
                  <a:cubicBezTo>
                    <a:pt x="9166" y="81149"/>
                    <a:pt x="9584" y="98979"/>
                    <a:pt x="19257" y="116600"/>
                  </a:cubicBezTo>
                  <a:cubicBezTo>
                    <a:pt x="19675" y="117384"/>
                    <a:pt x="20094" y="118116"/>
                    <a:pt x="20721" y="119267"/>
                  </a:cubicBezTo>
                  <a:cubicBezTo>
                    <a:pt x="17532" y="121358"/>
                    <a:pt x="14342" y="123450"/>
                    <a:pt x="10943" y="125750"/>
                  </a:cubicBezTo>
                  <a:cubicBezTo>
                    <a:pt x="5453" y="117750"/>
                    <a:pt x="2107" y="109123"/>
                    <a:pt x="748" y="99816"/>
                  </a:cubicBezTo>
                  <a:cubicBezTo>
                    <a:pt x="-4429" y="64208"/>
                    <a:pt x="17741" y="32575"/>
                    <a:pt x="52930" y="25045"/>
                  </a:cubicBezTo>
                  <a:cubicBezTo>
                    <a:pt x="58420" y="23895"/>
                    <a:pt x="59727" y="22222"/>
                    <a:pt x="59727" y="16627"/>
                  </a:cubicBezTo>
                  <a:cubicBezTo>
                    <a:pt x="59779" y="11189"/>
                    <a:pt x="59779" y="5699"/>
                    <a:pt x="597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6" name="Google Shape;1066;p9"/>
            <p:cNvSpPr/>
            <p:nvPr/>
          </p:nvSpPr>
          <p:spPr>
            <a:xfrm>
              <a:off x="2791340" y="6358756"/>
              <a:ext cx="54842" cy="116547"/>
            </a:xfrm>
            <a:custGeom>
              <a:avLst/>
              <a:gdLst/>
              <a:ahLst/>
              <a:cxnLst/>
              <a:rect l="l" t="t" r="r" b="b"/>
              <a:pathLst>
                <a:path w="54842" h="116547" extrusionOk="0">
                  <a:moveTo>
                    <a:pt x="0" y="11033"/>
                  </a:moveTo>
                  <a:cubicBezTo>
                    <a:pt x="732" y="7216"/>
                    <a:pt x="1464" y="3608"/>
                    <a:pt x="2144" y="0"/>
                  </a:cubicBezTo>
                  <a:cubicBezTo>
                    <a:pt x="21385" y="366"/>
                    <a:pt x="45124" y="21961"/>
                    <a:pt x="52130" y="45281"/>
                  </a:cubicBezTo>
                  <a:cubicBezTo>
                    <a:pt x="60025" y="71581"/>
                    <a:pt x="50248" y="101489"/>
                    <a:pt x="28496" y="116548"/>
                  </a:cubicBezTo>
                  <a:cubicBezTo>
                    <a:pt x="26248" y="113567"/>
                    <a:pt x="23947" y="110535"/>
                    <a:pt x="21595" y="107345"/>
                  </a:cubicBezTo>
                  <a:cubicBezTo>
                    <a:pt x="38797" y="92705"/>
                    <a:pt x="46483" y="74561"/>
                    <a:pt x="41464" y="52392"/>
                  </a:cubicBezTo>
                  <a:cubicBezTo>
                    <a:pt x="36496" y="30379"/>
                    <a:pt x="22013" y="17150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7" name="Google Shape;1067;p9"/>
            <p:cNvSpPr/>
            <p:nvPr/>
          </p:nvSpPr>
          <p:spPr>
            <a:xfrm>
              <a:off x="2516572" y="6627092"/>
              <a:ext cx="15999" cy="15999"/>
            </a:xfrm>
            <a:custGeom>
              <a:avLst/>
              <a:gdLst/>
              <a:ahLst/>
              <a:cxnLst/>
              <a:rect l="l" t="t" r="r" b="b"/>
              <a:pathLst>
                <a:path w="15999" h="15999" extrusionOk="0">
                  <a:moveTo>
                    <a:pt x="0" y="8209"/>
                  </a:moveTo>
                  <a:cubicBezTo>
                    <a:pt x="3242" y="5229"/>
                    <a:pt x="6065" y="2614"/>
                    <a:pt x="8889" y="0"/>
                  </a:cubicBezTo>
                  <a:cubicBezTo>
                    <a:pt x="11346" y="2196"/>
                    <a:pt x="13490" y="4183"/>
                    <a:pt x="16000" y="6484"/>
                  </a:cubicBezTo>
                  <a:cubicBezTo>
                    <a:pt x="13699" y="9516"/>
                    <a:pt x="11451" y="12549"/>
                    <a:pt x="8836" y="16000"/>
                  </a:cubicBezTo>
                  <a:cubicBezTo>
                    <a:pt x="5908" y="13438"/>
                    <a:pt x="3190" y="11033"/>
                    <a:pt x="0" y="820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8" name="Google Shape;1068;p9"/>
          <p:cNvGrpSpPr/>
          <p:nvPr/>
        </p:nvGrpSpPr>
        <p:grpSpPr>
          <a:xfrm>
            <a:off x="8360775" y="6348026"/>
            <a:ext cx="346443" cy="346144"/>
            <a:chOff x="6401236" y="6334616"/>
            <a:chExt cx="346443" cy="346144"/>
          </a:xfrm>
        </p:grpSpPr>
        <p:sp>
          <p:nvSpPr>
            <p:cNvPr id="1069" name="Google Shape;1069;p9"/>
            <p:cNvSpPr/>
            <p:nvPr/>
          </p:nvSpPr>
          <p:spPr>
            <a:xfrm>
              <a:off x="6401236" y="6334616"/>
              <a:ext cx="346443" cy="346144"/>
            </a:xfrm>
            <a:custGeom>
              <a:avLst/>
              <a:gdLst/>
              <a:ahLst/>
              <a:cxnLst/>
              <a:rect l="l" t="t" r="r" b="b"/>
              <a:pathLst>
                <a:path w="346443" h="346144" extrusionOk="0">
                  <a:moveTo>
                    <a:pt x="0" y="155947"/>
                  </a:moveTo>
                  <a:cubicBezTo>
                    <a:pt x="3696" y="155999"/>
                    <a:pt x="7443" y="155999"/>
                    <a:pt x="11139" y="156051"/>
                  </a:cubicBezTo>
                  <a:cubicBezTo>
                    <a:pt x="14210" y="156103"/>
                    <a:pt x="16344" y="154698"/>
                    <a:pt x="17489" y="151939"/>
                  </a:cubicBezTo>
                  <a:cubicBezTo>
                    <a:pt x="18635" y="149129"/>
                    <a:pt x="17958" y="146630"/>
                    <a:pt x="15876" y="144496"/>
                  </a:cubicBezTo>
                  <a:cubicBezTo>
                    <a:pt x="13325" y="141945"/>
                    <a:pt x="10671" y="139499"/>
                    <a:pt x="8224" y="137209"/>
                  </a:cubicBezTo>
                  <a:cubicBezTo>
                    <a:pt x="21549" y="123883"/>
                    <a:pt x="34614" y="110870"/>
                    <a:pt x="48044" y="97389"/>
                  </a:cubicBezTo>
                  <a:cubicBezTo>
                    <a:pt x="50178" y="99627"/>
                    <a:pt x="52572" y="102126"/>
                    <a:pt x="54967" y="104624"/>
                  </a:cubicBezTo>
                  <a:cubicBezTo>
                    <a:pt x="57205" y="106967"/>
                    <a:pt x="59755" y="108008"/>
                    <a:pt x="62879" y="106602"/>
                  </a:cubicBezTo>
                  <a:cubicBezTo>
                    <a:pt x="65950" y="105249"/>
                    <a:pt x="67095" y="102802"/>
                    <a:pt x="66991" y="99523"/>
                  </a:cubicBezTo>
                  <a:cubicBezTo>
                    <a:pt x="66887" y="96192"/>
                    <a:pt x="66991" y="92808"/>
                    <a:pt x="66991" y="89269"/>
                  </a:cubicBezTo>
                  <a:cubicBezTo>
                    <a:pt x="85729" y="89269"/>
                    <a:pt x="104156" y="89269"/>
                    <a:pt x="122946" y="89269"/>
                  </a:cubicBezTo>
                  <a:cubicBezTo>
                    <a:pt x="122946" y="92913"/>
                    <a:pt x="122998" y="96400"/>
                    <a:pt x="122946" y="99835"/>
                  </a:cubicBezTo>
                  <a:cubicBezTo>
                    <a:pt x="122894" y="102959"/>
                    <a:pt x="124039" y="105353"/>
                    <a:pt x="127006" y="106602"/>
                  </a:cubicBezTo>
                  <a:cubicBezTo>
                    <a:pt x="129973" y="107851"/>
                    <a:pt x="132524" y="107071"/>
                    <a:pt x="134710" y="104832"/>
                  </a:cubicBezTo>
                  <a:cubicBezTo>
                    <a:pt x="137156" y="102334"/>
                    <a:pt x="139551" y="99783"/>
                    <a:pt x="142049" y="97181"/>
                  </a:cubicBezTo>
                  <a:cubicBezTo>
                    <a:pt x="143194" y="98014"/>
                    <a:pt x="144027" y="98690"/>
                    <a:pt x="145329" y="99679"/>
                  </a:cubicBezTo>
                  <a:cubicBezTo>
                    <a:pt x="145329" y="92184"/>
                    <a:pt x="145329" y="85261"/>
                    <a:pt x="145329" y="77974"/>
                  </a:cubicBezTo>
                  <a:cubicBezTo>
                    <a:pt x="148139" y="77974"/>
                    <a:pt x="150586" y="77974"/>
                    <a:pt x="153032" y="77974"/>
                  </a:cubicBezTo>
                  <a:cubicBezTo>
                    <a:pt x="160111" y="77922"/>
                    <a:pt x="165525" y="75007"/>
                    <a:pt x="168335" y="68344"/>
                  </a:cubicBezTo>
                  <a:cubicBezTo>
                    <a:pt x="171146" y="61577"/>
                    <a:pt x="169585" y="55539"/>
                    <a:pt x="164379" y="50438"/>
                  </a:cubicBezTo>
                  <a:cubicBezTo>
                    <a:pt x="162610" y="48721"/>
                    <a:pt x="160684" y="47159"/>
                    <a:pt x="159018" y="45649"/>
                  </a:cubicBezTo>
                  <a:cubicBezTo>
                    <a:pt x="169897" y="34823"/>
                    <a:pt x="180359" y="24464"/>
                    <a:pt x="191446" y="13429"/>
                  </a:cubicBezTo>
                  <a:cubicBezTo>
                    <a:pt x="192748" y="14939"/>
                    <a:pt x="194205" y="16969"/>
                    <a:pt x="195923" y="18739"/>
                  </a:cubicBezTo>
                  <a:cubicBezTo>
                    <a:pt x="201284" y="24152"/>
                    <a:pt x="207478" y="25610"/>
                    <a:pt x="213777" y="22851"/>
                  </a:cubicBezTo>
                  <a:cubicBezTo>
                    <a:pt x="220491" y="19884"/>
                    <a:pt x="223666" y="14627"/>
                    <a:pt x="223458" y="7287"/>
                  </a:cubicBezTo>
                  <a:cubicBezTo>
                    <a:pt x="223406" y="4945"/>
                    <a:pt x="223458" y="2603"/>
                    <a:pt x="223458" y="0"/>
                  </a:cubicBezTo>
                  <a:cubicBezTo>
                    <a:pt x="238397" y="0"/>
                    <a:pt x="253076" y="0"/>
                    <a:pt x="268171" y="0"/>
                  </a:cubicBezTo>
                  <a:cubicBezTo>
                    <a:pt x="268171" y="2498"/>
                    <a:pt x="268171" y="4945"/>
                    <a:pt x="268171" y="7391"/>
                  </a:cubicBezTo>
                  <a:cubicBezTo>
                    <a:pt x="268223" y="14575"/>
                    <a:pt x="271138" y="20092"/>
                    <a:pt x="278008" y="22851"/>
                  </a:cubicBezTo>
                  <a:cubicBezTo>
                    <a:pt x="284827" y="25610"/>
                    <a:pt x="290813" y="23892"/>
                    <a:pt x="295862" y="18739"/>
                  </a:cubicBezTo>
                  <a:cubicBezTo>
                    <a:pt x="297528" y="17073"/>
                    <a:pt x="299089" y="15303"/>
                    <a:pt x="300391" y="13950"/>
                  </a:cubicBezTo>
                  <a:cubicBezTo>
                    <a:pt x="311061" y="24621"/>
                    <a:pt x="321472" y="35031"/>
                    <a:pt x="332351" y="45858"/>
                  </a:cubicBezTo>
                  <a:cubicBezTo>
                    <a:pt x="330841" y="47263"/>
                    <a:pt x="328811" y="48981"/>
                    <a:pt x="326937" y="50907"/>
                  </a:cubicBezTo>
                  <a:cubicBezTo>
                    <a:pt x="322148" y="55800"/>
                    <a:pt x="320691" y="61525"/>
                    <a:pt x="323241" y="67980"/>
                  </a:cubicBezTo>
                  <a:cubicBezTo>
                    <a:pt x="325792" y="74382"/>
                    <a:pt x="330737" y="77661"/>
                    <a:pt x="337556" y="78026"/>
                  </a:cubicBezTo>
                  <a:cubicBezTo>
                    <a:pt x="340366" y="78182"/>
                    <a:pt x="343177" y="78026"/>
                    <a:pt x="346196" y="78026"/>
                  </a:cubicBezTo>
                  <a:cubicBezTo>
                    <a:pt x="346196" y="92965"/>
                    <a:pt x="346196" y="107643"/>
                    <a:pt x="346196" y="122790"/>
                  </a:cubicBezTo>
                  <a:cubicBezTo>
                    <a:pt x="343438" y="122790"/>
                    <a:pt x="340783" y="122790"/>
                    <a:pt x="338076" y="122790"/>
                  </a:cubicBezTo>
                  <a:cubicBezTo>
                    <a:pt x="331049" y="122842"/>
                    <a:pt x="325948" y="126017"/>
                    <a:pt x="323293" y="132524"/>
                  </a:cubicBezTo>
                  <a:cubicBezTo>
                    <a:pt x="320639" y="139030"/>
                    <a:pt x="322044" y="144912"/>
                    <a:pt x="326989" y="149857"/>
                  </a:cubicBezTo>
                  <a:cubicBezTo>
                    <a:pt x="328811" y="151679"/>
                    <a:pt x="330789" y="153345"/>
                    <a:pt x="333392" y="155739"/>
                  </a:cubicBezTo>
                  <a:cubicBezTo>
                    <a:pt x="329175" y="159643"/>
                    <a:pt x="325376" y="163183"/>
                    <a:pt x="321576" y="166670"/>
                  </a:cubicBezTo>
                  <a:cubicBezTo>
                    <a:pt x="321732" y="166930"/>
                    <a:pt x="321888" y="167190"/>
                    <a:pt x="321992" y="167451"/>
                  </a:cubicBezTo>
                  <a:cubicBezTo>
                    <a:pt x="326104" y="167451"/>
                    <a:pt x="330216" y="167399"/>
                    <a:pt x="334381" y="167451"/>
                  </a:cubicBezTo>
                  <a:cubicBezTo>
                    <a:pt x="341876" y="167555"/>
                    <a:pt x="346404" y="171979"/>
                    <a:pt x="346404" y="179475"/>
                  </a:cubicBezTo>
                  <a:cubicBezTo>
                    <a:pt x="346457" y="204928"/>
                    <a:pt x="346457" y="230433"/>
                    <a:pt x="346404" y="255887"/>
                  </a:cubicBezTo>
                  <a:cubicBezTo>
                    <a:pt x="346404" y="263382"/>
                    <a:pt x="341928" y="267859"/>
                    <a:pt x="334381" y="267911"/>
                  </a:cubicBezTo>
                  <a:cubicBezTo>
                    <a:pt x="320170" y="267963"/>
                    <a:pt x="305960" y="267859"/>
                    <a:pt x="291750" y="267963"/>
                  </a:cubicBezTo>
                  <a:cubicBezTo>
                    <a:pt x="286649" y="268015"/>
                    <a:pt x="282901" y="265881"/>
                    <a:pt x="280195" y="261456"/>
                  </a:cubicBezTo>
                  <a:cubicBezTo>
                    <a:pt x="265932" y="270670"/>
                    <a:pt x="250473" y="276239"/>
                    <a:pt x="233504" y="278321"/>
                  </a:cubicBezTo>
                  <a:cubicBezTo>
                    <a:pt x="235014" y="283110"/>
                    <a:pt x="235066" y="287638"/>
                    <a:pt x="232932" y="291959"/>
                  </a:cubicBezTo>
                  <a:cubicBezTo>
                    <a:pt x="230745" y="296331"/>
                    <a:pt x="227206" y="299142"/>
                    <a:pt x="222521" y="300808"/>
                  </a:cubicBezTo>
                  <a:cubicBezTo>
                    <a:pt x="224291" y="307626"/>
                    <a:pt x="223562" y="313820"/>
                    <a:pt x="218409" y="319026"/>
                  </a:cubicBezTo>
                  <a:cubicBezTo>
                    <a:pt x="213360" y="324127"/>
                    <a:pt x="206906" y="324023"/>
                    <a:pt x="200399" y="323867"/>
                  </a:cubicBezTo>
                  <a:cubicBezTo>
                    <a:pt x="202585" y="333965"/>
                    <a:pt x="198994" y="342449"/>
                    <a:pt x="187386" y="346145"/>
                  </a:cubicBezTo>
                  <a:cubicBezTo>
                    <a:pt x="163911" y="346145"/>
                    <a:pt x="140488" y="346145"/>
                    <a:pt x="117012" y="346145"/>
                  </a:cubicBezTo>
                  <a:cubicBezTo>
                    <a:pt x="110506" y="344948"/>
                    <a:pt x="103947" y="344011"/>
                    <a:pt x="97545" y="342449"/>
                  </a:cubicBezTo>
                  <a:cubicBezTo>
                    <a:pt x="86354" y="339690"/>
                    <a:pt x="75996" y="334797"/>
                    <a:pt x="66314" y="328603"/>
                  </a:cubicBezTo>
                  <a:cubicBezTo>
                    <a:pt x="61577" y="334329"/>
                    <a:pt x="60328" y="334954"/>
                    <a:pt x="52937" y="334954"/>
                  </a:cubicBezTo>
                  <a:cubicBezTo>
                    <a:pt x="40080" y="334954"/>
                    <a:pt x="27275" y="334745"/>
                    <a:pt x="14470" y="335058"/>
                  </a:cubicBezTo>
                  <a:cubicBezTo>
                    <a:pt x="7600" y="335214"/>
                    <a:pt x="2655" y="333080"/>
                    <a:pt x="0" y="326573"/>
                  </a:cubicBezTo>
                  <a:cubicBezTo>
                    <a:pt x="0" y="298621"/>
                    <a:pt x="0" y="270670"/>
                    <a:pt x="0" y="242666"/>
                  </a:cubicBezTo>
                  <a:cubicBezTo>
                    <a:pt x="2134" y="238241"/>
                    <a:pt x="5205" y="235014"/>
                    <a:pt x="10567" y="234337"/>
                  </a:cubicBezTo>
                  <a:cubicBezTo>
                    <a:pt x="9630" y="233192"/>
                    <a:pt x="8953" y="232359"/>
                    <a:pt x="8068" y="231266"/>
                  </a:cubicBezTo>
                  <a:cubicBezTo>
                    <a:pt x="10775" y="228664"/>
                    <a:pt x="13377" y="226217"/>
                    <a:pt x="15928" y="223667"/>
                  </a:cubicBezTo>
                  <a:cubicBezTo>
                    <a:pt x="18010" y="221585"/>
                    <a:pt x="18739" y="219034"/>
                    <a:pt x="17489" y="216223"/>
                  </a:cubicBezTo>
                  <a:cubicBezTo>
                    <a:pt x="16292" y="213465"/>
                    <a:pt x="14158" y="212059"/>
                    <a:pt x="11139" y="212111"/>
                  </a:cubicBezTo>
                  <a:cubicBezTo>
                    <a:pt x="7443" y="212163"/>
                    <a:pt x="3696" y="212163"/>
                    <a:pt x="0" y="212215"/>
                  </a:cubicBezTo>
                  <a:cubicBezTo>
                    <a:pt x="0" y="193373"/>
                    <a:pt x="0" y="174634"/>
                    <a:pt x="0" y="155947"/>
                  </a:cubicBezTo>
                  <a:close/>
                  <a:moveTo>
                    <a:pt x="134137" y="290137"/>
                  </a:moveTo>
                  <a:cubicBezTo>
                    <a:pt x="135751" y="290137"/>
                    <a:pt x="137052" y="290137"/>
                    <a:pt x="138406" y="290137"/>
                  </a:cubicBezTo>
                  <a:cubicBezTo>
                    <a:pt x="164015" y="290137"/>
                    <a:pt x="189573" y="290137"/>
                    <a:pt x="215182" y="290137"/>
                  </a:cubicBezTo>
                  <a:cubicBezTo>
                    <a:pt x="216431" y="290137"/>
                    <a:pt x="217680" y="290189"/>
                    <a:pt x="218878" y="289981"/>
                  </a:cubicBezTo>
                  <a:cubicBezTo>
                    <a:pt x="221688" y="289460"/>
                    <a:pt x="223198" y="287638"/>
                    <a:pt x="223354" y="284828"/>
                  </a:cubicBezTo>
                  <a:cubicBezTo>
                    <a:pt x="223458" y="281809"/>
                    <a:pt x="221845" y="279935"/>
                    <a:pt x="219034" y="279206"/>
                  </a:cubicBezTo>
                  <a:cubicBezTo>
                    <a:pt x="217993" y="278946"/>
                    <a:pt x="216796" y="279102"/>
                    <a:pt x="215650" y="279102"/>
                  </a:cubicBezTo>
                  <a:cubicBezTo>
                    <a:pt x="189833" y="279102"/>
                    <a:pt x="164015" y="279102"/>
                    <a:pt x="138197" y="279102"/>
                  </a:cubicBezTo>
                  <a:cubicBezTo>
                    <a:pt x="136896" y="279102"/>
                    <a:pt x="135595" y="279102"/>
                    <a:pt x="134241" y="279102"/>
                  </a:cubicBezTo>
                  <a:cubicBezTo>
                    <a:pt x="134241" y="275146"/>
                    <a:pt x="134241" y="271711"/>
                    <a:pt x="134241" y="267859"/>
                  </a:cubicBezTo>
                  <a:cubicBezTo>
                    <a:pt x="135751" y="267859"/>
                    <a:pt x="137052" y="267859"/>
                    <a:pt x="138354" y="267859"/>
                  </a:cubicBezTo>
                  <a:cubicBezTo>
                    <a:pt x="160111" y="267859"/>
                    <a:pt x="181869" y="267859"/>
                    <a:pt x="203626" y="267859"/>
                  </a:cubicBezTo>
                  <a:cubicBezTo>
                    <a:pt x="204980" y="267859"/>
                    <a:pt x="206333" y="267911"/>
                    <a:pt x="207687" y="267703"/>
                  </a:cubicBezTo>
                  <a:cubicBezTo>
                    <a:pt x="210653" y="267182"/>
                    <a:pt x="212267" y="265152"/>
                    <a:pt x="212267" y="262289"/>
                  </a:cubicBezTo>
                  <a:cubicBezTo>
                    <a:pt x="212267" y="259374"/>
                    <a:pt x="210549" y="257448"/>
                    <a:pt x="207634" y="256876"/>
                  </a:cubicBezTo>
                  <a:cubicBezTo>
                    <a:pt x="206541" y="256668"/>
                    <a:pt x="205396" y="256772"/>
                    <a:pt x="204251" y="256772"/>
                  </a:cubicBezTo>
                  <a:cubicBezTo>
                    <a:pt x="182285" y="256772"/>
                    <a:pt x="160267" y="256772"/>
                    <a:pt x="138302" y="256772"/>
                  </a:cubicBezTo>
                  <a:cubicBezTo>
                    <a:pt x="137000" y="256772"/>
                    <a:pt x="135699" y="256772"/>
                    <a:pt x="134346" y="256772"/>
                  </a:cubicBezTo>
                  <a:cubicBezTo>
                    <a:pt x="134346" y="252816"/>
                    <a:pt x="134346" y="249276"/>
                    <a:pt x="134346" y="245476"/>
                  </a:cubicBezTo>
                  <a:cubicBezTo>
                    <a:pt x="135855" y="245476"/>
                    <a:pt x="137052" y="245476"/>
                    <a:pt x="138302" y="245476"/>
                  </a:cubicBezTo>
                  <a:cubicBezTo>
                    <a:pt x="144496" y="245476"/>
                    <a:pt x="150690" y="245581"/>
                    <a:pt x="156884" y="245424"/>
                  </a:cubicBezTo>
                  <a:cubicBezTo>
                    <a:pt x="163078" y="245268"/>
                    <a:pt x="167451" y="240584"/>
                    <a:pt x="167242" y="234702"/>
                  </a:cubicBezTo>
                  <a:cubicBezTo>
                    <a:pt x="150482" y="234702"/>
                    <a:pt x="133617" y="234025"/>
                    <a:pt x="116908" y="234858"/>
                  </a:cubicBezTo>
                  <a:cubicBezTo>
                    <a:pt x="99575" y="235743"/>
                    <a:pt x="83803" y="242145"/>
                    <a:pt x="69541" y="252087"/>
                  </a:cubicBezTo>
                  <a:cubicBezTo>
                    <a:pt x="67719" y="253388"/>
                    <a:pt x="66939" y="254742"/>
                    <a:pt x="66939" y="257084"/>
                  </a:cubicBezTo>
                  <a:cubicBezTo>
                    <a:pt x="67043" y="275562"/>
                    <a:pt x="66939" y="294041"/>
                    <a:pt x="67095" y="312571"/>
                  </a:cubicBezTo>
                  <a:cubicBezTo>
                    <a:pt x="67095" y="313977"/>
                    <a:pt x="67928" y="315903"/>
                    <a:pt x="69021" y="316683"/>
                  </a:cubicBezTo>
                  <a:cubicBezTo>
                    <a:pt x="83907" y="327458"/>
                    <a:pt x="100512" y="333913"/>
                    <a:pt x="118834" y="334589"/>
                  </a:cubicBezTo>
                  <a:cubicBezTo>
                    <a:pt x="136844" y="335266"/>
                    <a:pt x="154906" y="334901"/>
                    <a:pt x="172968" y="334954"/>
                  </a:cubicBezTo>
                  <a:cubicBezTo>
                    <a:pt x="176560" y="334954"/>
                    <a:pt x="180203" y="335266"/>
                    <a:pt x="183795" y="334797"/>
                  </a:cubicBezTo>
                  <a:cubicBezTo>
                    <a:pt x="185669" y="334589"/>
                    <a:pt x="188063" y="333496"/>
                    <a:pt x="189104" y="331987"/>
                  </a:cubicBezTo>
                  <a:cubicBezTo>
                    <a:pt x="191759" y="328239"/>
                    <a:pt x="188584" y="323814"/>
                    <a:pt x="183430" y="323814"/>
                  </a:cubicBezTo>
                  <a:cubicBezTo>
                    <a:pt x="168231" y="323762"/>
                    <a:pt x="152980" y="323814"/>
                    <a:pt x="137781" y="323814"/>
                  </a:cubicBezTo>
                  <a:cubicBezTo>
                    <a:pt x="136584" y="323814"/>
                    <a:pt x="135439" y="323814"/>
                    <a:pt x="134294" y="323814"/>
                  </a:cubicBezTo>
                  <a:cubicBezTo>
                    <a:pt x="134294" y="319806"/>
                    <a:pt x="134294" y="316371"/>
                    <a:pt x="134294" y="312623"/>
                  </a:cubicBezTo>
                  <a:cubicBezTo>
                    <a:pt x="135855" y="312623"/>
                    <a:pt x="137156" y="312623"/>
                    <a:pt x="138510" y="312623"/>
                  </a:cubicBezTo>
                  <a:cubicBezTo>
                    <a:pt x="160267" y="312623"/>
                    <a:pt x="182025" y="312623"/>
                    <a:pt x="203783" y="312623"/>
                  </a:cubicBezTo>
                  <a:cubicBezTo>
                    <a:pt x="205136" y="312623"/>
                    <a:pt x="206489" y="312623"/>
                    <a:pt x="207843" y="312415"/>
                  </a:cubicBezTo>
                  <a:cubicBezTo>
                    <a:pt x="210706" y="311895"/>
                    <a:pt x="212215" y="309917"/>
                    <a:pt x="212267" y="307210"/>
                  </a:cubicBezTo>
                  <a:cubicBezTo>
                    <a:pt x="212371" y="304295"/>
                    <a:pt x="210706" y="302317"/>
                    <a:pt x="207843" y="301640"/>
                  </a:cubicBezTo>
                  <a:cubicBezTo>
                    <a:pt x="206750" y="301380"/>
                    <a:pt x="205604" y="301484"/>
                    <a:pt x="204459" y="301484"/>
                  </a:cubicBezTo>
                  <a:cubicBezTo>
                    <a:pt x="182337" y="301484"/>
                    <a:pt x="160267" y="301484"/>
                    <a:pt x="138145" y="301484"/>
                  </a:cubicBezTo>
                  <a:cubicBezTo>
                    <a:pt x="136844" y="301484"/>
                    <a:pt x="135543" y="301484"/>
                    <a:pt x="134137" y="301484"/>
                  </a:cubicBezTo>
                  <a:cubicBezTo>
                    <a:pt x="134137" y="297476"/>
                    <a:pt x="134137" y="294093"/>
                    <a:pt x="134137" y="290137"/>
                  </a:cubicBezTo>
                  <a:close/>
                  <a:moveTo>
                    <a:pt x="174842" y="155791"/>
                  </a:moveTo>
                  <a:cubicBezTo>
                    <a:pt x="175414" y="156103"/>
                    <a:pt x="175675" y="156416"/>
                    <a:pt x="175987" y="156416"/>
                  </a:cubicBezTo>
                  <a:cubicBezTo>
                    <a:pt x="190614" y="156312"/>
                    <a:pt x="205292" y="156103"/>
                    <a:pt x="219919" y="156051"/>
                  </a:cubicBezTo>
                  <a:cubicBezTo>
                    <a:pt x="241052" y="156051"/>
                    <a:pt x="260623" y="161465"/>
                    <a:pt x="278581" y="172708"/>
                  </a:cubicBezTo>
                  <a:cubicBezTo>
                    <a:pt x="279102" y="173020"/>
                    <a:pt x="279726" y="173281"/>
                    <a:pt x="280403" y="173593"/>
                  </a:cubicBezTo>
                  <a:cubicBezTo>
                    <a:pt x="283162" y="168648"/>
                    <a:pt x="287378" y="166982"/>
                    <a:pt x="292687" y="167295"/>
                  </a:cubicBezTo>
                  <a:cubicBezTo>
                    <a:pt x="296070" y="167451"/>
                    <a:pt x="299454" y="167347"/>
                    <a:pt x="302837" y="167295"/>
                  </a:cubicBezTo>
                  <a:cubicBezTo>
                    <a:pt x="303826" y="167295"/>
                    <a:pt x="305075" y="167243"/>
                    <a:pt x="305700" y="166670"/>
                  </a:cubicBezTo>
                  <a:cubicBezTo>
                    <a:pt x="309552" y="163078"/>
                    <a:pt x="313247" y="159331"/>
                    <a:pt x="316891" y="155739"/>
                  </a:cubicBezTo>
                  <a:cubicBezTo>
                    <a:pt x="304815" y="136063"/>
                    <a:pt x="311842" y="117689"/>
                    <a:pt x="333287" y="111703"/>
                  </a:cubicBezTo>
                  <a:cubicBezTo>
                    <a:pt x="334068" y="111495"/>
                    <a:pt x="335109" y="110298"/>
                    <a:pt x="335109" y="109517"/>
                  </a:cubicBezTo>
                  <a:cubicBezTo>
                    <a:pt x="335265" y="102802"/>
                    <a:pt x="335213" y="96036"/>
                    <a:pt x="335213" y="89061"/>
                  </a:cubicBezTo>
                  <a:cubicBezTo>
                    <a:pt x="324647" y="87447"/>
                    <a:pt x="316943" y="82190"/>
                    <a:pt x="312935" y="72352"/>
                  </a:cubicBezTo>
                  <a:cubicBezTo>
                    <a:pt x="308979" y="62566"/>
                    <a:pt x="310593" y="53405"/>
                    <a:pt x="316371" y="45597"/>
                  </a:cubicBezTo>
                  <a:cubicBezTo>
                    <a:pt x="310905" y="40132"/>
                    <a:pt x="305700" y="34927"/>
                    <a:pt x="300443" y="29617"/>
                  </a:cubicBezTo>
                  <a:cubicBezTo>
                    <a:pt x="292427" y="35499"/>
                    <a:pt x="283370" y="37061"/>
                    <a:pt x="273688" y="33105"/>
                  </a:cubicBezTo>
                  <a:cubicBezTo>
                    <a:pt x="263902" y="29097"/>
                    <a:pt x="258645" y="21393"/>
                    <a:pt x="256927" y="10879"/>
                  </a:cubicBezTo>
                  <a:cubicBezTo>
                    <a:pt x="249953" y="10879"/>
                    <a:pt x="243238" y="10775"/>
                    <a:pt x="236471" y="10983"/>
                  </a:cubicBezTo>
                  <a:cubicBezTo>
                    <a:pt x="235690" y="10983"/>
                    <a:pt x="234389" y="12492"/>
                    <a:pt x="234181" y="13481"/>
                  </a:cubicBezTo>
                  <a:cubicBezTo>
                    <a:pt x="230017" y="32689"/>
                    <a:pt x="208728" y="41381"/>
                    <a:pt x="192435" y="30450"/>
                  </a:cubicBezTo>
                  <a:cubicBezTo>
                    <a:pt x="191811" y="30034"/>
                    <a:pt x="191134" y="29670"/>
                    <a:pt x="191030" y="29617"/>
                  </a:cubicBezTo>
                  <a:cubicBezTo>
                    <a:pt x="185617" y="34979"/>
                    <a:pt x="180463" y="40132"/>
                    <a:pt x="175102" y="45441"/>
                  </a:cubicBezTo>
                  <a:cubicBezTo>
                    <a:pt x="181140" y="53613"/>
                    <a:pt x="182650" y="62775"/>
                    <a:pt x="178590" y="72508"/>
                  </a:cubicBezTo>
                  <a:cubicBezTo>
                    <a:pt x="174530" y="82294"/>
                    <a:pt x="166774" y="87499"/>
                    <a:pt x="156520" y="89061"/>
                  </a:cubicBezTo>
                  <a:cubicBezTo>
                    <a:pt x="156520" y="96608"/>
                    <a:pt x="156520" y="103895"/>
                    <a:pt x="156520" y="111131"/>
                  </a:cubicBezTo>
                  <a:cubicBezTo>
                    <a:pt x="177705" y="113837"/>
                    <a:pt x="188219" y="138198"/>
                    <a:pt x="174842" y="155791"/>
                  </a:cubicBezTo>
                  <a:close/>
                  <a:moveTo>
                    <a:pt x="11347" y="200660"/>
                  </a:moveTo>
                  <a:cubicBezTo>
                    <a:pt x="19259" y="201336"/>
                    <a:pt x="24985" y="204772"/>
                    <a:pt x="27900" y="212059"/>
                  </a:cubicBezTo>
                  <a:cubicBezTo>
                    <a:pt x="30763" y="219242"/>
                    <a:pt x="29045" y="225697"/>
                    <a:pt x="23371" y="232307"/>
                  </a:cubicBezTo>
                  <a:cubicBezTo>
                    <a:pt x="25974" y="233140"/>
                    <a:pt x="27952" y="234285"/>
                    <a:pt x="29878" y="234337"/>
                  </a:cubicBezTo>
                  <a:cubicBezTo>
                    <a:pt x="37529" y="234546"/>
                    <a:pt x="45233" y="234598"/>
                    <a:pt x="52885" y="234337"/>
                  </a:cubicBezTo>
                  <a:cubicBezTo>
                    <a:pt x="58506" y="234181"/>
                    <a:pt x="63139" y="235430"/>
                    <a:pt x="66002" y="240688"/>
                  </a:cubicBezTo>
                  <a:cubicBezTo>
                    <a:pt x="71051" y="237929"/>
                    <a:pt x="75839" y="235274"/>
                    <a:pt x="80888" y="232463"/>
                  </a:cubicBezTo>
                  <a:cubicBezTo>
                    <a:pt x="52364" y="222730"/>
                    <a:pt x="42006" y="197068"/>
                    <a:pt x="45233" y="176039"/>
                  </a:cubicBezTo>
                  <a:cubicBezTo>
                    <a:pt x="48668" y="153709"/>
                    <a:pt x="67303" y="136220"/>
                    <a:pt x="91247" y="133929"/>
                  </a:cubicBezTo>
                  <a:cubicBezTo>
                    <a:pt x="102021" y="132888"/>
                    <a:pt x="112119" y="135491"/>
                    <a:pt x="121229" y="141269"/>
                  </a:cubicBezTo>
                  <a:cubicBezTo>
                    <a:pt x="134866" y="149857"/>
                    <a:pt x="142674" y="162402"/>
                    <a:pt x="145016" y="178434"/>
                  </a:cubicBezTo>
                  <a:cubicBezTo>
                    <a:pt x="149493" y="178434"/>
                    <a:pt x="153657" y="178434"/>
                    <a:pt x="157821" y="178434"/>
                  </a:cubicBezTo>
                  <a:cubicBezTo>
                    <a:pt x="161933" y="178434"/>
                    <a:pt x="165993" y="178434"/>
                    <a:pt x="170209" y="178434"/>
                  </a:cubicBezTo>
                  <a:cubicBezTo>
                    <a:pt x="169324" y="175623"/>
                    <a:pt x="167711" y="173176"/>
                    <a:pt x="168023" y="170990"/>
                  </a:cubicBezTo>
                  <a:cubicBezTo>
                    <a:pt x="168804" y="164744"/>
                    <a:pt x="164952" y="161361"/>
                    <a:pt x="161100" y="157769"/>
                  </a:cubicBezTo>
                  <a:cubicBezTo>
                    <a:pt x="160371" y="157092"/>
                    <a:pt x="159747" y="156364"/>
                    <a:pt x="158758" y="155219"/>
                  </a:cubicBezTo>
                  <a:cubicBezTo>
                    <a:pt x="160892" y="153293"/>
                    <a:pt x="162974" y="151575"/>
                    <a:pt x="164848" y="149597"/>
                  </a:cubicBezTo>
                  <a:cubicBezTo>
                    <a:pt x="169585" y="144704"/>
                    <a:pt x="171094" y="138926"/>
                    <a:pt x="168440" y="132524"/>
                  </a:cubicBezTo>
                  <a:cubicBezTo>
                    <a:pt x="165785" y="126017"/>
                    <a:pt x="160788" y="122738"/>
                    <a:pt x="153709" y="122686"/>
                  </a:cubicBezTo>
                  <a:cubicBezTo>
                    <a:pt x="151054" y="122686"/>
                    <a:pt x="148348" y="122686"/>
                    <a:pt x="145693" y="122686"/>
                  </a:cubicBezTo>
                  <a:cubicBezTo>
                    <a:pt x="144704" y="119251"/>
                    <a:pt x="146786" y="115035"/>
                    <a:pt x="142101" y="113369"/>
                  </a:cubicBezTo>
                  <a:cubicBezTo>
                    <a:pt x="136376" y="118366"/>
                    <a:pt x="129817" y="119823"/>
                    <a:pt x="122686" y="116856"/>
                  </a:cubicBezTo>
                  <a:cubicBezTo>
                    <a:pt x="115555" y="113889"/>
                    <a:pt x="112276" y="108008"/>
                    <a:pt x="111547" y="100356"/>
                  </a:cubicBezTo>
                  <a:cubicBezTo>
                    <a:pt x="101032" y="100356"/>
                    <a:pt x="90778" y="100356"/>
                    <a:pt x="80524" y="100356"/>
                  </a:cubicBezTo>
                  <a:cubicBezTo>
                    <a:pt x="79847" y="100356"/>
                    <a:pt x="79223" y="100512"/>
                    <a:pt x="78598" y="100564"/>
                  </a:cubicBezTo>
                  <a:cubicBezTo>
                    <a:pt x="77401" y="116596"/>
                    <a:pt x="59860" y="123883"/>
                    <a:pt x="47367" y="113161"/>
                  </a:cubicBezTo>
                  <a:cubicBezTo>
                    <a:pt x="40392" y="120136"/>
                    <a:pt x="33365" y="127163"/>
                    <a:pt x="26390" y="134138"/>
                  </a:cubicBezTo>
                  <a:cubicBezTo>
                    <a:pt x="25609" y="134918"/>
                    <a:pt x="24881" y="135751"/>
                    <a:pt x="23996" y="136688"/>
                  </a:cubicBezTo>
                  <a:cubicBezTo>
                    <a:pt x="29149" y="142518"/>
                    <a:pt x="30763" y="149024"/>
                    <a:pt x="27848" y="156208"/>
                  </a:cubicBezTo>
                  <a:cubicBezTo>
                    <a:pt x="24881" y="163495"/>
                    <a:pt x="18843" y="166774"/>
                    <a:pt x="11399" y="167555"/>
                  </a:cubicBezTo>
                  <a:cubicBezTo>
                    <a:pt x="11347" y="178694"/>
                    <a:pt x="11347" y="189521"/>
                    <a:pt x="11347" y="200660"/>
                  </a:cubicBezTo>
                  <a:close/>
                  <a:moveTo>
                    <a:pt x="222782" y="267390"/>
                  </a:moveTo>
                  <a:cubicBezTo>
                    <a:pt x="223250" y="267494"/>
                    <a:pt x="223718" y="267651"/>
                    <a:pt x="224135" y="267598"/>
                  </a:cubicBezTo>
                  <a:cubicBezTo>
                    <a:pt x="243967" y="267026"/>
                    <a:pt x="261872" y="260780"/>
                    <a:pt x="277904" y="249120"/>
                  </a:cubicBezTo>
                  <a:cubicBezTo>
                    <a:pt x="278841" y="248443"/>
                    <a:pt x="279310" y="246674"/>
                    <a:pt x="279310" y="245424"/>
                  </a:cubicBezTo>
                  <a:cubicBezTo>
                    <a:pt x="279414" y="226842"/>
                    <a:pt x="279362" y="208207"/>
                    <a:pt x="279414" y="189625"/>
                  </a:cubicBezTo>
                  <a:cubicBezTo>
                    <a:pt x="279414" y="187595"/>
                    <a:pt x="278841" y="186346"/>
                    <a:pt x="277176" y="185200"/>
                  </a:cubicBezTo>
                  <a:cubicBezTo>
                    <a:pt x="261144" y="174061"/>
                    <a:pt x="243446" y="167763"/>
                    <a:pt x="223823" y="167399"/>
                  </a:cubicBezTo>
                  <a:cubicBezTo>
                    <a:pt x="209717" y="167138"/>
                    <a:pt x="195663" y="167295"/>
                    <a:pt x="181557" y="167295"/>
                  </a:cubicBezTo>
                  <a:cubicBezTo>
                    <a:pt x="180672" y="167295"/>
                    <a:pt x="179839" y="167451"/>
                    <a:pt x="178954" y="167503"/>
                  </a:cubicBezTo>
                  <a:cubicBezTo>
                    <a:pt x="179474" y="174061"/>
                    <a:pt x="183587" y="178173"/>
                    <a:pt x="189833" y="178278"/>
                  </a:cubicBezTo>
                  <a:cubicBezTo>
                    <a:pt x="195142" y="178382"/>
                    <a:pt x="200451" y="178382"/>
                    <a:pt x="205709" y="178278"/>
                  </a:cubicBezTo>
                  <a:cubicBezTo>
                    <a:pt x="215650" y="178121"/>
                    <a:pt x="223094" y="182181"/>
                    <a:pt x="227779" y="191030"/>
                  </a:cubicBezTo>
                  <a:cubicBezTo>
                    <a:pt x="230433" y="195975"/>
                    <a:pt x="234545" y="199098"/>
                    <a:pt x="240063" y="200243"/>
                  </a:cubicBezTo>
                  <a:cubicBezTo>
                    <a:pt x="241780" y="200608"/>
                    <a:pt x="243602" y="200608"/>
                    <a:pt x="245580" y="200764"/>
                  </a:cubicBezTo>
                  <a:cubicBezTo>
                    <a:pt x="245580" y="204460"/>
                    <a:pt x="245580" y="207999"/>
                    <a:pt x="245580" y="211747"/>
                  </a:cubicBezTo>
                  <a:cubicBezTo>
                    <a:pt x="236575" y="212111"/>
                    <a:pt x="229132" y="209092"/>
                    <a:pt x="222677" y="202950"/>
                  </a:cubicBezTo>
                  <a:cubicBezTo>
                    <a:pt x="217680" y="207687"/>
                    <a:pt x="213933" y="213152"/>
                    <a:pt x="213256" y="219815"/>
                  </a:cubicBezTo>
                  <a:cubicBezTo>
                    <a:pt x="212423" y="228195"/>
                    <a:pt x="212631" y="236680"/>
                    <a:pt x="212475" y="245112"/>
                  </a:cubicBezTo>
                  <a:cubicBezTo>
                    <a:pt x="212475" y="245685"/>
                    <a:pt x="213048" y="246570"/>
                    <a:pt x="213620" y="246882"/>
                  </a:cubicBezTo>
                  <a:cubicBezTo>
                    <a:pt x="221949" y="251358"/>
                    <a:pt x="224655" y="258281"/>
                    <a:pt x="222782" y="267390"/>
                  </a:cubicBezTo>
                  <a:close/>
                  <a:moveTo>
                    <a:pt x="55695" y="245424"/>
                  </a:moveTo>
                  <a:cubicBezTo>
                    <a:pt x="41850" y="245424"/>
                    <a:pt x="28420" y="245528"/>
                    <a:pt x="15043" y="245372"/>
                  </a:cubicBezTo>
                  <a:cubicBezTo>
                    <a:pt x="11868" y="245320"/>
                    <a:pt x="11087" y="246309"/>
                    <a:pt x="11139" y="249328"/>
                  </a:cubicBezTo>
                  <a:cubicBezTo>
                    <a:pt x="11243" y="272856"/>
                    <a:pt x="11191" y="296435"/>
                    <a:pt x="11191" y="319963"/>
                  </a:cubicBezTo>
                  <a:cubicBezTo>
                    <a:pt x="11191" y="321160"/>
                    <a:pt x="11295" y="322357"/>
                    <a:pt x="11399" y="323554"/>
                  </a:cubicBezTo>
                  <a:cubicBezTo>
                    <a:pt x="26338" y="323554"/>
                    <a:pt x="40965" y="323554"/>
                    <a:pt x="55747" y="323554"/>
                  </a:cubicBezTo>
                  <a:cubicBezTo>
                    <a:pt x="55695" y="297528"/>
                    <a:pt x="55695" y="271659"/>
                    <a:pt x="55695" y="245424"/>
                  </a:cubicBezTo>
                  <a:close/>
                  <a:moveTo>
                    <a:pt x="335005" y="178642"/>
                  </a:moveTo>
                  <a:cubicBezTo>
                    <a:pt x="319962" y="178642"/>
                    <a:pt x="305388" y="178642"/>
                    <a:pt x="290657" y="178642"/>
                  </a:cubicBezTo>
                  <a:cubicBezTo>
                    <a:pt x="290657" y="204720"/>
                    <a:pt x="290657" y="230590"/>
                    <a:pt x="290657" y="256407"/>
                  </a:cubicBezTo>
                  <a:cubicBezTo>
                    <a:pt x="305544" y="256407"/>
                    <a:pt x="320222" y="256407"/>
                    <a:pt x="335005" y="256407"/>
                  </a:cubicBezTo>
                  <a:cubicBezTo>
                    <a:pt x="335005" y="230381"/>
                    <a:pt x="335005" y="204616"/>
                    <a:pt x="335005" y="178642"/>
                  </a:cubicBezTo>
                  <a:close/>
                  <a:moveTo>
                    <a:pt x="133669" y="179319"/>
                  </a:moveTo>
                  <a:cubicBezTo>
                    <a:pt x="130702" y="158498"/>
                    <a:pt x="113993" y="144184"/>
                    <a:pt x="93329" y="145121"/>
                  </a:cubicBezTo>
                  <a:cubicBezTo>
                    <a:pt x="76776" y="145901"/>
                    <a:pt x="64909" y="154282"/>
                    <a:pt x="58818" y="169585"/>
                  </a:cubicBezTo>
                  <a:cubicBezTo>
                    <a:pt x="52624" y="185148"/>
                    <a:pt x="55747" y="199567"/>
                    <a:pt x="67459" y="211643"/>
                  </a:cubicBezTo>
                  <a:cubicBezTo>
                    <a:pt x="78286" y="222834"/>
                    <a:pt x="94994" y="226061"/>
                    <a:pt x="109257" y="220387"/>
                  </a:cubicBezTo>
                  <a:cubicBezTo>
                    <a:pt x="111131" y="219659"/>
                    <a:pt x="111651" y="218722"/>
                    <a:pt x="111807" y="216744"/>
                  </a:cubicBezTo>
                  <a:cubicBezTo>
                    <a:pt x="112224" y="210133"/>
                    <a:pt x="115555" y="205344"/>
                    <a:pt x="121541" y="202430"/>
                  </a:cubicBezTo>
                  <a:cubicBezTo>
                    <a:pt x="122322" y="202065"/>
                    <a:pt x="123050" y="201649"/>
                    <a:pt x="123779" y="201284"/>
                  </a:cubicBezTo>
                  <a:cubicBezTo>
                    <a:pt x="121749" y="190145"/>
                    <a:pt x="123831" y="185513"/>
                    <a:pt x="133669" y="179319"/>
                  </a:cubicBezTo>
                  <a:close/>
                  <a:moveTo>
                    <a:pt x="203418" y="212007"/>
                  </a:moveTo>
                  <a:cubicBezTo>
                    <a:pt x="202013" y="212007"/>
                    <a:pt x="200920" y="212007"/>
                    <a:pt x="199775" y="212007"/>
                  </a:cubicBezTo>
                  <a:cubicBezTo>
                    <a:pt x="176768" y="212007"/>
                    <a:pt x="153813" y="212007"/>
                    <a:pt x="130806" y="212007"/>
                  </a:cubicBezTo>
                  <a:cubicBezTo>
                    <a:pt x="129817" y="212007"/>
                    <a:pt x="128776" y="211955"/>
                    <a:pt x="127787" y="212059"/>
                  </a:cubicBezTo>
                  <a:cubicBezTo>
                    <a:pt x="124872" y="212424"/>
                    <a:pt x="122894" y="214714"/>
                    <a:pt x="122998" y="217629"/>
                  </a:cubicBezTo>
                  <a:cubicBezTo>
                    <a:pt x="123102" y="220648"/>
                    <a:pt x="124716" y="222417"/>
                    <a:pt x="127631" y="222938"/>
                  </a:cubicBezTo>
                  <a:cubicBezTo>
                    <a:pt x="128308" y="223042"/>
                    <a:pt x="128984" y="223042"/>
                    <a:pt x="129661" y="223042"/>
                  </a:cubicBezTo>
                  <a:cubicBezTo>
                    <a:pt x="152772" y="223042"/>
                    <a:pt x="175831" y="223042"/>
                    <a:pt x="198942" y="223042"/>
                  </a:cubicBezTo>
                  <a:cubicBezTo>
                    <a:pt x="199671" y="223042"/>
                    <a:pt x="200451" y="222834"/>
                    <a:pt x="201128" y="222782"/>
                  </a:cubicBezTo>
                  <a:cubicBezTo>
                    <a:pt x="201909" y="219190"/>
                    <a:pt x="202638" y="215807"/>
                    <a:pt x="203418" y="212007"/>
                  </a:cubicBezTo>
                  <a:close/>
                  <a:moveTo>
                    <a:pt x="216744" y="192748"/>
                  </a:moveTo>
                  <a:cubicBezTo>
                    <a:pt x="213256" y="191551"/>
                    <a:pt x="210497" y="189833"/>
                    <a:pt x="207739" y="189781"/>
                  </a:cubicBezTo>
                  <a:cubicBezTo>
                    <a:pt x="185200" y="189573"/>
                    <a:pt x="162662" y="189625"/>
                    <a:pt x="140123" y="189677"/>
                  </a:cubicBezTo>
                  <a:cubicBezTo>
                    <a:pt x="136532" y="189677"/>
                    <a:pt x="134085" y="191967"/>
                    <a:pt x="134085" y="195142"/>
                  </a:cubicBezTo>
                  <a:cubicBezTo>
                    <a:pt x="134085" y="198317"/>
                    <a:pt x="136480" y="200660"/>
                    <a:pt x="140071" y="200660"/>
                  </a:cubicBezTo>
                  <a:cubicBezTo>
                    <a:pt x="162610" y="200712"/>
                    <a:pt x="185148" y="200712"/>
                    <a:pt x="207687" y="200660"/>
                  </a:cubicBezTo>
                  <a:cubicBezTo>
                    <a:pt x="208623" y="200660"/>
                    <a:pt x="209769" y="200348"/>
                    <a:pt x="210393" y="199775"/>
                  </a:cubicBezTo>
                  <a:cubicBezTo>
                    <a:pt x="212319" y="197901"/>
                    <a:pt x="213985" y="195819"/>
                    <a:pt x="216744" y="192748"/>
                  </a:cubicBezTo>
                  <a:close/>
                  <a:moveTo>
                    <a:pt x="200920" y="234546"/>
                  </a:moveTo>
                  <a:cubicBezTo>
                    <a:pt x="193372" y="234546"/>
                    <a:pt x="186189" y="234546"/>
                    <a:pt x="179266" y="234546"/>
                  </a:cubicBezTo>
                  <a:cubicBezTo>
                    <a:pt x="178277" y="238241"/>
                    <a:pt x="177288" y="241729"/>
                    <a:pt x="176351" y="245112"/>
                  </a:cubicBezTo>
                  <a:cubicBezTo>
                    <a:pt x="184576" y="245112"/>
                    <a:pt x="192748" y="245112"/>
                    <a:pt x="200920" y="245112"/>
                  </a:cubicBezTo>
                  <a:cubicBezTo>
                    <a:pt x="200920" y="241468"/>
                    <a:pt x="200920" y="238137"/>
                    <a:pt x="200920" y="23454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0" name="Google Shape;1070;p9"/>
            <p:cNvSpPr/>
            <p:nvPr/>
          </p:nvSpPr>
          <p:spPr>
            <a:xfrm>
              <a:off x="6434965" y="6368085"/>
              <a:ext cx="10774" cy="10670"/>
            </a:xfrm>
            <a:custGeom>
              <a:avLst/>
              <a:gdLst/>
              <a:ahLst/>
              <a:cxnLst/>
              <a:rect l="l" t="t" r="r" b="b"/>
              <a:pathLst>
                <a:path w="10774" h="10670" extrusionOk="0">
                  <a:moveTo>
                    <a:pt x="10775" y="10671"/>
                  </a:moveTo>
                  <a:cubicBezTo>
                    <a:pt x="7079" y="10671"/>
                    <a:pt x="3644" y="10671"/>
                    <a:pt x="0" y="10671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592" y="0"/>
                    <a:pt x="7079" y="0"/>
                    <a:pt x="10775" y="0"/>
                  </a:cubicBezTo>
                  <a:cubicBezTo>
                    <a:pt x="10775" y="3540"/>
                    <a:pt x="10775" y="6975"/>
                    <a:pt x="10775" y="106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1" name="Google Shape;1071;p9"/>
            <p:cNvSpPr/>
            <p:nvPr/>
          </p:nvSpPr>
          <p:spPr>
            <a:xfrm>
              <a:off x="6457452" y="6367929"/>
              <a:ext cx="10566" cy="10826"/>
            </a:xfrm>
            <a:custGeom>
              <a:avLst/>
              <a:gdLst/>
              <a:ahLst/>
              <a:cxnLst/>
              <a:rect l="l" t="t" r="r" b="b"/>
              <a:pathLst>
                <a:path w="10566" h="10826" extrusionOk="0">
                  <a:moveTo>
                    <a:pt x="0" y="0"/>
                  </a:moveTo>
                  <a:cubicBezTo>
                    <a:pt x="3644" y="0"/>
                    <a:pt x="6975" y="0"/>
                    <a:pt x="10567" y="0"/>
                  </a:cubicBezTo>
                  <a:cubicBezTo>
                    <a:pt x="10567" y="3644"/>
                    <a:pt x="10567" y="7131"/>
                    <a:pt x="10567" y="10827"/>
                  </a:cubicBezTo>
                  <a:cubicBezTo>
                    <a:pt x="7027" y="10827"/>
                    <a:pt x="3644" y="10827"/>
                    <a:pt x="0" y="10827"/>
                  </a:cubicBezTo>
                  <a:cubicBezTo>
                    <a:pt x="0" y="7183"/>
                    <a:pt x="0" y="364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2" name="Google Shape;1072;p9"/>
            <p:cNvSpPr/>
            <p:nvPr/>
          </p:nvSpPr>
          <p:spPr>
            <a:xfrm>
              <a:off x="6479730" y="6368033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extrusionOk="0">
                  <a:moveTo>
                    <a:pt x="10671" y="0"/>
                  </a:moveTo>
                  <a:cubicBezTo>
                    <a:pt x="10671" y="3696"/>
                    <a:pt x="10671" y="7131"/>
                    <a:pt x="10671" y="10723"/>
                  </a:cubicBezTo>
                  <a:cubicBezTo>
                    <a:pt x="7079" y="10723"/>
                    <a:pt x="3696" y="10723"/>
                    <a:pt x="0" y="10723"/>
                  </a:cubicBezTo>
                  <a:cubicBezTo>
                    <a:pt x="0" y="7183"/>
                    <a:pt x="0" y="3696"/>
                    <a:pt x="0" y="0"/>
                  </a:cubicBezTo>
                  <a:cubicBezTo>
                    <a:pt x="3540" y="0"/>
                    <a:pt x="6975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3" name="Google Shape;1073;p9"/>
            <p:cNvSpPr/>
            <p:nvPr/>
          </p:nvSpPr>
          <p:spPr>
            <a:xfrm>
              <a:off x="6658475" y="6636256"/>
              <a:ext cx="10774" cy="10566"/>
            </a:xfrm>
            <a:custGeom>
              <a:avLst/>
              <a:gdLst/>
              <a:ahLst/>
              <a:cxnLst/>
              <a:rect l="l" t="t" r="r" b="b"/>
              <a:pathLst>
                <a:path w="10774" h="10566" extrusionOk="0">
                  <a:moveTo>
                    <a:pt x="10775" y="0"/>
                  </a:moveTo>
                  <a:cubicBezTo>
                    <a:pt x="10775" y="3592"/>
                    <a:pt x="10775" y="6975"/>
                    <a:pt x="10775" y="10567"/>
                  </a:cubicBezTo>
                  <a:cubicBezTo>
                    <a:pt x="7183" y="10567"/>
                    <a:pt x="3696" y="10567"/>
                    <a:pt x="0" y="10567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435" y="0"/>
                    <a:pt x="6975" y="0"/>
                    <a:pt x="107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4" name="Google Shape;1074;p9"/>
            <p:cNvSpPr/>
            <p:nvPr/>
          </p:nvSpPr>
          <p:spPr>
            <a:xfrm>
              <a:off x="6680858" y="6636204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extrusionOk="0">
                  <a:moveTo>
                    <a:pt x="10671" y="0"/>
                  </a:moveTo>
                  <a:cubicBezTo>
                    <a:pt x="10671" y="3644"/>
                    <a:pt x="10671" y="7027"/>
                    <a:pt x="10671" y="10723"/>
                  </a:cubicBezTo>
                  <a:cubicBezTo>
                    <a:pt x="7079" y="10723"/>
                    <a:pt x="3644" y="10723"/>
                    <a:pt x="0" y="10723"/>
                  </a:cubicBezTo>
                  <a:cubicBezTo>
                    <a:pt x="0" y="7235"/>
                    <a:pt x="0" y="3748"/>
                    <a:pt x="0" y="0"/>
                  </a:cubicBezTo>
                  <a:cubicBezTo>
                    <a:pt x="3435" y="0"/>
                    <a:pt x="6871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5" name="Google Shape;1075;p9"/>
            <p:cNvSpPr/>
            <p:nvPr/>
          </p:nvSpPr>
          <p:spPr>
            <a:xfrm>
              <a:off x="6703136" y="6636152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extrusionOk="0">
                  <a:moveTo>
                    <a:pt x="0" y="10723"/>
                  </a:moveTo>
                  <a:cubicBezTo>
                    <a:pt x="0" y="6975"/>
                    <a:pt x="0" y="3592"/>
                    <a:pt x="0" y="0"/>
                  </a:cubicBezTo>
                  <a:cubicBezTo>
                    <a:pt x="3592" y="0"/>
                    <a:pt x="7027" y="0"/>
                    <a:pt x="10671" y="0"/>
                  </a:cubicBezTo>
                  <a:cubicBezTo>
                    <a:pt x="10671" y="3540"/>
                    <a:pt x="10671" y="7027"/>
                    <a:pt x="10671" y="10723"/>
                  </a:cubicBezTo>
                  <a:cubicBezTo>
                    <a:pt x="7131" y="10723"/>
                    <a:pt x="3696" y="10723"/>
                    <a:pt x="0" y="1072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6" name="Google Shape;1076;p9"/>
            <p:cNvSpPr/>
            <p:nvPr/>
          </p:nvSpPr>
          <p:spPr>
            <a:xfrm>
              <a:off x="6591224" y="6378912"/>
              <a:ext cx="111703" cy="111704"/>
            </a:xfrm>
            <a:custGeom>
              <a:avLst/>
              <a:gdLst/>
              <a:ahLst/>
              <a:cxnLst/>
              <a:rect l="l" t="t" r="r" b="b"/>
              <a:pathLst>
                <a:path w="111703" h="111704" extrusionOk="0">
                  <a:moveTo>
                    <a:pt x="0" y="55748"/>
                  </a:moveTo>
                  <a:cubicBezTo>
                    <a:pt x="52" y="24881"/>
                    <a:pt x="25141" y="-52"/>
                    <a:pt x="56060" y="0"/>
                  </a:cubicBezTo>
                  <a:cubicBezTo>
                    <a:pt x="86822" y="104"/>
                    <a:pt x="111807" y="25349"/>
                    <a:pt x="111703" y="56216"/>
                  </a:cubicBezTo>
                  <a:cubicBezTo>
                    <a:pt x="111599" y="86979"/>
                    <a:pt x="86354" y="111859"/>
                    <a:pt x="55435" y="111703"/>
                  </a:cubicBezTo>
                  <a:cubicBezTo>
                    <a:pt x="24725" y="111599"/>
                    <a:pt x="-52" y="86562"/>
                    <a:pt x="0" y="55748"/>
                  </a:cubicBezTo>
                  <a:close/>
                  <a:moveTo>
                    <a:pt x="100460" y="55904"/>
                  </a:moveTo>
                  <a:cubicBezTo>
                    <a:pt x="100408" y="31127"/>
                    <a:pt x="80472" y="11243"/>
                    <a:pt x="55695" y="11295"/>
                  </a:cubicBezTo>
                  <a:cubicBezTo>
                    <a:pt x="30971" y="11347"/>
                    <a:pt x="10931" y="31491"/>
                    <a:pt x="11087" y="56112"/>
                  </a:cubicBezTo>
                  <a:cubicBezTo>
                    <a:pt x="11191" y="80576"/>
                    <a:pt x="31335" y="100616"/>
                    <a:pt x="55748" y="100668"/>
                  </a:cubicBezTo>
                  <a:cubicBezTo>
                    <a:pt x="80368" y="100720"/>
                    <a:pt x="100512" y="80576"/>
                    <a:pt x="100460" y="559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7" name="Google Shape;1077;p9"/>
            <p:cNvSpPr/>
            <p:nvPr/>
          </p:nvSpPr>
          <p:spPr>
            <a:xfrm>
              <a:off x="6591221" y="6378912"/>
              <a:ext cx="11038" cy="11139"/>
            </a:xfrm>
            <a:custGeom>
              <a:avLst/>
              <a:gdLst/>
              <a:ahLst/>
              <a:cxnLst/>
              <a:rect l="l" t="t" r="r" b="b"/>
              <a:pathLst>
                <a:path w="11038" h="11139" extrusionOk="0">
                  <a:moveTo>
                    <a:pt x="11038" y="5570"/>
                  </a:moveTo>
                  <a:cubicBezTo>
                    <a:pt x="11038" y="8693"/>
                    <a:pt x="8592" y="11191"/>
                    <a:pt x="5469" y="11139"/>
                  </a:cubicBezTo>
                  <a:cubicBezTo>
                    <a:pt x="2502" y="11087"/>
                    <a:pt x="107" y="8745"/>
                    <a:pt x="3" y="5778"/>
                  </a:cubicBezTo>
                  <a:cubicBezTo>
                    <a:pt x="-101" y="2655"/>
                    <a:pt x="2294" y="104"/>
                    <a:pt x="5365" y="0"/>
                  </a:cubicBezTo>
                  <a:cubicBezTo>
                    <a:pt x="8488" y="0"/>
                    <a:pt x="11038" y="2446"/>
                    <a:pt x="11038" y="557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8" name="Google Shape;1078;p9"/>
            <p:cNvSpPr/>
            <p:nvPr/>
          </p:nvSpPr>
          <p:spPr>
            <a:xfrm>
              <a:off x="6641454" y="6356633"/>
              <a:ext cx="11140" cy="11088"/>
            </a:xfrm>
            <a:custGeom>
              <a:avLst/>
              <a:gdLst/>
              <a:ahLst/>
              <a:cxnLst/>
              <a:rect l="l" t="t" r="r" b="b"/>
              <a:pathLst>
                <a:path w="11140" h="11088" extrusionOk="0">
                  <a:moveTo>
                    <a:pt x="11140" y="5466"/>
                  </a:moveTo>
                  <a:cubicBezTo>
                    <a:pt x="11192" y="8485"/>
                    <a:pt x="8745" y="11036"/>
                    <a:pt x="5674" y="11088"/>
                  </a:cubicBezTo>
                  <a:cubicBezTo>
                    <a:pt x="2655" y="11140"/>
                    <a:pt x="53" y="8641"/>
                    <a:pt x="1" y="5622"/>
                  </a:cubicBezTo>
                  <a:cubicBezTo>
                    <a:pt x="-51" y="2655"/>
                    <a:pt x="2499" y="1"/>
                    <a:pt x="5518" y="1"/>
                  </a:cubicBezTo>
                  <a:cubicBezTo>
                    <a:pt x="8537" y="-51"/>
                    <a:pt x="11088" y="2447"/>
                    <a:pt x="11140" y="546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9" name="Google Shape;1079;p9"/>
            <p:cNvSpPr/>
            <p:nvPr/>
          </p:nvSpPr>
          <p:spPr>
            <a:xfrm>
              <a:off x="6691781" y="6479632"/>
              <a:ext cx="11146" cy="10986"/>
            </a:xfrm>
            <a:custGeom>
              <a:avLst/>
              <a:gdLst/>
              <a:ahLst/>
              <a:cxnLst/>
              <a:rect l="l" t="t" r="r" b="b"/>
              <a:pathLst>
                <a:path w="11146" h="10986" extrusionOk="0">
                  <a:moveTo>
                    <a:pt x="11146" y="5622"/>
                  </a:moveTo>
                  <a:cubicBezTo>
                    <a:pt x="11094" y="8693"/>
                    <a:pt x="8492" y="11087"/>
                    <a:pt x="5368" y="10983"/>
                  </a:cubicBezTo>
                  <a:cubicBezTo>
                    <a:pt x="2297" y="10879"/>
                    <a:pt x="-149" y="8276"/>
                    <a:pt x="7" y="5205"/>
                  </a:cubicBezTo>
                  <a:cubicBezTo>
                    <a:pt x="163" y="2238"/>
                    <a:pt x="2610" y="0"/>
                    <a:pt x="5577" y="0"/>
                  </a:cubicBezTo>
                  <a:cubicBezTo>
                    <a:pt x="8752" y="0"/>
                    <a:pt x="11198" y="2498"/>
                    <a:pt x="11146" y="56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0" name="Google Shape;1080;p9"/>
            <p:cNvSpPr/>
            <p:nvPr/>
          </p:nvSpPr>
          <p:spPr>
            <a:xfrm>
              <a:off x="6714170" y="6429245"/>
              <a:ext cx="11088" cy="11192"/>
            </a:xfrm>
            <a:custGeom>
              <a:avLst/>
              <a:gdLst/>
              <a:ahLst/>
              <a:cxnLst/>
              <a:rect l="l" t="t" r="r" b="b"/>
              <a:pathLst>
                <a:path w="11088" h="11192" extrusionOk="0">
                  <a:moveTo>
                    <a:pt x="11088" y="5518"/>
                  </a:moveTo>
                  <a:cubicBezTo>
                    <a:pt x="11140" y="8485"/>
                    <a:pt x="8589" y="11140"/>
                    <a:pt x="5622" y="11192"/>
                  </a:cubicBezTo>
                  <a:cubicBezTo>
                    <a:pt x="2603" y="11244"/>
                    <a:pt x="53" y="8745"/>
                    <a:pt x="1" y="5674"/>
                  </a:cubicBezTo>
                  <a:cubicBezTo>
                    <a:pt x="-51" y="2603"/>
                    <a:pt x="2395" y="53"/>
                    <a:pt x="5466" y="1"/>
                  </a:cubicBezTo>
                  <a:cubicBezTo>
                    <a:pt x="8433" y="-51"/>
                    <a:pt x="11036" y="2499"/>
                    <a:pt x="11088" y="55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1" name="Google Shape;1081;p9"/>
            <p:cNvSpPr/>
            <p:nvPr/>
          </p:nvSpPr>
          <p:spPr>
            <a:xfrm>
              <a:off x="6691788" y="6378964"/>
              <a:ext cx="11140" cy="11139"/>
            </a:xfrm>
            <a:custGeom>
              <a:avLst/>
              <a:gdLst/>
              <a:ahLst/>
              <a:cxnLst/>
              <a:rect l="l" t="t" r="r" b="b"/>
              <a:pathLst>
                <a:path w="11140" h="11139" extrusionOk="0">
                  <a:moveTo>
                    <a:pt x="5466" y="11139"/>
                  </a:moveTo>
                  <a:cubicBezTo>
                    <a:pt x="2447" y="11087"/>
                    <a:pt x="-51" y="8537"/>
                    <a:pt x="1" y="5517"/>
                  </a:cubicBezTo>
                  <a:cubicBezTo>
                    <a:pt x="53" y="2498"/>
                    <a:pt x="2655" y="0"/>
                    <a:pt x="5622" y="0"/>
                  </a:cubicBezTo>
                  <a:cubicBezTo>
                    <a:pt x="8589" y="52"/>
                    <a:pt x="11192" y="2707"/>
                    <a:pt x="11140" y="5674"/>
                  </a:cubicBezTo>
                  <a:cubicBezTo>
                    <a:pt x="11088" y="8641"/>
                    <a:pt x="8485" y="11191"/>
                    <a:pt x="5466" y="1113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2" name="Google Shape;1082;p9"/>
            <p:cNvSpPr/>
            <p:nvPr/>
          </p:nvSpPr>
          <p:spPr>
            <a:xfrm>
              <a:off x="6568934" y="6429226"/>
              <a:ext cx="10947" cy="11165"/>
            </a:xfrm>
            <a:custGeom>
              <a:avLst/>
              <a:gdLst/>
              <a:ahLst/>
              <a:cxnLst/>
              <a:rect l="l" t="t" r="r" b="b"/>
              <a:pathLst>
                <a:path w="10947" h="11165" extrusionOk="0">
                  <a:moveTo>
                    <a:pt x="5218" y="11159"/>
                  </a:moveTo>
                  <a:cubicBezTo>
                    <a:pt x="2147" y="11003"/>
                    <a:pt x="-195" y="8400"/>
                    <a:pt x="13" y="5225"/>
                  </a:cubicBezTo>
                  <a:cubicBezTo>
                    <a:pt x="169" y="2102"/>
                    <a:pt x="2824" y="-241"/>
                    <a:pt x="5895" y="20"/>
                  </a:cubicBezTo>
                  <a:cubicBezTo>
                    <a:pt x="8862" y="280"/>
                    <a:pt x="11048" y="2726"/>
                    <a:pt x="10944" y="5745"/>
                  </a:cubicBezTo>
                  <a:cubicBezTo>
                    <a:pt x="10892" y="8869"/>
                    <a:pt x="8289" y="11315"/>
                    <a:pt x="5218" y="111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3" name="Google Shape;1083;p9"/>
            <p:cNvSpPr/>
            <p:nvPr/>
          </p:nvSpPr>
          <p:spPr>
            <a:xfrm>
              <a:off x="6490556" y="6446056"/>
              <a:ext cx="11192" cy="11143"/>
            </a:xfrm>
            <a:custGeom>
              <a:avLst/>
              <a:gdLst/>
              <a:ahLst/>
              <a:cxnLst/>
              <a:rect l="l" t="t" r="r" b="b"/>
              <a:pathLst>
                <a:path w="11192" h="11143" extrusionOk="0">
                  <a:moveTo>
                    <a:pt x="11192" y="5417"/>
                  </a:moveTo>
                  <a:cubicBezTo>
                    <a:pt x="11244" y="8383"/>
                    <a:pt x="8693" y="11038"/>
                    <a:pt x="5726" y="11142"/>
                  </a:cubicBezTo>
                  <a:cubicBezTo>
                    <a:pt x="2760" y="11194"/>
                    <a:pt x="105" y="8644"/>
                    <a:pt x="1" y="5677"/>
                  </a:cubicBezTo>
                  <a:cubicBezTo>
                    <a:pt x="-51" y="2710"/>
                    <a:pt x="2499" y="55"/>
                    <a:pt x="5466" y="3"/>
                  </a:cubicBezTo>
                  <a:cubicBezTo>
                    <a:pt x="8485" y="-101"/>
                    <a:pt x="11140" y="2398"/>
                    <a:pt x="11192" y="541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4" name="Google Shape;1084;p9"/>
            <p:cNvSpPr/>
            <p:nvPr/>
          </p:nvSpPr>
          <p:spPr>
            <a:xfrm>
              <a:off x="6538025" y="6465630"/>
              <a:ext cx="11194" cy="11192"/>
            </a:xfrm>
            <a:custGeom>
              <a:avLst/>
              <a:gdLst/>
              <a:ahLst/>
              <a:cxnLst/>
              <a:rect l="l" t="t" r="r" b="b"/>
              <a:pathLst>
                <a:path w="11194" h="11192" extrusionOk="0">
                  <a:moveTo>
                    <a:pt x="5468" y="1"/>
                  </a:moveTo>
                  <a:cubicBezTo>
                    <a:pt x="8435" y="-51"/>
                    <a:pt x="11090" y="2499"/>
                    <a:pt x="11194" y="5466"/>
                  </a:cubicBezTo>
                  <a:cubicBezTo>
                    <a:pt x="11246" y="8433"/>
                    <a:pt x="8696" y="11088"/>
                    <a:pt x="5729" y="11192"/>
                  </a:cubicBezTo>
                  <a:cubicBezTo>
                    <a:pt x="2762" y="11244"/>
                    <a:pt x="107" y="8693"/>
                    <a:pt x="3" y="5726"/>
                  </a:cubicBezTo>
                  <a:cubicBezTo>
                    <a:pt x="-101" y="2760"/>
                    <a:pt x="2502" y="53"/>
                    <a:pt x="54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5" name="Google Shape;1085;p9"/>
            <p:cNvSpPr/>
            <p:nvPr/>
          </p:nvSpPr>
          <p:spPr>
            <a:xfrm>
              <a:off x="6443238" y="6465679"/>
              <a:ext cx="11142" cy="11145"/>
            </a:xfrm>
            <a:custGeom>
              <a:avLst/>
              <a:gdLst/>
              <a:ahLst/>
              <a:cxnLst/>
              <a:rect l="l" t="t" r="r" b="b"/>
              <a:pathLst>
                <a:path w="11142" h="11145" extrusionOk="0">
                  <a:moveTo>
                    <a:pt x="5729" y="11142"/>
                  </a:moveTo>
                  <a:cubicBezTo>
                    <a:pt x="2762" y="11246"/>
                    <a:pt x="107" y="8696"/>
                    <a:pt x="3" y="5729"/>
                  </a:cubicBezTo>
                  <a:cubicBezTo>
                    <a:pt x="-101" y="2762"/>
                    <a:pt x="2450" y="107"/>
                    <a:pt x="5416" y="3"/>
                  </a:cubicBezTo>
                  <a:cubicBezTo>
                    <a:pt x="8383" y="-101"/>
                    <a:pt x="11038" y="2398"/>
                    <a:pt x="11142" y="5417"/>
                  </a:cubicBezTo>
                  <a:cubicBezTo>
                    <a:pt x="11194" y="8383"/>
                    <a:pt x="8748" y="11038"/>
                    <a:pt x="5729" y="111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6" name="Google Shape;1086;p9"/>
            <p:cNvSpPr/>
            <p:nvPr/>
          </p:nvSpPr>
          <p:spPr>
            <a:xfrm>
              <a:off x="6423563" y="6513047"/>
              <a:ext cx="11093" cy="11195"/>
            </a:xfrm>
            <a:custGeom>
              <a:avLst/>
              <a:gdLst/>
              <a:ahLst/>
              <a:cxnLst/>
              <a:rect l="l" t="t" r="r" b="b"/>
              <a:pathLst>
                <a:path w="11093" h="11195" extrusionOk="0">
                  <a:moveTo>
                    <a:pt x="5729" y="3"/>
                  </a:moveTo>
                  <a:cubicBezTo>
                    <a:pt x="8748" y="107"/>
                    <a:pt x="11194" y="2710"/>
                    <a:pt x="11090" y="5729"/>
                  </a:cubicBezTo>
                  <a:cubicBezTo>
                    <a:pt x="10986" y="8748"/>
                    <a:pt x="8383" y="11246"/>
                    <a:pt x="5416" y="11194"/>
                  </a:cubicBezTo>
                  <a:cubicBezTo>
                    <a:pt x="2450" y="11090"/>
                    <a:pt x="-101" y="8435"/>
                    <a:pt x="3" y="5469"/>
                  </a:cubicBezTo>
                  <a:cubicBezTo>
                    <a:pt x="107" y="2450"/>
                    <a:pt x="2762" y="-101"/>
                    <a:pt x="5729" y="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7" name="Google Shape;1087;p9"/>
            <p:cNvSpPr/>
            <p:nvPr/>
          </p:nvSpPr>
          <p:spPr>
            <a:xfrm>
              <a:off x="6468226" y="6490667"/>
              <a:ext cx="55905" cy="55904"/>
            </a:xfrm>
            <a:custGeom>
              <a:avLst/>
              <a:gdLst/>
              <a:ahLst/>
              <a:cxnLst/>
              <a:rect l="l" t="t" r="r" b="b"/>
              <a:pathLst>
                <a:path w="55905" h="55904" extrusionOk="0">
                  <a:moveTo>
                    <a:pt x="0" y="27952"/>
                  </a:moveTo>
                  <a:cubicBezTo>
                    <a:pt x="0" y="12597"/>
                    <a:pt x="12701" y="-52"/>
                    <a:pt x="28004" y="0"/>
                  </a:cubicBezTo>
                  <a:cubicBezTo>
                    <a:pt x="43359" y="52"/>
                    <a:pt x="56060" y="12857"/>
                    <a:pt x="55904" y="28108"/>
                  </a:cubicBezTo>
                  <a:cubicBezTo>
                    <a:pt x="55747" y="43359"/>
                    <a:pt x="43255" y="55852"/>
                    <a:pt x="28056" y="55904"/>
                  </a:cubicBezTo>
                  <a:cubicBezTo>
                    <a:pt x="12805" y="56008"/>
                    <a:pt x="52" y="43307"/>
                    <a:pt x="0" y="27952"/>
                  </a:cubicBezTo>
                  <a:close/>
                  <a:moveTo>
                    <a:pt x="27952" y="11295"/>
                  </a:moveTo>
                  <a:cubicBezTo>
                    <a:pt x="18635" y="11295"/>
                    <a:pt x="11295" y="18687"/>
                    <a:pt x="11295" y="28004"/>
                  </a:cubicBezTo>
                  <a:cubicBezTo>
                    <a:pt x="11295" y="37321"/>
                    <a:pt x="18687" y="44661"/>
                    <a:pt x="28004" y="44661"/>
                  </a:cubicBezTo>
                  <a:cubicBezTo>
                    <a:pt x="37321" y="44661"/>
                    <a:pt x="44712" y="37217"/>
                    <a:pt x="44660" y="27952"/>
                  </a:cubicBezTo>
                  <a:cubicBezTo>
                    <a:pt x="44660" y="18635"/>
                    <a:pt x="37269" y="11243"/>
                    <a:pt x="27952" y="1129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8" name="Google Shape;1088;p9"/>
            <p:cNvSpPr/>
            <p:nvPr/>
          </p:nvSpPr>
          <p:spPr>
            <a:xfrm>
              <a:off x="6613607" y="6401294"/>
              <a:ext cx="66990" cy="66990"/>
            </a:xfrm>
            <a:custGeom>
              <a:avLst/>
              <a:gdLst/>
              <a:ahLst/>
              <a:cxnLst/>
              <a:rect l="l" t="t" r="r" b="b"/>
              <a:pathLst>
                <a:path w="66990" h="66990" extrusionOk="0">
                  <a:moveTo>
                    <a:pt x="0" y="33625"/>
                  </a:moveTo>
                  <a:cubicBezTo>
                    <a:pt x="-52" y="15095"/>
                    <a:pt x="14991" y="0"/>
                    <a:pt x="33469" y="0"/>
                  </a:cubicBezTo>
                  <a:cubicBezTo>
                    <a:pt x="51896" y="0"/>
                    <a:pt x="67043" y="15199"/>
                    <a:pt x="66991" y="33625"/>
                  </a:cubicBezTo>
                  <a:cubicBezTo>
                    <a:pt x="66939" y="51948"/>
                    <a:pt x="52000" y="66939"/>
                    <a:pt x="33626" y="66991"/>
                  </a:cubicBezTo>
                  <a:cubicBezTo>
                    <a:pt x="15043" y="67043"/>
                    <a:pt x="52" y="52156"/>
                    <a:pt x="0" y="33625"/>
                  </a:cubicBezTo>
                  <a:close/>
                  <a:moveTo>
                    <a:pt x="33365" y="11243"/>
                  </a:moveTo>
                  <a:cubicBezTo>
                    <a:pt x="20977" y="11295"/>
                    <a:pt x="10931" y="21445"/>
                    <a:pt x="11087" y="33678"/>
                  </a:cubicBezTo>
                  <a:cubicBezTo>
                    <a:pt x="11243" y="45858"/>
                    <a:pt x="21237" y="55800"/>
                    <a:pt x="33365" y="55904"/>
                  </a:cubicBezTo>
                  <a:cubicBezTo>
                    <a:pt x="45650" y="55956"/>
                    <a:pt x="55696" y="45910"/>
                    <a:pt x="55748" y="33521"/>
                  </a:cubicBezTo>
                  <a:cubicBezTo>
                    <a:pt x="55748" y="21081"/>
                    <a:pt x="45806" y="11191"/>
                    <a:pt x="33365" y="1124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89" name="Google Shape;1089;p9"/>
          <p:cNvSpPr txBox="1"/>
          <p:nvPr/>
        </p:nvSpPr>
        <p:spPr>
          <a:xfrm>
            <a:off x="875187" y="6390182"/>
            <a:ext cx="1378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University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090" name="Google Shape;1090;p9"/>
          <p:cNvSpPr txBox="1"/>
          <p:nvPr/>
        </p:nvSpPr>
        <p:spPr>
          <a:xfrm>
            <a:off x="3035846" y="6390182"/>
            <a:ext cx="10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Innovations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091" name="Google Shape;1091;p9"/>
          <p:cNvSpPr txBox="1"/>
          <p:nvPr/>
        </p:nvSpPr>
        <p:spPr>
          <a:xfrm>
            <a:off x="4848939" y="6276042"/>
            <a:ext cx="1155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Translational Research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092" name="Google Shape;1092;p9"/>
          <p:cNvSpPr txBox="1"/>
          <p:nvPr/>
        </p:nvSpPr>
        <p:spPr>
          <a:xfrm>
            <a:off x="6786916" y="6390182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Mobilization 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093" name="Google Shape;1093;p9"/>
          <p:cNvSpPr txBox="1"/>
          <p:nvPr/>
        </p:nvSpPr>
        <p:spPr>
          <a:xfrm>
            <a:off x="8690450" y="6390182"/>
            <a:ext cx="120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Collaborators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094" name="Google Shape;1094;p9"/>
          <p:cNvSpPr/>
          <p:nvPr/>
        </p:nvSpPr>
        <p:spPr>
          <a:xfrm>
            <a:off x="543031" y="6352930"/>
            <a:ext cx="332156" cy="336336"/>
          </a:xfrm>
          <a:custGeom>
            <a:avLst/>
            <a:gdLst/>
            <a:ahLst/>
            <a:cxnLst/>
            <a:rect l="l" t="t" r="r" b="b"/>
            <a:pathLst>
              <a:path w="332156" h="336336" extrusionOk="0">
                <a:moveTo>
                  <a:pt x="320402" y="336337"/>
                </a:moveTo>
                <a:cubicBezTo>
                  <a:pt x="224802" y="336337"/>
                  <a:pt x="129113" y="336337"/>
                  <a:pt x="33512" y="336337"/>
                </a:cubicBezTo>
                <a:cubicBezTo>
                  <a:pt x="32898" y="336161"/>
                  <a:pt x="32372" y="335810"/>
                  <a:pt x="31758" y="335723"/>
                </a:cubicBezTo>
                <a:cubicBezTo>
                  <a:pt x="16936" y="332565"/>
                  <a:pt x="6762" y="323970"/>
                  <a:pt x="2026" y="309498"/>
                </a:cubicBezTo>
                <a:cubicBezTo>
                  <a:pt x="-2535" y="295290"/>
                  <a:pt x="710" y="282572"/>
                  <a:pt x="10709" y="271521"/>
                </a:cubicBezTo>
                <a:cubicBezTo>
                  <a:pt x="11323" y="270820"/>
                  <a:pt x="11936" y="270118"/>
                  <a:pt x="12726" y="269241"/>
                </a:cubicBezTo>
                <a:cubicBezTo>
                  <a:pt x="11323" y="268802"/>
                  <a:pt x="10182" y="268451"/>
                  <a:pt x="9130" y="268013"/>
                </a:cubicBezTo>
                <a:cubicBezTo>
                  <a:pt x="3604" y="265733"/>
                  <a:pt x="8" y="260295"/>
                  <a:pt x="184" y="254331"/>
                </a:cubicBezTo>
                <a:cubicBezTo>
                  <a:pt x="359" y="248103"/>
                  <a:pt x="2990" y="242841"/>
                  <a:pt x="9042" y="241087"/>
                </a:cubicBezTo>
                <a:cubicBezTo>
                  <a:pt x="13691" y="239683"/>
                  <a:pt x="14305" y="236965"/>
                  <a:pt x="14392" y="233281"/>
                </a:cubicBezTo>
                <a:cubicBezTo>
                  <a:pt x="14480" y="230737"/>
                  <a:pt x="14129" y="228282"/>
                  <a:pt x="14129" y="225738"/>
                </a:cubicBezTo>
                <a:cubicBezTo>
                  <a:pt x="14041" y="223107"/>
                  <a:pt x="12989" y="221791"/>
                  <a:pt x="10270" y="221002"/>
                </a:cubicBezTo>
                <a:cubicBezTo>
                  <a:pt x="3692" y="219072"/>
                  <a:pt x="-343" y="212845"/>
                  <a:pt x="184" y="206179"/>
                </a:cubicBezTo>
                <a:cubicBezTo>
                  <a:pt x="798" y="198812"/>
                  <a:pt x="5622" y="193286"/>
                  <a:pt x="12901" y="192585"/>
                </a:cubicBezTo>
                <a:cubicBezTo>
                  <a:pt x="17988" y="192059"/>
                  <a:pt x="23163" y="192322"/>
                  <a:pt x="28338" y="192234"/>
                </a:cubicBezTo>
                <a:cubicBezTo>
                  <a:pt x="29478" y="192234"/>
                  <a:pt x="30530" y="192146"/>
                  <a:pt x="32197" y="192059"/>
                </a:cubicBezTo>
                <a:cubicBezTo>
                  <a:pt x="31232" y="191006"/>
                  <a:pt x="30706" y="190392"/>
                  <a:pt x="30180" y="189866"/>
                </a:cubicBezTo>
                <a:cubicBezTo>
                  <a:pt x="12112" y="170044"/>
                  <a:pt x="18515" y="139434"/>
                  <a:pt x="42897" y="128383"/>
                </a:cubicBezTo>
                <a:cubicBezTo>
                  <a:pt x="50791" y="124875"/>
                  <a:pt x="59035" y="124787"/>
                  <a:pt x="67367" y="125050"/>
                </a:cubicBezTo>
                <a:cubicBezTo>
                  <a:pt x="69735" y="125138"/>
                  <a:pt x="70788" y="124436"/>
                  <a:pt x="71490" y="122068"/>
                </a:cubicBezTo>
                <a:cubicBezTo>
                  <a:pt x="75524" y="108123"/>
                  <a:pt x="79734" y="94177"/>
                  <a:pt x="83856" y="80232"/>
                </a:cubicBezTo>
                <a:cubicBezTo>
                  <a:pt x="84119" y="79443"/>
                  <a:pt x="84207" y="78653"/>
                  <a:pt x="84470" y="77688"/>
                </a:cubicBezTo>
                <a:cubicBezTo>
                  <a:pt x="80173" y="76548"/>
                  <a:pt x="76226" y="75496"/>
                  <a:pt x="72191" y="74443"/>
                </a:cubicBezTo>
                <a:cubicBezTo>
                  <a:pt x="54387" y="69795"/>
                  <a:pt x="36670" y="65146"/>
                  <a:pt x="18865" y="60498"/>
                </a:cubicBezTo>
                <a:cubicBezTo>
                  <a:pt x="14743" y="59445"/>
                  <a:pt x="11323" y="57604"/>
                  <a:pt x="9568" y="53481"/>
                </a:cubicBezTo>
                <a:cubicBezTo>
                  <a:pt x="6499" y="46465"/>
                  <a:pt x="9919" y="39010"/>
                  <a:pt x="17462" y="36905"/>
                </a:cubicBezTo>
                <a:cubicBezTo>
                  <a:pt x="28864" y="33747"/>
                  <a:pt x="40266" y="30853"/>
                  <a:pt x="51668" y="27783"/>
                </a:cubicBezTo>
                <a:cubicBezTo>
                  <a:pt x="58947" y="25854"/>
                  <a:pt x="66227" y="23924"/>
                  <a:pt x="73507" y="22082"/>
                </a:cubicBezTo>
                <a:cubicBezTo>
                  <a:pt x="77892" y="20942"/>
                  <a:pt x="80874" y="23661"/>
                  <a:pt x="80173" y="27783"/>
                </a:cubicBezTo>
                <a:cubicBezTo>
                  <a:pt x="79734" y="30414"/>
                  <a:pt x="77717" y="31204"/>
                  <a:pt x="75524" y="31730"/>
                </a:cubicBezTo>
                <a:cubicBezTo>
                  <a:pt x="57983" y="36291"/>
                  <a:pt x="40441" y="40851"/>
                  <a:pt x="22900" y="45588"/>
                </a:cubicBezTo>
                <a:cubicBezTo>
                  <a:pt x="21233" y="46026"/>
                  <a:pt x="19742" y="47429"/>
                  <a:pt x="18251" y="48307"/>
                </a:cubicBezTo>
                <a:cubicBezTo>
                  <a:pt x="19742" y="49271"/>
                  <a:pt x="21146" y="50762"/>
                  <a:pt x="22724" y="51201"/>
                </a:cubicBezTo>
                <a:cubicBezTo>
                  <a:pt x="63157" y="61901"/>
                  <a:pt x="103766" y="71900"/>
                  <a:pt x="144023" y="83302"/>
                </a:cubicBezTo>
                <a:cubicBezTo>
                  <a:pt x="163494" y="88827"/>
                  <a:pt x="181474" y="85845"/>
                  <a:pt x="199893" y="79706"/>
                </a:cubicBezTo>
                <a:cubicBezTo>
                  <a:pt x="199717" y="79443"/>
                  <a:pt x="199717" y="79092"/>
                  <a:pt x="199454" y="78916"/>
                </a:cubicBezTo>
                <a:cubicBezTo>
                  <a:pt x="191648" y="71812"/>
                  <a:pt x="183930" y="64796"/>
                  <a:pt x="176036" y="57779"/>
                </a:cubicBezTo>
                <a:cubicBezTo>
                  <a:pt x="175335" y="57165"/>
                  <a:pt x="173668" y="57077"/>
                  <a:pt x="172616" y="57340"/>
                </a:cubicBezTo>
                <a:cubicBezTo>
                  <a:pt x="166038" y="59358"/>
                  <a:pt x="159811" y="58744"/>
                  <a:pt x="154022" y="55148"/>
                </a:cubicBezTo>
                <a:cubicBezTo>
                  <a:pt x="152619" y="54271"/>
                  <a:pt x="151215" y="52166"/>
                  <a:pt x="151040" y="50499"/>
                </a:cubicBezTo>
                <a:cubicBezTo>
                  <a:pt x="150689" y="45588"/>
                  <a:pt x="150689" y="40676"/>
                  <a:pt x="150952" y="35764"/>
                </a:cubicBezTo>
                <a:cubicBezTo>
                  <a:pt x="151391" y="27959"/>
                  <a:pt x="157267" y="22345"/>
                  <a:pt x="165073" y="22170"/>
                </a:cubicBezTo>
                <a:cubicBezTo>
                  <a:pt x="172791" y="21907"/>
                  <a:pt x="178843" y="26906"/>
                  <a:pt x="179808" y="34624"/>
                </a:cubicBezTo>
                <a:cubicBezTo>
                  <a:pt x="180246" y="38045"/>
                  <a:pt x="180159" y="41641"/>
                  <a:pt x="180159" y="45061"/>
                </a:cubicBezTo>
                <a:cubicBezTo>
                  <a:pt x="180159" y="47166"/>
                  <a:pt x="180773" y="48657"/>
                  <a:pt x="182351" y="50148"/>
                </a:cubicBezTo>
                <a:cubicBezTo>
                  <a:pt x="191385" y="58217"/>
                  <a:pt x="200419" y="66374"/>
                  <a:pt x="209365" y="74619"/>
                </a:cubicBezTo>
                <a:cubicBezTo>
                  <a:pt x="211119" y="76197"/>
                  <a:pt x="212610" y="76636"/>
                  <a:pt x="214891" y="76022"/>
                </a:cubicBezTo>
                <a:cubicBezTo>
                  <a:pt x="246378" y="67690"/>
                  <a:pt x="277864" y="59445"/>
                  <a:pt x="309264" y="51113"/>
                </a:cubicBezTo>
                <a:cubicBezTo>
                  <a:pt x="310930" y="50675"/>
                  <a:pt x="312333" y="49184"/>
                  <a:pt x="313824" y="48219"/>
                </a:cubicBezTo>
                <a:cubicBezTo>
                  <a:pt x="312246" y="47254"/>
                  <a:pt x="310842" y="45851"/>
                  <a:pt x="309176" y="45412"/>
                </a:cubicBezTo>
                <a:cubicBezTo>
                  <a:pt x="270234" y="35063"/>
                  <a:pt x="231117" y="25240"/>
                  <a:pt x="192350" y="14452"/>
                </a:cubicBezTo>
                <a:cubicBezTo>
                  <a:pt x="174545" y="9452"/>
                  <a:pt x="157443" y="8926"/>
                  <a:pt x="139813" y="14539"/>
                </a:cubicBezTo>
                <a:cubicBezTo>
                  <a:pt x="127534" y="18486"/>
                  <a:pt x="114905" y="21205"/>
                  <a:pt x="102450" y="24450"/>
                </a:cubicBezTo>
                <a:cubicBezTo>
                  <a:pt x="99907" y="25152"/>
                  <a:pt x="97889" y="24889"/>
                  <a:pt x="96486" y="22521"/>
                </a:cubicBezTo>
                <a:cubicBezTo>
                  <a:pt x="94557" y="19363"/>
                  <a:pt x="95960" y="16030"/>
                  <a:pt x="99907" y="15066"/>
                </a:cubicBezTo>
                <a:cubicBezTo>
                  <a:pt x="116133" y="10768"/>
                  <a:pt x="132358" y="6383"/>
                  <a:pt x="148672" y="2173"/>
                </a:cubicBezTo>
                <a:cubicBezTo>
                  <a:pt x="160512" y="-809"/>
                  <a:pt x="172440" y="-722"/>
                  <a:pt x="184369" y="2436"/>
                </a:cubicBezTo>
                <a:cubicBezTo>
                  <a:pt x="208313" y="8751"/>
                  <a:pt x="232344" y="14978"/>
                  <a:pt x="256288" y="21293"/>
                </a:cubicBezTo>
                <a:cubicBezTo>
                  <a:pt x="275233" y="26292"/>
                  <a:pt x="294178" y="31116"/>
                  <a:pt x="312947" y="36291"/>
                </a:cubicBezTo>
                <a:cubicBezTo>
                  <a:pt x="315929" y="37080"/>
                  <a:pt x="319262" y="38834"/>
                  <a:pt x="321104" y="41202"/>
                </a:cubicBezTo>
                <a:cubicBezTo>
                  <a:pt x="326454" y="47780"/>
                  <a:pt x="322946" y="57516"/>
                  <a:pt x="314789" y="59796"/>
                </a:cubicBezTo>
                <a:cubicBezTo>
                  <a:pt x="299967" y="63918"/>
                  <a:pt x="285056" y="67690"/>
                  <a:pt x="270146" y="71637"/>
                </a:cubicBezTo>
                <a:cubicBezTo>
                  <a:pt x="262691" y="73566"/>
                  <a:pt x="255236" y="75583"/>
                  <a:pt x="247693" y="77601"/>
                </a:cubicBezTo>
                <a:cubicBezTo>
                  <a:pt x="247869" y="78566"/>
                  <a:pt x="247956" y="79179"/>
                  <a:pt x="248219" y="79793"/>
                </a:cubicBezTo>
                <a:cubicBezTo>
                  <a:pt x="252517" y="94265"/>
                  <a:pt x="256815" y="108649"/>
                  <a:pt x="261288" y="123121"/>
                </a:cubicBezTo>
                <a:cubicBezTo>
                  <a:pt x="261551" y="123910"/>
                  <a:pt x="263305" y="124787"/>
                  <a:pt x="264445" y="124787"/>
                </a:cubicBezTo>
                <a:cubicBezTo>
                  <a:pt x="275496" y="124875"/>
                  <a:pt x="286547" y="124787"/>
                  <a:pt x="297598" y="124875"/>
                </a:cubicBezTo>
                <a:cubicBezTo>
                  <a:pt x="305843" y="124963"/>
                  <a:pt x="311456" y="130488"/>
                  <a:pt x="311807" y="138557"/>
                </a:cubicBezTo>
                <a:cubicBezTo>
                  <a:pt x="312158" y="147328"/>
                  <a:pt x="307071" y="153555"/>
                  <a:pt x="298739" y="154432"/>
                </a:cubicBezTo>
                <a:cubicBezTo>
                  <a:pt x="296721" y="154608"/>
                  <a:pt x="296020" y="155397"/>
                  <a:pt x="296020" y="157239"/>
                </a:cubicBezTo>
                <a:cubicBezTo>
                  <a:pt x="296020" y="161361"/>
                  <a:pt x="296020" y="165483"/>
                  <a:pt x="296020" y="169606"/>
                </a:cubicBezTo>
                <a:cubicBezTo>
                  <a:pt x="296020" y="171535"/>
                  <a:pt x="296897" y="172061"/>
                  <a:pt x="298826" y="172324"/>
                </a:cubicBezTo>
                <a:cubicBezTo>
                  <a:pt x="306106" y="173289"/>
                  <a:pt x="311456" y="178289"/>
                  <a:pt x="312070" y="185568"/>
                </a:cubicBezTo>
                <a:cubicBezTo>
                  <a:pt x="312333" y="188813"/>
                  <a:pt x="311193" y="192322"/>
                  <a:pt x="310667" y="196005"/>
                </a:cubicBezTo>
                <a:cubicBezTo>
                  <a:pt x="321981" y="201969"/>
                  <a:pt x="329436" y="211529"/>
                  <a:pt x="331629" y="224861"/>
                </a:cubicBezTo>
                <a:cubicBezTo>
                  <a:pt x="333734" y="238368"/>
                  <a:pt x="328998" y="249594"/>
                  <a:pt x="319438" y="259242"/>
                </a:cubicBezTo>
                <a:cubicBezTo>
                  <a:pt x="320841" y="259681"/>
                  <a:pt x="321893" y="260032"/>
                  <a:pt x="322946" y="260382"/>
                </a:cubicBezTo>
                <a:cubicBezTo>
                  <a:pt x="328471" y="262575"/>
                  <a:pt x="332067" y="267837"/>
                  <a:pt x="332155" y="273889"/>
                </a:cubicBezTo>
                <a:cubicBezTo>
                  <a:pt x="332243" y="279941"/>
                  <a:pt x="328910" y="285905"/>
                  <a:pt x="323209" y="287484"/>
                </a:cubicBezTo>
                <a:cubicBezTo>
                  <a:pt x="318648" y="288712"/>
                  <a:pt x="318122" y="291518"/>
                  <a:pt x="317947" y="295114"/>
                </a:cubicBezTo>
                <a:cubicBezTo>
                  <a:pt x="317859" y="297833"/>
                  <a:pt x="318297" y="300552"/>
                  <a:pt x="318297" y="303271"/>
                </a:cubicBezTo>
                <a:cubicBezTo>
                  <a:pt x="318297" y="305727"/>
                  <a:pt x="319525" y="306779"/>
                  <a:pt x="321893" y="307481"/>
                </a:cubicBezTo>
                <a:cubicBezTo>
                  <a:pt x="329348" y="309674"/>
                  <a:pt x="333295" y="316778"/>
                  <a:pt x="331804" y="324409"/>
                </a:cubicBezTo>
                <a:cubicBezTo>
                  <a:pt x="330489" y="330899"/>
                  <a:pt x="326103" y="334232"/>
                  <a:pt x="320402" y="336337"/>
                </a:cubicBezTo>
                <a:close/>
                <a:moveTo>
                  <a:pt x="87540" y="279239"/>
                </a:moveTo>
                <a:cubicBezTo>
                  <a:pt x="88768" y="279239"/>
                  <a:pt x="89820" y="279239"/>
                  <a:pt x="90961" y="279239"/>
                </a:cubicBezTo>
                <a:cubicBezTo>
                  <a:pt x="165687" y="279239"/>
                  <a:pt x="240413" y="279239"/>
                  <a:pt x="315140" y="279239"/>
                </a:cubicBezTo>
                <a:cubicBezTo>
                  <a:pt x="316017" y="279239"/>
                  <a:pt x="316894" y="279327"/>
                  <a:pt x="317771" y="279152"/>
                </a:cubicBezTo>
                <a:cubicBezTo>
                  <a:pt x="320490" y="278801"/>
                  <a:pt x="322507" y="276520"/>
                  <a:pt x="322244" y="273977"/>
                </a:cubicBezTo>
                <a:cubicBezTo>
                  <a:pt x="321981" y="271258"/>
                  <a:pt x="320490" y="269592"/>
                  <a:pt x="317596" y="269328"/>
                </a:cubicBezTo>
                <a:cubicBezTo>
                  <a:pt x="316543" y="269241"/>
                  <a:pt x="315403" y="269241"/>
                  <a:pt x="314351" y="269241"/>
                </a:cubicBezTo>
                <a:cubicBezTo>
                  <a:pt x="299265" y="269241"/>
                  <a:pt x="284179" y="269241"/>
                  <a:pt x="269094" y="269153"/>
                </a:cubicBezTo>
                <a:cubicBezTo>
                  <a:pt x="267427" y="269153"/>
                  <a:pt x="265235" y="268802"/>
                  <a:pt x="264357" y="267750"/>
                </a:cubicBezTo>
                <a:cubicBezTo>
                  <a:pt x="263305" y="266434"/>
                  <a:pt x="262779" y="263891"/>
                  <a:pt x="263393" y="262487"/>
                </a:cubicBezTo>
                <a:cubicBezTo>
                  <a:pt x="264007" y="261084"/>
                  <a:pt x="266199" y="259593"/>
                  <a:pt x="267778" y="259505"/>
                </a:cubicBezTo>
                <a:cubicBezTo>
                  <a:pt x="276198" y="259242"/>
                  <a:pt x="284618" y="259418"/>
                  <a:pt x="293038" y="259330"/>
                </a:cubicBezTo>
                <a:cubicBezTo>
                  <a:pt x="311719" y="259067"/>
                  <a:pt x="324963" y="243279"/>
                  <a:pt x="321806" y="225387"/>
                </a:cubicBezTo>
                <a:cubicBezTo>
                  <a:pt x="319350" y="211529"/>
                  <a:pt x="307246" y="201969"/>
                  <a:pt x="291985" y="201969"/>
                </a:cubicBezTo>
                <a:cubicBezTo>
                  <a:pt x="200419" y="201969"/>
                  <a:pt x="108853" y="201969"/>
                  <a:pt x="17287" y="201969"/>
                </a:cubicBezTo>
                <a:cubicBezTo>
                  <a:pt x="16673" y="201969"/>
                  <a:pt x="15971" y="201969"/>
                  <a:pt x="15357" y="201969"/>
                </a:cubicBezTo>
                <a:cubicBezTo>
                  <a:pt x="12112" y="202233"/>
                  <a:pt x="10007" y="204338"/>
                  <a:pt x="10095" y="207056"/>
                </a:cubicBezTo>
                <a:cubicBezTo>
                  <a:pt x="10182" y="209688"/>
                  <a:pt x="12200" y="211705"/>
                  <a:pt x="15269" y="211968"/>
                </a:cubicBezTo>
                <a:cubicBezTo>
                  <a:pt x="16497" y="212056"/>
                  <a:pt x="17637" y="211968"/>
                  <a:pt x="18865" y="211968"/>
                </a:cubicBezTo>
                <a:cubicBezTo>
                  <a:pt x="109204" y="211968"/>
                  <a:pt x="199630" y="211968"/>
                  <a:pt x="289968" y="211968"/>
                </a:cubicBezTo>
                <a:cubicBezTo>
                  <a:pt x="291634" y="211968"/>
                  <a:pt x="293213" y="211968"/>
                  <a:pt x="294880" y="212056"/>
                </a:cubicBezTo>
                <a:cubicBezTo>
                  <a:pt x="303036" y="212494"/>
                  <a:pt x="309965" y="218283"/>
                  <a:pt x="311895" y="226089"/>
                </a:cubicBezTo>
                <a:cubicBezTo>
                  <a:pt x="313824" y="234070"/>
                  <a:pt x="310404" y="242227"/>
                  <a:pt x="303475" y="246525"/>
                </a:cubicBezTo>
                <a:cubicBezTo>
                  <a:pt x="299703" y="248893"/>
                  <a:pt x="295494" y="249244"/>
                  <a:pt x="291196" y="249244"/>
                </a:cubicBezTo>
                <a:cubicBezTo>
                  <a:pt x="224889" y="249244"/>
                  <a:pt x="158583" y="249244"/>
                  <a:pt x="92276" y="249244"/>
                </a:cubicBezTo>
                <a:cubicBezTo>
                  <a:pt x="90785" y="249244"/>
                  <a:pt x="89294" y="249244"/>
                  <a:pt x="87803" y="249244"/>
                </a:cubicBezTo>
                <a:cubicBezTo>
                  <a:pt x="87803" y="252840"/>
                  <a:pt x="87803" y="255909"/>
                  <a:pt x="87803" y="259330"/>
                </a:cubicBezTo>
                <a:cubicBezTo>
                  <a:pt x="89470" y="259330"/>
                  <a:pt x="90873" y="259330"/>
                  <a:pt x="92276" y="259330"/>
                </a:cubicBezTo>
                <a:cubicBezTo>
                  <a:pt x="140866" y="259330"/>
                  <a:pt x="189456" y="259330"/>
                  <a:pt x="237958" y="259330"/>
                </a:cubicBezTo>
                <a:cubicBezTo>
                  <a:pt x="239186" y="259330"/>
                  <a:pt x="240326" y="259330"/>
                  <a:pt x="241554" y="259330"/>
                </a:cubicBezTo>
                <a:cubicBezTo>
                  <a:pt x="244623" y="259505"/>
                  <a:pt x="246290" y="261172"/>
                  <a:pt x="246290" y="264066"/>
                </a:cubicBezTo>
                <a:cubicBezTo>
                  <a:pt x="246290" y="266873"/>
                  <a:pt x="244623" y="268802"/>
                  <a:pt x="241729" y="269065"/>
                </a:cubicBezTo>
                <a:cubicBezTo>
                  <a:pt x="240677" y="269153"/>
                  <a:pt x="239536" y="269153"/>
                  <a:pt x="238484" y="269153"/>
                </a:cubicBezTo>
                <a:cubicBezTo>
                  <a:pt x="189719" y="269153"/>
                  <a:pt x="140866" y="269153"/>
                  <a:pt x="92101" y="269153"/>
                </a:cubicBezTo>
                <a:cubicBezTo>
                  <a:pt x="90697" y="269153"/>
                  <a:pt x="89294" y="269153"/>
                  <a:pt x="87715" y="269153"/>
                </a:cubicBezTo>
                <a:cubicBezTo>
                  <a:pt x="87540" y="272661"/>
                  <a:pt x="87540" y="275643"/>
                  <a:pt x="87540" y="279239"/>
                </a:cubicBezTo>
                <a:close/>
                <a:moveTo>
                  <a:pt x="308211" y="289063"/>
                </a:moveTo>
                <a:cubicBezTo>
                  <a:pt x="307597" y="289063"/>
                  <a:pt x="306983" y="289063"/>
                  <a:pt x="306282" y="289063"/>
                </a:cubicBezTo>
                <a:cubicBezTo>
                  <a:pt x="232783" y="289063"/>
                  <a:pt x="159284" y="289063"/>
                  <a:pt x="85786" y="289063"/>
                </a:cubicBezTo>
                <a:cubicBezTo>
                  <a:pt x="84470" y="289063"/>
                  <a:pt x="82979" y="289501"/>
                  <a:pt x="81751" y="290115"/>
                </a:cubicBezTo>
                <a:cubicBezTo>
                  <a:pt x="75349" y="293360"/>
                  <a:pt x="68946" y="296781"/>
                  <a:pt x="62543" y="300114"/>
                </a:cubicBezTo>
                <a:cubicBezTo>
                  <a:pt x="57544" y="302657"/>
                  <a:pt x="54211" y="300640"/>
                  <a:pt x="54124" y="294939"/>
                </a:cubicBezTo>
                <a:cubicBezTo>
                  <a:pt x="54124" y="293097"/>
                  <a:pt x="54124" y="291255"/>
                  <a:pt x="54124" y="289150"/>
                </a:cubicBezTo>
                <a:cubicBezTo>
                  <a:pt x="48160" y="289150"/>
                  <a:pt x="42546" y="288887"/>
                  <a:pt x="36845" y="289238"/>
                </a:cubicBezTo>
                <a:cubicBezTo>
                  <a:pt x="32811" y="289501"/>
                  <a:pt x="29916" y="293448"/>
                  <a:pt x="29741" y="297482"/>
                </a:cubicBezTo>
                <a:cubicBezTo>
                  <a:pt x="29566" y="301517"/>
                  <a:pt x="32285" y="305201"/>
                  <a:pt x="36319" y="306165"/>
                </a:cubicBezTo>
                <a:cubicBezTo>
                  <a:pt x="37898" y="306516"/>
                  <a:pt x="39564" y="306604"/>
                  <a:pt x="41231" y="306604"/>
                </a:cubicBezTo>
                <a:cubicBezTo>
                  <a:pt x="129113" y="306604"/>
                  <a:pt x="216908" y="306604"/>
                  <a:pt x="304790" y="306604"/>
                </a:cubicBezTo>
                <a:cubicBezTo>
                  <a:pt x="305931" y="306604"/>
                  <a:pt x="307159" y="306604"/>
                  <a:pt x="308299" y="306604"/>
                </a:cubicBezTo>
                <a:cubicBezTo>
                  <a:pt x="308211" y="300815"/>
                  <a:pt x="308211" y="295202"/>
                  <a:pt x="308211" y="289063"/>
                </a:cubicBezTo>
                <a:close/>
                <a:moveTo>
                  <a:pt x="193578" y="134873"/>
                </a:moveTo>
                <a:cubicBezTo>
                  <a:pt x="191999" y="134873"/>
                  <a:pt x="190771" y="134873"/>
                  <a:pt x="189631" y="134873"/>
                </a:cubicBezTo>
                <a:cubicBezTo>
                  <a:pt x="146830" y="134873"/>
                  <a:pt x="104117" y="134873"/>
                  <a:pt x="61316" y="134873"/>
                </a:cubicBezTo>
                <a:cubicBezTo>
                  <a:pt x="59912" y="134873"/>
                  <a:pt x="58509" y="134873"/>
                  <a:pt x="57018" y="134961"/>
                </a:cubicBezTo>
                <a:cubicBezTo>
                  <a:pt x="38161" y="136101"/>
                  <a:pt x="25268" y="154432"/>
                  <a:pt x="30969" y="172237"/>
                </a:cubicBezTo>
                <a:cubicBezTo>
                  <a:pt x="34126" y="182235"/>
                  <a:pt x="44037" y="192322"/>
                  <a:pt x="60175" y="192234"/>
                </a:cubicBezTo>
                <a:cubicBezTo>
                  <a:pt x="138498" y="192059"/>
                  <a:pt x="216820" y="192146"/>
                  <a:pt x="295143" y="192146"/>
                </a:cubicBezTo>
                <a:cubicBezTo>
                  <a:pt x="296107" y="192146"/>
                  <a:pt x="297072" y="192146"/>
                  <a:pt x="298125" y="192059"/>
                </a:cubicBezTo>
                <a:cubicBezTo>
                  <a:pt x="300931" y="191795"/>
                  <a:pt x="302247" y="190129"/>
                  <a:pt x="302335" y="187498"/>
                </a:cubicBezTo>
                <a:cubicBezTo>
                  <a:pt x="302422" y="184779"/>
                  <a:pt x="301194" y="182849"/>
                  <a:pt x="298388" y="182235"/>
                </a:cubicBezTo>
                <a:cubicBezTo>
                  <a:pt x="297248" y="181972"/>
                  <a:pt x="296020" y="182148"/>
                  <a:pt x="294792" y="182148"/>
                </a:cubicBezTo>
                <a:cubicBezTo>
                  <a:pt x="217083" y="182148"/>
                  <a:pt x="139463" y="182148"/>
                  <a:pt x="61754" y="182148"/>
                </a:cubicBezTo>
                <a:cubicBezTo>
                  <a:pt x="60000" y="182148"/>
                  <a:pt x="58246" y="182148"/>
                  <a:pt x="56492" y="182060"/>
                </a:cubicBezTo>
                <a:cubicBezTo>
                  <a:pt x="46405" y="181358"/>
                  <a:pt x="38424" y="171623"/>
                  <a:pt x="39740" y="161536"/>
                </a:cubicBezTo>
                <a:cubicBezTo>
                  <a:pt x="41055" y="151275"/>
                  <a:pt x="48773" y="144784"/>
                  <a:pt x="59825" y="144784"/>
                </a:cubicBezTo>
                <a:cubicBezTo>
                  <a:pt x="102626" y="144784"/>
                  <a:pt x="145339" y="144784"/>
                  <a:pt x="188140" y="144784"/>
                </a:cubicBezTo>
                <a:cubicBezTo>
                  <a:pt x="189543" y="144784"/>
                  <a:pt x="190859" y="144784"/>
                  <a:pt x="192175" y="144784"/>
                </a:cubicBezTo>
                <a:cubicBezTo>
                  <a:pt x="192701" y="141276"/>
                  <a:pt x="193139" y="138294"/>
                  <a:pt x="193578" y="134873"/>
                </a:cubicBezTo>
                <a:close/>
                <a:moveTo>
                  <a:pt x="195595" y="124875"/>
                </a:moveTo>
                <a:cubicBezTo>
                  <a:pt x="197612" y="121542"/>
                  <a:pt x="198753" y="117507"/>
                  <a:pt x="201384" y="115578"/>
                </a:cubicBezTo>
                <a:cubicBezTo>
                  <a:pt x="206032" y="112157"/>
                  <a:pt x="205857" y="107947"/>
                  <a:pt x="205681" y="103299"/>
                </a:cubicBezTo>
                <a:cubicBezTo>
                  <a:pt x="205594" y="100755"/>
                  <a:pt x="205681" y="98300"/>
                  <a:pt x="205681" y="95756"/>
                </a:cubicBezTo>
                <a:cubicBezTo>
                  <a:pt x="205681" y="93563"/>
                  <a:pt x="205681" y="91283"/>
                  <a:pt x="205681" y="88827"/>
                </a:cubicBezTo>
                <a:cubicBezTo>
                  <a:pt x="200507" y="90143"/>
                  <a:pt x="195946" y="91195"/>
                  <a:pt x="191473" y="92599"/>
                </a:cubicBezTo>
                <a:cubicBezTo>
                  <a:pt x="174633" y="97949"/>
                  <a:pt x="157881" y="97686"/>
                  <a:pt x="140866" y="92686"/>
                </a:cubicBezTo>
                <a:cubicBezTo>
                  <a:pt x="125517" y="88126"/>
                  <a:pt x="109905" y="84442"/>
                  <a:pt x="94030" y="80232"/>
                </a:cubicBezTo>
                <a:cubicBezTo>
                  <a:pt x="89645" y="95142"/>
                  <a:pt x="85260" y="109965"/>
                  <a:pt x="80787" y="124875"/>
                </a:cubicBezTo>
                <a:cubicBezTo>
                  <a:pt x="119465" y="124875"/>
                  <a:pt x="157618" y="124875"/>
                  <a:pt x="195595" y="124875"/>
                </a:cubicBezTo>
                <a:close/>
                <a:moveTo>
                  <a:pt x="191561" y="154871"/>
                </a:moveTo>
                <a:cubicBezTo>
                  <a:pt x="190420" y="154783"/>
                  <a:pt x="189543" y="154695"/>
                  <a:pt x="188754" y="154695"/>
                </a:cubicBezTo>
                <a:cubicBezTo>
                  <a:pt x="145778" y="154695"/>
                  <a:pt x="102801" y="154695"/>
                  <a:pt x="59737" y="154695"/>
                </a:cubicBezTo>
                <a:cubicBezTo>
                  <a:pt x="58509" y="154695"/>
                  <a:pt x="57281" y="154783"/>
                  <a:pt x="56141" y="155046"/>
                </a:cubicBezTo>
                <a:cubicBezTo>
                  <a:pt x="52019" y="156011"/>
                  <a:pt x="49212" y="159870"/>
                  <a:pt x="49475" y="163992"/>
                </a:cubicBezTo>
                <a:cubicBezTo>
                  <a:pt x="49738" y="168202"/>
                  <a:pt x="52983" y="171710"/>
                  <a:pt x="57106" y="172149"/>
                </a:cubicBezTo>
                <a:cubicBezTo>
                  <a:pt x="58334" y="172324"/>
                  <a:pt x="59474" y="172237"/>
                  <a:pt x="60702" y="172237"/>
                </a:cubicBezTo>
                <a:cubicBezTo>
                  <a:pt x="134639" y="172237"/>
                  <a:pt x="208576" y="172237"/>
                  <a:pt x="282601" y="172237"/>
                </a:cubicBezTo>
                <a:cubicBezTo>
                  <a:pt x="283741" y="172237"/>
                  <a:pt x="284969" y="172237"/>
                  <a:pt x="285933" y="172237"/>
                </a:cubicBezTo>
                <a:cubicBezTo>
                  <a:pt x="285933" y="166185"/>
                  <a:pt x="285933" y="160572"/>
                  <a:pt x="285933" y="154783"/>
                </a:cubicBezTo>
                <a:cubicBezTo>
                  <a:pt x="267340" y="154783"/>
                  <a:pt x="248746" y="154783"/>
                  <a:pt x="229976" y="154783"/>
                </a:cubicBezTo>
                <a:cubicBezTo>
                  <a:pt x="229889" y="155485"/>
                  <a:pt x="229801" y="156011"/>
                  <a:pt x="229801" y="156537"/>
                </a:cubicBezTo>
                <a:cubicBezTo>
                  <a:pt x="229450" y="162063"/>
                  <a:pt x="228222" y="163203"/>
                  <a:pt x="222872" y="163291"/>
                </a:cubicBezTo>
                <a:cubicBezTo>
                  <a:pt x="214452" y="163291"/>
                  <a:pt x="206032" y="163291"/>
                  <a:pt x="197612" y="163291"/>
                </a:cubicBezTo>
                <a:cubicBezTo>
                  <a:pt x="193578" y="163291"/>
                  <a:pt x="192175" y="161887"/>
                  <a:pt x="191824" y="157765"/>
                </a:cubicBezTo>
                <a:cubicBezTo>
                  <a:pt x="191648" y="156976"/>
                  <a:pt x="191648" y="156099"/>
                  <a:pt x="191561" y="154871"/>
                </a:cubicBezTo>
                <a:close/>
                <a:moveTo>
                  <a:pt x="53948" y="269328"/>
                </a:moveTo>
                <a:cubicBezTo>
                  <a:pt x="48160" y="269328"/>
                  <a:pt x="42634" y="269153"/>
                  <a:pt x="37108" y="269328"/>
                </a:cubicBezTo>
                <a:cubicBezTo>
                  <a:pt x="22198" y="269942"/>
                  <a:pt x="10007" y="282748"/>
                  <a:pt x="9919" y="297658"/>
                </a:cubicBezTo>
                <a:cubicBezTo>
                  <a:pt x="9832" y="313796"/>
                  <a:pt x="22724" y="326426"/>
                  <a:pt x="39389" y="326426"/>
                </a:cubicBezTo>
                <a:cubicBezTo>
                  <a:pt x="131394" y="326426"/>
                  <a:pt x="223398" y="326426"/>
                  <a:pt x="315491" y="326426"/>
                </a:cubicBezTo>
                <a:cubicBezTo>
                  <a:pt x="316368" y="326426"/>
                  <a:pt x="317245" y="326514"/>
                  <a:pt x="318122" y="326338"/>
                </a:cubicBezTo>
                <a:cubicBezTo>
                  <a:pt x="320841" y="325724"/>
                  <a:pt x="322420" y="323970"/>
                  <a:pt x="322244" y="321251"/>
                </a:cubicBezTo>
                <a:cubicBezTo>
                  <a:pt x="322069" y="318532"/>
                  <a:pt x="320490" y="316778"/>
                  <a:pt x="317683" y="316603"/>
                </a:cubicBezTo>
                <a:cubicBezTo>
                  <a:pt x="316456" y="316515"/>
                  <a:pt x="315315" y="316515"/>
                  <a:pt x="314087" y="316515"/>
                </a:cubicBezTo>
                <a:cubicBezTo>
                  <a:pt x="223486" y="316515"/>
                  <a:pt x="132885" y="316515"/>
                  <a:pt x="42283" y="316515"/>
                </a:cubicBezTo>
                <a:cubicBezTo>
                  <a:pt x="41055" y="316515"/>
                  <a:pt x="39915" y="316515"/>
                  <a:pt x="38687" y="316515"/>
                </a:cubicBezTo>
                <a:cubicBezTo>
                  <a:pt x="30004" y="315989"/>
                  <a:pt x="23602" y="311428"/>
                  <a:pt x="21146" y="304061"/>
                </a:cubicBezTo>
                <a:cubicBezTo>
                  <a:pt x="17023" y="291694"/>
                  <a:pt x="25443" y="279590"/>
                  <a:pt x="38512" y="279239"/>
                </a:cubicBezTo>
                <a:cubicBezTo>
                  <a:pt x="43599" y="279064"/>
                  <a:pt x="48773" y="279239"/>
                  <a:pt x="54036" y="279239"/>
                </a:cubicBezTo>
                <a:cubicBezTo>
                  <a:pt x="53948" y="275907"/>
                  <a:pt x="53948" y="272837"/>
                  <a:pt x="53948" y="269328"/>
                </a:cubicBezTo>
                <a:close/>
                <a:moveTo>
                  <a:pt x="87628" y="239508"/>
                </a:moveTo>
                <a:cubicBezTo>
                  <a:pt x="89206" y="239508"/>
                  <a:pt x="90610" y="239508"/>
                  <a:pt x="92013" y="239508"/>
                </a:cubicBezTo>
                <a:cubicBezTo>
                  <a:pt x="158232" y="239508"/>
                  <a:pt x="224363" y="239508"/>
                  <a:pt x="290582" y="239508"/>
                </a:cubicBezTo>
                <a:cubicBezTo>
                  <a:pt x="292073" y="239508"/>
                  <a:pt x="293652" y="239508"/>
                  <a:pt x="295143" y="239333"/>
                </a:cubicBezTo>
                <a:cubicBezTo>
                  <a:pt x="299177" y="238719"/>
                  <a:pt x="301808" y="235912"/>
                  <a:pt x="302335" y="231878"/>
                </a:cubicBezTo>
                <a:cubicBezTo>
                  <a:pt x="303124" y="225738"/>
                  <a:pt x="299002" y="221967"/>
                  <a:pt x="291547" y="221967"/>
                </a:cubicBezTo>
                <a:cubicBezTo>
                  <a:pt x="224714" y="221967"/>
                  <a:pt x="157881" y="221967"/>
                  <a:pt x="91048" y="221967"/>
                </a:cubicBezTo>
                <a:cubicBezTo>
                  <a:pt x="89908" y="221967"/>
                  <a:pt x="88768" y="222142"/>
                  <a:pt x="87628" y="222142"/>
                </a:cubicBezTo>
                <a:cubicBezTo>
                  <a:pt x="87628" y="228106"/>
                  <a:pt x="87628" y="233632"/>
                  <a:pt x="87628" y="239508"/>
                </a:cubicBezTo>
                <a:close/>
                <a:moveTo>
                  <a:pt x="238133" y="80320"/>
                </a:moveTo>
                <a:cubicBezTo>
                  <a:pt x="231029" y="82162"/>
                  <a:pt x="224275" y="83828"/>
                  <a:pt x="217522" y="85758"/>
                </a:cubicBezTo>
                <a:cubicBezTo>
                  <a:pt x="216645" y="86021"/>
                  <a:pt x="215680" y="87512"/>
                  <a:pt x="215592" y="88476"/>
                </a:cubicBezTo>
                <a:cubicBezTo>
                  <a:pt x="215417" y="95581"/>
                  <a:pt x="215505" y="102685"/>
                  <a:pt x="215505" y="109789"/>
                </a:cubicBezTo>
                <a:cubicBezTo>
                  <a:pt x="215505" y="110666"/>
                  <a:pt x="215855" y="111894"/>
                  <a:pt x="216469" y="112333"/>
                </a:cubicBezTo>
                <a:cubicBezTo>
                  <a:pt x="220592" y="115052"/>
                  <a:pt x="222784" y="119086"/>
                  <a:pt x="224626" y="123559"/>
                </a:cubicBezTo>
                <a:cubicBezTo>
                  <a:pt x="224889" y="124261"/>
                  <a:pt x="226030" y="125050"/>
                  <a:pt x="226731" y="125050"/>
                </a:cubicBezTo>
                <a:cubicBezTo>
                  <a:pt x="234800" y="125138"/>
                  <a:pt x="242869" y="125138"/>
                  <a:pt x="251377" y="125138"/>
                </a:cubicBezTo>
                <a:cubicBezTo>
                  <a:pt x="246904" y="109965"/>
                  <a:pt x="242606" y="95318"/>
                  <a:pt x="238133" y="80320"/>
                </a:cubicBezTo>
                <a:close/>
                <a:moveTo>
                  <a:pt x="64298" y="222142"/>
                </a:moveTo>
                <a:cubicBezTo>
                  <a:pt x="64298" y="244244"/>
                  <a:pt x="64298" y="265908"/>
                  <a:pt x="64298" y="288098"/>
                </a:cubicBezTo>
                <a:cubicBezTo>
                  <a:pt x="68157" y="286081"/>
                  <a:pt x="71577" y="284151"/>
                  <a:pt x="75086" y="282572"/>
                </a:cubicBezTo>
                <a:cubicBezTo>
                  <a:pt x="77103" y="281607"/>
                  <a:pt x="77629" y="280380"/>
                  <a:pt x="77629" y="278275"/>
                </a:cubicBezTo>
                <a:cubicBezTo>
                  <a:pt x="77541" y="260558"/>
                  <a:pt x="77541" y="242841"/>
                  <a:pt x="77541" y="225124"/>
                </a:cubicBezTo>
                <a:cubicBezTo>
                  <a:pt x="77541" y="224159"/>
                  <a:pt x="77454" y="223195"/>
                  <a:pt x="77366" y="222142"/>
                </a:cubicBezTo>
                <a:cubicBezTo>
                  <a:pt x="72893" y="222142"/>
                  <a:pt x="68683" y="222142"/>
                  <a:pt x="64298" y="222142"/>
                </a:cubicBezTo>
                <a:close/>
                <a:moveTo>
                  <a:pt x="227696" y="134873"/>
                </a:moveTo>
                <a:cubicBezTo>
                  <a:pt x="228222" y="138469"/>
                  <a:pt x="228661" y="141539"/>
                  <a:pt x="229099" y="144697"/>
                </a:cubicBezTo>
                <a:cubicBezTo>
                  <a:pt x="230064" y="144784"/>
                  <a:pt x="230678" y="144784"/>
                  <a:pt x="231292" y="144784"/>
                </a:cubicBezTo>
                <a:cubicBezTo>
                  <a:pt x="252956" y="144784"/>
                  <a:pt x="274619" y="144784"/>
                  <a:pt x="296283" y="144784"/>
                </a:cubicBezTo>
                <a:cubicBezTo>
                  <a:pt x="296897" y="144784"/>
                  <a:pt x="297598" y="144784"/>
                  <a:pt x="298212" y="144697"/>
                </a:cubicBezTo>
                <a:cubicBezTo>
                  <a:pt x="300756" y="144346"/>
                  <a:pt x="302159" y="142767"/>
                  <a:pt x="302422" y="140311"/>
                </a:cubicBezTo>
                <a:cubicBezTo>
                  <a:pt x="302686" y="137856"/>
                  <a:pt x="301545" y="136014"/>
                  <a:pt x="299177" y="135224"/>
                </a:cubicBezTo>
                <a:cubicBezTo>
                  <a:pt x="297949" y="134786"/>
                  <a:pt x="296634" y="134786"/>
                  <a:pt x="295318" y="134786"/>
                </a:cubicBezTo>
                <a:cubicBezTo>
                  <a:pt x="274005" y="134786"/>
                  <a:pt x="252692" y="134786"/>
                  <a:pt x="231292" y="134786"/>
                </a:cubicBezTo>
                <a:cubicBezTo>
                  <a:pt x="230327" y="134873"/>
                  <a:pt x="229275" y="134873"/>
                  <a:pt x="227696" y="134873"/>
                </a:cubicBezTo>
                <a:close/>
                <a:moveTo>
                  <a:pt x="54036" y="222142"/>
                </a:moveTo>
                <a:cubicBezTo>
                  <a:pt x="43686" y="222142"/>
                  <a:pt x="33776" y="222142"/>
                  <a:pt x="23952" y="222142"/>
                </a:cubicBezTo>
                <a:cubicBezTo>
                  <a:pt x="23952" y="228018"/>
                  <a:pt x="23952" y="233632"/>
                  <a:pt x="23952" y="239157"/>
                </a:cubicBezTo>
                <a:cubicBezTo>
                  <a:pt x="33951" y="239157"/>
                  <a:pt x="43950" y="239157"/>
                  <a:pt x="54036" y="239157"/>
                </a:cubicBezTo>
                <a:cubicBezTo>
                  <a:pt x="54036" y="233456"/>
                  <a:pt x="54036" y="228018"/>
                  <a:pt x="54036" y="222142"/>
                </a:cubicBezTo>
                <a:close/>
                <a:moveTo>
                  <a:pt x="53948" y="249594"/>
                </a:moveTo>
                <a:cubicBezTo>
                  <a:pt x="53071" y="249507"/>
                  <a:pt x="52457" y="249331"/>
                  <a:pt x="51843" y="249331"/>
                </a:cubicBezTo>
                <a:cubicBezTo>
                  <a:pt x="39915" y="249331"/>
                  <a:pt x="28075" y="249331"/>
                  <a:pt x="16146" y="249331"/>
                </a:cubicBezTo>
                <a:cubicBezTo>
                  <a:pt x="15269" y="249331"/>
                  <a:pt x="14217" y="249244"/>
                  <a:pt x="13603" y="249682"/>
                </a:cubicBezTo>
                <a:cubicBezTo>
                  <a:pt x="12287" y="250647"/>
                  <a:pt x="10621" y="251875"/>
                  <a:pt x="10270" y="253278"/>
                </a:cubicBezTo>
                <a:cubicBezTo>
                  <a:pt x="9919" y="254681"/>
                  <a:pt x="10621" y="256874"/>
                  <a:pt x="11673" y="257927"/>
                </a:cubicBezTo>
                <a:cubicBezTo>
                  <a:pt x="12726" y="258979"/>
                  <a:pt x="14831" y="259330"/>
                  <a:pt x="16497" y="259330"/>
                </a:cubicBezTo>
                <a:cubicBezTo>
                  <a:pt x="27022" y="259418"/>
                  <a:pt x="37635" y="259418"/>
                  <a:pt x="48247" y="259418"/>
                </a:cubicBezTo>
                <a:cubicBezTo>
                  <a:pt x="50089" y="259418"/>
                  <a:pt x="51931" y="259418"/>
                  <a:pt x="53948" y="259418"/>
                </a:cubicBezTo>
                <a:cubicBezTo>
                  <a:pt x="53948" y="255909"/>
                  <a:pt x="53948" y="252840"/>
                  <a:pt x="53948" y="249594"/>
                </a:cubicBezTo>
                <a:close/>
                <a:moveTo>
                  <a:pt x="219802" y="153292"/>
                </a:moveTo>
                <a:cubicBezTo>
                  <a:pt x="219627" y="150398"/>
                  <a:pt x="219715" y="147766"/>
                  <a:pt x="219188" y="145398"/>
                </a:cubicBezTo>
                <a:cubicBezTo>
                  <a:pt x="217610" y="138206"/>
                  <a:pt x="215943" y="131014"/>
                  <a:pt x="214014" y="123910"/>
                </a:cubicBezTo>
                <a:cubicBezTo>
                  <a:pt x="213663" y="122682"/>
                  <a:pt x="211909" y="121103"/>
                  <a:pt x="210593" y="120928"/>
                </a:cubicBezTo>
                <a:cubicBezTo>
                  <a:pt x="209628" y="120753"/>
                  <a:pt x="207962" y="122419"/>
                  <a:pt x="207436" y="123647"/>
                </a:cubicBezTo>
                <a:cubicBezTo>
                  <a:pt x="202875" y="132944"/>
                  <a:pt x="202261" y="143030"/>
                  <a:pt x="201559" y="153292"/>
                </a:cubicBezTo>
                <a:cubicBezTo>
                  <a:pt x="207786" y="153292"/>
                  <a:pt x="213575" y="153292"/>
                  <a:pt x="219802" y="153292"/>
                </a:cubicBezTo>
                <a:close/>
                <a:moveTo>
                  <a:pt x="160863" y="41378"/>
                </a:moveTo>
                <a:cubicBezTo>
                  <a:pt x="160863" y="41378"/>
                  <a:pt x="160863" y="41378"/>
                  <a:pt x="160863" y="41378"/>
                </a:cubicBezTo>
                <a:cubicBezTo>
                  <a:pt x="160863" y="42167"/>
                  <a:pt x="160863" y="42869"/>
                  <a:pt x="160863" y="43658"/>
                </a:cubicBezTo>
                <a:cubicBezTo>
                  <a:pt x="160863" y="48219"/>
                  <a:pt x="161740" y="49008"/>
                  <a:pt x="166389" y="48745"/>
                </a:cubicBezTo>
                <a:cubicBezTo>
                  <a:pt x="167266" y="48657"/>
                  <a:pt x="168231" y="48570"/>
                  <a:pt x="168932" y="48219"/>
                </a:cubicBezTo>
                <a:cubicBezTo>
                  <a:pt x="169546" y="47868"/>
                  <a:pt x="170423" y="47079"/>
                  <a:pt x="170423" y="46552"/>
                </a:cubicBezTo>
                <a:cubicBezTo>
                  <a:pt x="170511" y="43044"/>
                  <a:pt x="170599" y="39536"/>
                  <a:pt x="170248" y="36115"/>
                </a:cubicBezTo>
                <a:cubicBezTo>
                  <a:pt x="169985" y="33484"/>
                  <a:pt x="168055" y="32168"/>
                  <a:pt x="165424" y="32256"/>
                </a:cubicBezTo>
                <a:cubicBezTo>
                  <a:pt x="162793" y="32344"/>
                  <a:pt x="161214" y="33923"/>
                  <a:pt x="160951" y="36554"/>
                </a:cubicBezTo>
                <a:cubicBezTo>
                  <a:pt x="160775" y="38133"/>
                  <a:pt x="160863" y="39711"/>
                  <a:pt x="160863" y="4137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90204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5" name="Google Shape;1095;p9"/>
          <p:cNvSpPr txBox="1"/>
          <p:nvPr/>
        </p:nvSpPr>
        <p:spPr>
          <a:xfrm>
            <a:off x="10681522" y="6397891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Recognitions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grpSp>
        <p:nvGrpSpPr>
          <p:cNvPr id="1096" name="Google Shape;1096;p9"/>
          <p:cNvGrpSpPr/>
          <p:nvPr/>
        </p:nvGrpSpPr>
        <p:grpSpPr>
          <a:xfrm>
            <a:off x="10399521" y="6312157"/>
            <a:ext cx="318276" cy="423136"/>
            <a:chOff x="4890592" y="1835560"/>
            <a:chExt cx="2409354" cy="3203147"/>
          </a:xfrm>
        </p:grpSpPr>
        <p:sp>
          <p:nvSpPr>
            <p:cNvPr id="1097" name="Google Shape;1097;p9"/>
            <p:cNvSpPr/>
            <p:nvPr/>
          </p:nvSpPr>
          <p:spPr>
            <a:xfrm>
              <a:off x="4890592" y="1835560"/>
              <a:ext cx="2409354" cy="3203147"/>
            </a:xfrm>
            <a:custGeom>
              <a:avLst/>
              <a:gdLst/>
              <a:ahLst/>
              <a:cxnLst/>
              <a:rect l="l" t="t" r="r" b="b"/>
              <a:pathLst>
                <a:path w="2409354" h="3203147" extrusionOk="0">
                  <a:moveTo>
                    <a:pt x="692010" y="2856454"/>
                  </a:moveTo>
                  <a:cubicBezTo>
                    <a:pt x="692010" y="2680241"/>
                    <a:pt x="691057" y="2504981"/>
                    <a:pt x="692962" y="2328769"/>
                  </a:cubicBezTo>
                  <a:cubicBezTo>
                    <a:pt x="692962" y="2304956"/>
                    <a:pt x="685342" y="2293526"/>
                    <a:pt x="664387" y="2283049"/>
                  </a:cubicBezTo>
                  <a:cubicBezTo>
                    <a:pt x="208140" y="2034446"/>
                    <a:pt x="-11888" y="1647731"/>
                    <a:pt x="495" y="1128619"/>
                  </a:cubicBezTo>
                  <a:cubicBezTo>
                    <a:pt x="1447" y="1102901"/>
                    <a:pt x="4305" y="1076231"/>
                    <a:pt x="8115" y="1050514"/>
                  </a:cubicBezTo>
                  <a:cubicBezTo>
                    <a:pt x="12877" y="1017176"/>
                    <a:pt x="33832" y="998126"/>
                    <a:pt x="61455" y="1000031"/>
                  </a:cubicBezTo>
                  <a:cubicBezTo>
                    <a:pt x="90982" y="1001936"/>
                    <a:pt x="110032" y="1025749"/>
                    <a:pt x="106222" y="1060991"/>
                  </a:cubicBezTo>
                  <a:cubicBezTo>
                    <a:pt x="93840" y="1168624"/>
                    <a:pt x="91935" y="1277209"/>
                    <a:pt x="111937" y="1383889"/>
                  </a:cubicBezTo>
                  <a:cubicBezTo>
                    <a:pt x="184327" y="1773461"/>
                    <a:pt x="398640" y="2057306"/>
                    <a:pt x="761542" y="2218279"/>
                  </a:cubicBezTo>
                  <a:cubicBezTo>
                    <a:pt x="1309230" y="2460214"/>
                    <a:pt x="1943595" y="2222089"/>
                    <a:pt x="2202675" y="1682021"/>
                  </a:cubicBezTo>
                  <a:cubicBezTo>
                    <a:pt x="2520810" y="1019081"/>
                    <a:pt x="2107425" y="229459"/>
                    <a:pt x="1383525" y="113254"/>
                  </a:cubicBezTo>
                  <a:cubicBezTo>
                    <a:pt x="1240650" y="90394"/>
                    <a:pt x="1099680" y="93251"/>
                    <a:pt x="958710" y="126589"/>
                  </a:cubicBezTo>
                  <a:cubicBezTo>
                    <a:pt x="952995" y="127541"/>
                    <a:pt x="947280" y="129446"/>
                    <a:pt x="941565" y="129446"/>
                  </a:cubicBezTo>
                  <a:cubicBezTo>
                    <a:pt x="907275" y="134209"/>
                    <a:pt x="884415" y="120874"/>
                    <a:pt x="877747" y="93251"/>
                  </a:cubicBezTo>
                  <a:cubicBezTo>
                    <a:pt x="871080" y="66581"/>
                    <a:pt x="887272" y="40864"/>
                    <a:pt x="920610" y="34196"/>
                  </a:cubicBezTo>
                  <a:cubicBezTo>
                    <a:pt x="987285" y="21814"/>
                    <a:pt x="1053960" y="6574"/>
                    <a:pt x="1120635" y="2764"/>
                  </a:cubicBezTo>
                  <a:cubicBezTo>
                    <a:pt x="1718805" y="-37241"/>
                    <a:pt x="2249347" y="360904"/>
                    <a:pt x="2380792" y="947644"/>
                  </a:cubicBezTo>
                  <a:cubicBezTo>
                    <a:pt x="2498902" y="1476281"/>
                    <a:pt x="2242680" y="2025874"/>
                    <a:pt x="1760715" y="2273524"/>
                  </a:cubicBezTo>
                  <a:cubicBezTo>
                    <a:pt x="1726425" y="2291621"/>
                    <a:pt x="1714042" y="2308766"/>
                    <a:pt x="1714995" y="2347819"/>
                  </a:cubicBezTo>
                  <a:cubicBezTo>
                    <a:pt x="1715947" y="2481169"/>
                    <a:pt x="1715947" y="2614519"/>
                    <a:pt x="1715947" y="2747869"/>
                  </a:cubicBezTo>
                  <a:cubicBezTo>
                    <a:pt x="1715947" y="2809781"/>
                    <a:pt x="1715947" y="2871694"/>
                    <a:pt x="1715947" y="2933606"/>
                  </a:cubicBezTo>
                  <a:cubicBezTo>
                    <a:pt x="1715947" y="2970754"/>
                    <a:pt x="1715947" y="3007901"/>
                    <a:pt x="1715947" y="3044096"/>
                  </a:cubicBezTo>
                  <a:cubicBezTo>
                    <a:pt x="1715947" y="3089816"/>
                    <a:pt x="1730235" y="3163159"/>
                    <a:pt x="1687372" y="3195544"/>
                  </a:cubicBezTo>
                  <a:cubicBezTo>
                    <a:pt x="1665465" y="3212689"/>
                    <a:pt x="1642605" y="3197449"/>
                    <a:pt x="1623555" y="3183161"/>
                  </a:cubicBezTo>
                  <a:cubicBezTo>
                    <a:pt x="1519732" y="3104104"/>
                    <a:pt x="1414957" y="3025999"/>
                    <a:pt x="1310182" y="2947894"/>
                  </a:cubicBezTo>
                  <a:cubicBezTo>
                    <a:pt x="1291132" y="2933606"/>
                    <a:pt x="1272082" y="2919319"/>
                    <a:pt x="1253032" y="2905031"/>
                  </a:cubicBezTo>
                  <a:cubicBezTo>
                    <a:pt x="1203502" y="2867884"/>
                    <a:pt x="1203502" y="2867884"/>
                    <a:pt x="1153020" y="2905984"/>
                  </a:cubicBezTo>
                  <a:cubicBezTo>
                    <a:pt x="1031100" y="2997424"/>
                    <a:pt x="910132" y="3087911"/>
                    <a:pt x="788212" y="3179351"/>
                  </a:cubicBezTo>
                  <a:cubicBezTo>
                    <a:pt x="768210" y="3194591"/>
                    <a:pt x="747255" y="3209831"/>
                    <a:pt x="720585" y="3197449"/>
                  </a:cubicBezTo>
                  <a:cubicBezTo>
                    <a:pt x="692010" y="3184114"/>
                    <a:pt x="691057" y="3157444"/>
                    <a:pt x="691057" y="3130774"/>
                  </a:cubicBezTo>
                  <a:cubicBezTo>
                    <a:pt x="692010" y="2957419"/>
                    <a:pt x="692010" y="3030761"/>
                    <a:pt x="692010" y="2856454"/>
                  </a:cubicBezTo>
                  <a:close/>
                  <a:moveTo>
                    <a:pt x="793927" y="2340199"/>
                  </a:moveTo>
                  <a:cubicBezTo>
                    <a:pt x="793927" y="2662144"/>
                    <a:pt x="793927" y="2732629"/>
                    <a:pt x="793927" y="3054574"/>
                  </a:cubicBezTo>
                  <a:cubicBezTo>
                    <a:pt x="918705" y="2961229"/>
                    <a:pt x="1038720" y="2870741"/>
                    <a:pt x="1159687" y="2780254"/>
                  </a:cubicBezTo>
                  <a:cubicBezTo>
                    <a:pt x="1196835" y="2752631"/>
                    <a:pt x="1211122" y="2752631"/>
                    <a:pt x="1248270" y="2779301"/>
                  </a:cubicBezTo>
                  <a:cubicBezTo>
                    <a:pt x="1342567" y="2849786"/>
                    <a:pt x="1435912" y="2920271"/>
                    <a:pt x="1530210" y="2990756"/>
                  </a:cubicBezTo>
                  <a:cubicBezTo>
                    <a:pt x="1556880" y="3010759"/>
                    <a:pt x="1584502" y="3030761"/>
                    <a:pt x="1614982" y="3053621"/>
                  </a:cubicBezTo>
                  <a:cubicBezTo>
                    <a:pt x="1614982" y="2730724"/>
                    <a:pt x="1614982" y="2659286"/>
                    <a:pt x="1614982" y="2339246"/>
                  </a:cubicBezTo>
                  <a:cubicBezTo>
                    <a:pt x="1340662" y="2434496"/>
                    <a:pt x="1068247" y="2434496"/>
                    <a:pt x="793927" y="23401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8" name="Google Shape;1098;p9"/>
            <p:cNvSpPr/>
            <p:nvPr/>
          </p:nvSpPr>
          <p:spPr>
            <a:xfrm>
              <a:off x="5208262" y="2153600"/>
              <a:ext cx="1773563" cy="1773558"/>
            </a:xfrm>
            <a:custGeom>
              <a:avLst/>
              <a:gdLst/>
              <a:ahLst/>
              <a:cxnLst/>
              <a:rect l="l" t="t" r="r" b="b"/>
              <a:pathLst>
                <a:path w="1773563" h="1773558" extrusionOk="0">
                  <a:moveTo>
                    <a:pt x="886784" y="2"/>
                  </a:moveTo>
                  <a:cubicBezTo>
                    <a:pt x="1375417" y="-951"/>
                    <a:pt x="1774514" y="397194"/>
                    <a:pt x="1773562" y="884874"/>
                  </a:cubicBezTo>
                  <a:cubicBezTo>
                    <a:pt x="1772609" y="1377317"/>
                    <a:pt x="1378274" y="1772604"/>
                    <a:pt x="886784" y="1773557"/>
                  </a:cubicBezTo>
                  <a:cubicBezTo>
                    <a:pt x="399104" y="1774509"/>
                    <a:pt x="959" y="1377317"/>
                    <a:pt x="7" y="887732"/>
                  </a:cubicBezTo>
                  <a:cubicBezTo>
                    <a:pt x="-1898" y="398147"/>
                    <a:pt x="395294" y="954"/>
                    <a:pt x="886784" y="2"/>
                  </a:cubicBezTo>
                  <a:close/>
                  <a:moveTo>
                    <a:pt x="883927" y="1675449"/>
                  </a:moveTo>
                  <a:cubicBezTo>
                    <a:pt x="1311599" y="1681164"/>
                    <a:pt x="1667834" y="1329692"/>
                    <a:pt x="1675454" y="896304"/>
                  </a:cubicBezTo>
                  <a:cubicBezTo>
                    <a:pt x="1682122" y="462917"/>
                    <a:pt x="1330649" y="103824"/>
                    <a:pt x="892499" y="98109"/>
                  </a:cubicBezTo>
                  <a:cubicBezTo>
                    <a:pt x="464827" y="92394"/>
                    <a:pt x="101924" y="446724"/>
                    <a:pt x="98114" y="874397"/>
                  </a:cubicBezTo>
                  <a:cubicBezTo>
                    <a:pt x="93352" y="1316357"/>
                    <a:pt x="440062" y="1669734"/>
                    <a:pt x="883927" y="16754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9" name="Google Shape;1099;p9"/>
            <p:cNvSpPr/>
            <p:nvPr/>
          </p:nvSpPr>
          <p:spPr>
            <a:xfrm>
              <a:off x="5004953" y="2365795"/>
              <a:ext cx="180456" cy="218580"/>
            </a:xfrm>
            <a:custGeom>
              <a:avLst/>
              <a:gdLst/>
              <a:ahLst/>
              <a:cxnLst/>
              <a:rect l="l" t="t" r="r" b="b"/>
              <a:pathLst>
                <a:path w="180456" h="218580" extrusionOk="0">
                  <a:moveTo>
                    <a:pt x="180456" y="42124"/>
                  </a:moveTo>
                  <a:cubicBezTo>
                    <a:pt x="142356" y="103084"/>
                    <a:pt x="108066" y="160234"/>
                    <a:pt x="69014" y="214527"/>
                  </a:cubicBezTo>
                  <a:cubicBezTo>
                    <a:pt x="63299" y="222147"/>
                    <a:pt x="28056" y="218337"/>
                    <a:pt x="15674" y="208812"/>
                  </a:cubicBezTo>
                  <a:cubicBezTo>
                    <a:pt x="4244" y="198334"/>
                    <a:pt x="-4329" y="169759"/>
                    <a:pt x="2339" y="156424"/>
                  </a:cubicBezTo>
                  <a:cubicBezTo>
                    <a:pt x="25199" y="107847"/>
                    <a:pt x="52821" y="60222"/>
                    <a:pt x="83301" y="15454"/>
                  </a:cubicBezTo>
                  <a:cubicBezTo>
                    <a:pt x="91874" y="3072"/>
                    <a:pt x="121401" y="-2643"/>
                    <a:pt x="138546" y="1167"/>
                  </a:cubicBezTo>
                  <a:cubicBezTo>
                    <a:pt x="153786" y="3072"/>
                    <a:pt x="164264" y="24027"/>
                    <a:pt x="180456" y="4212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0" name="Google Shape;1100;p9"/>
            <p:cNvSpPr/>
            <p:nvPr/>
          </p:nvSpPr>
          <p:spPr>
            <a:xfrm>
              <a:off x="5307873" y="2016318"/>
              <a:ext cx="216625" cy="183988"/>
            </a:xfrm>
            <a:custGeom>
              <a:avLst/>
              <a:gdLst/>
              <a:ahLst/>
              <a:cxnLst/>
              <a:rect l="l" t="t" r="r" b="b"/>
              <a:pathLst>
                <a:path w="216625" h="183988" extrusionOk="0">
                  <a:moveTo>
                    <a:pt x="216626" y="57274"/>
                  </a:moveTo>
                  <a:cubicBezTo>
                    <a:pt x="210911" y="64894"/>
                    <a:pt x="203291" y="81086"/>
                    <a:pt x="190908" y="91564"/>
                  </a:cubicBezTo>
                  <a:cubicBezTo>
                    <a:pt x="156618" y="119186"/>
                    <a:pt x="120423" y="143951"/>
                    <a:pt x="85181" y="169669"/>
                  </a:cubicBezTo>
                  <a:cubicBezTo>
                    <a:pt x="57558" y="189671"/>
                    <a:pt x="30888" y="188719"/>
                    <a:pt x="11838" y="166811"/>
                  </a:cubicBezTo>
                  <a:cubicBezTo>
                    <a:pt x="-7212" y="143951"/>
                    <a:pt x="-3402" y="113471"/>
                    <a:pt x="24221" y="92516"/>
                  </a:cubicBezTo>
                  <a:cubicBezTo>
                    <a:pt x="61368" y="62989"/>
                    <a:pt x="99468" y="34414"/>
                    <a:pt x="139473" y="9649"/>
                  </a:cubicBezTo>
                  <a:cubicBezTo>
                    <a:pt x="173763" y="-14164"/>
                    <a:pt x="215673" y="7744"/>
                    <a:pt x="216626" y="57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1" name="Google Shape;1101;p9"/>
            <p:cNvSpPr/>
            <p:nvPr/>
          </p:nvSpPr>
          <p:spPr>
            <a:xfrm>
              <a:off x="5601955" y="2523901"/>
              <a:ext cx="982825" cy="938660"/>
            </a:xfrm>
            <a:custGeom>
              <a:avLst/>
              <a:gdLst/>
              <a:ahLst/>
              <a:cxnLst/>
              <a:rect l="l" t="t" r="r" b="b"/>
              <a:pathLst>
                <a:path w="982825" h="938660" extrusionOk="0">
                  <a:moveTo>
                    <a:pt x="171147" y="873666"/>
                  </a:moveTo>
                  <a:cubicBezTo>
                    <a:pt x="183529" y="800323"/>
                    <a:pt x="196864" y="719361"/>
                    <a:pt x="212104" y="639351"/>
                  </a:cubicBezTo>
                  <a:cubicBezTo>
                    <a:pt x="216867" y="613633"/>
                    <a:pt x="213057" y="595536"/>
                    <a:pt x="193054" y="576486"/>
                  </a:cubicBezTo>
                  <a:cubicBezTo>
                    <a:pt x="135904" y="524098"/>
                    <a:pt x="82564" y="468853"/>
                    <a:pt x="26367" y="415513"/>
                  </a:cubicBezTo>
                  <a:cubicBezTo>
                    <a:pt x="8269" y="398368"/>
                    <a:pt x="-6018" y="379318"/>
                    <a:pt x="2554" y="352648"/>
                  </a:cubicBezTo>
                  <a:cubicBezTo>
                    <a:pt x="12079" y="326931"/>
                    <a:pt x="33987" y="320263"/>
                    <a:pt x="58752" y="316453"/>
                  </a:cubicBezTo>
                  <a:cubicBezTo>
                    <a:pt x="137809" y="305976"/>
                    <a:pt x="215914" y="294546"/>
                    <a:pt x="294972" y="281211"/>
                  </a:cubicBezTo>
                  <a:cubicBezTo>
                    <a:pt x="309259" y="278353"/>
                    <a:pt x="327357" y="265971"/>
                    <a:pt x="334024" y="253588"/>
                  </a:cubicBezTo>
                  <a:cubicBezTo>
                    <a:pt x="371172" y="183103"/>
                    <a:pt x="405462" y="111666"/>
                    <a:pt x="440704" y="40228"/>
                  </a:cubicBezTo>
                  <a:cubicBezTo>
                    <a:pt x="452134" y="17368"/>
                    <a:pt x="467374" y="-5492"/>
                    <a:pt x="493092" y="1176"/>
                  </a:cubicBezTo>
                  <a:cubicBezTo>
                    <a:pt x="513094" y="5938"/>
                    <a:pt x="535002" y="24036"/>
                    <a:pt x="544527" y="42133"/>
                  </a:cubicBezTo>
                  <a:cubicBezTo>
                    <a:pt x="580722" y="108808"/>
                    <a:pt x="614059" y="177388"/>
                    <a:pt x="646444" y="245968"/>
                  </a:cubicBezTo>
                  <a:cubicBezTo>
                    <a:pt x="657874" y="269781"/>
                    <a:pt x="670257" y="281211"/>
                    <a:pt x="698832" y="285021"/>
                  </a:cubicBezTo>
                  <a:cubicBezTo>
                    <a:pt x="776937" y="293593"/>
                    <a:pt x="854089" y="305023"/>
                    <a:pt x="931242" y="319311"/>
                  </a:cubicBezTo>
                  <a:cubicBezTo>
                    <a:pt x="950292" y="323121"/>
                    <a:pt x="976009" y="339313"/>
                    <a:pt x="981724" y="354553"/>
                  </a:cubicBezTo>
                  <a:cubicBezTo>
                    <a:pt x="986487" y="370746"/>
                    <a:pt x="975057" y="398368"/>
                    <a:pt x="961722" y="412656"/>
                  </a:cubicBezTo>
                  <a:cubicBezTo>
                    <a:pt x="906477" y="469806"/>
                    <a:pt x="849327" y="525051"/>
                    <a:pt x="791224" y="579343"/>
                  </a:cubicBezTo>
                  <a:cubicBezTo>
                    <a:pt x="774079" y="595536"/>
                    <a:pt x="769317" y="610776"/>
                    <a:pt x="774079" y="632683"/>
                  </a:cubicBezTo>
                  <a:cubicBezTo>
                    <a:pt x="788367" y="706978"/>
                    <a:pt x="800749" y="782226"/>
                    <a:pt x="813132" y="857473"/>
                  </a:cubicBezTo>
                  <a:cubicBezTo>
                    <a:pt x="815989" y="874618"/>
                    <a:pt x="816942" y="893668"/>
                    <a:pt x="812179" y="909861"/>
                  </a:cubicBezTo>
                  <a:cubicBezTo>
                    <a:pt x="803607" y="938436"/>
                    <a:pt x="770269" y="947008"/>
                    <a:pt x="736932" y="929863"/>
                  </a:cubicBezTo>
                  <a:cubicBezTo>
                    <a:pt x="664542" y="892716"/>
                    <a:pt x="591199" y="854616"/>
                    <a:pt x="519762" y="815563"/>
                  </a:cubicBezTo>
                  <a:cubicBezTo>
                    <a:pt x="500712" y="805086"/>
                    <a:pt x="486424" y="806038"/>
                    <a:pt x="467374" y="816516"/>
                  </a:cubicBezTo>
                  <a:cubicBezTo>
                    <a:pt x="395937" y="855568"/>
                    <a:pt x="322594" y="893668"/>
                    <a:pt x="250204" y="930816"/>
                  </a:cubicBezTo>
                  <a:cubicBezTo>
                    <a:pt x="204484" y="951771"/>
                    <a:pt x="169242" y="928911"/>
                    <a:pt x="171147" y="873666"/>
                  </a:cubicBezTo>
                  <a:close/>
                  <a:moveTo>
                    <a:pt x="820752" y="401226"/>
                  </a:moveTo>
                  <a:cubicBezTo>
                    <a:pt x="763602" y="392653"/>
                    <a:pt x="705499" y="381223"/>
                    <a:pt x="646444" y="375508"/>
                  </a:cubicBezTo>
                  <a:cubicBezTo>
                    <a:pt x="609297" y="371698"/>
                    <a:pt x="589294" y="355506"/>
                    <a:pt x="574054" y="322168"/>
                  </a:cubicBezTo>
                  <a:cubicBezTo>
                    <a:pt x="550242" y="268828"/>
                    <a:pt x="522619" y="216441"/>
                    <a:pt x="492139" y="156433"/>
                  </a:cubicBezTo>
                  <a:cubicBezTo>
                    <a:pt x="468327" y="205963"/>
                    <a:pt x="443562" y="245968"/>
                    <a:pt x="427369" y="289783"/>
                  </a:cubicBezTo>
                  <a:cubicBezTo>
                    <a:pt x="405462" y="351696"/>
                    <a:pt x="365457" y="382176"/>
                    <a:pt x="299734" y="380271"/>
                  </a:cubicBezTo>
                  <a:cubicBezTo>
                    <a:pt x="297829" y="380271"/>
                    <a:pt x="294972" y="380271"/>
                    <a:pt x="293067" y="381223"/>
                  </a:cubicBezTo>
                  <a:cubicBezTo>
                    <a:pt x="249252" y="387891"/>
                    <a:pt x="205437" y="394558"/>
                    <a:pt x="164479" y="401226"/>
                  </a:cubicBezTo>
                  <a:cubicBezTo>
                    <a:pt x="209247" y="447898"/>
                    <a:pt x="251157" y="492666"/>
                    <a:pt x="294019" y="536481"/>
                  </a:cubicBezTo>
                  <a:cubicBezTo>
                    <a:pt x="314022" y="556483"/>
                    <a:pt x="322594" y="577438"/>
                    <a:pt x="316879" y="606013"/>
                  </a:cubicBezTo>
                  <a:cubicBezTo>
                    <a:pt x="304497" y="666973"/>
                    <a:pt x="295924" y="729838"/>
                    <a:pt x="284494" y="797466"/>
                  </a:cubicBezTo>
                  <a:cubicBezTo>
                    <a:pt x="341644" y="767938"/>
                    <a:pt x="393079" y="743173"/>
                    <a:pt x="443562" y="713646"/>
                  </a:cubicBezTo>
                  <a:cubicBezTo>
                    <a:pt x="477852" y="693643"/>
                    <a:pt x="507379" y="692691"/>
                    <a:pt x="542622" y="713646"/>
                  </a:cubicBezTo>
                  <a:cubicBezTo>
                    <a:pt x="592152" y="743173"/>
                    <a:pt x="644539" y="767938"/>
                    <a:pt x="700737" y="797466"/>
                  </a:cubicBezTo>
                  <a:cubicBezTo>
                    <a:pt x="689307" y="730791"/>
                    <a:pt x="681687" y="669831"/>
                    <a:pt x="668352" y="609823"/>
                  </a:cubicBezTo>
                  <a:cubicBezTo>
                    <a:pt x="661684" y="577438"/>
                    <a:pt x="671209" y="555531"/>
                    <a:pt x="693117" y="533623"/>
                  </a:cubicBezTo>
                  <a:cubicBezTo>
                    <a:pt x="736932" y="492666"/>
                    <a:pt x="777889" y="447898"/>
                    <a:pt x="820752" y="40122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02" name="Google Shape;1102;p9"/>
          <p:cNvSpPr/>
          <p:nvPr/>
        </p:nvSpPr>
        <p:spPr>
          <a:xfrm>
            <a:off x="0" y="6745403"/>
            <a:ext cx="12192000" cy="130500"/>
          </a:xfrm>
          <a:prstGeom prst="rect">
            <a:avLst/>
          </a:prstGeom>
          <a:solidFill>
            <a:srgbClr val="B90F50"/>
          </a:solidFill>
          <a:ln w="19050" cap="flat" cmpd="sng">
            <a:solidFill>
              <a:srgbClr val="B90F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9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6_Blank">
  <p:cSld name="16_Blank"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p10"/>
          <p:cNvSpPr txBox="1">
            <a:spLocks noGrp="1"/>
          </p:cNvSpPr>
          <p:nvPr>
            <p:ph type="body" idx="1"/>
          </p:nvPr>
        </p:nvSpPr>
        <p:spPr>
          <a:xfrm>
            <a:off x="1500993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1105" name="Google Shape;1105;p10"/>
          <p:cNvCxnSpPr/>
          <p:nvPr/>
        </p:nvCxnSpPr>
        <p:spPr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06" name="Google Shape;1106;p10"/>
          <p:cNvSpPr txBox="1">
            <a:spLocks noGrp="1"/>
          </p:cNvSpPr>
          <p:nvPr>
            <p:ph type="body" idx="2"/>
          </p:nvPr>
        </p:nvSpPr>
        <p:spPr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1107" name="Google Shape;1107;p10"/>
          <p:cNvGrpSpPr/>
          <p:nvPr/>
        </p:nvGrpSpPr>
        <p:grpSpPr>
          <a:xfrm>
            <a:off x="655527" y="416137"/>
            <a:ext cx="624253" cy="765101"/>
            <a:chOff x="4819650" y="1862134"/>
            <a:chExt cx="2558414" cy="3135659"/>
          </a:xfrm>
        </p:grpSpPr>
        <p:sp>
          <p:nvSpPr>
            <p:cNvPr id="1108" name="Google Shape;1108;p10"/>
            <p:cNvSpPr/>
            <p:nvPr/>
          </p:nvSpPr>
          <p:spPr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9" name="Google Shape;1109;p10"/>
            <p:cNvSpPr/>
            <p:nvPr/>
          </p:nvSpPr>
          <p:spPr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0" name="Google Shape;1110;p10"/>
            <p:cNvSpPr/>
            <p:nvPr/>
          </p:nvSpPr>
          <p:spPr>
            <a:xfrm>
              <a:off x="6231252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1" name="Google Shape;1111;p10"/>
            <p:cNvSpPr/>
            <p:nvPr/>
          </p:nvSpPr>
          <p:spPr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2" name="Google Shape;1112;p10"/>
            <p:cNvSpPr/>
            <p:nvPr/>
          </p:nvSpPr>
          <p:spPr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3" name="Google Shape;1113;p10"/>
            <p:cNvSpPr/>
            <p:nvPr/>
          </p:nvSpPr>
          <p:spPr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4" name="Google Shape;1114;p10"/>
            <p:cNvSpPr/>
            <p:nvPr/>
          </p:nvSpPr>
          <p:spPr>
            <a:xfrm>
              <a:off x="5838828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5" name="Google Shape;1115;p10"/>
            <p:cNvSpPr/>
            <p:nvPr/>
          </p:nvSpPr>
          <p:spPr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6" name="Google Shape;1116;p10"/>
            <p:cNvSpPr/>
            <p:nvPr/>
          </p:nvSpPr>
          <p:spPr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7" name="Google Shape;1117;p10"/>
            <p:cNvSpPr/>
            <p:nvPr/>
          </p:nvSpPr>
          <p:spPr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8" name="Google Shape;1118;p10"/>
            <p:cNvSpPr/>
            <p:nvPr/>
          </p:nvSpPr>
          <p:spPr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9" name="Google Shape;1119;p10"/>
            <p:cNvSpPr/>
            <p:nvPr/>
          </p:nvSpPr>
          <p:spPr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0" name="Google Shape;1120;p10"/>
            <p:cNvSpPr/>
            <p:nvPr/>
          </p:nvSpPr>
          <p:spPr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1" name="Google Shape;1121;p10"/>
            <p:cNvSpPr/>
            <p:nvPr/>
          </p:nvSpPr>
          <p:spPr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2" name="Google Shape;1122;p10"/>
            <p:cNvSpPr/>
            <p:nvPr/>
          </p:nvSpPr>
          <p:spPr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3" name="Google Shape;1123;p10"/>
            <p:cNvSpPr/>
            <p:nvPr/>
          </p:nvSpPr>
          <p:spPr>
            <a:xfrm>
              <a:off x="6188393" y="3388996"/>
              <a:ext cx="104775" cy="81914"/>
            </a:xfrm>
            <a:custGeom>
              <a:avLst/>
              <a:gdLst/>
              <a:ahLst/>
              <a:cxnLst/>
              <a:rect l="l" t="t" r="r" b="b"/>
              <a:pathLst>
                <a:path w="104775" h="81914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4" name="Google Shape;1124;p10"/>
            <p:cNvSpPr/>
            <p:nvPr/>
          </p:nvSpPr>
          <p:spPr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5" name="Google Shape;1125;p10"/>
            <p:cNvSpPr/>
            <p:nvPr/>
          </p:nvSpPr>
          <p:spPr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6" name="Google Shape;1126;p10"/>
            <p:cNvSpPr/>
            <p:nvPr/>
          </p:nvSpPr>
          <p:spPr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7" name="Google Shape;1127;p10"/>
            <p:cNvSpPr/>
            <p:nvPr/>
          </p:nvSpPr>
          <p:spPr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8" name="Google Shape;1128;p10"/>
            <p:cNvSpPr/>
            <p:nvPr/>
          </p:nvSpPr>
          <p:spPr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9" name="Google Shape;1129;p10"/>
            <p:cNvSpPr/>
            <p:nvPr/>
          </p:nvSpPr>
          <p:spPr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0" name="Google Shape;1130;p10"/>
            <p:cNvSpPr/>
            <p:nvPr/>
          </p:nvSpPr>
          <p:spPr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1" name="Google Shape;1131;p10"/>
            <p:cNvSpPr/>
            <p:nvPr/>
          </p:nvSpPr>
          <p:spPr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2" name="Google Shape;1132;p10"/>
            <p:cNvSpPr/>
            <p:nvPr/>
          </p:nvSpPr>
          <p:spPr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3" name="Google Shape;1133;p10"/>
            <p:cNvSpPr/>
            <p:nvPr/>
          </p:nvSpPr>
          <p:spPr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4" name="Google Shape;1134;p10"/>
            <p:cNvSpPr/>
            <p:nvPr/>
          </p:nvSpPr>
          <p:spPr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5" name="Google Shape;1135;p10"/>
            <p:cNvSpPr/>
            <p:nvPr/>
          </p:nvSpPr>
          <p:spPr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6" name="Google Shape;1136;p10"/>
            <p:cNvSpPr/>
            <p:nvPr/>
          </p:nvSpPr>
          <p:spPr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7" name="Google Shape;1137;p10"/>
            <p:cNvSpPr/>
            <p:nvPr/>
          </p:nvSpPr>
          <p:spPr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8" name="Google Shape;1138;p10"/>
            <p:cNvSpPr/>
            <p:nvPr/>
          </p:nvSpPr>
          <p:spPr>
            <a:xfrm>
              <a:off x="6518908" y="2761295"/>
              <a:ext cx="188595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9" name="Google Shape;1139;p10"/>
            <p:cNvSpPr/>
            <p:nvPr/>
          </p:nvSpPr>
          <p:spPr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0" name="Google Shape;1140;p10"/>
            <p:cNvSpPr/>
            <p:nvPr/>
          </p:nvSpPr>
          <p:spPr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1" name="Google Shape;1141;p10"/>
            <p:cNvSpPr/>
            <p:nvPr/>
          </p:nvSpPr>
          <p:spPr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2" name="Google Shape;1142;p10"/>
            <p:cNvSpPr/>
            <p:nvPr/>
          </p:nvSpPr>
          <p:spPr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3" name="Google Shape;1143;p10"/>
            <p:cNvSpPr/>
            <p:nvPr/>
          </p:nvSpPr>
          <p:spPr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4" name="Google Shape;1144;p10"/>
            <p:cNvSpPr/>
            <p:nvPr/>
          </p:nvSpPr>
          <p:spPr>
            <a:xfrm>
              <a:off x="5492112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5" name="Google Shape;1145;p10"/>
            <p:cNvSpPr/>
            <p:nvPr/>
          </p:nvSpPr>
          <p:spPr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6" name="Google Shape;1146;p10"/>
            <p:cNvSpPr/>
            <p:nvPr/>
          </p:nvSpPr>
          <p:spPr>
            <a:xfrm>
              <a:off x="5765485" y="2550792"/>
              <a:ext cx="109537" cy="219075"/>
            </a:xfrm>
            <a:custGeom>
              <a:avLst/>
              <a:gdLst/>
              <a:ahLst/>
              <a:cxnLst/>
              <a:rect l="l" t="t" r="r" b="b"/>
              <a:pathLst>
                <a:path w="109537" h="219075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7" name="Google Shape;1147;p10"/>
            <p:cNvSpPr/>
            <p:nvPr/>
          </p:nvSpPr>
          <p:spPr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8" name="Google Shape;1148;p10"/>
            <p:cNvSpPr/>
            <p:nvPr/>
          </p:nvSpPr>
          <p:spPr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9" name="Google Shape;1149;p10"/>
            <p:cNvSpPr/>
            <p:nvPr/>
          </p:nvSpPr>
          <p:spPr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0" name="Google Shape;1150;p10"/>
            <p:cNvSpPr/>
            <p:nvPr/>
          </p:nvSpPr>
          <p:spPr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1" name="Google Shape;1151;p10"/>
            <p:cNvSpPr/>
            <p:nvPr/>
          </p:nvSpPr>
          <p:spPr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2" name="Google Shape;1152;p10"/>
            <p:cNvSpPr/>
            <p:nvPr/>
          </p:nvSpPr>
          <p:spPr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3" name="Google Shape;1153;p10"/>
            <p:cNvSpPr/>
            <p:nvPr/>
          </p:nvSpPr>
          <p:spPr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4" name="Google Shape;1154;p10"/>
            <p:cNvSpPr/>
            <p:nvPr/>
          </p:nvSpPr>
          <p:spPr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5" name="Google Shape;1155;p10"/>
            <p:cNvSpPr/>
            <p:nvPr/>
          </p:nvSpPr>
          <p:spPr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6" name="Google Shape;1156;p10"/>
            <p:cNvSpPr/>
            <p:nvPr/>
          </p:nvSpPr>
          <p:spPr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7" name="Google Shape;1157;p10"/>
            <p:cNvSpPr/>
            <p:nvPr/>
          </p:nvSpPr>
          <p:spPr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8" name="Google Shape;1158;p10"/>
            <p:cNvSpPr/>
            <p:nvPr/>
          </p:nvSpPr>
          <p:spPr>
            <a:xfrm>
              <a:off x="5534023" y="2244085"/>
              <a:ext cx="77033" cy="27622"/>
            </a:xfrm>
            <a:custGeom>
              <a:avLst/>
              <a:gdLst/>
              <a:ahLst/>
              <a:cxnLst/>
              <a:rect l="l" t="t" r="r" b="b"/>
              <a:pathLst>
                <a:path w="77033" h="27622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9" name="Google Shape;1159;p10"/>
            <p:cNvSpPr/>
            <p:nvPr/>
          </p:nvSpPr>
          <p:spPr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0" name="Google Shape;1160;p10"/>
            <p:cNvSpPr/>
            <p:nvPr/>
          </p:nvSpPr>
          <p:spPr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1" name="Google Shape;1161;p10"/>
            <p:cNvSpPr/>
            <p:nvPr/>
          </p:nvSpPr>
          <p:spPr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2" name="Google Shape;1162;p10"/>
            <p:cNvSpPr/>
            <p:nvPr/>
          </p:nvSpPr>
          <p:spPr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3" name="Google Shape;1163;p10"/>
            <p:cNvSpPr/>
            <p:nvPr/>
          </p:nvSpPr>
          <p:spPr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4" name="Google Shape;1164;p10"/>
            <p:cNvSpPr/>
            <p:nvPr/>
          </p:nvSpPr>
          <p:spPr>
            <a:xfrm>
              <a:off x="6667143" y="2388355"/>
              <a:ext cx="87539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5" name="Google Shape;1165;p10"/>
            <p:cNvSpPr/>
            <p:nvPr/>
          </p:nvSpPr>
          <p:spPr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6" name="Google Shape;1166;p10"/>
            <p:cNvSpPr/>
            <p:nvPr/>
          </p:nvSpPr>
          <p:spPr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7" name="Google Shape;1167;p10"/>
            <p:cNvSpPr/>
            <p:nvPr/>
          </p:nvSpPr>
          <p:spPr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8" name="Google Shape;1168;p10"/>
            <p:cNvSpPr/>
            <p:nvPr/>
          </p:nvSpPr>
          <p:spPr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9" name="Google Shape;1169;p10"/>
            <p:cNvSpPr/>
            <p:nvPr/>
          </p:nvSpPr>
          <p:spPr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170" name="Google Shape;1170;p10"/>
            <p:cNvGrpSpPr/>
            <p:nvPr/>
          </p:nvGrpSpPr>
          <p:grpSpPr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1171" name="Google Shape;1171;p10"/>
              <p:cNvSpPr/>
              <p:nvPr/>
            </p:nvSpPr>
            <p:spPr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2" name="Google Shape;1172;p10"/>
              <p:cNvSpPr/>
              <p:nvPr/>
            </p:nvSpPr>
            <p:spPr>
              <a:xfrm>
                <a:off x="5744527" y="4910137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3" name="Google Shape;1173;p10"/>
              <p:cNvSpPr/>
              <p:nvPr/>
            </p:nvSpPr>
            <p:spPr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4" name="Google Shape;1174;p10"/>
              <p:cNvSpPr/>
              <p:nvPr/>
            </p:nvSpPr>
            <p:spPr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5" name="Google Shape;1175;p10"/>
              <p:cNvSpPr/>
              <p:nvPr/>
            </p:nvSpPr>
            <p:spPr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6" name="Google Shape;1176;p10"/>
              <p:cNvSpPr/>
              <p:nvPr/>
            </p:nvSpPr>
            <p:spPr>
              <a:xfrm>
                <a:off x="7259002" y="4910137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77" name="Google Shape;1177;p10"/>
            <p:cNvSpPr/>
            <p:nvPr/>
          </p:nvSpPr>
          <p:spPr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8" name="Google Shape;1178;p10"/>
            <p:cNvSpPr/>
            <p:nvPr/>
          </p:nvSpPr>
          <p:spPr>
            <a:xfrm>
              <a:off x="6256974" y="2756533"/>
              <a:ext cx="368617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9" name="Google Shape;1179;p10"/>
            <p:cNvSpPr/>
            <p:nvPr/>
          </p:nvSpPr>
          <p:spPr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180" name="Google Shape;1180;p10"/>
            <p:cNvGrpSpPr/>
            <p:nvPr/>
          </p:nvGrpSpPr>
          <p:grpSpPr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1181" name="Google Shape;1181;p10"/>
              <p:cNvSpPr/>
              <p:nvPr/>
            </p:nvSpPr>
            <p:spPr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2" name="Google Shape;1182;p10"/>
              <p:cNvSpPr/>
              <p:nvPr/>
            </p:nvSpPr>
            <p:spPr>
              <a:xfrm>
                <a:off x="6030277" y="4486275"/>
                <a:ext cx="53339" cy="31432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3" name="Google Shape;1183;p10"/>
              <p:cNvSpPr/>
              <p:nvPr/>
            </p:nvSpPr>
            <p:spPr>
              <a:xfrm rot="-4288464">
                <a:off x="5514870" y="4359989"/>
                <a:ext cx="37120" cy="36169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4" name="Google Shape;1184;p10"/>
              <p:cNvSpPr/>
              <p:nvPr/>
            </p:nvSpPr>
            <p:spPr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5" name="Google Shape;1185;p10"/>
              <p:cNvSpPr/>
              <p:nvPr/>
            </p:nvSpPr>
            <p:spPr>
              <a:xfrm rot="-1451706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6" name="Google Shape;1186;p10"/>
              <p:cNvSpPr/>
              <p:nvPr/>
            </p:nvSpPr>
            <p:spPr>
              <a:xfrm>
                <a:off x="6727133" y="4373310"/>
                <a:ext cx="54368" cy="46765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7" name="Google Shape;1187;p10"/>
              <p:cNvSpPr/>
              <p:nvPr/>
            </p:nvSpPr>
            <p:spPr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8" name="Google Shape;1188;p10"/>
              <p:cNvSpPr/>
              <p:nvPr/>
            </p:nvSpPr>
            <p:spPr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9" name="Google Shape;1189;p10"/>
              <p:cNvSpPr/>
              <p:nvPr/>
            </p:nvSpPr>
            <p:spPr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0" name="Google Shape;1190;p10"/>
              <p:cNvSpPr/>
              <p:nvPr/>
            </p:nvSpPr>
            <p:spPr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cxnSp>
        <p:nvCxnSpPr>
          <p:cNvPr id="1191" name="Google Shape;1191;p10"/>
          <p:cNvCxnSpPr/>
          <p:nvPr/>
        </p:nvCxnSpPr>
        <p:spPr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192" name="Google Shape;1192;p10"/>
          <p:cNvGrpSpPr/>
          <p:nvPr/>
        </p:nvGrpSpPr>
        <p:grpSpPr>
          <a:xfrm>
            <a:off x="-2313494" y="6251576"/>
            <a:ext cx="22234031" cy="490550"/>
            <a:chOff x="-9757307" y="6258187"/>
            <a:chExt cx="21948698" cy="484255"/>
          </a:xfrm>
        </p:grpSpPr>
        <p:sp>
          <p:nvSpPr>
            <p:cNvPr id="1193" name="Google Shape;1193;p10"/>
            <p:cNvSpPr/>
            <p:nvPr/>
          </p:nvSpPr>
          <p:spPr>
            <a:xfrm>
              <a:off x="-9757307" y="6258187"/>
              <a:ext cx="10470371" cy="483649"/>
            </a:xfrm>
            <a:custGeom>
              <a:avLst/>
              <a:gdLst/>
              <a:ahLst/>
              <a:cxnLst/>
              <a:rect l="l" t="t" r="r" b="b"/>
              <a:pathLst>
                <a:path w="10470371" h="483649" extrusionOk="0">
                  <a:moveTo>
                    <a:pt x="10470372" y="483649"/>
                  </a:moveTo>
                  <a:lnTo>
                    <a:pt x="0" y="483649"/>
                  </a:lnTo>
                  <a:lnTo>
                    <a:pt x="0" y="0"/>
                  </a:lnTo>
                  <a:lnTo>
                    <a:pt x="9986722" y="0"/>
                  </a:lnTo>
                  <a:cubicBezTo>
                    <a:pt x="10120226" y="0"/>
                    <a:pt x="10228244" y="108017"/>
                    <a:pt x="10228244" y="241521"/>
                  </a:cubicBezTo>
                  <a:cubicBezTo>
                    <a:pt x="10228244" y="375025"/>
                    <a:pt x="10336868" y="483649"/>
                    <a:pt x="10470372" y="48364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4" name="Google Shape;1194;p10"/>
            <p:cNvSpPr/>
            <p:nvPr/>
          </p:nvSpPr>
          <p:spPr>
            <a:xfrm>
              <a:off x="2107576" y="6258187"/>
              <a:ext cx="10083815" cy="484255"/>
            </a:xfrm>
            <a:custGeom>
              <a:avLst/>
              <a:gdLst/>
              <a:ahLst/>
              <a:cxnLst/>
              <a:rect l="l" t="t" r="r" b="b"/>
              <a:pathLst>
                <a:path w="10083815" h="484255" extrusionOk="0">
                  <a:moveTo>
                    <a:pt x="10083816" y="607"/>
                  </a:moveTo>
                  <a:lnTo>
                    <a:pt x="10083816" y="484256"/>
                  </a:lnTo>
                  <a:lnTo>
                    <a:pt x="0" y="484256"/>
                  </a:lnTo>
                  <a:cubicBezTo>
                    <a:pt x="66752" y="484256"/>
                    <a:pt x="127436" y="456948"/>
                    <a:pt x="171129" y="413256"/>
                  </a:cubicBezTo>
                  <a:cubicBezTo>
                    <a:pt x="214821" y="369564"/>
                    <a:pt x="242128" y="308880"/>
                    <a:pt x="242128" y="242128"/>
                  </a:cubicBezTo>
                  <a:cubicBezTo>
                    <a:pt x="242128" y="175376"/>
                    <a:pt x="269436" y="114692"/>
                    <a:pt x="313129" y="71000"/>
                  </a:cubicBezTo>
                  <a:cubicBezTo>
                    <a:pt x="356821" y="27308"/>
                    <a:pt x="417504" y="0"/>
                    <a:pt x="484257" y="0"/>
                  </a:cubicBezTo>
                  <a:lnTo>
                    <a:pt x="1008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95" name="Google Shape;1195;p10"/>
          <p:cNvGrpSpPr/>
          <p:nvPr/>
        </p:nvGrpSpPr>
        <p:grpSpPr>
          <a:xfrm>
            <a:off x="6473371" y="6378004"/>
            <a:ext cx="344329" cy="344244"/>
            <a:chOff x="4719818" y="6336659"/>
            <a:chExt cx="344329" cy="344244"/>
          </a:xfrm>
        </p:grpSpPr>
        <p:sp>
          <p:nvSpPr>
            <p:cNvPr id="1196" name="Google Shape;1196;p10"/>
            <p:cNvSpPr/>
            <p:nvPr/>
          </p:nvSpPr>
          <p:spPr>
            <a:xfrm>
              <a:off x="4719818" y="6336659"/>
              <a:ext cx="177727" cy="344244"/>
            </a:xfrm>
            <a:custGeom>
              <a:avLst/>
              <a:gdLst/>
              <a:ahLst/>
              <a:cxnLst/>
              <a:rect l="l" t="t" r="r" b="b"/>
              <a:pathLst>
                <a:path w="177727" h="344244" extrusionOk="0">
                  <a:moveTo>
                    <a:pt x="143455" y="324582"/>
                  </a:moveTo>
                  <a:cubicBezTo>
                    <a:pt x="135751" y="322500"/>
                    <a:pt x="128412" y="320522"/>
                    <a:pt x="120760" y="318492"/>
                  </a:cubicBezTo>
                  <a:cubicBezTo>
                    <a:pt x="118730" y="322032"/>
                    <a:pt x="116596" y="325727"/>
                    <a:pt x="114410" y="329371"/>
                  </a:cubicBezTo>
                  <a:cubicBezTo>
                    <a:pt x="111859" y="333639"/>
                    <a:pt x="109100" y="334368"/>
                    <a:pt x="104884" y="331922"/>
                  </a:cubicBezTo>
                  <a:cubicBezTo>
                    <a:pt x="92340" y="324738"/>
                    <a:pt x="79847" y="317503"/>
                    <a:pt x="67355" y="310268"/>
                  </a:cubicBezTo>
                  <a:cubicBezTo>
                    <a:pt x="62826" y="307613"/>
                    <a:pt x="62150" y="305011"/>
                    <a:pt x="64700" y="300482"/>
                  </a:cubicBezTo>
                  <a:cubicBezTo>
                    <a:pt x="66730" y="296839"/>
                    <a:pt x="68864" y="293247"/>
                    <a:pt x="70686" y="290020"/>
                  </a:cubicBezTo>
                  <a:cubicBezTo>
                    <a:pt x="65065" y="284450"/>
                    <a:pt x="59651" y="279141"/>
                    <a:pt x="53874" y="273415"/>
                  </a:cubicBezTo>
                  <a:cubicBezTo>
                    <a:pt x="50855" y="275133"/>
                    <a:pt x="47159" y="277319"/>
                    <a:pt x="43463" y="279401"/>
                  </a:cubicBezTo>
                  <a:cubicBezTo>
                    <a:pt x="39091" y="281848"/>
                    <a:pt x="36384" y="281223"/>
                    <a:pt x="33886" y="276903"/>
                  </a:cubicBezTo>
                  <a:cubicBezTo>
                    <a:pt x="26598" y="264306"/>
                    <a:pt x="19311" y="251710"/>
                    <a:pt x="12076" y="239061"/>
                  </a:cubicBezTo>
                  <a:cubicBezTo>
                    <a:pt x="9682" y="234845"/>
                    <a:pt x="10514" y="232086"/>
                    <a:pt x="14783" y="229588"/>
                  </a:cubicBezTo>
                  <a:cubicBezTo>
                    <a:pt x="18270" y="227506"/>
                    <a:pt x="21810" y="225528"/>
                    <a:pt x="25297" y="223498"/>
                  </a:cubicBezTo>
                  <a:cubicBezTo>
                    <a:pt x="25401" y="223445"/>
                    <a:pt x="25453" y="223289"/>
                    <a:pt x="25557" y="223185"/>
                  </a:cubicBezTo>
                  <a:cubicBezTo>
                    <a:pt x="23579" y="215898"/>
                    <a:pt x="21601" y="208559"/>
                    <a:pt x="19467" y="200699"/>
                  </a:cubicBezTo>
                  <a:cubicBezTo>
                    <a:pt x="15459" y="200699"/>
                    <a:pt x="11087" y="200751"/>
                    <a:pt x="6715" y="200699"/>
                  </a:cubicBezTo>
                  <a:cubicBezTo>
                    <a:pt x="1978" y="200647"/>
                    <a:pt x="52" y="198669"/>
                    <a:pt x="0" y="193880"/>
                  </a:cubicBezTo>
                  <a:cubicBezTo>
                    <a:pt x="0" y="179306"/>
                    <a:pt x="0" y="164731"/>
                    <a:pt x="0" y="150157"/>
                  </a:cubicBezTo>
                  <a:cubicBezTo>
                    <a:pt x="0" y="145368"/>
                    <a:pt x="1978" y="143390"/>
                    <a:pt x="6715" y="143390"/>
                  </a:cubicBezTo>
                  <a:cubicBezTo>
                    <a:pt x="10983" y="143338"/>
                    <a:pt x="15303" y="143390"/>
                    <a:pt x="19467" y="143390"/>
                  </a:cubicBezTo>
                  <a:cubicBezTo>
                    <a:pt x="21497" y="135738"/>
                    <a:pt x="23475" y="128451"/>
                    <a:pt x="25557" y="120695"/>
                  </a:cubicBezTo>
                  <a:cubicBezTo>
                    <a:pt x="22174" y="118717"/>
                    <a:pt x="18635" y="116687"/>
                    <a:pt x="15043" y="114605"/>
                  </a:cubicBezTo>
                  <a:cubicBezTo>
                    <a:pt x="10358" y="111898"/>
                    <a:pt x="9578" y="109192"/>
                    <a:pt x="12232" y="104611"/>
                  </a:cubicBezTo>
                  <a:cubicBezTo>
                    <a:pt x="19363" y="92171"/>
                    <a:pt x="26546" y="79782"/>
                    <a:pt x="33730" y="67394"/>
                  </a:cubicBezTo>
                  <a:cubicBezTo>
                    <a:pt x="36436" y="62709"/>
                    <a:pt x="39039" y="62085"/>
                    <a:pt x="43776" y="64792"/>
                  </a:cubicBezTo>
                  <a:cubicBezTo>
                    <a:pt x="47315" y="66769"/>
                    <a:pt x="50803" y="68852"/>
                    <a:pt x="53978" y="70673"/>
                  </a:cubicBezTo>
                  <a:cubicBezTo>
                    <a:pt x="59495" y="65104"/>
                    <a:pt x="64804" y="59690"/>
                    <a:pt x="70582" y="53861"/>
                  </a:cubicBezTo>
                  <a:cubicBezTo>
                    <a:pt x="68812" y="50790"/>
                    <a:pt x="66626" y="47042"/>
                    <a:pt x="64492" y="43242"/>
                  </a:cubicBezTo>
                  <a:cubicBezTo>
                    <a:pt x="62150" y="39078"/>
                    <a:pt x="62826" y="36423"/>
                    <a:pt x="66991" y="33977"/>
                  </a:cubicBezTo>
                  <a:cubicBezTo>
                    <a:pt x="79691" y="26585"/>
                    <a:pt x="92392" y="19246"/>
                    <a:pt x="105145" y="11959"/>
                  </a:cubicBezTo>
                  <a:cubicBezTo>
                    <a:pt x="109048" y="9721"/>
                    <a:pt x="111807" y="10501"/>
                    <a:pt x="114150" y="14405"/>
                  </a:cubicBezTo>
                  <a:cubicBezTo>
                    <a:pt x="116388" y="18049"/>
                    <a:pt x="118470" y="21797"/>
                    <a:pt x="120656" y="25596"/>
                  </a:cubicBezTo>
                  <a:cubicBezTo>
                    <a:pt x="128151" y="23566"/>
                    <a:pt x="135595" y="21588"/>
                    <a:pt x="143351" y="19506"/>
                  </a:cubicBezTo>
                  <a:cubicBezTo>
                    <a:pt x="143351" y="15394"/>
                    <a:pt x="143351" y="11074"/>
                    <a:pt x="143351" y="6806"/>
                  </a:cubicBezTo>
                  <a:cubicBezTo>
                    <a:pt x="143403" y="2017"/>
                    <a:pt x="145329" y="39"/>
                    <a:pt x="150065" y="39"/>
                  </a:cubicBezTo>
                  <a:cubicBezTo>
                    <a:pt x="157092" y="-13"/>
                    <a:pt x="164171" y="-13"/>
                    <a:pt x="171198" y="39"/>
                  </a:cubicBezTo>
                  <a:cubicBezTo>
                    <a:pt x="175675" y="91"/>
                    <a:pt x="177705" y="2121"/>
                    <a:pt x="177705" y="6650"/>
                  </a:cubicBezTo>
                  <a:cubicBezTo>
                    <a:pt x="177757" y="24816"/>
                    <a:pt x="177705" y="42982"/>
                    <a:pt x="177705" y="61148"/>
                  </a:cubicBezTo>
                  <a:cubicBezTo>
                    <a:pt x="177705" y="67134"/>
                    <a:pt x="176091" y="68747"/>
                    <a:pt x="170105" y="68904"/>
                  </a:cubicBezTo>
                  <a:cubicBezTo>
                    <a:pt x="125705" y="69997"/>
                    <a:pt x="87343" y="98573"/>
                    <a:pt x="73705" y="140631"/>
                  </a:cubicBezTo>
                  <a:cubicBezTo>
                    <a:pt x="54654" y="199346"/>
                    <a:pt x="91819" y="261912"/>
                    <a:pt x="152668" y="273363"/>
                  </a:cubicBezTo>
                  <a:cubicBezTo>
                    <a:pt x="158758" y="274508"/>
                    <a:pt x="164952" y="274873"/>
                    <a:pt x="171146" y="275341"/>
                  </a:cubicBezTo>
                  <a:cubicBezTo>
                    <a:pt x="175675" y="275706"/>
                    <a:pt x="177653" y="277475"/>
                    <a:pt x="177653" y="282004"/>
                  </a:cubicBezTo>
                  <a:cubicBezTo>
                    <a:pt x="177653" y="300534"/>
                    <a:pt x="177653" y="319065"/>
                    <a:pt x="177653" y="337595"/>
                  </a:cubicBezTo>
                  <a:cubicBezTo>
                    <a:pt x="177653" y="342124"/>
                    <a:pt x="175623" y="344206"/>
                    <a:pt x="171146" y="344206"/>
                  </a:cubicBezTo>
                  <a:cubicBezTo>
                    <a:pt x="163963" y="344258"/>
                    <a:pt x="156780" y="344258"/>
                    <a:pt x="149649" y="344206"/>
                  </a:cubicBezTo>
                  <a:cubicBezTo>
                    <a:pt x="145381" y="344154"/>
                    <a:pt x="143351" y="342124"/>
                    <a:pt x="143299" y="337803"/>
                  </a:cubicBezTo>
                  <a:cubicBezTo>
                    <a:pt x="143403" y="333223"/>
                    <a:pt x="143455" y="328798"/>
                    <a:pt x="143455" y="324582"/>
                  </a:cubicBezTo>
                  <a:close/>
                  <a:moveTo>
                    <a:pt x="106654" y="24347"/>
                  </a:moveTo>
                  <a:cubicBezTo>
                    <a:pt x="96608" y="30177"/>
                    <a:pt x="86874" y="35799"/>
                    <a:pt x="77037" y="41524"/>
                  </a:cubicBezTo>
                  <a:cubicBezTo>
                    <a:pt x="78286" y="43658"/>
                    <a:pt x="79223" y="45324"/>
                    <a:pt x="80160" y="46938"/>
                  </a:cubicBezTo>
                  <a:cubicBezTo>
                    <a:pt x="81097" y="48603"/>
                    <a:pt x="82086" y="50217"/>
                    <a:pt x="83023" y="51883"/>
                  </a:cubicBezTo>
                  <a:cubicBezTo>
                    <a:pt x="85209" y="55839"/>
                    <a:pt x="84688" y="57817"/>
                    <a:pt x="81461" y="60992"/>
                  </a:cubicBezTo>
                  <a:cubicBezTo>
                    <a:pt x="74642" y="67654"/>
                    <a:pt x="67876" y="74421"/>
                    <a:pt x="61213" y="81240"/>
                  </a:cubicBezTo>
                  <a:cubicBezTo>
                    <a:pt x="57986" y="84519"/>
                    <a:pt x="56060" y="85040"/>
                    <a:pt x="52104" y="82801"/>
                  </a:cubicBezTo>
                  <a:cubicBezTo>
                    <a:pt x="48720" y="80876"/>
                    <a:pt x="45337" y="78898"/>
                    <a:pt x="41693" y="76815"/>
                  </a:cubicBezTo>
                  <a:cubicBezTo>
                    <a:pt x="35916" y="86809"/>
                    <a:pt x="30294" y="96491"/>
                    <a:pt x="24568" y="106485"/>
                  </a:cubicBezTo>
                  <a:cubicBezTo>
                    <a:pt x="28108" y="108515"/>
                    <a:pt x="31491" y="110493"/>
                    <a:pt x="34875" y="112471"/>
                  </a:cubicBezTo>
                  <a:cubicBezTo>
                    <a:pt x="38779" y="114813"/>
                    <a:pt x="39403" y="116843"/>
                    <a:pt x="38206" y="121112"/>
                  </a:cubicBezTo>
                  <a:cubicBezTo>
                    <a:pt x="35603" y="130377"/>
                    <a:pt x="33157" y="139694"/>
                    <a:pt x="30763" y="149063"/>
                  </a:cubicBezTo>
                  <a:cubicBezTo>
                    <a:pt x="29722" y="153071"/>
                    <a:pt x="27952" y="154685"/>
                    <a:pt x="23788" y="154737"/>
                  </a:cubicBezTo>
                  <a:cubicBezTo>
                    <a:pt x="19780" y="154789"/>
                    <a:pt x="15772" y="154737"/>
                    <a:pt x="11816" y="154737"/>
                  </a:cubicBezTo>
                  <a:cubicBezTo>
                    <a:pt x="11816" y="166501"/>
                    <a:pt x="11816" y="177796"/>
                    <a:pt x="11816" y="189195"/>
                  </a:cubicBezTo>
                  <a:cubicBezTo>
                    <a:pt x="15928" y="189195"/>
                    <a:pt x="19728" y="189195"/>
                    <a:pt x="23527" y="189195"/>
                  </a:cubicBezTo>
                  <a:cubicBezTo>
                    <a:pt x="27952" y="189195"/>
                    <a:pt x="29722" y="190809"/>
                    <a:pt x="30763" y="194973"/>
                  </a:cubicBezTo>
                  <a:cubicBezTo>
                    <a:pt x="33105" y="204186"/>
                    <a:pt x="35499" y="213400"/>
                    <a:pt x="38102" y="222561"/>
                  </a:cubicBezTo>
                  <a:cubicBezTo>
                    <a:pt x="39351" y="227037"/>
                    <a:pt x="38779" y="229067"/>
                    <a:pt x="34719" y="231461"/>
                  </a:cubicBezTo>
                  <a:cubicBezTo>
                    <a:pt x="31387" y="233439"/>
                    <a:pt x="28004" y="235365"/>
                    <a:pt x="24568" y="237395"/>
                  </a:cubicBezTo>
                  <a:cubicBezTo>
                    <a:pt x="30346" y="247493"/>
                    <a:pt x="35916" y="257175"/>
                    <a:pt x="41433" y="266701"/>
                  </a:cubicBezTo>
                  <a:cubicBezTo>
                    <a:pt x="42110" y="266596"/>
                    <a:pt x="42370" y="266649"/>
                    <a:pt x="42526" y="266544"/>
                  </a:cubicBezTo>
                  <a:cubicBezTo>
                    <a:pt x="45649" y="264775"/>
                    <a:pt x="48720" y="262953"/>
                    <a:pt x="51844" y="261183"/>
                  </a:cubicBezTo>
                  <a:cubicBezTo>
                    <a:pt x="56060" y="258789"/>
                    <a:pt x="57882" y="259257"/>
                    <a:pt x="61265" y="262693"/>
                  </a:cubicBezTo>
                  <a:cubicBezTo>
                    <a:pt x="67823" y="269459"/>
                    <a:pt x="74486" y="276122"/>
                    <a:pt x="81253" y="282680"/>
                  </a:cubicBezTo>
                  <a:cubicBezTo>
                    <a:pt x="84844" y="286168"/>
                    <a:pt x="85313" y="287886"/>
                    <a:pt x="82762" y="292362"/>
                  </a:cubicBezTo>
                  <a:cubicBezTo>
                    <a:pt x="80888" y="295641"/>
                    <a:pt x="79015" y="298921"/>
                    <a:pt x="77037" y="302408"/>
                  </a:cubicBezTo>
                  <a:cubicBezTo>
                    <a:pt x="87083" y="308186"/>
                    <a:pt x="96764" y="313807"/>
                    <a:pt x="106654" y="319533"/>
                  </a:cubicBezTo>
                  <a:cubicBezTo>
                    <a:pt x="108736" y="315942"/>
                    <a:pt x="110662" y="312506"/>
                    <a:pt x="112692" y="309175"/>
                  </a:cubicBezTo>
                  <a:cubicBezTo>
                    <a:pt x="114982" y="305323"/>
                    <a:pt x="117012" y="304750"/>
                    <a:pt x="121385" y="305948"/>
                  </a:cubicBezTo>
                  <a:cubicBezTo>
                    <a:pt x="130546" y="308498"/>
                    <a:pt x="139759" y="310945"/>
                    <a:pt x="148972" y="313287"/>
                  </a:cubicBezTo>
                  <a:cubicBezTo>
                    <a:pt x="153240" y="314380"/>
                    <a:pt x="154854" y="316046"/>
                    <a:pt x="154906" y="320418"/>
                  </a:cubicBezTo>
                  <a:cubicBezTo>
                    <a:pt x="154906" y="324426"/>
                    <a:pt x="154906" y="328434"/>
                    <a:pt x="154906" y="332390"/>
                  </a:cubicBezTo>
                  <a:cubicBezTo>
                    <a:pt x="159018" y="332390"/>
                    <a:pt x="162558" y="332390"/>
                    <a:pt x="166201" y="332390"/>
                  </a:cubicBezTo>
                  <a:cubicBezTo>
                    <a:pt x="166201" y="317087"/>
                    <a:pt x="166201" y="301992"/>
                    <a:pt x="166201" y="286845"/>
                  </a:cubicBezTo>
                  <a:cubicBezTo>
                    <a:pt x="105769" y="283409"/>
                    <a:pt x="59651" y="234272"/>
                    <a:pt x="57465" y="176859"/>
                  </a:cubicBezTo>
                  <a:cubicBezTo>
                    <a:pt x="56372" y="148022"/>
                    <a:pt x="64752" y="122153"/>
                    <a:pt x="82971" y="99770"/>
                  </a:cubicBezTo>
                  <a:cubicBezTo>
                    <a:pt x="104364" y="73484"/>
                    <a:pt x="132420" y="59690"/>
                    <a:pt x="166201" y="57088"/>
                  </a:cubicBezTo>
                  <a:cubicBezTo>
                    <a:pt x="166201" y="41785"/>
                    <a:pt x="166201" y="26638"/>
                    <a:pt x="166201" y="11490"/>
                  </a:cubicBezTo>
                  <a:cubicBezTo>
                    <a:pt x="162349" y="11490"/>
                    <a:pt x="158758" y="11490"/>
                    <a:pt x="154906" y="11490"/>
                  </a:cubicBezTo>
                  <a:cubicBezTo>
                    <a:pt x="154906" y="15655"/>
                    <a:pt x="154906" y="19611"/>
                    <a:pt x="154906" y="23514"/>
                  </a:cubicBezTo>
                  <a:cubicBezTo>
                    <a:pt x="154854" y="27679"/>
                    <a:pt x="153240" y="29448"/>
                    <a:pt x="149232" y="30489"/>
                  </a:cubicBezTo>
                  <a:cubicBezTo>
                    <a:pt x="139915" y="32884"/>
                    <a:pt x="130598" y="35330"/>
                    <a:pt x="121281" y="37881"/>
                  </a:cubicBezTo>
                  <a:cubicBezTo>
                    <a:pt x="117012" y="39078"/>
                    <a:pt x="114982" y="38453"/>
                    <a:pt x="112640" y="34549"/>
                  </a:cubicBezTo>
                  <a:cubicBezTo>
                    <a:pt x="110714" y="31374"/>
                    <a:pt x="108840" y="28043"/>
                    <a:pt x="106654" y="243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7" name="Google Shape;1197;p10"/>
            <p:cNvSpPr/>
            <p:nvPr/>
          </p:nvSpPr>
          <p:spPr>
            <a:xfrm>
              <a:off x="4800186" y="6416806"/>
              <a:ext cx="183534" cy="183586"/>
            </a:xfrm>
            <a:custGeom>
              <a:avLst/>
              <a:gdLst/>
              <a:ahLst/>
              <a:cxnLst/>
              <a:rect l="l" t="t" r="r" b="b"/>
              <a:pathLst>
                <a:path w="183534" h="183586" extrusionOk="0">
                  <a:moveTo>
                    <a:pt x="183535" y="91715"/>
                  </a:moveTo>
                  <a:cubicBezTo>
                    <a:pt x="183535" y="142466"/>
                    <a:pt x="142518" y="183587"/>
                    <a:pt x="91871" y="183587"/>
                  </a:cubicBezTo>
                  <a:cubicBezTo>
                    <a:pt x="41121" y="183587"/>
                    <a:pt x="0" y="142570"/>
                    <a:pt x="0" y="91872"/>
                  </a:cubicBezTo>
                  <a:cubicBezTo>
                    <a:pt x="0" y="40965"/>
                    <a:pt x="41069" y="-52"/>
                    <a:pt x="92028" y="0"/>
                  </a:cubicBezTo>
                  <a:cubicBezTo>
                    <a:pt x="142518" y="104"/>
                    <a:pt x="183535" y="41173"/>
                    <a:pt x="183535" y="91715"/>
                  </a:cubicBezTo>
                  <a:close/>
                  <a:moveTo>
                    <a:pt x="58975" y="18999"/>
                  </a:moveTo>
                  <a:cubicBezTo>
                    <a:pt x="61577" y="24204"/>
                    <a:pt x="63972" y="29253"/>
                    <a:pt x="66678" y="34146"/>
                  </a:cubicBezTo>
                  <a:cubicBezTo>
                    <a:pt x="67355" y="35395"/>
                    <a:pt x="68708" y="36436"/>
                    <a:pt x="70010" y="37113"/>
                  </a:cubicBezTo>
                  <a:cubicBezTo>
                    <a:pt x="75735" y="40080"/>
                    <a:pt x="81513" y="42891"/>
                    <a:pt x="87239" y="45806"/>
                  </a:cubicBezTo>
                  <a:cubicBezTo>
                    <a:pt x="92132" y="48304"/>
                    <a:pt x="93016" y="51219"/>
                    <a:pt x="90206" y="55904"/>
                  </a:cubicBezTo>
                  <a:cubicBezTo>
                    <a:pt x="85937" y="63087"/>
                    <a:pt x="81201" y="70010"/>
                    <a:pt x="77453" y="77453"/>
                  </a:cubicBezTo>
                  <a:cubicBezTo>
                    <a:pt x="74122" y="84064"/>
                    <a:pt x="69801" y="87187"/>
                    <a:pt x="62254" y="86146"/>
                  </a:cubicBezTo>
                  <a:cubicBezTo>
                    <a:pt x="58350" y="85573"/>
                    <a:pt x="53249" y="84897"/>
                    <a:pt x="50490" y="86822"/>
                  </a:cubicBezTo>
                  <a:cubicBezTo>
                    <a:pt x="47888" y="88644"/>
                    <a:pt x="47575" y="93797"/>
                    <a:pt x="46274" y="97493"/>
                  </a:cubicBezTo>
                  <a:cubicBezTo>
                    <a:pt x="44608" y="102334"/>
                    <a:pt x="43359" y="103219"/>
                    <a:pt x="38154" y="103219"/>
                  </a:cubicBezTo>
                  <a:cubicBezTo>
                    <a:pt x="29722" y="103219"/>
                    <a:pt x="21237" y="103219"/>
                    <a:pt x="11868" y="103219"/>
                  </a:cubicBezTo>
                  <a:cubicBezTo>
                    <a:pt x="14158" y="110923"/>
                    <a:pt x="16240" y="118002"/>
                    <a:pt x="18426" y="125237"/>
                  </a:cubicBezTo>
                  <a:cubicBezTo>
                    <a:pt x="20196" y="124716"/>
                    <a:pt x="21081" y="124456"/>
                    <a:pt x="22018" y="124144"/>
                  </a:cubicBezTo>
                  <a:cubicBezTo>
                    <a:pt x="30867" y="121229"/>
                    <a:pt x="39663" y="118366"/>
                    <a:pt x="48460" y="115347"/>
                  </a:cubicBezTo>
                  <a:cubicBezTo>
                    <a:pt x="51323" y="114358"/>
                    <a:pt x="53717" y="114670"/>
                    <a:pt x="56112" y="116544"/>
                  </a:cubicBezTo>
                  <a:cubicBezTo>
                    <a:pt x="61317" y="120552"/>
                    <a:pt x="66730" y="124300"/>
                    <a:pt x="71831" y="128412"/>
                  </a:cubicBezTo>
                  <a:cubicBezTo>
                    <a:pt x="73861" y="130026"/>
                    <a:pt x="75111" y="129869"/>
                    <a:pt x="76985" y="128308"/>
                  </a:cubicBezTo>
                  <a:cubicBezTo>
                    <a:pt x="84168" y="122374"/>
                    <a:pt x="91455" y="116596"/>
                    <a:pt x="98794" y="110818"/>
                  </a:cubicBezTo>
                  <a:cubicBezTo>
                    <a:pt x="102282" y="108060"/>
                    <a:pt x="104832" y="108164"/>
                    <a:pt x="107955" y="111235"/>
                  </a:cubicBezTo>
                  <a:cubicBezTo>
                    <a:pt x="113317" y="116492"/>
                    <a:pt x="118730" y="121749"/>
                    <a:pt x="123883" y="127267"/>
                  </a:cubicBezTo>
                  <a:cubicBezTo>
                    <a:pt x="125132" y="128620"/>
                    <a:pt x="125965" y="130754"/>
                    <a:pt x="126069" y="132628"/>
                  </a:cubicBezTo>
                  <a:cubicBezTo>
                    <a:pt x="126382" y="137729"/>
                    <a:pt x="126173" y="142882"/>
                    <a:pt x="126173" y="148035"/>
                  </a:cubicBezTo>
                  <a:cubicBezTo>
                    <a:pt x="126173" y="152252"/>
                    <a:pt x="124976" y="153813"/>
                    <a:pt x="120916" y="154906"/>
                  </a:cubicBezTo>
                  <a:cubicBezTo>
                    <a:pt x="115086" y="156468"/>
                    <a:pt x="109257" y="157925"/>
                    <a:pt x="103427" y="159435"/>
                  </a:cubicBezTo>
                  <a:cubicBezTo>
                    <a:pt x="103427" y="163391"/>
                    <a:pt x="103427" y="167034"/>
                    <a:pt x="103427" y="171042"/>
                  </a:cubicBezTo>
                  <a:cubicBezTo>
                    <a:pt x="126382" y="167295"/>
                    <a:pt x="144287" y="155999"/>
                    <a:pt x="157821" y="137313"/>
                  </a:cubicBezTo>
                  <a:cubicBezTo>
                    <a:pt x="151887" y="131379"/>
                    <a:pt x="146109" y="125653"/>
                    <a:pt x="140384" y="119927"/>
                  </a:cubicBezTo>
                  <a:cubicBezTo>
                    <a:pt x="136896" y="116388"/>
                    <a:pt x="136688" y="114358"/>
                    <a:pt x="139447" y="110194"/>
                  </a:cubicBezTo>
                  <a:cubicBezTo>
                    <a:pt x="141997" y="106290"/>
                    <a:pt x="144600" y="102438"/>
                    <a:pt x="147150" y="98534"/>
                  </a:cubicBezTo>
                  <a:cubicBezTo>
                    <a:pt x="147671" y="97753"/>
                    <a:pt x="148452" y="96764"/>
                    <a:pt x="148295" y="96036"/>
                  </a:cubicBezTo>
                  <a:cubicBezTo>
                    <a:pt x="147306" y="91455"/>
                    <a:pt x="146109" y="86927"/>
                    <a:pt x="144964" y="82138"/>
                  </a:cubicBezTo>
                  <a:cubicBezTo>
                    <a:pt x="141112" y="83387"/>
                    <a:pt x="137833" y="84376"/>
                    <a:pt x="134606" y="85521"/>
                  </a:cubicBezTo>
                  <a:cubicBezTo>
                    <a:pt x="131379" y="86666"/>
                    <a:pt x="128828" y="85938"/>
                    <a:pt x="126746" y="83127"/>
                  </a:cubicBezTo>
                  <a:cubicBezTo>
                    <a:pt x="121385" y="75944"/>
                    <a:pt x="115867" y="68865"/>
                    <a:pt x="110766" y="61525"/>
                  </a:cubicBezTo>
                  <a:cubicBezTo>
                    <a:pt x="109569" y="59808"/>
                    <a:pt x="109048" y="56997"/>
                    <a:pt x="109413" y="54915"/>
                  </a:cubicBezTo>
                  <a:cubicBezTo>
                    <a:pt x="110766" y="48044"/>
                    <a:pt x="112692" y="41225"/>
                    <a:pt x="114462" y="34458"/>
                  </a:cubicBezTo>
                  <a:cubicBezTo>
                    <a:pt x="115711" y="29670"/>
                    <a:pt x="117064" y="28681"/>
                    <a:pt x="122009" y="28681"/>
                  </a:cubicBezTo>
                  <a:cubicBezTo>
                    <a:pt x="128047" y="28681"/>
                    <a:pt x="134033" y="28681"/>
                    <a:pt x="140644" y="28681"/>
                  </a:cubicBezTo>
                  <a:cubicBezTo>
                    <a:pt x="118730" y="10358"/>
                    <a:pt x="84220" y="6298"/>
                    <a:pt x="58975" y="18999"/>
                  </a:cubicBezTo>
                  <a:close/>
                  <a:moveTo>
                    <a:pt x="11399" y="91819"/>
                  </a:moveTo>
                  <a:cubicBezTo>
                    <a:pt x="19363" y="91819"/>
                    <a:pt x="26859" y="91872"/>
                    <a:pt x="34354" y="91715"/>
                  </a:cubicBezTo>
                  <a:cubicBezTo>
                    <a:pt x="35135" y="91715"/>
                    <a:pt x="36228" y="90466"/>
                    <a:pt x="36592" y="89581"/>
                  </a:cubicBezTo>
                  <a:cubicBezTo>
                    <a:pt x="37946" y="86146"/>
                    <a:pt x="39039" y="82606"/>
                    <a:pt x="40184" y="79119"/>
                  </a:cubicBezTo>
                  <a:cubicBezTo>
                    <a:pt x="41225" y="75996"/>
                    <a:pt x="43255" y="74538"/>
                    <a:pt x="46638" y="74590"/>
                  </a:cubicBezTo>
                  <a:cubicBezTo>
                    <a:pt x="52156" y="74694"/>
                    <a:pt x="57621" y="74642"/>
                    <a:pt x="63139" y="74590"/>
                  </a:cubicBezTo>
                  <a:cubicBezTo>
                    <a:pt x="64128" y="74590"/>
                    <a:pt x="65533" y="74382"/>
                    <a:pt x="65950" y="73705"/>
                  </a:cubicBezTo>
                  <a:cubicBezTo>
                    <a:pt x="69958" y="67303"/>
                    <a:pt x="73809" y="60745"/>
                    <a:pt x="77869" y="54030"/>
                  </a:cubicBezTo>
                  <a:cubicBezTo>
                    <a:pt x="72560" y="51375"/>
                    <a:pt x="67511" y="49189"/>
                    <a:pt x="62826" y="46378"/>
                  </a:cubicBezTo>
                  <a:cubicBezTo>
                    <a:pt x="60536" y="45025"/>
                    <a:pt x="58350" y="42891"/>
                    <a:pt x="56997" y="40548"/>
                  </a:cubicBezTo>
                  <a:cubicBezTo>
                    <a:pt x="53978" y="35343"/>
                    <a:pt x="51479" y="29774"/>
                    <a:pt x="48668" y="24152"/>
                  </a:cubicBezTo>
                  <a:cubicBezTo>
                    <a:pt x="24777" y="40600"/>
                    <a:pt x="12492" y="62775"/>
                    <a:pt x="11399" y="91819"/>
                  </a:cubicBezTo>
                  <a:close/>
                  <a:moveTo>
                    <a:pt x="24881" y="135543"/>
                  </a:moveTo>
                  <a:cubicBezTo>
                    <a:pt x="40288" y="160528"/>
                    <a:pt x="70426" y="173281"/>
                    <a:pt x="91819" y="171615"/>
                  </a:cubicBezTo>
                  <a:cubicBezTo>
                    <a:pt x="91819" y="166410"/>
                    <a:pt x="91819" y="161153"/>
                    <a:pt x="91819" y="155895"/>
                  </a:cubicBezTo>
                  <a:cubicBezTo>
                    <a:pt x="91819" y="151731"/>
                    <a:pt x="93016" y="150222"/>
                    <a:pt x="97181" y="149129"/>
                  </a:cubicBezTo>
                  <a:cubicBezTo>
                    <a:pt x="103010" y="147619"/>
                    <a:pt x="108840" y="146110"/>
                    <a:pt x="114774" y="144600"/>
                  </a:cubicBezTo>
                  <a:cubicBezTo>
                    <a:pt x="114774" y="142258"/>
                    <a:pt x="114878" y="140228"/>
                    <a:pt x="114722" y="138198"/>
                  </a:cubicBezTo>
                  <a:cubicBezTo>
                    <a:pt x="114618" y="136636"/>
                    <a:pt x="114618" y="134606"/>
                    <a:pt x="113733" y="133565"/>
                  </a:cubicBezTo>
                  <a:cubicBezTo>
                    <a:pt x="110402" y="129661"/>
                    <a:pt x="106758" y="126122"/>
                    <a:pt x="103115" y="122374"/>
                  </a:cubicBezTo>
                  <a:cubicBezTo>
                    <a:pt x="94942" y="128880"/>
                    <a:pt x="87239" y="135075"/>
                    <a:pt x="79483" y="141217"/>
                  </a:cubicBezTo>
                  <a:cubicBezTo>
                    <a:pt x="75631" y="144288"/>
                    <a:pt x="73861" y="144288"/>
                    <a:pt x="69958" y="141425"/>
                  </a:cubicBezTo>
                  <a:cubicBezTo>
                    <a:pt x="64232" y="137157"/>
                    <a:pt x="58506" y="132784"/>
                    <a:pt x="52728" y="128620"/>
                  </a:cubicBezTo>
                  <a:cubicBezTo>
                    <a:pt x="51792" y="127943"/>
                    <a:pt x="50282" y="127319"/>
                    <a:pt x="49345" y="127579"/>
                  </a:cubicBezTo>
                  <a:cubicBezTo>
                    <a:pt x="41173" y="130078"/>
                    <a:pt x="33209" y="132784"/>
                    <a:pt x="24881" y="135543"/>
                  </a:cubicBezTo>
                  <a:close/>
                  <a:moveTo>
                    <a:pt x="124976" y="40184"/>
                  </a:moveTo>
                  <a:cubicBezTo>
                    <a:pt x="123831" y="44869"/>
                    <a:pt x="122582" y="49241"/>
                    <a:pt x="121749" y="53665"/>
                  </a:cubicBezTo>
                  <a:cubicBezTo>
                    <a:pt x="121489" y="55071"/>
                    <a:pt x="121801" y="56945"/>
                    <a:pt x="122582" y="58142"/>
                  </a:cubicBezTo>
                  <a:cubicBezTo>
                    <a:pt x="125393" y="62306"/>
                    <a:pt x="128724" y="66054"/>
                    <a:pt x="131431" y="70270"/>
                  </a:cubicBezTo>
                  <a:cubicBezTo>
                    <a:pt x="133305" y="73185"/>
                    <a:pt x="135178" y="73601"/>
                    <a:pt x="138197" y="72248"/>
                  </a:cubicBezTo>
                  <a:cubicBezTo>
                    <a:pt x="140748" y="71051"/>
                    <a:pt x="143611" y="70374"/>
                    <a:pt x="146318" y="69541"/>
                  </a:cubicBezTo>
                  <a:cubicBezTo>
                    <a:pt x="151002" y="68084"/>
                    <a:pt x="153657" y="69437"/>
                    <a:pt x="154906" y="74174"/>
                  </a:cubicBezTo>
                  <a:cubicBezTo>
                    <a:pt x="156780" y="81201"/>
                    <a:pt x="158706" y="88176"/>
                    <a:pt x="160163" y="95307"/>
                  </a:cubicBezTo>
                  <a:cubicBezTo>
                    <a:pt x="160580" y="97285"/>
                    <a:pt x="159955" y="99835"/>
                    <a:pt x="159018" y="101657"/>
                  </a:cubicBezTo>
                  <a:cubicBezTo>
                    <a:pt x="157040" y="105301"/>
                    <a:pt x="154438" y="108632"/>
                    <a:pt x="152251" y="112172"/>
                  </a:cubicBezTo>
                  <a:cubicBezTo>
                    <a:pt x="151783" y="112953"/>
                    <a:pt x="151627" y="114618"/>
                    <a:pt x="152095" y="115139"/>
                  </a:cubicBezTo>
                  <a:cubicBezTo>
                    <a:pt x="155843" y="119147"/>
                    <a:pt x="159747" y="122946"/>
                    <a:pt x="163703" y="126902"/>
                  </a:cubicBezTo>
                  <a:cubicBezTo>
                    <a:pt x="177705" y="99315"/>
                    <a:pt x="173697" y="65481"/>
                    <a:pt x="154177" y="41589"/>
                  </a:cubicBezTo>
                  <a:cubicBezTo>
                    <a:pt x="153605" y="40913"/>
                    <a:pt x="152408" y="40340"/>
                    <a:pt x="151523" y="40288"/>
                  </a:cubicBezTo>
                  <a:cubicBezTo>
                    <a:pt x="142778" y="40132"/>
                    <a:pt x="134085" y="40184"/>
                    <a:pt x="124976" y="4018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8" name="Google Shape;1198;p10"/>
            <p:cNvSpPr/>
            <p:nvPr/>
          </p:nvSpPr>
          <p:spPr>
            <a:xfrm>
              <a:off x="4909338" y="6611944"/>
              <a:ext cx="91573" cy="63200"/>
            </a:xfrm>
            <a:custGeom>
              <a:avLst/>
              <a:gdLst/>
              <a:ahLst/>
              <a:cxnLst/>
              <a:rect l="l" t="t" r="r" b="b"/>
              <a:pathLst>
                <a:path w="91573" h="63200" extrusionOk="0">
                  <a:moveTo>
                    <a:pt x="44400" y="40137"/>
                  </a:moveTo>
                  <a:cubicBezTo>
                    <a:pt x="48512" y="40137"/>
                    <a:pt x="52364" y="40345"/>
                    <a:pt x="56112" y="40032"/>
                  </a:cubicBezTo>
                  <a:cubicBezTo>
                    <a:pt x="57257" y="39928"/>
                    <a:pt x="58662" y="38627"/>
                    <a:pt x="59287" y="37534"/>
                  </a:cubicBezTo>
                  <a:cubicBezTo>
                    <a:pt x="63451" y="30507"/>
                    <a:pt x="71259" y="27124"/>
                    <a:pt x="78858" y="29258"/>
                  </a:cubicBezTo>
                  <a:cubicBezTo>
                    <a:pt x="86926" y="31548"/>
                    <a:pt x="91871" y="38419"/>
                    <a:pt x="91559" y="46955"/>
                  </a:cubicBezTo>
                  <a:cubicBezTo>
                    <a:pt x="91299" y="54451"/>
                    <a:pt x="85521" y="61113"/>
                    <a:pt x="77817" y="62831"/>
                  </a:cubicBezTo>
                  <a:cubicBezTo>
                    <a:pt x="70686" y="64393"/>
                    <a:pt x="63035" y="60905"/>
                    <a:pt x="59391" y="54138"/>
                  </a:cubicBezTo>
                  <a:cubicBezTo>
                    <a:pt x="58298" y="52161"/>
                    <a:pt x="57153" y="51484"/>
                    <a:pt x="55019" y="51536"/>
                  </a:cubicBezTo>
                  <a:cubicBezTo>
                    <a:pt x="50386" y="51692"/>
                    <a:pt x="45701" y="51484"/>
                    <a:pt x="41069" y="51640"/>
                  </a:cubicBezTo>
                  <a:cubicBezTo>
                    <a:pt x="37269" y="51744"/>
                    <a:pt x="35135" y="50078"/>
                    <a:pt x="34094" y="46435"/>
                  </a:cubicBezTo>
                  <a:cubicBezTo>
                    <a:pt x="30867" y="34879"/>
                    <a:pt x="27483" y="23324"/>
                    <a:pt x="24048" y="11508"/>
                  </a:cubicBezTo>
                  <a:cubicBezTo>
                    <a:pt x="16084" y="11508"/>
                    <a:pt x="8120" y="11508"/>
                    <a:pt x="0" y="11508"/>
                  </a:cubicBezTo>
                  <a:cubicBezTo>
                    <a:pt x="0" y="7656"/>
                    <a:pt x="0" y="4117"/>
                    <a:pt x="0" y="57"/>
                  </a:cubicBezTo>
                  <a:cubicBezTo>
                    <a:pt x="2967" y="57"/>
                    <a:pt x="6038" y="57"/>
                    <a:pt x="9057" y="57"/>
                  </a:cubicBezTo>
                  <a:cubicBezTo>
                    <a:pt x="15147" y="57"/>
                    <a:pt x="21237" y="161"/>
                    <a:pt x="27327" y="5"/>
                  </a:cubicBezTo>
                  <a:cubicBezTo>
                    <a:pt x="31127" y="-100"/>
                    <a:pt x="33261" y="1566"/>
                    <a:pt x="34302" y="5210"/>
                  </a:cubicBezTo>
                  <a:cubicBezTo>
                    <a:pt x="37581" y="16713"/>
                    <a:pt x="40965" y="28269"/>
                    <a:pt x="44400" y="40137"/>
                  </a:cubicBezTo>
                  <a:close/>
                  <a:moveTo>
                    <a:pt x="80108" y="45706"/>
                  </a:moveTo>
                  <a:cubicBezTo>
                    <a:pt x="80056" y="42739"/>
                    <a:pt x="77245" y="40032"/>
                    <a:pt x="74278" y="40137"/>
                  </a:cubicBezTo>
                  <a:cubicBezTo>
                    <a:pt x="71311" y="40189"/>
                    <a:pt x="68604" y="42999"/>
                    <a:pt x="68708" y="45966"/>
                  </a:cubicBezTo>
                  <a:cubicBezTo>
                    <a:pt x="68760" y="48933"/>
                    <a:pt x="71571" y="51640"/>
                    <a:pt x="74538" y="51536"/>
                  </a:cubicBezTo>
                  <a:cubicBezTo>
                    <a:pt x="77453" y="51484"/>
                    <a:pt x="80160" y="48673"/>
                    <a:pt x="80108" y="457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9" name="Google Shape;1199;p10"/>
            <p:cNvSpPr/>
            <p:nvPr/>
          </p:nvSpPr>
          <p:spPr>
            <a:xfrm>
              <a:off x="4909338" y="6347899"/>
              <a:ext cx="91562" cy="57560"/>
            </a:xfrm>
            <a:custGeom>
              <a:avLst/>
              <a:gdLst/>
              <a:ahLst/>
              <a:cxnLst/>
              <a:rect l="l" t="t" r="r" b="b"/>
              <a:pathLst>
                <a:path w="91562" h="57560" extrusionOk="0">
                  <a:moveTo>
                    <a:pt x="0" y="57455"/>
                  </a:moveTo>
                  <a:cubicBezTo>
                    <a:pt x="0" y="53499"/>
                    <a:pt x="0" y="49960"/>
                    <a:pt x="0" y="46004"/>
                  </a:cubicBezTo>
                  <a:cubicBezTo>
                    <a:pt x="5361" y="46004"/>
                    <a:pt x="10567" y="45900"/>
                    <a:pt x="15772" y="46056"/>
                  </a:cubicBezTo>
                  <a:cubicBezTo>
                    <a:pt x="18218" y="46160"/>
                    <a:pt x="19571" y="45431"/>
                    <a:pt x="20665" y="43089"/>
                  </a:cubicBezTo>
                  <a:cubicBezTo>
                    <a:pt x="24985" y="34032"/>
                    <a:pt x="29670" y="25183"/>
                    <a:pt x="33990" y="16178"/>
                  </a:cubicBezTo>
                  <a:cubicBezTo>
                    <a:pt x="35603" y="12847"/>
                    <a:pt x="37842" y="11389"/>
                    <a:pt x="41589" y="11545"/>
                  </a:cubicBezTo>
                  <a:cubicBezTo>
                    <a:pt x="46222" y="11754"/>
                    <a:pt x="50907" y="11754"/>
                    <a:pt x="55539" y="11493"/>
                  </a:cubicBezTo>
                  <a:cubicBezTo>
                    <a:pt x="56736" y="11441"/>
                    <a:pt x="58402" y="10452"/>
                    <a:pt x="58975" y="9411"/>
                  </a:cubicBezTo>
                  <a:cubicBezTo>
                    <a:pt x="63035" y="2228"/>
                    <a:pt x="70738" y="-1415"/>
                    <a:pt x="78286" y="511"/>
                  </a:cubicBezTo>
                  <a:cubicBezTo>
                    <a:pt x="86042" y="2488"/>
                    <a:pt x="91403" y="9047"/>
                    <a:pt x="91559" y="16751"/>
                  </a:cubicBezTo>
                  <a:cubicBezTo>
                    <a:pt x="91715" y="25079"/>
                    <a:pt x="86718" y="31794"/>
                    <a:pt x="78702" y="33980"/>
                  </a:cubicBezTo>
                  <a:cubicBezTo>
                    <a:pt x="71103" y="36062"/>
                    <a:pt x="63191" y="32731"/>
                    <a:pt x="59287" y="25495"/>
                  </a:cubicBezTo>
                  <a:cubicBezTo>
                    <a:pt x="58298" y="23622"/>
                    <a:pt x="57205" y="22945"/>
                    <a:pt x="55175" y="23049"/>
                  </a:cubicBezTo>
                  <a:cubicBezTo>
                    <a:pt x="51375" y="23257"/>
                    <a:pt x="46742" y="21956"/>
                    <a:pt x="43984" y="23674"/>
                  </a:cubicBezTo>
                  <a:cubicBezTo>
                    <a:pt x="41173" y="25391"/>
                    <a:pt x="40184" y="30024"/>
                    <a:pt x="38466" y="33407"/>
                  </a:cubicBezTo>
                  <a:cubicBezTo>
                    <a:pt x="35135" y="40018"/>
                    <a:pt x="31752" y="46576"/>
                    <a:pt x="28524" y="53239"/>
                  </a:cubicBezTo>
                  <a:cubicBezTo>
                    <a:pt x="27067" y="56310"/>
                    <a:pt x="24881" y="57611"/>
                    <a:pt x="21445" y="57559"/>
                  </a:cubicBezTo>
                  <a:cubicBezTo>
                    <a:pt x="14418" y="57351"/>
                    <a:pt x="7391" y="57455"/>
                    <a:pt x="0" y="57455"/>
                  </a:cubicBezTo>
                  <a:close/>
                  <a:moveTo>
                    <a:pt x="80108" y="17271"/>
                  </a:moveTo>
                  <a:cubicBezTo>
                    <a:pt x="80108" y="14304"/>
                    <a:pt x="77297" y="11598"/>
                    <a:pt x="74382" y="11598"/>
                  </a:cubicBezTo>
                  <a:cubicBezTo>
                    <a:pt x="71415" y="11598"/>
                    <a:pt x="68656" y="14408"/>
                    <a:pt x="68708" y="17323"/>
                  </a:cubicBezTo>
                  <a:cubicBezTo>
                    <a:pt x="68760" y="20290"/>
                    <a:pt x="71519" y="22997"/>
                    <a:pt x="74434" y="22997"/>
                  </a:cubicBezTo>
                  <a:cubicBezTo>
                    <a:pt x="77401" y="22997"/>
                    <a:pt x="80108" y="20238"/>
                    <a:pt x="80108" y="172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0" name="Google Shape;1200;p10"/>
            <p:cNvSpPr/>
            <p:nvPr/>
          </p:nvSpPr>
          <p:spPr>
            <a:xfrm>
              <a:off x="4966700" y="6399581"/>
              <a:ext cx="85885" cy="40233"/>
            </a:xfrm>
            <a:custGeom>
              <a:avLst/>
              <a:gdLst/>
              <a:ahLst/>
              <a:cxnLst/>
              <a:rect l="l" t="t" r="r" b="b"/>
              <a:pathLst>
                <a:path w="85885" h="40233" extrusionOk="0">
                  <a:moveTo>
                    <a:pt x="0" y="40180"/>
                  </a:moveTo>
                  <a:cubicBezTo>
                    <a:pt x="0" y="36276"/>
                    <a:pt x="0" y="32736"/>
                    <a:pt x="0" y="28728"/>
                  </a:cubicBezTo>
                  <a:cubicBezTo>
                    <a:pt x="2655" y="28728"/>
                    <a:pt x="5257" y="28416"/>
                    <a:pt x="7808" y="28780"/>
                  </a:cubicBezTo>
                  <a:cubicBezTo>
                    <a:pt x="12544" y="29561"/>
                    <a:pt x="15355" y="27635"/>
                    <a:pt x="17437" y="23575"/>
                  </a:cubicBezTo>
                  <a:cubicBezTo>
                    <a:pt x="18895" y="20712"/>
                    <a:pt x="21081" y="18266"/>
                    <a:pt x="22695" y="15507"/>
                  </a:cubicBezTo>
                  <a:cubicBezTo>
                    <a:pt x="24412" y="12644"/>
                    <a:pt x="26651" y="11395"/>
                    <a:pt x="30034" y="11499"/>
                  </a:cubicBezTo>
                  <a:cubicBezTo>
                    <a:pt x="36384" y="11707"/>
                    <a:pt x="42682" y="11447"/>
                    <a:pt x="49033" y="11603"/>
                  </a:cubicBezTo>
                  <a:cubicBezTo>
                    <a:pt x="51271" y="11655"/>
                    <a:pt x="52572" y="11135"/>
                    <a:pt x="53769" y="8949"/>
                  </a:cubicBezTo>
                  <a:cubicBezTo>
                    <a:pt x="57569" y="1870"/>
                    <a:pt x="65481" y="-1410"/>
                    <a:pt x="72925" y="568"/>
                  </a:cubicBezTo>
                  <a:cubicBezTo>
                    <a:pt x="80784" y="2702"/>
                    <a:pt x="85885" y="9313"/>
                    <a:pt x="85885" y="17381"/>
                  </a:cubicBezTo>
                  <a:cubicBezTo>
                    <a:pt x="85885" y="25345"/>
                    <a:pt x="80628" y="31955"/>
                    <a:pt x="72716" y="34038"/>
                  </a:cubicBezTo>
                  <a:cubicBezTo>
                    <a:pt x="65325" y="35963"/>
                    <a:pt x="57517" y="32528"/>
                    <a:pt x="53665" y="25397"/>
                  </a:cubicBezTo>
                  <a:cubicBezTo>
                    <a:pt x="52624" y="23523"/>
                    <a:pt x="51583" y="22898"/>
                    <a:pt x="49553" y="22951"/>
                  </a:cubicBezTo>
                  <a:cubicBezTo>
                    <a:pt x="43828" y="23055"/>
                    <a:pt x="37165" y="21233"/>
                    <a:pt x="32584" y="23523"/>
                  </a:cubicBezTo>
                  <a:cubicBezTo>
                    <a:pt x="28108" y="25813"/>
                    <a:pt x="25662" y="32216"/>
                    <a:pt x="22434" y="36848"/>
                  </a:cubicBezTo>
                  <a:cubicBezTo>
                    <a:pt x="20873" y="39087"/>
                    <a:pt x="18999" y="40284"/>
                    <a:pt x="16188" y="40232"/>
                  </a:cubicBezTo>
                  <a:cubicBezTo>
                    <a:pt x="10931" y="40128"/>
                    <a:pt x="5674" y="40180"/>
                    <a:pt x="0" y="40180"/>
                  </a:cubicBezTo>
                  <a:close/>
                  <a:moveTo>
                    <a:pt x="74382" y="17121"/>
                  </a:moveTo>
                  <a:cubicBezTo>
                    <a:pt x="74278" y="14154"/>
                    <a:pt x="71467" y="11447"/>
                    <a:pt x="68552" y="11551"/>
                  </a:cubicBezTo>
                  <a:cubicBezTo>
                    <a:pt x="65585" y="11655"/>
                    <a:pt x="62931" y="14466"/>
                    <a:pt x="62983" y="17381"/>
                  </a:cubicBezTo>
                  <a:cubicBezTo>
                    <a:pt x="63087" y="20348"/>
                    <a:pt x="65898" y="23055"/>
                    <a:pt x="68812" y="22951"/>
                  </a:cubicBezTo>
                  <a:cubicBezTo>
                    <a:pt x="71779" y="22846"/>
                    <a:pt x="74434" y="20036"/>
                    <a:pt x="74382" y="17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1" name="Google Shape;1201;p10"/>
            <p:cNvSpPr/>
            <p:nvPr/>
          </p:nvSpPr>
          <p:spPr>
            <a:xfrm>
              <a:off x="4972425" y="6571723"/>
              <a:ext cx="74454" cy="51657"/>
            </a:xfrm>
            <a:custGeom>
              <a:avLst/>
              <a:gdLst/>
              <a:ahLst/>
              <a:cxnLst/>
              <a:rect l="l" t="t" r="r" b="b"/>
              <a:pathLst>
                <a:path w="74454" h="51657" extrusionOk="0">
                  <a:moveTo>
                    <a:pt x="0" y="11492"/>
                  </a:moveTo>
                  <a:cubicBezTo>
                    <a:pt x="0" y="7484"/>
                    <a:pt x="0" y="3945"/>
                    <a:pt x="0" y="93"/>
                  </a:cubicBezTo>
                  <a:cubicBezTo>
                    <a:pt x="6090" y="93"/>
                    <a:pt x="12076" y="-219"/>
                    <a:pt x="17958" y="301"/>
                  </a:cubicBezTo>
                  <a:cubicBezTo>
                    <a:pt x="19676" y="457"/>
                    <a:pt x="21810" y="2696"/>
                    <a:pt x="22643" y="4465"/>
                  </a:cubicBezTo>
                  <a:cubicBezTo>
                    <a:pt x="25714" y="11284"/>
                    <a:pt x="28316" y="18363"/>
                    <a:pt x="31179" y="25286"/>
                  </a:cubicBezTo>
                  <a:cubicBezTo>
                    <a:pt x="31804" y="26796"/>
                    <a:pt x="31752" y="29138"/>
                    <a:pt x="34406" y="28669"/>
                  </a:cubicBezTo>
                  <a:cubicBezTo>
                    <a:pt x="37165" y="28201"/>
                    <a:pt x="40288" y="30179"/>
                    <a:pt x="42370" y="26067"/>
                  </a:cubicBezTo>
                  <a:cubicBezTo>
                    <a:pt x="45806" y="19404"/>
                    <a:pt x="51896" y="16437"/>
                    <a:pt x="59339" y="17322"/>
                  </a:cubicBezTo>
                  <a:cubicBezTo>
                    <a:pt x="66366" y="18155"/>
                    <a:pt x="71155" y="22267"/>
                    <a:pt x="73497" y="28878"/>
                  </a:cubicBezTo>
                  <a:cubicBezTo>
                    <a:pt x="76464" y="37154"/>
                    <a:pt x="72300" y="46523"/>
                    <a:pt x="64284" y="50115"/>
                  </a:cubicBezTo>
                  <a:cubicBezTo>
                    <a:pt x="56216" y="53758"/>
                    <a:pt x="46638" y="50791"/>
                    <a:pt x="42370" y="42880"/>
                  </a:cubicBezTo>
                  <a:cubicBezTo>
                    <a:pt x="41121" y="40537"/>
                    <a:pt x="39768" y="39913"/>
                    <a:pt x="37373" y="40069"/>
                  </a:cubicBezTo>
                  <a:cubicBezTo>
                    <a:pt x="34771" y="40225"/>
                    <a:pt x="32116" y="40017"/>
                    <a:pt x="29513" y="40121"/>
                  </a:cubicBezTo>
                  <a:cubicBezTo>
                    <a:pt x="26026" y="40277"/>
                    <a:pt x="23944" y="38767"/>
                    <a:pt x="22695" y="35540"/>
                  </a:cubicBezTo>
                  <a:cubicBezTo>
                    <a:pt x="19884" y="28305"/>
                    <a:pt x="16917" y="21174"/>
                    <a:pt x="14158" y="13939"/>
                  </a:cubicBezTo>
                  <a:cubicBezTo>
                    <a:pt x="13377" y="11909"/>
                    <a:pt x="12336" y="11232"/>
                    <a:pt x="10254" y="11336"/>
                  </a:cubicBezTo>
                  <a:cubicBezTo>
                    <a:pt x="6975" y="11596"/>
                    <a:pt x="3644" y="11492"/>
                    <a:pt x="0" y="11492"/>
                  </a:cubicBezTo>
                  <a:close/>
                  <a:moveTo>
                    <a:pt x="57153" y="40121"/>
                  </a:moveTo>
                  <a:cubicBezTo>
                    <a:pt x="60120" y="40121"/>
                    <a:pt x="62879" y="37414"/>
                    <a:pt x="62879" y="34447"/>
                  </a:cubicBezTo>
                  <a:cubicBezTo>
                    <a:pt x="62879" y="31480"/>
                    <a:pt x="60172" y="28721"/>
                    <a:pt x="57205" y="28721"/>
                  </a:cubicBezTo>
                  <a:cubicBezTo>
                    <a:pt x="54238" y="28721"/>
                    <a:pt x="51479" y="31428"/>
                    <a:pt x="51479" y="34395"/>
                  </a:cubicBezTo>
                  <a:cubicBezTo>
                    <a:pt x="51479" y="37362"/>
                    <a:pt x="54238" y="40121"/>
                    <a:pt x="57153" y="40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2" name="Google Shape;1202;p10"/>
            <p:cNvSpPr/>
            <p:nvPr/>
          </p:nvSpPr>
          <p:spPr>
            <a:xfrm>
              <a:off x="4995328" y="6491387"/>
              <a:ext cx="68819" cy="34505"/>
            </a:xfrm>
            <a:custGeom>
              <a:avLst/>
              <a:gdLst/>
              <a:ahLst/>
              <a:cxnLst/>
              <a:rect l="l" t="t" r="r" b="b"/>
              <a:pathLst>
                <a:path w="68819" h="34505" extrusionOk="0">
                  <a:moveTo>
                    <a:pt x="0" y="22964"/>
                  </a:moveTo>
                  <a:cubicBezTo>
                    <a:pt x="0" y="18956"/>
                    <a:pt x="0" y="15468"/>
                    <a:pt x="0" y="11512"/>
                  </a:cubicBezTo>
                  <a:cubicBezTo>
                    <a:pt x="1353" y="11512"/>
                    <a:pt x="2603" y="11512"/>
                    <a:pt x="3852" y="11512"/>
                  </a:cubicBezTo>
                  <a:cubicBezTo>
                    <a:pt x="13429" y="11512"/>
                    <a:pt x="22955" y="11460"/>
                    <a:pt x="32532" y="11564"/>
                  </a:cubicBezTo>
                  <a:cubicBezTo>
                    <a:pt x="34406" y="11564"/>
                    <a:pt x="35447" y="11044"/>
                    <a:pt x="36384" y="9326"/>
                  </a:cubicBezTo>
                  <a:cubicBezTo>
                    <a:pt x="40757" y="1258"/>
                    <a:pt x="49501" y="-1969"/>
                    <a:pt x="57725" y="1206"/>
                  </a:cubicBezTo>
                  <a:cubicBezTo>
                    <a:pt x="65481" y="4173"/>
                    <a:pt x="70114" y="12553"/>
                    <a:pt x="68500" y="20569"/>
                  </a:cubicBezTo>
                  <a:cubicBezTo>
                    <a:pt x="66782" y="29158"/>
                    <a:pt x="59183" y="35040"/>
                    <a:pt x="50282" y="34467"/>
                  </a:cubicBezTo>
                  <a:cubicBezTo>
                    <a:pt x="44244" y="34103"/>
                    <a:pt x="39559" y="31084"/>
                    <a:pt x="36749" y="25826"/>
                  </a:cubicBezTo>
                  <a:cubicBezTo>
                    <a:pt x="35499" y="23484"/>
                    <a:pt x="34094" y="23016"/>
                    <a:pt x="31752" y="23016"/>
                  </a:cubicBezTo>
                  <a:cubicBezTo>
                    <a:pt x="22434" y="23120"/>
                    <a:pt x="13117" y="23068"/>
                    <a:pt x="3800" y="23068"/>
                  </a:cubicBezTo>
                  <a:cubicBezTo>
                    <a:pt x="2603" y="22964"/>
                    <a:pt x="1457" y="22964"/>
                    <a:pt x="0" y="22964"/>
                  </a:cubicBezTo>
                  <a:close/>
                  <a:moveTo>
                    <a:pt x="57205" y="17394"/>
                  </a:moveTo>
                  <a:cubicBezTo>
                    <a:pt x="57309" y="14479"/>
                    <a:pt x="54654" y="11616"/>
                    <a:pt x="51687" y="11512"/>
                  </a:cubicBezTo>
                  <a:cubicBezTo>
                    <a:pt x="48773" y="11408"/>
                    <a:pt x="45910" y="14063"/>
                    <a:pt x="45806" y="17030"/>
                  </a:cubicBezTo>
                  <a:cubicBezTo>
                    <a:pt x="45701" y="19945"/>
                    <a:pt x="48356" y="22807"/>
                    <a:pt x="51323" y="22912"/>
                  </a:cubicBezTo>
                  <a:cubicBezTo>
                    <a:pt x="54238" y="23068"/>
                    <a:pt x="57101" y="20361"/>
                    <a:pt x="57205" y="1739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03" name="Google Shape;1203;p10"/>
          <p:cNvGrpSpPr/>
          <p:nvPr/>
        </p:nvGrpSpPr>
        <p:grpSpPr>
          <a:xfrm>
            <a:off x="2740313" y="6376331"/>
            <a:ext cx="347590" cy="347590"/>
            <a:chOff x="590912" y="6333677"/>
            <a:chExt cx="347590" cy="347590"/>
          </a:xfrm>
        </p:grpSpPr>
        <p:sp>
          <p:nvSpPr>
            <p:cNvPr id="1204" name="Google Shape;1204;p10"/>
            <p:cNvSpPr/>
            <p:nvPr/>
          </p:nvSpPr>
          <p:spPr>
            <a:xfrm>
              <a:off x="590912" y="6335150"/>
              <a:ext cx="347590" cy="346117"/>
            </a:xfrm>
            <a:custGeom>
              <a:avLst/>
              <a:gdLst/>
              <a:ahLst/>
              <a:cxnLst/>
              <a:rect l="l" t="t" r="r" b="b"/>
              <a:pathLst>
                <a:path w="347590" h="346117" extrusionOk="0">
                  <a:moveTo>
                    <a:pt x="347591" y="98395"/>
                  </a:moveTo>
                  <a:cubicBezTo>
                    <a:pt x="346440" y="105506"/>
                    <a:pt x="345290" y="112617"/>
                    <a:pt x="344192" y="119728"/>
                  </a:cubicBezTo>
                  <a:cubicBezTo>
                    <a:pt x="343669" y="123074"/>
                    <a:pt x="343303" y="126473"/>
                    <a:pt x="342780" y="129819"/>
                  </a:cubicBezTo>
                  <a:cubicBezTo>
                    <a:pt x="342100" y="134107"/>
                    <a:pt x="339434" y="136041"/>
                    <a:pt x="335094" y="135414"/>
                  </a:cubicBezTo>
                  <a:cubicBezTo>
                    <a:pt x="328401" y="134473"/>
                    <a:pt x="321656" y="133479"/>
                    <a:pt x="314964" y="132486"/>
                  </a:cubicBezTo>
                  <a:cubicBezTo>
                    <a:pt x="312192" y="132068"/>
                    <a:pt x="309735" y="132434"/>
                    <a:pt x="308114" y="134996"/>
                  </a:cubicBezTo>
                  <a:cubicBezTo>
                    <a:pt x="306388" y="137715"/>
                    <a:pt x="307225" y="140172"/>
                    <a:pt x="309003" y="142473"/>
                  </a:cubicBezTo>
                  <a:cubicBezTo>
                    <a:pt x="312977" y="147701"/>
                    <a:pt x="316898" y="152930"/>
                    <a:pt x="320820" y="158211"/>
                  </a:cubicBezTo>
                  <a:cubicBezTo>
                    <a:pt x="324114" y="162655"/>
                    <a:pt x="323695" y="165427"/>
                    <a:pt x="319251" y="168825"/>
                  </a:cubicBezTo>
                  <a:cubicBezTo>
                    <a:pt x="311042" y="174995"/>
                    <a:pt x="302781" y="181217"/>
                    <a:pt x="294519" y="187335"/>
                  </a:cubicBezTo>
                  <a:cubicBezTo>
                    <a:pt x="289970" y="190681"/>
                    <a:pt x="287251" y="190315"/>
                    <a:pt x="283905" y="185871"/>
                  </a:cubicBezTo>
                  <a:cubicBezTo>
                    <a:pt x="279984" y="180747"/>
                    <a:pt x="276114" y="175570"/>
                    <a:pt x="272297" y="170394"/>
                  </a:cubicBezTo>
                  <a:cubicBezTo>
                    <a:pt x="270572" y="168041"/>
                    <a:pt x="268480" y="166368"/>
                    <a:pt x="265448" y="167100"/>
                  </a:cubicBezTo>
                  <a:cubicBezTo>
                    <a:pt x="262206" y="167884"/>
                    <a:pt x="261160" y="170446"/>
                    <a:pt x="260742" y="173479"/>
                  </a:cubicBezTo>
                  <a:cubicBezTo>
                    <a:pt x="259853" y="179962"/>
                    <a:pt x="258912" y="186446"/>
                    <a:pt x="257971" y="192930"/>
                  </a:cubicBezTo>
                  <a:cubicBezTo>
                    <a:pt x="257291" y="197635"/>
                    <a:pt x="255043" y="199570"/>
                    <a:pt x="250337" y="198943"/>
                  </a:cubicBezTo>
                  <a:cubicBezTo>
                    <a:pt x="239566" y="197531"/>
                    <a:pt x="228847" y="196015"/>
                    <a:pt x="218128" y="194341"/>
                  </a:cubicBezTo>
                  <a:cubicBezTo>
                    <a:pt x="213318" y="193609"/>
                    <a:pt x="211749" y="191413"/>
                    <a:pt x="212377" y="186551"/>
                  </a:cubicBezTo>
                  <a:cubicBezTo>
                    <a:pt x="213109" y="180485"/>
                    <a:pt x="214050" y="174472"/>
                    <a:pt x="214886" y="168407"/>
                  </a:cubicBezTo>
                  <a:cubicBezTo>
                    <a:pt x="215043" y="167414"/>
                    <a:pt x="215461" y="166263"/>
                    <a:pt x="215200" y="165427"/>
                  </a:cubicBezTo>
                  <a:cubicBezTo>
                    <a:pt x="214520" y="163440"/>
                    <a:pt x="213893" y="161087"/>
                    <a:pt x="212429" y="159727"/>
                  </a:cubicBezTo>
                  <a:cubicBezTo>
                    <a:pt x="210546" y="157950"/>
                    <a:pt x="207932" y="158629"/>
                    <a:pt x="205841" y="160146"/>
                  </a:cubicBezTo>
                  <a:cubicBezTo>
                    <a:pt x="200664" y="163963"/>
                    <a:pt x="195488" y="167832"/>
                    <a:pt x="190364" y="171701"/>
                  </a:cubicBezTo>
                  <a:cubicBezTo>
                    <a:pt x="184769" y="175884"/>
                    <a:pt x="182416" y="175570"/>
                    <a:pt x="178285" y="170028"/>
                  </a:cubicBezTo>
                  <a:cubicBezTo>
                    <a:pt x="172325" y="162080"/>
                    <a:pt x="166312" y="154133"/>
                    <a:pt x="160351" y="146133"/>
                  </a:cubicBezTo>
                  <a:cubicBezTo>
                    <a:pt x="156900" y="141532"/>
                    <a:pt x="157318" y="138760"/>
                    <a:pt x="161920" y="135309"/>
                  </a:cubicBezTo>
                  <a:cubicBezTo>
                    <a:pt x="167044" y="131440"/>
                    <a:pt x="172220" y="127519"/>
                    <a:pt x="177397" y="123702"/>
                  </a:cubicBezTo>
                  <a:cubicBezTo>
                    <a:pt x="179802" y="121924"/>
                    <a:pt x="181266" y="119780"/>
                    <a:pt x="180429" y="116748"/>
                  </a:cubicBezTo>
                  <a:cubicBezTo>
                    <a:pt x="179645" y="113872"/>
                    <a:pt x="177397" y="112774"/>
                    <a:pt x="174573" y="112408"/>
                  </a:cubicBezTo>
                  <a:cubicBezTo>
                    <a:pt x="168194" y="111571"/>
                    <a:pt x="161815" y="110630"/>
                    <a:pt x="155436" y="109689"/>
                  </a:cubicBezTo>
                  <a:cubicBezTo>
                    <a:pt x="149684" y="108852"/>
                    <a:pt x="147959" y="106656"/>
                    <a:pt x="148743" y="100957"/>
                  </a:cubicBezTo>
                  <a:cubicBezTo>
                    <a:pt x="150155" y="90552"/>
                    <a:pt x="151671" y="80147"/>
                    <a:pt x="153292" y="69742"/>
                  </a:cubicBezTo>
                  <a:cubicBezTo>
                    <a:pt x="154024" y="64879"/>
                    <a:pt x="156534" y="63101"/>
                    <a:pt x="161344" y="63781"/>
                  </a:cubicBezTo>
                  <a:cubicBezTo>
                    <a:pt x="167933" y="64722"/>
                    <a:pt x="174573" y="65611"/>
                    <a:pt x="181161" y="66657"/>
                  </a:cubicBezTo>
                  <a:cubicBezTo>
                    <a:pt x="183985" y="67127"/>
                    <a:pt x="186390" y="66657"/>
                    <a:pt x="188011" y="64147"/>
                  </a:cubicBezTo>
                  <a:cubicBezTo>
                    <a:pt x="189736" y="61480"/>
                    <a:pt x="188900" y="59023"/>
                    <a:pt x="187122" y="56670"/>
                  </a:cubicBezTo>
                  <a:cubicBezTo>
                    <a:pt x="183200" y="51546"/>
                    <a:pt x="179279" y="46422"/>
                    <a:pt x="175567" y="41193"/>
                  </a:cubicBezTo>
                  <a:cubicBezTo>
                    <a:pt x="174312" y="39415"/>
                    <a:pt x="173527" y="37324"/>
                    <a:pt x="172534" y="35337"/>
                  </a:cubicBezTo>
                  <a:cubicBezTo>
                    <a:pt x="172638" y="34918"/>
                    <a:pt x="172795" y="34552"/>
                    <a:pt x="172900" y="34134"/>
                  </a:cubicBezTo>
                  <a:cubicBezTo>
                    <a:pt x="165580" y="35232"/>
                    <a:pt x="158155" y="35807"/>
                    <a:pt x="150992" y="37428"/>
                  </a:cubicBezTo>
                  <a:cubicBezTo>
                    <a:pt x="112352" y="46369"/>
                    <a:pt x="82077" y="78944"/>
                    <a:pt x="77110" y="118212"/>
                  </a:cubicBezTo>
                  <a:cubicBezTo>
                    <a:pt x="72195" y="157270"/>
                    <a:pt x="85999" y="188904"/>
                    <a:pt x="117789" y="212485"/>
                  </a:cubicBezTo>
                  <a:cubicBezTo>
                    <a:pt x="122286" y="215831"/>
                    <a:pt x="126940" y="219230"/>
                    <a:pt x="130757" y="223308"/>
                  </a:cubicBezTo>
                  <a:cubicBezTo>
                    <a:pt x="136770" y="229687"/>
                    <a:pt x="139593" y="237740"/>
                    <a:pt x="139855" y="246471"/>
                  </a:cubicBezTo>
                  <a:cubicBezTo>
                    <a:pt x="140064" y="254262"/>
                    <a:pt x="139907" y="262105"/>
                    <a:pt x="139959" y="269896"/>
                  </a:cubicBezTo>
                  <a:cubicBezTo>
                    <a:pt x="140011" y="277739"/>
                    <a:pt x="144508" y="282445"/>
                    <a:pt x="152351" y="282497"/>
                  </a:cubicBezTo>
                  <a:cubicBezTo>
                    <a:pt x="167201" y="282602"/>
                    <a:pt x="181998" y="282602"/>
                    <a:pt x="196847" y="282497"/>
                  </a:cubicBezTo>
                  <a:cubicBezTo>
                    <a:pt x="204743" y="282445"/>
                    <a:pt x="209187" y="277791"/>
                    <a:pt x="209187" y="269896"/>
                  </a:cubicBezTo>
                  <a:cubicBezTo>
                    <a:pt x="209239" y="262994"/>
                    <a:pt x="209082" y="256092"/>
                    <a:pt x="209239" y="249190"/>
                  </a:cubicBezTo>
                  <a:cubicBezTo>
                    <a:pt x="209448" y="235282"/>
                    <a:pt x="215095" y="224093"/>
                    <a:pt x="226494" y="215884"/>
                  </a:cubicBezTo>
                  <a:cubicBezTo>
                    <a:pt x="230991" y="212642"/>
                    <a:pt x="235435" y="209348"/>
                    <a:pt x="240193" y="205845"/>
                  </a:cubicBezTo>
                  <a:cubicBezTo>
                    <a:pt x="242546" y="208511"/>
                    <a:pt x="245004" y="211230"/>
                    <a:pt x="247827" y="214367"/>
                  </a:cubicBezTo>
                  <a:cubicBezTo>
                    <a:pt x="243435" y="217661"/>
                    <a:pt x="239513" y="221008"/>
                    <a:pt x="235174" y="223831"/>
                  </a:cubicBezTo>
                  <a:cubicBezTo>
                    <a:pt x="225030" y="230419"/>
                    <a:pt x="220376" y="239622"/>
                    <a:pt x="220742" y="251596"/>
                  </a:cubicBezTo>
                  <a:cubicBezTo>
                    <a:pt x="220952" y="257922"/>
                    <a:pt x="220795" y="264249"/>
                    <a:pt x="220742" y="270628"/>
                  </a:cubicBezTo>
                  <a:cubicBezTo>
                    <a:pt x="220690" y="278523"/>
                    <a:pt x="217448" y="284746"/>
                    <a:pt x="211279" y="289661"/>
                  </a:cubicBezTo>
                  <a:cubicBezTo>
                    <a:pt x="210180" y="290549"/>
                    <a:pt x="209344" y="292379"/>
                    <a:pt x="209292" y="293791"/>
                  </a:cubicBezTo>
                  <a:cubicBezTo>
                    <a:pt x="209135" y="303046"/>
                    <a:pt x="209239" y="312353"/>
                    <a:pt x="209187" y="321608"/>
                  </a:cubicBezTo>
                  <a:cubicBezTo>
                    <a:pt x="209135" y="336144"/>
                    <a:pt x="199462" y="345921"/>
                    <a:pt x="184978" y="346078"/>
                  </a:cubicBezTo>
                  <a:cubicBezTo>
                    <a:pt x="178076" y="346130"/>
                    <a:pt x="171174" y="346130"/>
                    <a:pt x="164273" y="346078"/>
                  </a:cubicBezTo>
                  <a:cubicBezTo>
                    <a:pt x="149841" y="345921"/>
                    <a:pt x="140116" y="336196"/>
                    <a:pt x="139959" y="321660"/>
                  </a:cubicBezTo>
                  <a:cubicBezTo>
                    <a:pt x="139907" y="312249"/>
                    <a:pt x="140011" y="302889"/>
                    <a:pt x="139855" y="293477"/>
                  </a:cubicBezTo>
                  <a:cubicBezTo>
                    <a:pt x="139855" y="292170"/>
                    <a:pt x="138966" y="290497"/>
                    <a:pt x="137972" y="289661"/>
                  </a:cubicBezTo>
                  <a:cubicBezTo>
                    <a:pt x="131750" y="284798"/>
                    <a:pt x="128613" y="278471"/>
                    <a:pt x="128456" y="270628"/>
                  </a:cubicBezTo>
                  <a:cubicBezTo>
                    <a:pt x="128351" y="265661"/>
                    <a:pt x="128456" y="260694"/>
                    <a:pt x="128456" y="254785"/>
                  </a:cubicBezTo>
                  <a:cubicBezTo>
                    <a:pt x="125685" y="257504"/>
                    <a:pt x="123436" y="259700"/>
                    <a:pt x="121188" y="261948"/>
                  </a:cubicBezTo>
                  <a:cubicBezTo>
                    <a:pt x="117005" y="266079"/>
                    <a:pt x="115123" y="266288"/>
                    <a:pt x="110312" y="262942"/>
                  </a:cubicBezTo>
                  <a:cubicBezTo>
                    <a:pt x="105763" y="259857"/>
                    <a:pt x="101267" y="256720"/>
                    <a:pt x="96299" y="253321"/>
                  </a:cubicBezTo>
                  <a:cubicBezTo>
                    <a:pt x="94940" y="259543"/>
                    <a:pt x="93737" y="265295"/>
                    <a:pt x="92483" y="270942"/>
                  </a:cubicBezTo>
                  <a:cubicBezTo>
                    <a:pt x="91489" y="275386"/>
                    <a:pt x="89711" y="276746"/>
                    <a:pt x="85162" y="276798"/>
                  </a:cubicBezTo>
                  <a:cubicBezTo>
                    <a:pt x="78365" y="276850"/>
                    <a:pt x="71568" y="276850"/>
                    <a:pt x="64770" y="276798"/>
                  </a:cubicBezTo>
                  <a:cubicBezTo>
                    <a:pt x="60431" y="276746"/>
                    <a:pt x="58653" y="275334"/>
                    <a:pt x="57712" y="271046"/>
                  </a:cubicBezTo>
                  <a:cubicBezTo>
                    <a:pt x="56457" y="265452"/>
                    <a:pt x="55254" y="259805"/>
                    <a:pt x="53999" y="254158"/>
                  </a:cubicBezTo>
                  <a:cubicBezTo>
                    <a:pt x="53999" y="254053"/>
                    <a:pt x="53842" y="254001"/>
                    <a:pt x="53372" y="253583"/>
                  </a:cubicBezTo>
                  <a:cubicBezTo>
                    <a:pt x="49241" y="256406"/>
                    <a:pt x="45006" y="259334"/>
                    <a:pt x="40771" y="262210"/>
                  </a:cubicBezTo>
                  <a:cubicBezTo>
                    <a:pt x="34601" y="266445"/>
                    <a:pt x="33398" y="266341"/>
                    <a:pt x="28065" y="261007"/>
                  </a:cubicBezTo>
                  <a:cubicBezTo>
                    <a:pt x="23673" y="256615"/>
                    <a:pt x="19281" y="252223"/>
                    <a:pt x="14889" y="247779"/>
                  </a:cubicBezTo>
                  <a:cubicBezTo>
                    <a:pt x="10758" y="243648"/>
                    <a:pt x="10601" y="241766"/>
                    <a:pt x="13948" y="236903"/>
                  </a:cubicBezTo>
                  <a:cubicBezTo>
                    <a:pt x="16980" y="232406"/>
                    <a:pt x="20065" y="227962"/>
                    <a:pt x="23464" y="222995"/>
                  </a:cubicBezTo>
                  <a:cubicBezTo>
                    <a:pt x="18287" y="221844"/>
                    <a:pt x="13529" y="220851"/>
                    <a:pt x="8771" y="219805"/>
                  </a:cubicBezTo>
                  <a:cubicBezTo>
                    <a:pt x="7673" y="219544"/>
                    <a:pt x="6575" y="219387"/>
                    <a:pt x="5477" y="219125"/>
                  </a:cubicBezTo>
                  <a:cubicBezTo>
                    <a:pt x="1660" y="218184"/>
                    <a:pt x="92" y="216354"/>
                    <a:pt x="39" y="212485"/>
                  </a:cubicBezTo>
                  <a:cubicBezTo>
                    <a:pt x="-13" y="205374"/>
                    <a:pt x="-13" y="198211"/>
                    <a:pt x="39" y="191100"/>
                  </a:cubicBezTo>
                  <a:cubicBezTo>
                    <a:pt x="92" y="187230"/>
                    <a:pt x="1660" y="185296"/>
                    <a:pt x="5477" y="184459"/>
                  </a:cubicBezTo>
                  <a:cubicBezTo>
                    <a:pt x="11281" y="183152"/>
                    <a:pt x="17085" y="181949"/>
                    <a:pt x="23464" y="180590"/>
                  </a:cubicBezTo>
                  <a:cubicBezTo>
                    <a:pt x="20065" y="175675"/>
                    <a:pt x="16980" y="171126"/>
                    <a:pt x="13843" y="166577"/>
                  </a:cubicBezTo>
                  <a:cubicBezTo>
                    <a:pt x="10549" y="161767"/>
                    <a:pt x="10706" y="159832"/>
                    <a:pt x="14836" y="155701"/>
                  </a:cubicBezTo>
                  <a:cubicBezTo>
                    <a:pt x="19699" y="150839"/>
                    <a:pt x="24562" y="145924"/>
                    <a:pt x="29477" y="141061"/>
                  </a:cubicBezTo>
                  <a:cubicBezTo>
                    <a:pt x="32875" y="137715"/>
                    <a:pt x="35019" y="137505"/>
                    <a:pt x="39045" y="140224"/>
                  </a:cubicBezTo>
                  <a:cubicBezTo>
                    <a:pt x="43803" y="143466"/>
                    <a:pt x="48509" y="146708"/>
                    <a:pt x="53790" y="150316"/>
                  </a:cubicBezTo>
                  <a:cubicBezTo>
                    <a:pt x="54941" y="144721"/>
                    <a:pt x="56143" y="139597"/>
                    <a:pt x="57084" y="134473"/>
                  </a:cubicBezTo>
                  <a:cubicBezTo>
                    <a:pt x="57921" y="129976"/>
                    <a:pt x="59437" y="126316"/>
                    <a:pt x="65032" y="126787"/>
                  </a:cubicBezTo>
                  <a:cubicBezTo>
                    <a:pt x="66078" y="113035"/>
                    <a:pt x="68901" y="100068"/>
                    <a:pt x="74548" y="87833"/>
                  </a:cubicBezTo>
                  <a:cubicBezTo>
                    <a:pt x="87358" y="59964"/>
                    <a:pt x="108116" y="40565"/>
                    <a:pt x="136822" y="29690"/>
                  </a:cubicBezTo>
                  <a:cubicBezTo>
                    <a:pt x="150992" y="24356"/>
                    <a:pt x="165684" y="22160"/>
                    <a:pt x="180743" y="23468"/>
                  </a:cubicBezTo>
                  <a:cubicBezTo>
                    <a:pt x="184246" y="23781"/>
                    <a:pt x="187017" y="22997"/>
                    <a:pt x="189736" y="20696"/>
                  </a:cubicBezTo>
                  <a:cubicBezTo>
                    <a:pt x="193449" y="17559"/>
                    <a:pt x="197475" y="14788"/>
                    <a:pt x="201344" y="11860"/>
                  </a:cubicBezTo>
                  <a:cubicBezTo>
                    <a:pt x="205998" y="8357"/>
                    <a:pt x="208769" y="8723"/>
                    <a:pt x="212220" y="13272"/>
                  </a:cubicBezTo>
                  <a:cubicBezTo>
                    <a:pt x="216089" y="18396"/>
                    <a:pt x="219958" y="23572"/>
                    <a:pt x="223827" y="28749"/>
                  </a:cubicBezTo>
                  <a:cubicBezTo>
                    <a:pt x="225501" y="30945"/>
                    <a:pt x="227435" y="32618"/>
                    <a:pt x="230363" y="31990"/>
                  </a:cubicBezTo>
                  <a:cubicBezTo>
                    <a:pt x="233448" y="31311"/>
                    <a:pt x="234703" y="29062"/>
                    <a:pt x="235121" y="26134"/>
                  </a:cubicBezTo>
                  <a:cubicBezTo>
                    <a:pt x="236063" y="19441"/>
                    <a:pt x="237004" y="12696"/>
                    <a:pt x="238102" y="6004"/>
                  </a:cubicBezTo>
                  <a:cubicBezTo>
                    <a:pt x="238886" y="1089"/>
                    <a:pt x="241291" y="-532"/>
                    <a:pt x="246154" y="148"/>
                  </a:cubicBezTo>
                  <a:cubicBezTo>
                    <a:pt x="256454" y="1612"/>
                    <a:pt x="266755" y="3076"/>
                    <a:pt x="277055" y="4487"/>
                  </a:cubicBezTo>
                  <a:cubicBezTo>
                    <a:pt x="282546" y="5272"/>
                    <a:pt x="284428" y="7677"/>
                    <a:pt x="283644" y="13324"/>
                  </a:cubicBezTo>
                  <a:cubicBezTo>
                    <a:pt x="282755" y="19703"/>
                    <a:pt x="281866" y="26082"/>
                    <a:pt x="280925" y="32461"/>
                  </a:cubicBezTo>
                  <a:cubicBezTo>
                    <a:pt x="280506" y="35389"/>
                    <a:pt x="280872" y="37951"/>
                    <a:pt x="283644" y="39520"/>
                  </a:cubicBezTo>
                  <a:cubicBezTo>
                    <a:pt x="286415" y="41141"/>
                    <a:pt x="288820" y="39990"/>
                    <a:pt x="291121" y="38265"/>
                  </a:cubicBezTo>
                  <a:cubicBezTo>
                    <a:pt x="296349" y="34291"/>
                    <a:pt x="301578" y="30369"/>
                    <a:pt x="306859" y="26448"/>
                  </a:cubicBezTo>
                  <a:cubicBezTo>
                    <a:pt x="310937" y="23415"/>
                    <a:pt x="313918" y="23834"/>
                    <a:pt x="317003" y="27964"/>
                  </a:cubicBezTo>
                  <a:cubicBezTo>
                    <a:pt x="323329" y="36330"/>
                    <a:pt x="329656" y="44748"/>
                    <a:pt x="335931" y="53219"/>
                  </a:cubicBezTo>
                  <a:cubicBezTo>
                    <a:pt x="339120" y="57506"/>
                    <a:pt x="338702" y="60225"/>
                    <a:pt x="334310" y="63572"/>
                  </a:cubicBezTo>
                  <a:cubicBezTo>
                    <a:pt x="329186" y="67493"/>
                    <a:pt x="324009" y="71310"/>
                    <a:pt x="318833" y="75179"/>
                  </a:cubicBezTo>
                  <a:cubicBezTo>
                    <a:pt x="316375" y="77009"/>
                    <a:pt x="314702" y="79153"/>
                    <a:pt x="315643" y="82395"/>
                  </a:cubicBezTo>
                  <a:cubicBezTo>
                    <a:pt x="316532" y="85480"/>
                    <a:pt x="318990" y="86369"/>
                    <a:pt x="321865" y="86735"/>
                  </a:cubicBezTo>
                  <a:cubicBezTo>
                    <a:pt x="328244" y="87571"/>
                    <a:pt x="334623" y="88617"/>
                    <a:pt x="341002" y="89401"/>
                  </a:cubicBezTo>
                  <a:cubicBezTo>
                    <a:pt x="343931" y="89767"/>
                    <a:pt x="345970" y="91231"/>
                    <a:pt x="347591" y="93480"/>
                  </a:cubicBezTo>
                  <a:cubicBezTo>
                    <a:pt x="347591" y="95258"/>
                    <a:pt x="347591" y="96826"/>
                    <a:pt x="347591" y="98395"/>
                  </a:cubicBezTo>
                  <a:close/>
                  <a:moveTo>
                    <a:pt x="332009" y="123283"/>
                  </a:moveTo>
                  <a:cubicBezTo>
                    <a:pt x="333107" y="115545"/>
                    <a:pt x="334205" y="108120"/>
                    <a:pt x="335303" y="100539"/>
                  </a:cubicBezTo>
                  <a:cubicBezTo>
                    <a:pt x="333369" y="100225"/>
                    <a:pt x="331800" y="99963"/>
                    <a:pt x="330284" y="99754"/>
                  </a:cubicBezTo>
                  <a:cubicBezTo>
                    <a:pt x="326048" y="99075"/>
                    <a:pt x="321761" y="98604"/>
                    <a:pt x="317578" y="97767"/>
                  </a:cubicBezTo>
                  <a:cubicBezTo>
                    <a:pt x="310728" y="96408"/>
                    <a:pt x="306232" y="92068"/>
                    <a:pt x="304454" y="85480"/>
                  </a:cubicBezTo>
                  <a:cubicBezTo>
                    <a:pt x="302624" y="78735"/>
                    <a:pt x="304402" y="72617"/>
                    <a:pt x="309839" y="68016"/>
                  </a:cubicBezTo>
                  <a:cubicBezTo>
                    <a:pt x="314388" y="64199"/>
                    <a:pt x="319251" y="60696"/>
                    <a:pt x="324166" y="56931"/>
                  </a:cubicBezTo>
                  <a:cubicBezTo>
                    <a:pt x="319460" y="50709"/>
                    <a:pt x="314964" y="44696"/>
                    <a:pt x="310415" y="38631"/>
                  </a:cubicBezTo>
                  <a:cubicBezTo>
                    <a:pt x="305186" y="42448"/>
                    <a:pt x="300375" y="46265"/>
                    <a:pt x="295251" y="49559"/>
                  </a:cubicBezTo>
                  <a:cubicBezTo>
                    <a:pt x="287356" y="54578"/>
                    <a:pt x="277108" y="52016"/>
                    <a:pt x="271984" y="44225"/>
                  </a:cubicBezTo>
                  <a:cubicBezTo>
                    <a:pt x="268794" y="39415"/>
                    <a:pt x="269003" y="34186"/>
                    <a:pt x="269788" y="28853"/>
                  </a:cubicBezTo>
                  <a:cubicBezTo>
                    <a:pt x="270415" y="24513"/>
                    <a:pt x="271042" y="20226"/>
                    <a:pt x="271670" y="15677"/>
                  </a:cubicBezTo>
                  <a:cubicBezTo>
                    <a:pt x="267644" y="15102"/>
                    <a:pt x="263984" y="14579"/>
                    <a:pt x="260271" y="14056"/>
                  </a:cubicBezTo>
                  <a:cubicBezTo>
                    <a:pt x="256507" y="13533"/>
                    <a:pt x="252794" y="13010"/>
                    <a:pt x="248873" y="12487"/>
                  </a:cubicBezTo>
                  <a:cubicBezTo>
                    <a:pt x="248036" y="18239"/>
                    <a:pt x="247670" y="23572"/>
                    <a:pt x="246363" y="28644"/>
                  </a:cubicBezTo>
                  <a:cubicBezTo>
                    <a:pt x="245422" y="32199"/>
                    <a:pt x="243853" y="36069"/>
                    <a:pt x="241396" y="38735"/>
                  </a:cubicBezTo>
                  <a:cubicBezTo>
                    <a:pt x="233971" y="46683"/>
                    <a:pt x="222154" y="45480"/>
                    <a:pt x="215148" y="36539"/>
                  </a:cubicBezTo>
                  <a:cubicBezTo>
                    <a:pt x="211854" y="32304"/>
                    <a:pt x="208664" y="27964"/>
                    <a:pt x="205370" y="23572"/>
                  </a:cubicBezTo>
                  <a:cubicBezTo>
                    <a:pt x="199043" y="28330"/>
                    <a:pt x="193030" y="32827"/>
                    <a:pt x="186965" y="37376"/>
                  </a:cubicBezTo>
                  <a:cubicBezTo>
                    <a:pt x="190521" y="42186"/>
                    <a:pt x="193867" y="46422"/>
                    <a:pt x="197004" y="50866"/>
                  </a:cubicBezTo>
                  <a:cubicBezTo>
                    <a:pt x="201396" y="57088"/>
                    <a:pt x="201867" y="63781"/>
                    <a:pt x="197893" y="70264"/>
                  </a:cubicBezTo>
                  <a:cubicBezTo>
                    <a:pt x="193919" y="76748"/>
                    <a:pt x="187749" y="79310"/>
                    <a:pt x="180168" y="78264"/>
                  </a:cubicBezTo>
                  <a:cubicBezTo>
                    <a:pt x="174939" y="77532"/>
                    <a:pt x="169658" y="76800"/>
                    <a:pt x="164063" y="76016"/>
                  </a:cubicBezTo>
                  <a:cubicBezTo>
                    <a:pt x="162965" y="83650"/>
                    <a:pt x="161920" y="91075"/>
                    <a:pt x="160822" y="98761"/>
                  </a:cubicBezTo>
                  <a:cubicBezTo>
                    <a:pt x="166259" y="99545"/>
                    <a:pt x="171384" y="100329"/>
                    <a:pt x="176508" y="101061"/>
                  </a:cubicBezTo>
                  <a:cubicBezTo>
                    <a:pt x="180638" y="101637"/>
                    <a:pt x="184351" y="103205"/>
                    <a:pt x="187331" y="106186"/>
                  </a:cubicBezTo>
                  <a:cubicBezTo>
                    <a:pt x="194338" y="113297"/>
                    <a:pt x="194076" y="124643"/>
                    <a:pt x="186442" y="131231"/>
                  </a:cubicBezTo>
                  <a:cubicBezTo>
                    <a:pt x="181946" y="135100"/>
                    <a:pt x="177031" y="138551"/>
                    <a:pt x="172063" y="142368"/>
                  </a:cubicBezTo>
                  <a:cubicBezTo>
                    <a:pt x="176717" y="148538"/>
                    <a:pt x="181214" y="154551"/>
                    <a:pt x="185867" y="160721"/>
                  </a:cubicBezTo>
                  <a:cubicBezTo>
                    <a:pt x="190311" y="157427"/>
                    <a:pt x="194494" y="154290"/>
                    <a:pt x="198625" y="151205"/>
                  </a:cubicBezTo>
                  <a:cubicBezTo>
                    <a:pt x="202913" y="148015"/>
                    <a:pt x="207618" y="146447"/>
                    <a:pt x="212952" y="147545"/>
                  </a:cubicBezTo>
                  <a:cubicBezTo>
                    <a:pt x="222834" y="149584"/>
                    <a:pt x="228272" y="158054"/>
                    <a:pt x="226651" y="168721"/>
                  </a:cubicBezTo>
                  <a:cubicBezTo>
                    <a:pt x="225919" y="173583"/>
                    <a:pt x="225239" y="178498"/>
                    <a:pt x="224507" y="183623"/>
                  </a:cubicBezTo>
                  <a:cubicBezTo>
                    <a:pt x="232298" y="184721"/>
                    <a:pt x="239618" y="185766"/>
                    <a:pt x="247252" y="186864"/>
                  </a:cubicBezTo>
                  <a:cubicBezTo>
                    <a:pt x="247932" y="181792"/>
                    <a:pt x="248664" y="177139"/>
                    <a:pt x="249239" y="172433"/>
                  </a:cubicBezTo>
                  <a:cubicBezTo>
                    <a:pt x="250337" y="163753"/>
                    <a:pt x="254834" y="158002"/>
                    <a:pt x="262206" y="155963"/>
                  </a:cubicBezTo>
                  <a:cubicBezTo>
                    <a:pt x="269578" y="153924"/>
                    <a:pt x="276271" y="156590"/>
                    <a:pt x="281657" y="163649"/>
                  </a:cubicBezTo>
                  <a:cubicBezTo>
                    <a:pt x="284637" y="167623"/>
                    <a:pt x="287617" y="171597"/>
                    <a:pt x="290755" y="175727"/>
                  </a:cubicBezTo>
                  <a:cubicBezTo>
                    <a:pt x="296977" y="171021"/>
                    <a:pt x="303042" y="166525"/>
                    <a:pt x="309212" y="161871"/>
                  </a:cubicBezTo>
                  <a:cubicBezTo>
                    <a:pt x="305866" y="157427"/>
                    <a:pt x="302624" y="153192"/>
                    <a:pt x="299539" y="148904"/>
                  </a:cubicBezTo>
                  <a:cubicBezTo>
                    <a:pt x="294885" y="142473"/>
                    <a:pt x="294467" y="135048"/>
                    <a:pt x="298284" y="128878"/>
                  </a:cubicBezTo>
                  <a:cubicBezTo>
                    <a:pt x="302101" y="122708"/>
                    <a:pt x="309055" y="119780"/>
                    <a:pt x="316794" y="120983"/>
                  </a:cubicBezTo>
                  <a:cubicBezTo>
                    <a:pt x="321604" y="121872"/>
                    <a:pt x="326519" y="122499"/>
                    <a:pt x="332009" y="123283"/>
                  </a:cubicBezTo>
                  <a:close/>
                  <a:moveTo>
                    <a:pt x="66078" y="149375"/>
                  </a:moveTo>
                  <a:cubicBezTo>
                    <a:pt x="65816" y="150107"/>
                    <a:pt x="65607" y="150473"/>
                    <a:pt x="65502" y="150943"/>
                  </a:cubicBezTo>
                  <a:cubicBezTo>
                    <a:pt x="62365" y="162446"/>
                    <a:pt x="54784" y="165218"/>
                    <a:pt x="44901" y="158473"/>
                  </a:cubicBezTo>
                  <a:cubicBezTo>
                    <a:pt x="41660" y="156276"/>
                    <a:pt x="38470" y="154028"/>
                    <a:pt x="35647" y="152146"/>
                  </a:cubicBezTo>
                  <a:cubicBezTo>
                    <a:pt x="31882" y="155806"/>
                    <a:pt x="28483" y="159100"/>
                    <a:pt x="24876" y="162551"/>
                  </a:cubicBezTo>
                  <a:cubicBezTo>
                    <a:pt x="27385" y="166211"/>
                    <a:pt x="30000" y="169923"/>
                    <a:pt x="32457" y="173688"/>
                  </a:cubicBezTo>
                  <a:cubicBezTo>
                    <a:pt x="37634" y="181583"/>
                    <a:pt x="34287" y="190106"/>
                    <a:pt x="25085" y="192250"/>
                  </a:cubicBezTo>
                  <a:cubicBezTo>
                    <a:pt x="20588" y="193296"/>
                    <a:pt x="16091" y="194237"/>
                    <a:pt x="11647" y="195178"/>
                  </a:cubicBezTo>
                  <a:cubicBezTo>
                    <a:pt x="11647" y="199936"/>
                    <a:pt x="11647" y="204380"/>
                    <a:pt x="11647" y="208929"/>
                  </a:cubicBezTo>
                  <a:cubicBezTo>
                    <a:pt x="15725" y="209766"/>
                    <a:pt x="19595" y="210550"/>
                    <a:pt x="23464" y="211387"/>
                  </a:cubicBezTo>
                  <a:cubicBezTo>
                    <a:pt x="34862" y="213897"/>
                    <a:pt x="38156" y="222210"/>
                    <a:pt x="31568" y="231779"/>
                  </a:cubicBezTo>
                  <a:cubicBezTo>
                    <a:pt x="29268" y="235073"/>
                    <a:pt x="27019" y="238419"/>
                    <a:pt x="25032" y="241295"/>
                  </a:cubicBezTo>
                  <a:cubicBezTo>
                    <a:pt x="28692" y="245112"/>
                    <a:pt x="31987" y="248511"/>
                    <a:pt x="35385" y="252066"/>
                  </a:cubicBezTo>
                  <a:cubicBezTo>
                    <a:pt x="39098" y="249556"/>
                    <a:pt x="42758" y="246942"/>
                    <a:pt x="46522" y="244485"/>
                  </a:cubicBezTo>
                  <a:cubicBezTo>
                    <a:pt x="54418" y="239308"/>
                    <a:pt x="62993" y="242707"/>
                    <a:pt x="65136" y="251805"/>
                  </a:cubicBezTo>
                  <a:cubicBezTo>
                    <a:pt x="66182" y="256301"/>
                    <a:pt x="67071" y="260798"/>
                    <a:pt x="68065" y="265295"/>
                  </a:cubicBezTo>
                  <a:cubicBezTo>
                    <a:pt x="72770" y="265295"/>
                    <a:pt x="77267" y="265295"/>
                    <a:pt x="81764" y="265295"/>
                  </a:cubicBezTo>
                  <a:cubicBezTo>
                    <a:pt x="82705" y="260903"/>
                    <a:pt x="83541" y="256720"/>
                    <a:pt x="84483" y="252537"/>
                  </a:cubicBezTo>
                  <a:cubicBezTo>
                    <a:pt x="86836" y="242236"/>
                    <a:pt x="95254" y="238994"/>
                    <a:pt x="103986" y="244903"/>
                  </a:cubicBezTo>
                  <a:cubicBezTo>
                    <a:pt x="107489" y="247308"/>
                    <a:pt x="110992" y="249713"/>
                    <a:pt x="114809" y="252328"/>
                  </a:cubicBezTo>
                  <a:cubicBezTo>
                    <a:pt x="118260" y="248772"/>
                    <a:pt x="121293" y="245269"/>
                    <a:pt x="124744" y="242184"/>
                  </a:cubicBezTo>
                  <a:cubicBezTo>
                    <a:pt x="126731" y="240354"/>
                    <a:pt x="126678" y="238942"/>
                    <a:pt x="125632" y="236694"/>
                  </a:cubicBezTo>
                  <a:cubicBezTo>
                    <a:pt x="121502" y="227648"/>
                    <a:pt x="112613" y="223884"/>
                    <a:pt x="105554" y="218080"/>
                  </a:cubicBezTo>
                  <a:cubicBezTo>
                    <a:pt x="95254" y="235491"/>
                    <a:pt x="78313" y="238733"/>
                    <a:pt x="66182" y="235648"/>
                  </a:cubicBezTo>
                  <a:cubicBezTo>
                    <a:pt x="51960" y="231988"/>
                    <a:pt x="40928" y="219805"/>
                    <a:pt x="40352" y="204746"/>
                  </a:cubicBezTo>
                  <a:cubicBezTo>
                    <a:pt x="39516" y="184041"/>
                    <a:pt x="50914" y="172172"/>
                    <a:pt x="70313" y="167414"/>
                  </a:cubicBezTo>
                  <a:cubicBezTo>
                    <a:pt x="68901" y="161348"/>
                    <a:pt x="67542" y="155544"/>
                    <a:pt x="66078" y="149375"/>
                  </a:cubicBezTo>
                  <a:close/>
                  <a:moveTo>
                    <a:pt x="76587" y="224877"/>
                  </a:moveTo>
                  <a:cubicBezTo>
                    <a:pt x="83907" y="224668"/>
                    <a:pt x="90862" y="220589"/>
                    <a:pt x="95411" y="212276"/>
                  </a:cubicBezTo>
                  <a:cubicBezTo>
                    <a:pt x="96456" y="210341"/>
                    <a:pt x="96195" y="209139"/>
                    <a:pt x="94731" y="207622"/>
                  </a:cubicBezTo>
                  <a:cubicBezTo>
                    <a:pt x="87672" y="200250"/>
                    <a:pt x="81816" y="191936"/>
                    <a:pt x="77215" y="182838"/>
                  </a:cubicBezTo>
                  <a:cubicBezTo>
                    <a:pt x="75071" y="178551"/>
                    <a:pt x="74705" y="178446"/>
                    <a:pt x="69842" y="179544"/>
                  </a:cubicBezTo>
                  <a:cubicBezTo>
                    <a:pt x="58391" y="182263"/>
                    <a:pt x="50914" y="192668"/>
                    <a:pt x="52065" y="204119"/>
                  </a:cubicBezTo>
                  <a:cubicBezTo>
                    <a:pt x="53267" y="215988"/>
                    <a:pt x="62574" y="224511"/>
                    <a:pt x="76587" y="224877"/>
                  </a:cubicBezTo>
                  <a:close/>
                  <a:moveTo>
                    <a:pt x="151410" y="317477"/>
                  </a:moveTo>
                  <a:cubicBezTo>
                    <a:pt x="151410" y="319046"/>
                    <a:pt x="151410" y="320248"/>
                    <a:pt x="151410" y="321503"/>
                  </a:cubicBezTo>
                  <a:cubicBezTo>
                    <a:pt x="151462" y="330078"/>
                    <a:pt x="156063" y="334627"/>
                    <a:pt x="164639" y="334680"/>
                  </a:cubicBezTo>
                  <a:cubicBezTo>
                    <a:pt x="169135" y="334680"/>
                    <a:pt x="173684" y="334680"/>
                    <a:pt x="178181" y="334680"/>
                  </a:cubicBezTo>
                  <a:cubicBezTo>
                    <a:pt x="181109" y="334680"/>
                    <a:pt x="184089" y="334836"/>
                    <a:pt x="186965" y="334575"/>
                  </a:cubicBezTo>
                  <a:cubicBezTo>
                    <a:pt x="194860" y="333843"/>
                    <a:pt x="198886" y="327046"/>
                    <a:pt x="197109" y="317477"/>
                  </a:cubicBezTo>
                  <a:cubicBezTo>
                    <a:pt x="182102" y="317477"/>
                    <a:pt x="166991" y="317477"/>
                    <a:pt x="151410" y="317477"/>
                  </a:cubicBezTo>
                  <a:close/>
                  <a:moveTo>
                    <a:pt x="197475" y="294575"/>
                  </a:moveTo>
                  <a:cubicBezTo>
                    <a:pt x="181946" y="294575"/>
                    <a:pt x="166782" y="294575"/>
                    <a:pt x="151671" y="294575"/>
                  </a:cubicBezTo>
                  <a:cubicBezTo>
                    <a:pt x="151671" y="298445"/>
                    <a:pt x="151671" y="302000"/>
                    <a:pt x="151671" y="305556"/>
                  </a:cubicBezTo>
                  <a:cubicBezTo>
                    <a:pt x="167096" y="305556"/>
                    <a:pt x="182259" y="305556"/>
                    <a:pt x="197475" y="305556"/>
                  </a:cubicBezTo>
                  <a:cubicBezTo>
                    <a:pt x="197475" y="301739"/>
                    <a:pt x="197475" y="298288"/>
                    <a:pt x="197475" y="2945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5" name="Google Shape;1205;p10"/>
            <p:cNvSpPr/>
            <p:nvPr/>
          </p:nvSpPr>
          <p:spPr>
            <a:xfrm>
              <a:off x="655839" y="6333677"/>
              <a:ext cx="22901" cy="49097"/>
            </a:xfrm>
            <a:custGeom>
              <a:avLst/>
              <a:gdLst/>
              <a:ahLst/>
              <a:cxnLst/>
              <a:rect l="l" t="t" r="r" b="b"/>
              <a:pathLst>
                <a:path w="22901" h="49097" extrusionOk="0">
                  <a:moveTo>
                    <a:pt x="11085" y="52"/>
                  </a:moveTo>
                  <a:cubicBezTo>
                    <a:pt x="15006" y="15320"/>
                    <a:pt x="18876" y="30588"/>
                    <a:pt x="22902" y="46169"/>
                  </a:cubicBezTo>
                  <a:cubicBezTo>
                    <a:pt x="19189" y="47163"/>
                    <a:pt x="15738" y="48052"/>
                    <a:pt x="11765" y="49097"/>
                  </a:cubicBezTo>
                  <a:cubicBezTo>
                    <a:pt x="7843" y="33725"/>
                    <a:pt x="3922" y="18510"/>
                    <a:pt x="0" y="3190"/>
                  </a:cubicBezTo>
                  <a:cubicBezTo>
                    <a:pt x="3399" y="2091"/>
                    <a:pt x="6536" y="1046"/>
                    <a:pt x="9725" y="0"/>
                  </a:cubicBezTo>
                  <a:cubicBezTo>
                    <a:pt x="10144" y="52"/>
                    <a:pt x="10614" y="52"/>
                    <a:pt x="11085" y="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6" name="Google Shape;1206;p10"/>
            <p:cNvSpPr/>
            <p:nvPr/>
          </p:nvSpPr>
          <p:spPr>
            <a:xfrm>
              <a:off x="684820" y="6399349"/>
              <a:ext cx="86206" cy="177984"/>
            </a:xfrm>
            <a:custGeom>
              <a:avLst/>
              <a:gdLst/>
              <a:ahLst/>
              <a:cxnLst/>
              <a:rect l="l" t="t" r="r" b="b"/>
              <a:pathLst>
                <a:path w="86206" h="177984" extrusionOk="0">
                  <a:moveTo>
                    <a:pt x="86207" y="177985"/>
                  </a:moveTo>
                  <a:cubicBezTo>
                    <a:pt x="82442" y="177985"/>
                    <a:pt x="78834" y="177985"/>
                    <a:pt x="74965" y="177985"/>
                  </a:cubicBezTo>
                  <a:cubicBezTo>
                    <a:pt x="74704" y="175789"/>
                    <a:pt x="74547" y="173540"/>
                    <a:pt x="74129" y="171344"/>
                  </a:cubicBezTo>
                  <a:cubicBezTo>
                    <a:pt x="71410" y="158482"/>
                    <a:pt x="64037" y="149279"/>
                    <a:pt x="51959" y="144155"/>
                  </a:cubicBezTo>
                  <a:cubicBezTo>
                    <a:pt x="40142" y="139136"/>
                    <a:pt x="29685" y="132286"/>
                    <a:pt x="20900" y="122874"/>
                  </a:cubicBezTo>
                  <a:cubicBezTo>
                    <a:pt x="-9217" y="90666"/>
                    <a:pt x="-6446" y="36915"/>
                    <a:pt x="27018" y="8209"/>
                  </a:cubicBezTo>
                  <a:cubicBezTo>
                    <a:pt x="30260" y="5438"/>
                    <a:pt x="33763" y="2876"/>
                    <a:pt x="37423" y="0"/>
                  </a:cubicBezTo>
                  <a:cubicBezTo>
                    <a:pt x="39567" y="3399"/>
                    <a:pt x="41554" y="6484"/>
                    <a:pt x="43645" y="9778"/>
                  </a:cubicBezTo>
                  <a:cubicBezTo>
                    <a:pt x="41345" y="11555"/>
                    <a:pt x="39149" y="13072"/>
                    <a:pt x="37109" y="14797"/>
                  </a:cubicBezTo>
                  <a:cubicBezTo>
                    <a:pt x="-2890" y="47424"/>
                    <a:pt x="5267" y="110430"/>
                    <a:pt x="52273" y="131502"/>
                  </a:cubicBezTo>
                  <a:cubicBezTo>
                    <a:pt x="61893" y="135842"/>
                    <a:pt x="70835" y="140861"/>
                    <a:pt x="77109" y="149645"/>
                  </a:cubicBezTo>
                  <a:cubicBezTo>
                    <a:pt x="83070" y="158116"/>
                    <a:pt x="86207" y="167475"/>
                    <a:pt x="86207" y="17798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7" name="Google Shape;1207;p10"/>
            <p:cNvSpPr/>
            <p:nvPr/>
          </p:nvSpPr>
          <p:spPr>
            <a:xfrm>
              <a:off x="606323" y="6365153"/>
              <a:ext cx="47058" cy="38221"/>
            </a:xfrm>
            <a:custGeom>
              <a:avLst/>
              <a:gdLst/>
              <a:ahLst/>
              <a:cxnLst/>
              <a:rect l="l" t="t" r="r" b="b"/>
              <a:pathLst>
                <a:path w="47058" h="38221" extrusionOk="0">
                  <a:moveTo>
                    <a:pt x="0" y="9359"/>
                  </a:moveTo>
                  <a:cubicBezTo>
                    <a:pt x="2353" y="6118"/>
                    <a:pt x="4392" y="3242"/>
                    <a:pt x="6693" y="0"/>
                  </a:cubicBezTo>
                  <a:cubicBezTo>
                    <a:pt x="20183" y="9621"/>
                    <a:pt x="33516" y="19137"/>
                    <a:pt x="47058" y="28810"/>
                  </a:cubicBezTo>
                  <a:cubicBezTo>
                    <a:pt x="44810" y="31947"/>
                    <a:pt x="42771" y="34875"/>
                    <a:pt x="40366" y="38222"/>
                  </a:cubicBezTo>
                  <a:cubicBezTo>
                    <a:pt x="26928" y="28601"/>
                    <a:pt x="13595" y="19085"/>
                    <a:pt x="0" y="93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8" name="Google Shape;1208;p10"/>
            <p:cNvSpPr/>
            <p:nvPr/>
          </p:nvSpPr>
          <p:spPr>
            <a:xfrm>
              <a:off x="596755" y="6421937"/>
              <a:ext cx="48888" cy="22692"/>
            </a:xfrm>
            <a:custGeom>
              <a:avLst/>
              <a:gdLst/>
              <a:ahLst/>
              <a:cxnLst/>
              <a:rect l="l" t="t" r="r" b="b"/>
              <a:pathLst>
                <a:path w="48888" h="22692" extrusionOk="0">
                  <a:moveTo>
                    <a:pt x="0" y="11503"/>
                  </a:moveTo>
                  <a:cubicBezTo>
                    <a:pt x="15582" y="7582"/>
                    <a:pt x="30692" y="3817"/>
                    <a:pt x="46117" y="0"/>
                  </a:cubicBezTo>
                  <a:cubicBezTo>
                    <a:pt x="47058" y="3765"/>
                    <a:pt x="47947" y="7320"/>
                    <a:pt x="48888" y="11189"/>
                  </a:cubicBezTo>
                  <a:cubicBezTo>
                    <a:pt x="33464" y="15059"/>
                    <a:pt x="18405" y="18823"/>
                    <a:pt x="2823" y="22693"/>
                  </a:cubicBezTo>
                  <a:cubicBezTo>
                    <a:pt x="1882" y="18980"/>
                    <a:pt x="993" y="15477"/>
                    <a:pt x="0" y="115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9" name="Google Shape;1209;p10"/>
            <p:cNvSpPr/>
            <p:nvPr/>
          </p:nvSpPr>
          <p:spPr>
            <a:xfrm>
              <a:off x="865614" y="6578850"/>
              <a:ext cx="41986" cy="37698"/>
            </a:xfrm>
            <a:custGeom>
              <a:avLst/>
              <a:gdLst/>
              <a:ahLst/>
              <a:cxnLst/>
              <a:rect l="l" t="t" r="r" b="b"/>
              <a:pathLst>
                <a:path w="41986" h="37698" extrusionOk="0">
                  <a:moveTo>
                    <a:pt x="34562" y="37699"/>
                  </a:moveTo>
                  <a:cubicBezTo>
                    <a:pt x="22902" y="27974"/>
                    <a:pt x="11555" y="18510"/>
                    <a:pt x="0" y="8889"/>
                  </a:cubicBezTo>
                  <a:cubicBezTo>
                    <a:pt x="2510" y="5856"/>
                    <a:pt x="4863" y="2980"/>
                    <a:pt x="7372" y="0"/>
                  </a:cubicBezTo>
                  <a:cubicBezTo>
                    <a:pt x="18928" y="9621"/>
                    <a:pt x="30274" y="19085"/>
                    <a:pt x="41986" y="28810"/>
                  </a:cubicBezTo>
                  <a:cubicBezTo>
                    <a:pt x="39529" y="31790"/>
                    <a:pt x="37176" y="34562"/>
                    <a:pt x="34562" y="376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0" name="Google Shape;1210;p10"/>
            <p:cNvSpPr/>
            <p:nvPr/>
          </p:nvSpPr>
          <p:spPr>
            <a:xfrm>
              <a:off x="840726" y="6595007"/>
              <a:ext cx="10927" cy="40104"/>
            </a:xfrm>
            <a:custGeom>
              <a:avLst/>
              <a:gdLst/>
              <a:ahLst/>
              <a:cxnLst/>
              <a:rect l="l" t="t" r="r" b="b"/>
              <a:pathLst>
                <a:path w="10927" h="40104" extrusionOk="0">
                  <a:moveTo>
                    <a:pt x="10928" y="40104"/>
                  </a:moveTo>
                  <a:cubicBezTo>
                    <a:pt x="7216" y="40104"/>
                    <a:pt x="3712" y="40104"/>
                    <a:pt x="0" y="40104"/>
                  </a:cubicBezTo>
                  <a:cubicBezTo>
                    <a:pt x="0" y="26719"/>
                    <a:pt x="0" y="13438"/>
                    <a:pt x="0" y="0"/>
                  </a:cubicBezTo>
                  <a:cubicBezTo>
                    <a:pt x="3660" y="0"/>
                    <a:pt x="7163" y="0"/>
                    <a:pt x="10928" y="0"/>
                  </a:cubicBezTo>
                  <a:cubicBezTo>
                    <a:pt x="10928" y="13281"/>
                    <a:pt x="10928" y="26562"/>
                    <a:pt x="10928" y="401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1" name="Google Shape;1211;p10"/>
            <p:cNvSpPr/>
            <p:nvPr/>
          </p:nvSpPr>
          <p:spPr>
            <a:xfrm>
              <a:off x="875287" y="6548942"/>
              <a:ext cx="39947" cy="11032"/>
            </a:xfrm>
            <a:custGeom>
              <a:avLst/>
              <a:gdLst/>
              <a:ahLst/>
              <a:cxnLst/>
              <a:rect l="l" t="t" r="r" b="b"/>
              <a:pathLst>
                <a:path w="39947" h="11032" extrusionOk="0">
                  <a:moveTo>
                    <a:pt x="0" y="11033"/>
                  </a:moveTo>
                  <a:cubicBezTo>
                    <a:pt x="0" y="7320"/>
                    <a:pt x="0" y="3765"/>
                    <a:pt x="0" y="0"/>
                  </a:cubicBezTo>
                  <a:cubicBezTo>
                    <a:pt x="13385" y="0"/>
                    <a:pt x="26562" y="0"/>
                    <a:pt x="39947" y="0"/>
                  </a:cubicBezTo>
                  <a:cubicBezTo>
                    <a:pt x="39947" y="3608"/>
                    <a:pt x="39947" y="7216"/>
                    <a:pt x="39947" y="11033"/>
                  </a:cubicBezTo>
                  <a:cubicBezTo>
                    <a:pt x="26719" y="11033"/>
                    <a:pt x="13438" y="11033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2" name="Google Shape;1212;p10"/>
            <p:cNvSpPr/>
            <p:nvPr/>
          </p:nvSpPr>
          <p:spPr>
            <a:xfrm>
              <a:off x="759942" y="6589151"/>
              <a:ext cx="11032" cy="16993"/>
            </a:xfrm>
            <a:custGeom>
              <a:avLst/>
              <a:gdLst/>
              <a:ahLst/>
              <a:cxnLst/>
              <a:rect l="l" t="t" r="r" b="b"/>
              <a:pathLst>
                <a:path w="11032" h="16993" extrusionOk="0">
                  <a:moveTo>
                    <a:pt x="0" y="0"/>
                  </a:moveTo>
                  <a:cubicBezTo>
                    <a:pt x="3817" y="0"/>
                    <a:pt x="7268" y="0"/>
                    <a:pt x="11033" y="0"/>
                  </a:cubicBezTo>
                  <a:cubicBezTo>
                    <a:pt x="11033" y="5647"/>
                    <a:pt x="11033" y="11189"/>
                    <a:pt x="11033" y="16993"/>
                  </a:cubicBezTo>
                  <a:cubicBezTo>
                    <a:pt x="7320" y="16993"/>
                    <a:pt x="3765" y="16993"/>
                    <a:pt x="0" y="16993"/>
                  </a:cubicBezTo>
                  <a:cubicBezTo>
                    <a:pt x="0" y="11294"/>
                    <a:pt x="0" y="580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3" name="Google Shape;1213;p10"/>
            <p:cNvSpPr/>
            <p:nvPr/>
          </p:nvSpPr>
          <p:spPr>
            <a:xfrm>
              <a:off x="792726" y="6388682"/>
              <a:ext cx="92286" cy="92286"/>
            </a:xfrm>
            <a:custGeom>
              <a:avLst/>
              <a:gdLst/>
              <a:ahLst/>
              <a:cxnLst/>
              <a:rect l="l" t="t" r="r" b="b"/>
              <a:pathLst>
                <a:path w="92286" h="92286" extrusionOk="0">
                  <a:moveTo>
                    <a:pt x="0" y="46117"/>
                  </a:moveTo>
                  <a:cubicBezTo>
                    <a:pt x="52" y="20706"/>
                    <a:pt x="20810" y="-52"/>
                    <a:pt x="46274" y="0"/>
                  </a:cubicBezTo>
                  <a:cubicBezTo>
                    <a:pt x="71738" y="52"/>
                    <a:pt x="92339" y="20758"/>
                    <a:pt x="92286" y="46274"/>
                  </a:cubicBezTo>
                  <a:cubicBezTo>
                    <a:pt x="92234" y="71633"/>
                    <a:pt x="71633" y="92182"/>
                    <a:pt x="46274" y="92287"/>
                  </a:cubicBezTo>
                  <a:cubicBezTo>
                    <a:pt x="20915" y="92391"/>
                    <a:pt x="0" y="71476"/>
                    <a:pt x="0" y="46117"/>
                  </a:cubicBezTo>
                  <a:close/>
                  <a:moveTo>
                    <a:pt x="80731" y="46274"/>
                  </a:moveTo>
                  <a:cubicBezTo>
                    <a:pt x="80783" y="27242"/>
                    <a:pt x="65359" y="11660"/>
                    <a:pt x="46431" y="11556"/>
                  </a:cubicBezTo>
                  <a:cubicBezTo>
                    <a:pt x="27398" y="11451"/>
                    <a:pt x="11555" y="27189"/>
                    <a:pt x="11555" y="46169"/>
                  </a:cubicBezTo>
                  <a:cubicBezTo>
                    <a:pt x="11608" y="64941"/>
                    <a:pt x="27346" y="80731"/>
                    <a:pt x="46117" y="80783"/>
                  </a:cubicBezTo>
                  <a:cubicBezTo>
                    <a:pt x="64940" y="80836"/>
                    <a:pt x="80679" y="65097"/>
                    <a:pt x="80731" y="46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4" name="Google Shape;1214;p10"/>
          <p:cNvGrpSpPr/>
          <p:nvPr/>
        </p:nvGrpSpPr>
        <p:grpSpPr>
          <a:xfrm>
            <a:off x="4512595" y="6338111"/>
            <a:ext cx="346984" cy="353721"/>
            <a:chOff x="2499198" y="6329527"/>
            <a:chExt cx="346984" cy="353721"/>
          </a:xfrm>
        </p:grpSpPr>
        <p:sp>
          <p:nvSpPr>
            <p:cNvPr id="1215" name="Google Shape;1215;p10"/>
            <p:cNvSpPr/>
            <p:nvPr/>
          </p:nvSpPr>
          <p:spPr>
            <a:xfrm>
              <a:off x="2510141" y="6329527"/>
              <a:ext cx="325277" cy="353721"/>
            </a:xfrm>
            <a:custGeom>
              <a:avLst/>
              <a:gdLst/>
              <a:ahLst/>
              <a:cxnLst/>
              <a:rect l="l" t="t" r="r" b="b"/>
              <a:pathLst>
                <a:path w="325277" h="353721" extrusionOk="0">
                  <a:moveTo>
                    <a:pt x="252337" y="212965"/>
                  </a:moveTo>
                  <a:cubicBezTo>
                    <a:pt x="252337" y="217932"/>
                    <a:pt x="252232" y="222533"/>
                    <a:pt x="252441" y="227082"/>
                  </a:cubicBezTo>
                  <a:cubicBezTo>
                    <a:pt x="252494" y="228128"/>
                    <a:pt x="253330" y="229331"/>
                    <a:pt x="254167" y="230167"/>
                  </a:cubicBezTo>
                  <a:cubicBezTo>
                    <a:pt x="256834" y="232938"/>
                    <a:pt x="259605" y="235605"/>
                    <a:pt x="262533" y="238481"/>
                  </a:cubicBezTo>
                  <a:cubicBezTo>
                    <a:pt x="259448" y="241304"/>
                    <a:pt x="256677" y="243866"/>
                    <a:pt x="253592" y="246638"/>
                  </a:cubicBezTo>
                  <a:cubicBezTo>
                    <a:pt x="248206" y="241252"/>
                    <a:pt x="242507" y="235501"/>
                    <a:pt x="236755" y="229801"/>
                  </a:cubicBezTo>
                  <a:cubicBezTo>
                    <a:pt x="235762" y="228808"/>
                    <a:pt x="234821" y="227867"/>
                    <a:pt x="233827" y="226873"/>
                  </a:cubicBezTo>
                  <a:cubicBezTo>
                    <a:pt x="230376" y="223579"/>
                    <a:pt x="226455" y="223370"/>
                    <a:pt x="223631" y="226298"/>
                  </a:cubicBezTo>
                  <a:cubicBezTo>
                    <a:pt x="220912" y="229174"/>
                    <a:pt x="221069" y="232938"/>
                    <a:pt x="224311" y="236233"/>
                  </a:cubicBezTo>
                  <a:cubicBezTo>
                    <a:pt x="230429" y="242455"/>
                    <a:pt x="236651" y="248572"/>
                    <a:pt x="242821" y="254742"/>
                  </a:cubicBezTo>
                  <a:cubicBezTo>
                    <a:pt x="247474" y="259448"/>
                    <a:pt x="247579" y="261539"/>
                    <a:pt x="243343" y="266454"/>
                  </a:cubicBezTo>
                  <a:cubicBezTo>
                    <a:pt x="233618" y="277748"/>
                    <a:pt x="234193" y="293801"/>
                    <a:pt x="244964" y="304728"/>
                  </a:cubicBezTo>
                  <a:cubicBezTo>
                    <a:pt x="257827" y="317800"/>
                    <a:pt x="270846" y="330663"/>
                    <a:pt x="283814" y="343630"/>
                  </a:cubicBezTo>
                  <a:cubicBezTo>
                    <a:pt x="284598" y="344414"/>
                    <a:pt x="285330" y="345251"/>
                    <a:pt x="286062" y="345983"/>
                  </a:cubicBezTo>
                  <a:cubicBezTo>
                    <a:pt x="283186" y="348597"/>
                    <a:pt x="280363" y="351159"/>
                    <a:pt x="277591" y="353721"/>
                  </a:cubicBezTo>
                  <a:cubicBezTo>
                    <a:pt x="270010" y="346087"/>
                    <a:pt x="261748" y="337774"/>
                    <a:pt x="253539" y="329513"/>
                  </a:cubicBezTo>
                  <a:cubicBezTo>
                    <a:pt x="253173" y="329669"/>
                    <a:pt x="252755" y="329826"/>
                    <a:pt x="252389" y="329983"/>
                  </a:cubicBezTo>
                  <a:cubicBezTo>
                    <a:pt x="252389" y="334114"/>
                    <a:pt x="252389" y="338244"/>
                    <a:pt x="252389" y="342375"/>
                  </a:cubicBezTo>
                  <a:cubicBezTo>
                    <a:pt x="252389" y="348702"/>
                    <a:pt x="250507" y="350584"/>
                    <a:pt x="244128" y="350584"/>
                  </a:cubicBezTo>
                  <a:cubicBezTo>
                    <a:pt x="226664" y="350584"/>
                    <a:pt x="209200" y="350584"/>
                    <a:pt x="191736" y="350584"/>
                  </a:cubicBezTo>
                  <a:cubicBezTo>
                    <a:pt x="188651" y="350584"/>
                    <a:pt x="185671" y="350480"/>
                    <a:pt x="184050" y="347238"/>
                  </a:cubicBezTo>
                  <a:cubicBezTo>
                    <a:pt x="182481" y="343996"/>
                    <a:pt x="184102" y="341643"/>
                    <a:pt x="186037" y="339133"/>
                  </a:cubicBezTo>
                  <a:cubicBezTo>
                    <a:pt x="194351" y="328414"/>
                    <a:pt x="194664" y="314140"/>
                    <a:pt x="186926" y="303264"/>
                  </a:cubicBezTo>
                  <a:cubicBezTo>
                    <a:pt x="179240" y="292441"/>
                    <a:pt x="165279" y="287997"/>
                    <a:pt x="152730" y="292336"/>
                  </a:cubicBezTo>
                  <a:cubicBezTo>
                    <a:pt x="140234" y="296676"/>
                    <a:pt x="132077" y="308702"/>
                    <a:pt x="132704" y="322140"/>
                  </a:cubicBezTo>
                  <a:cubicBezTo>
                    <a:pt x="133018" y="328676"/>
                    <a:pt x="135319" y="334532"/>
                    <a:pt x="139502" y="339604"/>
                  </a:cubicBezTo>
                  <a:cubicBezTo>
                    <a:pt x="141384" y="341905"/>
                    <a:pt x="142482" y="344257"/>
                    <a:pt x="141175" y="347133"/>
                  </a:cubicBezTo>
                  <a:cubicBezTo>
                    <a:pt x="139815" y="350009"/>
                    <a:pt x="137306" y="350636"/>
                    <a:pt x="134325" y="350636"/>
                  </a:cubicBezTo>
                  <a:cubicBezTo>
                    <a:pt x="116391" y="350584"/>
                    <a:pt x="98404" y="350636"/>
                    <a:pt x="80470" y="350584"/>
                  </a:cubicBezTo>
                  <a:cubicBezTo>
                    <a:pt x="74875" y="350584"/>
                    <a:pt x="72836" y="348545"/>
                    <a:pt x="72836" y="342898"/>
                  </a:cubicBezTo>
                  <a:cubicBezTo>
                    <a:pt x="72836" y="329669"/>
                    <a:pt x="72836" y="316441"/>
                    <a:pt x="72836" y="303264"/>
                  </a:cubicBezTo>
                  <a:cubicBezTo>
                    <a:pt x="72836" y="301905"/>
                    <a:pt x="72836" y="300598"/>
                    <a:pt x="72836" y="298820"/>
                  </a:cubicBezTo>
                  <a:cubicBezTo>
                    <a:pt x="61542" y="303578"/>
                    <a:pt x="50509" y="304153"/>
                    <a:pt x="39424" y="299761"/>
                  </a:cubicBezTo>
                  <a:cubicBezTo>
                    <a:pt x="31320" y="296519"/>
                    <a:pt x="24836" y="291238"/>
                    <a:pt x="19974" y="283971"/>
                  </a:cubicBezTo>
                  <a:cubicBezTo>
                    <a:pt x="10301" y="269435"/>
                    <a:pt x="10719" y="250402"/>
                    <a:pt x="20967" y="236233"/>
                  </a:cubicBezTo>
                  <a:cubicBezTo>
                    <a:pt x="32366" y="220494"/>
                    <a:pt x="48836" y="216102"/>
                    <a:pt x="72627" y="222481"/>
                  </a:cubicBezTo>
                  <a:cubicBezTo>
                    <a:pt x="72627" y="199475"/>
                    <a:pt x="72627" y="176469"/>
                    <a:pt x="72627" y="153096"/>
                  </a:cubicBezTo>
                  <a:cubicBezTo>
                    <a:pt x="67293" y="153096"/>
                    <a:pt x="62117" y="153096"/>
                    <a:pt x="56940" y="153096"/>
                  </a:cubicBezTo>
                  <a:cubicBezTo>
                    <a:pt x="40941" y="153096"/>
                    <a:pt x="30954" y="143162"/>
                    <a:pt x="30954" y="127266"/>
                  </a:cubicBezTo>
                  <a:cubicBezTo>
                    <a:pt x="30954" y="112051"/>
                    <a:pt x="30902" y="96835"/>
                    <a:pt x="31006" y="81620"/>
                  </a:cubicBezTo>
                  <a:cubicBezTo>
                    <a:pt x="31006" y="78953"/>
                    <a:pt x="30379" y="77019"/>
                    <a:pt x="28392" y="75084"/>
                  </a:cubicBezTo>
                  <a:cubicBezTo>
                    <a:pt x="19817" y="66718"/>
                    <a:pt x="11399" y="58195"/>
                    <a:pt x="2928" y="49725"/>
                  </a:cubicBezTo>
                  <a:cubicBezTo>
                    <a:pt x="1987" y="48784"/>
                    <a:pt x="1046" y="47738"/>
                    <a:pt x="0" y="46640"/>
                  </a:cubicBezTo>
                  <a:cubicBezTo>
                    <a:pt x="2876" y="43869"/>
                    <a:pt x="5595" y="41254"/>
                    <a:pt x="8575" y="38379"/>
                  </a:cubicBezTo>
                  <a:cubicBezTo>
                    <a:pt x="13333" y="43137"/>
                    <a:pt x="18144" y="47999"/>
                    <a:pt x="23006" y="52810"/>
                  </a:cubicBezTo>
                  <a:cubicBezTo>
                    <a:pt x="28653" y="58457"/>
                    <a:pt x="34457" y="63947"/>
                    <a:pt x="39843" y="69855"/>
                  </a:cubicBezTo>
                  <a:cubicBezTo>
                    <a:pt x="41516" y="71685"/>
                    <a:pt x="42771" y="74614"/>
                    <a:pt x="42823" y="77019"/>
                  </a:cubicBezTo>
                  <a:cubicBezTo>
                    <a:pt x="43084" y="93855"/>
                    <a:pt x="42928" y="110692"/>
                    <a:pt x="42980" y="127528"/>
                  </a:cubicBezTo>
                  <a:cubicBezTo>
                    <a:pt x="42980" y="136364"/>
                    <a:pt x="47738" y="141070"/>
                    <a:pt x="56627" y="141123"/>
                  </a:cubicBezTo>
                  <a:cubicBezTo>
                    <a:pt x="61855" y="141123"/>
                    <a:pt x="67084" y="141123"/>
                    <a:pt x="72836" y="141123"/>
                  </a:cubicBezTo>
                  <a:cubicBezTo>
                    <a:pt x="72836" y="136051"/>
                    <a:pt x="72940" y="131136"/>
                    <a:pt x="72731" y="126221"/>
                  </a:cubicBezTo>
                  <a:cubicBezTo>
                    <a:pt x="72679" y="125227"/>
                    <a:pt x="71424" y="124234"/>
                    <a:pt x="70535" y="123345"/>
                  </a:cubicBezTo>
                  <a:cubicBezTo>
                    <a:pt x="67973" y="120835"/>
                    <a:pt x="65359" y="118325"/>
                    <a:pt x="62587" y="115711"/>
                  </a:cubicBezTo>
                  <a:cubicBezTo>
                    <a:pt x="65777" y="112783"/>
                    <a:pt x="68548" y="110221"/>
                    <a:pt x="71633" y="107397"/>
                  </a:cubicBezTo>
                  <a:cubicBezTo>
                    <a:pt x="78692" y="114508"/>
                    <a:pt x="86012" y="121776"/>
                    <a:pt x="93280" y="129097"/>
                  </a:cubicBezTo>
                  <a:cubicBezTo>
                    <a:pt x="94587" y="130404"/>
                    <a:pt x="95894" y="131763"/>
                    <a:pt x="97254" y="133070"/>
                  </a:cubicBezTo>
                  <a:cubicBezTo>
                    <a:pt x="100757" y="136469"/>
                    <a:pt x="104574" y="136783"/>
                    <a:pt x="107450" y="133907"/>
                  </a:cubicBezTo>
                  <a:cubicBezTo>
                    <a:pt x="110378" y="131031"/>
                    <a:pt x="110169" y="127110"/>
                    <a:pt x="106770" y="123711"/>
                  </a:cubicBezTo>
                  <a:cubicBezTo>
                    <a:pt x="98875" y="115763"/>
                    <a:pt x="90927" y="107816"/>
                    <a:pt x="82979" y="99868"/>
                  </a:cubicBezTo>
                  <a:cubicBezTo>
                    <a:pt x="77542" y="94430"/>
                    <a:pt x="77489" y="92966"/>
                    <a:pt x="82352" y="87058"/>
                  </a:cubicBezTo>
                  <a:cubicBezTo>
                    <a:pt x="91554" y="75868"/>
                    <a:pt x="90822" y="59973"/>
                    <a:pt x="80313" y="49359"/>
                  </a:cubicBezTo>
                  <a:cubicBezTo>
                    <a:pt x="67555" y="36392"/>
                    <a:pt x="54588" y="23581"/>
                    <a:pt x="41673" y="10771"/>
                  </a:cubicBezTo>
                  <a:cubicBezTo>
                    <a:pt x="40732" y="9830"/>
                    <a:pt x="39320" y="9307"/>
                    <a:pt x="37908" y="8523"/>
                  </a:cubicBezTo>
                  <a:cubicBezTo>
                    <a:pt x="41725" y="4967"/>
                    <a:pt x="44392" y="2405"/>
                    <a:pt x="47006" y="0"/>
                  </a:cubicBezTo>
                  <a:cubicBezTo>
                    <a:pt x="55110" y="8104"/>
                    <a:pt x="63320" y="16366"/>
                    <a:pt x="71581" y="24627"/>
                  </a:cubicBezTo>
                  <a:cubicBezTo>
                    <a:pt x="71999" y="24470"/>
                    <a:pt x="72417" y="24261"/>
                    <a:pt x="72836" y="24104"/>
                  </a:cubicBezTo>
                  <a:cubicBezTo>
                    <a:pt x="72836" y="20130"/>
                    <a:pt x="72836" y="16104"/>
                    <a:pt x="72836" y="12131"/>
                  </a:cubicBezTo>
                  <a:cubicBezTo>
                    <a:pt x="72836" y="5229"/>
                    <a:pt x="74561" y="3503"/>
                    <a:pt x="81411" y="3503"/>
                  </a:cubicBezTo>
                  <a:cubicBezTo>
                    <a:pt x="98718" y="3503"/>
                    <a:pt x="116077" y="3503"/>
                    <a:pt x="133384" y="3503"/>
                  </a:cubicBezTo>
                  <a:cubicBezTo>
                    <a:pt x="136469" y="3503"/>
                    <a:pt x="139449" y="3556"/>
                    <a:pt x="141070" y="6797"/>
                  </a:cubicBezTo>
                  <a:cubicBezTo>
                    <a:pt x="142691" y="9987"/>
                    <a:pt x="141070" y="12392"/>
                    <a:pt x="139136" y="14902"/>
                  </a:cubicBezTo>
                  <a:cubicBezTo>
                    <a:pt x="129358" y="27503"/>
                    <a:pt x="130770" y="44810"/>
                    <a:pt x="142377" y="55476"/>
                  </a:cubicBezTo>
                  <a:cubicBezTo>
                    <a:pt x="153776" y="65986"/>
                    <a:pt x="171501" y="65934"/>
                    <a:pt x="182847" y="55372"/>
                  </a:cubicBezTo>
                  <a:cubicBezTo>
                    <a:pt x="194403" y="44653"/>
                    <a:pt x="195762" y="27398"/>
                    <a:pt x="185880" y="14745"/>
                  </a:cubicBezTo>
                  <a:cubicBezTo>
                    <a:pt x="183998" y="12340"/>
                    <a:pt x="182534" y="10039"/>
                    <a:pt x="183945" y="6954"/>
                  </a:cubicBezTo>
                  <a:cubicBezTo>
                    <a:pt x="185462" y="3660"/>
                    <a:pt x="188390" y="3451"/>
                    <a:pt x="191527" y="3451"/>
                  </a:cubicBezTo>
                  <a:cubicBezTo>
                    <a:pt x="209096" y="3503"/>
                    <a:pt x="226664" y="3451"/>
                    <a:pt x="244285" y="3503"/>
                  </a:cubicBezTo>
                  <a:cubicBezTo>
                    <a:pt x="250402" y="3503"/>
                    <a:pt x="252337" y="5438"/>
                    <a:pt x="252337" y="11503"/>
                  </a:cubicBezTo>
                  <a:cubicBezTo>
                    <a:pt x="252337" y="24575"/>
                    <a:pt x="252337" y="37699"/>
                    <a:pt x="252337" y="50771"/>
                  </a:cubicBezTo>
                  <a:cubicBezTo>
                    <a:pt x="252337" y="52130"/>
                    <a:pt x="252337" y="53490"/>
                    <a:pt x="252337" y="55267"/>
                  </a:cubicBezTo>
                  <a:cubicBezTo>
                    <a:pt x="263735" y="50405"/>
                    <a:pt x="274873" y="49934"/>
                    <a:pt x="286062" y="54431"/>
                  </a:cubicBezTo>
                  <a:cubicBezTo>
                    <a:pt x="294166" y="57673"/>
                    <a:pt x="300598" y="63058"/>
                    <a:pt x="305356" y="70378"/>
                  </a:cubicBezTo>
                  <a:cubicBezTo>
                    <a:pt x="314872" y="84914"/>
                    <a:pt x="314401" y="103737"/>
                    <a:pt x="304205" y="117803"/>
                  </a:cubicBezTo>
                  <a:cubicBezTo>
                    <a:pt x="292755" y="133593"/>
                    <a:pt x="276075" y="138090"/>
                    <a:pt x="252546" y="131606"/>
                  </a:cubicBezTo>
                  <a:cubicBezTo>
                    <a:pt x="252546" y="154613"/>
                    <a:pt x="252546" y="177619"/>
                    <a:pt x="252546" y="200991"/>
                  </a:cubicBezTo>
                  <a:cubicBezTo>
                    <a:pt x="257932" y="200991"/>
                    <a:pt x="263265" y="200991"/>
                    <a:pt x="268598" y="200991"/>
                  </a:cubicBezTo>
                  <a:cubicBezTo>
                    <a:pt x="284284" y="201043"/>
                    <a:pt x="294219" y="211030"/>
                    <a:pt x="294219" y="226769"/>
                  </a:cubicBezTo>
                  <a:cubicBezTo>
                    <a:pt x="294219" y="241984"/>
                    <a:pt x="294323" y="257200"/>
                    <a:pt x="294166" y="272415"/>
                  </a:cubicBezTo>
                  <a:cubicBezTo>
                    <a:pt x="294114" y="275291"/>
                    <a:pt x="295055" y="277226"/>
                    <a:pt x="297042" y="279212"/>
                  </a:cubicBezTo>
                  <a:cubicBezTo>
                    <a:pt x="306454" y="288467"/>
                    <a:pt x="315761" y="297827"/>
                    <a:pt x="325277" y="307291"/>
                  </a:cubicBezTo>
                  <a:cubicBezTo>
                    <a:pt x="322244" y="310114"/>
                    <a:pt x="319473" y="312676"/>
                    <a:pt x="316336" y="315552"/>
                  </a:cubicBezTo>
                  <a:cubicBezTo>
                    <a:pt x="312362" y="311526"/>
                    <a:pt x="308075" y="307186"/>
                    <a:pt x="303735" y="302898"/>
                  </a:cubicBezTo>
                  <a:cubicBezTo>
                    <a:pt x="297670" y="296833"/>
                    <a:pt x="291604" y="290663"/>
                    <a:pt x="285434" y="284703"/>
                  </a:cubicBezTo>
                  <a:cubicBezTo>
                    <a:pt x="283134" y="282454"/>
                    <a:pt x="282088" y="280049"/>
                    <a:pt x="282088" y="276755"/>
                  </a:cubicBezTo>
                  <a:cubicBezTo>
                    <a:pt x="282193" y="260023"/>
                    <a:pt x="282140" y="243344"/>
                    <a:pt x="282140" y="226612"/>
                  </a:cubicBezTo>
                  <a:cubicBezTo>
                    <a:pt x="282140" y="217723"/>
                    <a:pt x="277382" y="213017"/>
                    <a:pt x="268546" y="213017"/>
                  </a:cubicBezTo>
                  <a:cubicBezTo>
                    <a:pt x="263422" y="212965"/>
                    <a:pt x="258193" y="212965"/>
                    <a:pt x="252337" y="212965"/>
                  </a:cubicBezTo>
                  <a:close/>
                  <a:moveTo>
                    <a:pt x="240363" y="171083"/>
                  </a:moveTo>
                  <a:cubicBezTo>
                    <a:pt x="240363" y="154194"/>
                    <a:pt x="240363" y="137881"/>
                    <a:pt x="240363" y="121567"/>
                  </a:cubicBezTo>
                  <a:cubicBezTo>
                    <a:pt x="240363" y="118639"/>
                    <a:pt x="240938" y="116077"/>
                    <a:pt x="243814" y="114718"/>
                  </a:cubicBezTo>
                  <a:cubicBezTo>
                    <a:pt x="246690" y="113358"/>
                    <a:pt x="249043" y="114456"/>
                    <a:pt x="251291" y="116391"/>
                  </a:cubicBezTo>
                  <a:cubicBezTo>
                    <a:pt x="256311" y="120574"/>
                    <a:pt x="262219" y="122874"/>
                    <a:pt x="268755" y="123188"/>
                  </a:cubicBezTo>
                  <a:cubicBezTo>
                    <a:pt x="282140" y="123816"/>
                    <a:pt x="294219" y="115659"/>
                    <a:pt x="298559" y="103162"/>
                  </a:cubicBezTo>
                  <a:cubicBezTo>
                    <a:pt x="302846" y="90718"/>
                    <a:pt x="298559" y="76914"/>
                    <a:pt x="287944" y="69176"/>
                  </a:cubicBezTo>
                  <a:cubicBezTo>
                    <a:pt x="277016" y="61176"/>
                    <a:pt x="262637" y="61437"/>
                    <a:pt x="251814" y="69855"/>
                  </a:cubicBezTo>
                  <a:cubicBezTo>
                    <a:pt x="249304" y="71790"/>
                    <a:pt x="246951" y="73411"/>
                    <a:pt x="243709" y="71842"/>
                  </a:cubicBezTo>
                  <a:cubicBezTo>
                    <a:pt x="240468" y="70274"/>
                    <a:pt x="240363" y="67293"/>
                    <a:pt x="240363" y="64156"/>
                  </a:cubicBezTo>
                  <a:cubicBezTo>
                    <a:pt x="240415" y="49307"/>
                    <a:pt x="240363" y="34457"/>
                    <a:pt x="240363" y="19660"/>
                  </a:cubicBezTo>
                  <a:cubicBezTo>
                    <a:pt x="240363" y="18353"/>
                    <a:pt x="240363" y="17046"/>
                    <a:pt x="240363" y="15791"/>
                  </a:cubicBezTo>
                  <a:cubicBezTo>
                    <a:pt x="226873" y="15791"/>
                    <a:pt x="213906" y="15791"/>
                    <a:pt x="200834" y="15791"/>
                  </a:cubicBezTo>
                  <a:cubicBezTo>
                    <a:pt x="207579" y="37281"/>
                    <a:pt x="203501" y="54222"/>
                    <a:pt x="188808" y="66091"/>
                  </a:cubicBezTo>
                  <a:cubicBezTo>
                    <a:pt x="175318" y="76966"/>
                    <a:pt x="156233" y="78849"/>
                    <a:pt x="141593" y="69542"/>
                  </a:cubicBezTo>
                  <a:cubicBezTo>
                    <a:pt x="121201" y="56627"/>
                    <a:pt x="116600" y="37960"/>
                    <a:pt x="124182" y="15791"/>
                  </a:cubicBezTo>
                  <a:cubicBezTo>
                    <a:pt x="111057" y="15791"/>
                    <a:pt x="98038" y="15791"/>
                    <a:pt x="84809" y="15791"/>
                  </a:cubicBezTo>
                  <a:cubicBezTo>
                    <a:pt x="84809" y="21647"/>
                    <a:pt x="84966" y="27242"/>
                    <a:pt x="84757" y="32836"/>
                  </a:cubicBezTo>
                  <a:cubicBezTo>
                    <a:pt x="84600" y="35869"/>
                    <a:pt x="85594" y="37908"/>
                    <a:pt x="87738" y="39947"/>
                  </a:cubicBezTo>
                  <a:cubicBezTo>
                    <a:pt x="97149" y="48888"/>
                    <a:pt x="101489" y="59921"/>
                    <a:pt x="100496" y="72940"/>
                  </a:cubicBezTo>
                  <a:cubicBezTo>
                    <a:pt x="99920" y="80313"/>
                    <a:pt x="97149" y="86901"/>
                    <a:pt x="92966" y="93123"/>
                  </a:cubicBezTo>
                  <a:cubicBezTo>
                    <a:pt x="100705" y="100809"/>
                    <a:pt x="108391" y="108234"/>
                    <a:pt x="115868" y="115920"/>
                  </a:cubicBezTo>
                  <a:cubicBezTo>
                    <a:pt x="123293" y="123554"/>
                    <a:pt x="123240" y="134848"/>
                    <a:pt x="116025" y="142168"/>
                  </a:cubicBezTo>
                  <a:cubicBezTo>
                    <a:pt x="108757" y="149645"/>
                    <a:pt x="97358" y="149698"/>
                    <a:pt x="89515" y="142273"/>
                  </a:cubicBezTo>
                  <a:cubicBezTo>
                    <a:pt x="88156" y="140966"/>
                    <a:pt x="87058" y="139345"/>
                    <a:pt x="85855" y="137881"/>
                  </a:cubicBezTo>
                  <a:cubicBezTo>
                    <a:pt x="85594" y="138142"/>
                    <a:pt x="85385" y="138404"/>
                    <a:pt x="85123" y="138717"/>
                  </a:cubicBezTo>
                  <a:cubicBezTo>
                    <a:pt x="85123" y="149488"/>
                    <a:pt x="85123" y="160207"/>
                    <a:pt x="85123" y="171083"/>
                  </a:cubicBezTo>
                  <a:cubicBezTo>
                    <a:pt x="92130" y="171083"/>
                    <a:pt x="98875" y="171083"/>
                    <a:pt x="105620" y="171083"/>
                  </a:cubicBezTo>
                  <a:cubicBezTo>
                    <a:pt x="115240" y="171083"/>
                    <a:pt x="124809" y="171135"/>
                    <a:pt x="134430" y="171083"/>
                  </a:cubicBezTo>
                  <a:cubicBezTo>
                    <a:pt x="137410" y="171083"/>
                    <a:pt x="139920" y="171710"/>
                    <a:pt x="141279" y="174586"/>
                  </a:cubicBezTo>
                  <a:cubicBezTo>
                    <a:pt x="142534" y="177305"/>
                    <a:pt x="141698" y="179658"/>
                    <a:pt x="139815" y="181802"/>
                  </a:cubicBezTo>
                  <a:cubicBezTo>
                    <a:pt x="139083" y="182638"/>
                    <a:pt x="138404" y="183527"/>
                    <a:pt x="137776" y="184468"/>
                  </a:cubicBezTo>
                  <a:cubicBezTo>
                    <a:pt x="131554" y="194351"/>
                    <a:pt x="130822" y="204651"/>
                    <a:pt x="136312" y="215004"/>
                  </a:cubicBezTo>
                  <a:cubicBezTo>
                    <a:pt x="141698" y="225200"/>
                    <a:pt x="150534" y="230638"/>
                    <a:pt x="162037" y="230847"/>
                  </a:cubicBezTo>
                  <a:cubicBezTo>
                    <a:pt x="174325" y="231056"/>
                    <a:pt x="183789" y="225409"/>
                    <a:pt x="189279" y="214481"/>
                  </a:cubicBezTo>
                  <a:cubicBezTo>
                    <a:pt x="195030" y="203083"/>
                    <a:pt x="193462" y="191998"/>
                    <a:pt x="185619" y="181906"/>
                  </a:cubicBezTo>
                  <a:cubicBezTo>
                    <a:pt x="183789" y="179553"/>
                    <a:pt x="182743" y="177201"/>
                    <a:pt x="184155" y="174377"/>
                  </a:cubicBezTo>
                  <a:cubicBezTo>
                    <a:pt x="185514" y="171658"/>
                    <a:pt x="187919" y="171031"/>
                    <a:pt x="190743" y="171083"/>
                  </a:cubicBezTo>
                  <a:cubicBezTo>
                    <a:pt x="198220" y="171135"/>
                    <a:pt x="205697" y="171083"/>
                    <a:pt x="213174" y="171083"/>
                  </a:cubicBezTo>
                  <a:cubicBezTo>
                    <a:pt x="222063" y="171083"/>
                    <a:pt x="231004" y="171083"/>
                    <a:pt x="240363" y="171083"/>
                  </a:cubicBezTo>
                  <a:close/>
                  <a:moveTo>
                    <a:pt x="240363" y="338506"/>
                  </a:moveTo>
                  <a:cubicBezTo>
                    <a:pt x="240363" y="332702"/>
                    <a:pt x="240154" y="327369"/>
                    <a:pt x="240415" y="322035"/>
                  </a:cubicBezTo>
                  <a:cubicBezTo>
                    <a:pt x="240572" y="318637"/>
                    <a:pt x="239579" y="316284"/>
                    <a:pt x="237121" y="313879"/>
                  </a:cubicBezTo>
                  <a:cubicBezTo>
                    <a:pt x="227814" y="304990"/>
                    <a:pt x="223684" y="294010"/>
                    <a:pt x="224677" y="281199"/>
                  </a:cubicBezTo>
                  <a:cubicBezTo>
                    <a:pt x="225252" y="273827"/>
                    <a:pt x="228023" y="267291"/>
                    <a:pt x="232102" y="261226"/>
                  </a:cubicBezTo>
                  <a:cubicBezTo>
                    <a:pt x="231317" y="260389"/>
                    <a:pt x="230742" y="259762"/>
                    <a:pt x="230115" y="259187"/>
                  </a:cubicBezTo>
                  <a:cubicBezTo>
                    <a:pt x="224991" y="254062"/>
                    <a:pt x="219762" y="249095"/>
                    <a:pt x="214847" y="243814"/>
                  </a:cubicBezTo>
                  <a:cubicBezTo>
                    <a:pt x="208311" y="236860"/>
                    <a:pt x="207997" y="226873"/>
                    <a:pt x="213697" y="219501"/>
                  </a:cubicBezTo>
                  <a:cubicBezTo>
                    <a:pt x="219344" y="212233"/>
                    <a:pt x="229278" y="210246"/>
                    <a:pt x="237592" y="214743"/>
                  </a:cubicBezTo>
                  <a:cubicBezTo>
                    <a:pt x="238429" y="215161"/>
                    <a:pt x="239265" y="215579"/>
                    <a:pt x="240154" y="216050"/>
                  </a:cubicBezTo>
                  <a:cubicBezTo>
                    <a:pt x="240154" y="204965"/>
                    <a:pt x="240154" y="194142"/>
                    <a:pt x="240154" y="183423"/>
                  </a:cubicBezTo>
                  <a:cubicBezTo>
                    <a:pt x="226925" y="183423"/>
                    <a:pt x="213958" y="183423"/>
                    <a:pt x="200886" y="183423"/>
                  </a:cubicBezTo>
                  <a:cubicBezTo>
                    <a:pt x="207631" y="205645"/>
                    <a:pt x="203292" y="222638"/>
                    <a:pt x="187972" y="234402"/>
                  </a:cubicBezTo>
                  <a:cubicBezTo>
                    <a:pt x="174168" y="245017"/>
                    <a:pt x="155083" y="245906"/>
                    <a:pt x="140286" y="236546"/>
                  </a:cubicBezTo>
                  <a:cubicBezTo>
                    <a:pt x="132913" y="231893"/>
                    <a:pt x="127476" y="225514"/>
                    <a:pt x="124077" y="217514"/>
                  </a:cubicBezTo>
                  <a:cubicBezTo>
                    <a:pt x="119267" y="206168"/>
                    <a:pt x="119685" y="194769"/>
                    <a:pt x="124495" y="183370"/>
                  </a:cubicBezTo>
                  <a:cubicBezTo>
                    <a:pt x="111110" y="183370"/>
                    <a:pt x="98090" y="183370"/>
                    <a:pt x="84757" y="183370"/>
                  </a:cubicBezTo>
                  <a:cubicBezTo>
                    <a:pt x="84757" y="185096"/>
                    <a:pt x="84757" y="186560"/>
                    <a:pt x="84757" y="188024"/>
                  </a:cubicBezTo>
                  <a:cubicBezTo>
                    <a:pt x="84757" y="202873"/>
                    <a:pt x="84705" y="217671"/>
                    <a:pt x="84757" y="232520"/>
                  </a:cubicBezTo>
                  <a:cubicBezTo>
                    <a:pt x="84757" y="235448"/>
                    <a:pt x="84287" y="238063"/>
                    <a:pt x="81411" y="239474"/>
                  </a:cubicBezTo>
                  <a:cubicBezTo>
                    <a:pt x="78587" y="240886"/>
                    <a:pt x="76130" y="239997"/>
                    <a:pt x="73881" y="237958"/>
                  </a:cubicBezTo>
                  <a:cubicBezTo>
                    <a:pt x="73149" y="237278"/>
                    <a:pt x="72313" y="236703"/>
                    <a:pt x="71476" y="236180"/>
                  </a:cubicBezTo>
                  <a:cubicBezTo>
                    <a:pt x="61646" y="229906"/>
                    <a:pt x="51346" y="229122"/>
                    <a:pt x="40993" y="234507"/>
                  </a:cubicBezTo>
                  <a:cubicBezTo>
                    <a:pt x="30640" y="239893"/>
                    <a:pt x="25098" y="248834"/>
                    <a:pt x="24941" y="260494"/>
                  </a:cubicBezTo>
                  <a:cubicBezTo>
                    <a:pt x="24784" y="272781"/>
                    <a:pt x="30483" y="282193"/>
                    <a:pt x="41464" y="287683"/>
                  </a:cubicBezTo>
                  <a:cubicBezTo>
                    <a:pt x="52601" y="293225"/>
                    <a:pt x="63476" y="291866"/>
                    <a:pt x="73411" y="284337"/>
                  </a:cubicBezTo>
                  <a:cubicBezTo>
                    <a:pt x="75816" y="282507"/>
                    <a:pt x="78169" y="280990"/>
                    <a:pt x="81202" y="282402"/>
                  </a:cubicBezTo>
                  <a:cubicBezTo>
                    <a:pt x="84496" y="283918"/>
                    <a:pt x="84757" y="286846"/>
                    <a:pt x="84705" y="289984"/>
                  </a:cubicBezTo>
                  <a:cubicBezTo>
                    <a:pt x="84653" y="302689"/>
                    <a:pt x="84705" y="315395"/>
                    <a:pt x="84705" y="328153"/>
                  </a:cubicBezTo>
                  <a:cubicBezTo>
                    <a:pt x="84705" y="331604"/>
                    <a:pt x="84705" y="335055"/>
                    <a:pt x="84705" y="338663"/>
                  </a:cubicBezTo>
                  <a:cubicBezTo>
                    <a:pt x="98090" y="338663"/>
                    <a:pt x="111110" y="338663"/>
                    <a:pt x="124234" y="338663"/>
                  </a:cubicBezTo>
                  <a:cubicBezTo>
                    <a:pt x="116914" y="318637"/>
                    <a:pt x="120208" y="301121"/>
                    <a:pt x="137044" y="287840"/>
                  </a:cubicBezTo>
                  <a:cubicBezTo>
                    <a:pt x="151057" y="276807"/>
                    <a:pt x="167161" y="275395"/>
                    <a:pt x="182586" y="284389"/>
                  </a:cubicBezTo>
                  <a:cubicBezTo>
                    <a:pt x="203867" y="296833"/>
                    <a:pt x="208520" y="315918"/>
                    <a:pt x="200886" y="338663"/>
                  </a:cubicBezTo>
                  <a:cubicBezTo>
                    <a:pt x="214115" y="338506"/>
                    <a:pt x="227082" y="338506"/>
                    <a:pt x="240363" y="3385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6" name="Google Shape;1216;p10"/>
            <p:cNvSpPr/>
            <p:nvPr/>
          </p:nvSpPr>
          <p:spPr>
            <a:xfrm>
              <a:off x="2499198" y="6500819"/>
              <a:ext cx="71777" cy="125750"/>
            </a:xfrm>
            <a:custGeom>
              <a:avLst/>
              <a:gdLst/>
              <a:ahLst/>
              <a:cxnLst/>
              <a:rect l="l" t="t" r="r" b="b"/>
              <a:pathLst>
                <a:path w="71777" h="125750" extrusionOk="0">
                  <a:moveTo>
                    <a:pt x="59779" y="0"/>
                  </a:moveTo>
                  <a:cubicBezTo>
                    <a:pt x="64015" y="0"/>
                    <a:pt x="67675" y="0"/>
                    <a:pt x="71596" y="0"/>
                  </a:cubicBezTo>
                  <a:cubicBezTo>
                    <a:pt x="71596" y="7216"/>
                    <a:pt x="72067" y="14327"/>
                    <a:pt x="71492" y="21333"/>
                  </a:cubicBezTo>
                  <a:cubicBezTo>
                    <a:pt x="70812" y="29176"/>
                    <a:pt x="65008" y="34771"/>
                    <a:pt x="56590" y="36444"/>
                  </a:cubicBezTo>
                  <a:cubicBezTo>
                    <a:pt x="39858" y="39790"/>
                    <a:pt x="26839" y="48470"/>
                    <a:pt x="18734" y="63476"/>
                  </a:cubicBezTo>
                  <a:cubicBezTo>
                    <a:pt x="9166" y="81149"/>
                    <a:pt x="9584" y="98979"/>
                    <a:pt x="19257" y="116600"/>
                  </a:cubicBezTo>
                  <a:cubicBezTo>
                    <a:pt x="19675" y="117384"/>
                    <a:pt x="20094" y="118116"/>
                    <a:pt x="20721" y="119267"/>
                  </a:cubicBezTo>
                  <a:cubicBezTo>
                    <a:pt x="17532" y="121358"/>
                    <a:pt x="14342" y="123450"/>
                    <a:pt x="10943" y="125750"/>
                  </a:cubicBezTo>
                  <a:cubicBezTo>
                    <a:pt x="5453" y="117750"/>
                    <a:pt x="2107" y="109123"/>
                    <a:pt x="748" y="99816"/>
                  </a:cubicBezTo>
                  <a:cubicBezTo>
                    <a:pt x="-4429" y="64208"/>
                    <a:pt x="17741" y="32575"/>
                    <a:pt x="52930" y="25045"/>
                  </a:cubicBezTo>
                  <a:cubicBezTo>
                    <a:pt x="58420" y="23895"/>
                    <a:pt x="59727" y="22222"/>
                    <a:pt x="59727" y="16627"/>
                  </a:cubicBezTo>
                  <a:cubicBezTo>
                    <a:pt x="59779" y="11189"/>
                    <a:pt x="59779" y="5699"/>
                    <a:pt x="597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7" name="Google Shape;1217;p10"/>
            <p:cNvSpPr/>
            <p:nvPr/>
          </p:nvSpPr>
          <p:spPr>
            <a:xfrm>
              <a:off x="2791340" y="6358756"/>
              <a:ext cx="54842" cy="116547"/>
            </a:xfrm>
            <a:custGeom>
              <a:avLst/>
              <a:gdLst/>
              <a:ahLst/>
              <a:cxnLst/>
              <a:rect l="l" t="t" r="r" b="b"/>
              <a:pathLst>
                <a:path w="54842" h="116547" extrusionOk="0">
                  <a:moveTo>
                    <a:pt x="0" y="11033"/>
                  </a:moveTo>
                  <a:cubicBezTo>
                    <a:pt x="732" y="7216"/>
                    <a:pt x="1464" y="3608"/>
                    <a:pt x="2144" y="0"/>
                  </a:cubicBezTo>
                  <a:cubicBezTo>
                    <a:pt x="21385" y="366"/>
                    <a:pt x="45124" y="21961"/>
                    <a:pt x="52130" y="45281"/>
                  </a:cubicBezTo>
                  <a:cubicBezTo>
                    <a:pt x="60025" y="71581"/>
                    <a:pt x="50248" y="101489"/>
                    <a:pt x="28496" y="116548"/>
                  </a:cubicBezTo>
                  <a:cubicBezTo>
                    <a:pt x="26248" y="113567"/>
                    <a:pt x="23947" y="110535"/>
                    <a:pt x="21595" y="107345"/>
                  </a:cubicBezTo>
                  <a:cubicBezTo>
                    <a:pt x="38797" y="92705"/>
                    <a:pt x="46483" y="74561"/>
                    <a:pt x="41464" y="52392"/>
                  </a:cubicBezTo>
                  <a:cubicBezTo>
                    <a:pt x="36496" y="30379"/>
                    <a:pt x="22013" y="17150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8" name="Google Shape;1218;p10"/>
            <p:cNvSpPr/>
            <p:nvPr/>
          </p:nvSpPr>
          <p:spPr>
            <a:xfrm>
              <a:off x="2516572" y="6627092"/>
              <a:ext cx="15999" cy="15999"/>
            </a:xfrm>
            <a:custGeom>
              <a:avLst/>
              <a:gdLst/>
              <a:ahLst/>
              <a:cxnLst/>
              <a:rect l="l" t="t" r="r" b="b"/>
              <a:pathLst>
                <a:path w="15999" h="15999" extrusionOk="0">
                  <a:moveTo>
                    <a:pt x="0" y="8209"/>
                  </a:moveTo>
                  <a:cubicBezTo>
                    <a:pt x="3242" y="5229"/>
                    <a:pt x="6065" y="2614"/>
                    <a:pt x="8889" y="0"/>
                  </a:cubicBezTo>
                  <a:cubicBezTo>
                    <a:pt x="11346" y="2196"/>
                    <a:pt x="13490" y="4183"/>
                    <a:pt x="16000" y="6484"/>
                  </a:cubicBezTo>
                  <a:cubicBezTo>
                    <a:pt x="13699" y="9516"/>
                    <a:pt x="11451" y="12549"/>
                    <a:pt x="8836" y="16000"/>
                  </a:cubicBezTo>
                  <a:cubicBezTo>
                    <a:pt x="5908" y="13438"/>
                    <a:pt x="3190" y="11033"/>
                    <a:pt x="0" y="820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9" name="Google Shape;1219;p10"/>
          <p:cNvGrpSpPr/>
          <p:nvPr/>
        </p:nvGrpSpPr>
        <p:grpSpPr>
          <a:xfrm>
            <a:off x="8360775" y="6348026"/>
            <a:ext cx="346443" cy="346144"/>
            <a:chOff x="6401236" y="6334616"/>
            <a:chExt cx="346443" cy="346144"/>
          </a:xfrm>
        </p:grpSpPr>
        <p:sp>
          <p:nvSpPr>
            <p:cNvPr id="1220" name="Google Shape;1220;p10"/>
            <p:cNvSpPr/>
            <p:nvPr/>
          </p:nvSpPr>
          <p:spPr>
            <a:xfrm>
              <a:off x="6401236" y="6334616"/>
              <a:ext cx="346443" cy="346144"/>
            </a:xfrm>
            <a:custGeom>
              <a:avLst/>
              <a:gdLst/>
              <a:ahLst/>
              <a:cxnLst/>
              <a:rect l="l" t="t" r="r" b="b"/>
              <a:pathLst>
                <a:path w="346443" h="346144" extrusionOk="0">
                  <a:moveTo>
                    <a:pt x="0" y="155947"/>
                  </a:moveTo>
                  <a:cubicBezTo>
                    <a:pt x="3696" y="155999"/>
                    <a:pt x="7443" y="155999"/>
                    <a:pt x="11139" y="156051"/>
                  </a:cubicBezTo>
                  <a:cubicBezTo>
                    <a:pt x="14210" y="156103"/>
                    <a:pt x="16344" y="154698"/>
                    <a:pt x="17489" y="151939"/>
                  </a:cubicBezTo>
                  <a:cubicBezTo>
                    <a:pt x="18635" y="149129"/>
                    <a:pt x="17958" y="146630"/>
                    <a:pt x="15876" y="144496"/>
                  </a:cubicBezTo>
                  <a:cubicBezTo>
                    <a:pt x="13325" y="141945"/>
                    <a:pt x="10671" y="139499"/>
                    <a:pt x="8224" y="137209"/>
                  </a:cubicBezTo>
                  <a:cubicBezTo>
                    <a:pt x="21549" y="123883"/>
                    <a:pt x="34614" y="110870"/>
                    <a:pt x="48044" y="97389"/>
                  </a:cubicBezTo>
                  <a:cubicBezTo>
                    <a:pt x="50178" y="99627"/>
                    <a:pt x="52572" y="102126"/>
                    <a:pt x="54967" y="104624"/>
                  </a:cubicBezTo>
                  <a:cubicBezTo>
                    <a:pt x="57205" y="106967"/>
                    <a:pt x="59755" y="108008"/>
                    <a:pt x="62879" y="106602"/>
                  </a:cubicBezTo>
                  <a:cubicBezTo>
                    <a:pt x="65950" y="105249"/>
                    <a:pt x="67095" y="102802"/>
                    <a:pt x="66991" y="99523"/>
                  </a:cubicBezTo>
                  <a:cubicBezTo>
                    <a:pt x="66887" y="96192"/>
                    <a:pt x="66991" y="92808"/>
                    <a:pt x="66991" y="89269"/>
                  </a:cubicBezTo>
                  <a:cubicBezTo>
                    <a:pt x="85729" y="89269"/>
                    <a:pt x="104156" y="89269"/>
                    <a:pt x="122946" y="89269"/>
                  </a:cubicBezTo>
                  <a:cubicBezTo>
                    <a:pt x="122946" y="92913"/>
                    <a:pt x="122998" y="96400"/>
                    <a:pt x="122946" y="99835"/>
                  </a:cubicBezTo>
                  <a:cubicBezTo>
                    <a:pt x="122894" y="102959"/>
                    <a:pt x="124039" y="105353"/>
                    <a:pt x="127006" y="106602"/>
                  </a:cubicBezTo>
                  <a:cubicBezTo>
                    <a:pt x="129973" y="107851"/>
                    <a:pt x="132524" y="107071"/>
                    <a:pt x="134710" y="104832"/>
                  </a:cubicBezTo>
                  <a:cubicBezTo>
                    <a:pt x="137156" y="102334"/>
                    <a:pt x="139551" y="99783"/>
                    <a:pt x="142049" y="97181"/>
                  </a:cubicBezTo>
                  <a:cubicBezTo>
                    <a:pt x="143194" y="98014"/>
                    <a:pt x="144027" y="98690"/>
                    <a:pt x="145329" y="99679"/>
                  </a:cubicBezTo>
                  <a:cubicBezTo>
                    <a:pt x="145329" y="92184"/>
                    <a:pt x="145329" y="85261"/>
                    <a:pt x="145329" y="77974"/>
                  </a:cubicBezTo>
                  <a:cubicBezTo>
                    <a:pt x="148139" y="77974"/>
                    <a:pt x="150586" y="77974"/>
                    <a:pt x="153032" y="77974"/>
                  </a:cubicBezTo>
                  <a:cubicBezTo>
                    <a:pt x="160111" y="77922"/>
                    <a:pt x="165525" y="75007"/>
                    <a:pt x="168335" y="68344"/>
                  </a:cubicBezTo>
                  <a:cubicBezTo>
                    <a:pt x="171146" y="61577"/>
                    <a:pt x="169585" y="55539"/>
                    <a:pt x="164379" y="50438"/>
                  </a:cubicBezTo>
                  <a:cubicBezTo>
                    <a:pt x="162610" y="48721"/>
                    <a:pt x="160684" y="47159"/>
                    <a:pt x="159018" y="45649"/>
                  </a:cubicBezTo>
                  <a:cubicBezTo>
                    <a:pt x="169897" y="34823"/>
                    <a:pt x="180359" y="24464"/>
                    <a:pt x="191446" y="13429"/>
                  </a:cubicBezTo>
                  <a:cubicBezTo>
                    <a:pt x="192748" y="14939"/>
                    <a:pt x="194205" y="16969"/>
                    <a:pt x="195923" y="18739"/>
                  </a:cubicBezTo>
                  <a:cubicBezTo>
                    <a:pt x="201284" y="24152"/>
                    <a:pt x="207478" y="25610"/>
                    <a:pt x="213777" y="22851"/>
                  </a:cubicBezTo>
                  <a:cubicBezTo>
                    <a:pt x="220491" y="19884"/>
                    <a:pt x="223666" y="14627"/>
                    <a:pt x="223458" y="7287"/>
                  </a:cubicBezTo>
                  <a:cubicBezTo>
                    <a:pt x="223406" y="4945"/>
                    <a:pt x="223458" y="2603"/>
                    <a:pt x="223458" y="0"/>
                  </a:cubicBezTo>
                  <a:cubicBezTo>
                    <a:pt x="238397" y="0"/>
                    <a:pt x="253076" y="0"/>
                    <a:pt x="268171" y="0"/>
                  </a:cubicBezTo>
                  <a:cubicBezTo>
                    <a:pt x="268171" y="2498"/>
                    <a:pt x="268171" y="4945"/>
                    <a:pt x="268171" y="7391"/>
                  </a:cubicBezTo>
                  <a:cubicBezTo>
                    <a:pt x="268223" y="14575"/>
                    <a:pt x="271138" y="20092"/>
                    <a:pt x="278008" y="22851"/>
                  </a:cubicBezTo>
                  <a:cubicBezTo>
                    <a:pt x="284827" y="25610"/>
                    <a:pt x="290813" y="23892"/>
                    <a:pt x="295862" y="18739"/>
                  </a:cubicBezTo>
                  <a:cubicBezTo>
                    <a:pt x="297528" y="17073"/>
                    <a:pt x="299089" y="15303"/>
                    <a:pt x="300391" y="13950"/>
                  </a:cubicBezTo>
                  <a:cubicBezTo>
                    <a:pt x="311061" y="24621"/>
                    <a:pt x="321472" y="35031"/>
                    <a:pt x="332351" y="45858"/>
                  </a:cubicBezTo>
                  <a:cubicBezTo>
                    <a:pt x="330841" y="47263"/>
                    <a:pt x="328811" y="48981"/>
                    <a:pt x="326937" y="50907"/>
                  </a:cubicBezTo>
                  <a:cubicBezTo>
                    <a:pt x="322148" y="55800"/>
                    <a:pt x="320691" y="61525"/>
                    <a:pt x="323241" y="67980"/>
                  </a:cubicBezTo>
                  <a:cubicBezTo>
                    <a:pt x="325792" y="74382"/>
                    <a:pt x="330737" y="77661"/>
                    <a:pt x="337556" y="78026"/>
                  </a:cubicBezTo>
                  <a:cubicBezTo>
                    <a:pt x="340366" y="78182"/>
                    <a:pt x="343177" y="78026"/>
                    <a:pt x="346196" y="78026"/>
                  </a:cubicBezTo>
                  <a:cubicBezTo>
                    <a:pt x="346196" y="92965"/>
                    <a:pt x="346196" y="107643"/>
                    <a:pt x="346196" y="122790"/>
                  </a:cubicBezTo>
                  <a:cubicBezTo>
                    <a:pt x="343438" y="122790"/>
                    <a:pt x="340783" y="122790"/>
                    <a:pt x="338076" y="122790"/>
                  </a:cubicBezTo>
                  <a:cubicBezTo>
                    <a:pt x="331049" y="122842"/>
                    <a:pt x="325948" y="126017"/>
                    <a:pt x="323293" y="132524"/>
                  </a:cubicBezTo>
                  <a:cubicBezTo>
                    <a:pt x="320639" y="139030"/>
                    <a:pt x="322044" y="144912"/>
                    <a:pt x="326989" y="149857"/>
                  </a:cubicBezTo>
                  <a:cubicBezTo>
                    <a:pt x="328811" y="151679"/>
                    <a:pt x="330789" y="153345"/>
                    <a:pt x="333392" y="155739"/>
                  </a:cubicBezTo>
                  <a:cubicBezTo>
                    <a:pt x="329175" y="159643"/>
                    <a:pt x="325376" y="163183"/>
                    <a:pt x="321576" y="166670"/>
                  </a:cubicBezTo>
                  <a:cubicBezTo>
                    <a:pt x="321732" y="166930"/>
                    <a:pt x="321888" y="167190"/>
                    <a:pt x="321992" y="167451"/>
                  </a:cubicBezTo>
                  <a:cubicBezTo>
                    <a:pt x="326104" y="167451"/>
                    <a:pt x="330216" y="167399"/>
                    <a:pt x="334381" y="167451"/>
                  </a:cubicBezTo>
                  <a:cubicBezTo>
                    <a:pt x="341876" y="167555"/>
                    <a:pt x="346404" y="171979"/>
                    <a:pt x="346404" y="179475"/>
                  </a:cubicBezTo>
                  <a:cubicBezTo>
                    <a:pt x="346457" y="204928"/>
                    <a:pt x="346457" y="230433"/>
                    <a:pt x="346404" y="255887"/>
                  </a:cubicBezTo>
                  <a:cubicBezTo>
                    <a:pt x="346404" y="263382"/>
                    <a:pt x="341928" y="267859"/>
                    <a:pt x="334381" y="267911"/>
                  </a:cubicBezTo>
                  <a:cubicBezTo>
                    <a:pt x="320170" y="267963"/>
                    <a:pt x="305960" y="267859"/>
                    <a:pt x="291750" y="267963"/>
                  </a:cubicBezTo>
                  <a:cubicBezTo>
                    <a:pt x="286649" y="268015"/>
                    <a:pt x="282901" y="265881"/>
                    <a:pt x="280195" y="261456"/>
                  </a:cubicBezTo>
                  <a:cubicBezTo>
                    <a:pt x="265932" y="270670"/>
                    <a:pt x="250473" y="276239"/>
                    <a:pt x="233504" y="278321"/>
                  </a:cubicBezTo>
                  <a:cubicBezTo>
                    <a:pt x="235014" y="283110"/>
                    <a:pt x="235066" y="287638"/>
                    <a:pt x="232932" y="291959"/>
                  </a:cubicBezTo>
                  <a:cubicBezTo>
                    <a:pt x="230745" y="296331"/>
                    <a:pt x="227206" y="299142"/>
                    <a:pt x="222521" y="300808"/>
                  </a:cubicBezTo>
                  <a:cubicBezTo>
                    <a:pt x="224291" y="307626"/>
                    <a:pt x="223562" y="313820"/>
                    <a:pt x="218409" y="319026"/>
                  </a:cubicBezTo>
                  <a:cubicBezTo>
                    <a:pt x="213360" y="324127"/>
                    <a:pt x="206906" y="324023"/>
                    <a:pt x="200399" y="323867"/>
                  </a:cubicBezTo>
                  <a:cubicBezTo>
                    <a:pt x="202585" y="333965"/>
                    <a:pt x="198994" y="342449"/>
                    <a:pt x="187386" y="346145"/>
                  </a:cubicBezTo>
                  <a:cubicBezTo>
                    <a:pt x="163911" y="346145"/>
                    <a:pt x="140488" y="346145"/>
                    <a:pt x="117012" y="346145"/>
                  </a:cubicBezTo>
                  <a:cubicBezTo>
                    <a:pt x="110506" y="344948"/>
                    <a:pt x="103947" y="344011"/>
                    <a:pt x="97545" y="342449"/>
                  </a:cubicBezTo>
                  <a:cubicBezTo>
                    <a:pt x="86354" y="339690"/>
                    <a:pt x="75996" y="334797"/>
                    <a:pt x="66314" y="328603"/>
                  </a:cubicBezTo>
                  <a:cubicBezTo>
                    <a:pt x="61577" y="334329"/>
                    <a:pt x="60328" y="334954"/>
                    <a:pt x="52937" y="334954"/>
                  </a:cubicBezTo>
                  <a:cubicBezTo>
                    <a:pt x="40080" y="334954"/>
                    <a:pt x="27275" y="334745"/>
                    <a:pt x="14470" y="335058"/>
                  </a:cubicBezTo>
                  <a:cubicBezTo>
                    <a:pt x="7600" y="335214"/>
                    <a:pt x="2655" y="333080"/>
                    <a:pt x="0" y="326573"/>
                  </a:cubicBezTo>
                  <a:cubicBezTo>
                    <a:pt x="0" y="298621"/>
                    <a:pt x="0" y="270670"/>
                    <a:pt x="0" y="242666"/>
                  </a:cubicBezTo>
                  <a:cubicBezTo>
                    <a:pt x="2134" y="238241"/>
                    <a:pt x="5205" y="235014"/>
                    <a:pt x="10567" y="234337"/>
                  </a:cubicBezTo>
                  <a:cubicBezTo>
                    <a:pt x="9630" y="233192"/>
                    <a:pt x="8953" y="232359"/>
                    <a:pt x="8068" y="231266"/>
                  </a:cubicBezTo>
                  <a:cubicBezTo>
                    <a:pt x="10775" y="228664"/>
                    <a:pt x="13377" y="226217"/>
                    <a:pt x="15928" y="223667"/>
                  </a:cubicBezTo>
                  <a:cubicBezTo>
                    <a:pt x="18010" y="221585"/>
                    <a:pt x="18739" y="219034"/>
                    <a:pt x="17489" y="216223"/>
                  </a:cubicBezTo>
                  <a:cubicBezTo>
                    <a:pt x="16292" y="213465"/>
                    <a:pt x="14158" y="212059"/>
                    <a:pt x="11139" y="212111"/>
                  </a:cubicBezTo>
                  <a:cubicBezTo>
                    <a:pt x="7443" y="212163"/>
                    <a:pt x="3696" y="212163"/>
                    <a:pt x="0" y="212215"/>
                  </a:cubicBezTo>
                  <a:cubicBezTo>
                    <a:pt x="0" y="193373"/>
                    <a:pt x="0" y="174634"/>
                    <a:pt x="0" y="155947"/>
                  </a:cubicBezTo>
                  <a:close/>
                  <a:moveTo>
                    <a:pt x="134137" y="290137"/>
                  </a:moveTo>
                  <a:cubicBezTo>
                    <a:pt x="135751" y="290137"/>
                    <a:pt x="137052" y="290137"/>
                    <a:pt x="138406" y="290137"/>
                  </a:cubicBezTo>
                  <a:cubicBezTo>
                    <a:pt x="164015" y="290137"/>
                    <a:pt x="189573" y="290137"/>
                    <a:pt x="215182" y="290137"/>
                  </a:cubicBezTo>
                  <a:cubicBezTo>
                    <a:pt x="216431" y="290137"/>
                    <a:pt x="217680" y="290189"/>
                    <a:pt x="218878" y="289981"/>
                  </a:cubicBezTo>
                  <a:cubicBezTo>
                    <a:pt x="221688" y="289460"/>
                    <a:pt x="223198" y="287638"/>
                    <a:pt x="223354" y="284828"/>
                  </a:cubicBezTo>
                  <a:cubicBezTo>
                    <a:pt x="223458" y="281809"/>
                    <a:pt x="221845" y="279935"/>
                    <a:pt x="219034" y="279206"/>
                  </a:cubicBezTo>
                  <a:cubicBezTo>
                    <a:pt x="217993" y="278946"/>
                    <a:pt x="216796" y="279102"/>
                    <a:pt x="215650" y="279102"/>
                  </a:cubicBezTo>
                  <a:cubicBezTo>
                    <a:pt x="189833" y="279102"/>
                    <a:pt x="164015" y="279102"/>
                    <a:pt x="138197" y="279102"/>
                  </a:cubicBezTo>
                  <a:cubicBezTo>
                    <a:pt x="136896" y="279102"/>
                    <a:pt x="135595" y="279102"/>
                    <a:pt x="134241" y="279102"/>
                  </a:cubicBezTo>
                  <a:cubicBezTo>
                    <a:pt x="134241" y="275146"/>
                    <a:pt x="134241" y="271711"/>
                    <a:pt x="134241" y="267859"/>
                  </a:cubicBezTo>
                  <a:cubicBezTo>
                    <a:pt x="135751" y="267859"/>
                    <a:pt x="137052" y="267859"/>
                    <a:pt x="138354" y="267859"/>
                  </a:cubicBezTo>
                  <a:cubicBezTo>
                    <a:pt x="160111" y="267859"/>
                    <a:pt x="181869" y="267859"/>
                    <a:pt x="203626" y="267859"/>
                  </a:cubicBezTo>
                  <a:cubicBezTo>
                    <a:pt x="204980" y="267859"/>
                    <a:pt x="206333" y="267911"/>
                    <a:pt x="207687" y="267703"/>
                  </a:cubicBezTo>
                  <a:cubicBezTo>
                    <a:pt x="210653" y="267182"/>
                    <a:pt x="212267" y="265152"/>
                    <a:pt x="212267" y="262289"/>
                  </a:cubicBezTo>
                  <a:cubicBezTo>
                    <a:pt x="212267" y="259374"/>
                    <a:pt x="210549" y="257448"/>
                    <a:pt x="207634" y="256876"/>
                  </a:cubicBezTo>
                  <a:cubicBezTo>
                    <a:pt x="206541" y="256668"/>
                    <a:pt x="205396" y="256772"/>
                    <a:pt x="204251" y="256772"/>
                  </a:cubicBezTo>
                  <a:cubicBezTo>
                    <a:pt x="182285" y="256772"/>
                    <a:pt x="160267" y="256772"/>
                    <a:pt x="138302" y="256772"/>
                  </a:cubicBezTo>
                  <a:cubicBezTo>
                    <a:pt x="137000" y="256772"/>
                    <a:pt x="135699" y="256772"/>
                    <a:pt x="134346" y="256772"/>
                  </a:cubicBezTo>
                  <a:cubicBezTo>
                    <a:pt x="134346" y="252816"/>
                    <a:pt x="134346" y="249276"/>
                    <a:pt x="134346" y="245476"/>
                  </a:cubicBezTo>
                  <a:cubicBezTo>
                    <a:pt x="135855" y="245476"/>
                    <a:pt x="137052" y="245476"/>
                    <a:pt x="138302" y="245476"/>
                  </a:cubicBezTo>
                  <a:cubicBezTo>
                    <a:pt x="144496" y="245476"/>
                    <a:pt x="150690" y="245581"/>
                    <a:pt x="156884" y="245424"/>
                  </a:cubicBezTo>
                  <a:cubicBezTo>
                    <a:pt x="163078" y="245268"/>
                    <a:pt x="167451" y="240584"/>
                    <a:pt x="167242" y="234702"/>
                  </a:cubicBezTo>
                  <a:cubicBezTo>
                    <a:pt x="150482" y="234702"/>
                    <a:pt x="133617" y="234025"/>
                    <a:pt x="116908" y="234858"/>
                  </a:cubicBezTo>
                  <a:cubicBezTo>
                    <a:pt x="99575" y="235743"/>
                    <a:pt x="83803" y="242145"/>
                    <a:pt x="69541" y="252087"/>
                  </a:cubicBezTo>
                  <a:cubicBezTo>
                    <a:pt x="67719" y="253388"/>
                    <a:pt x="66939" y="254742"/>
                    <a:pt x="66939" y="257084"/>
                  </a:cubicBezTo>
                  <a:cubicBezTo>
                    <a:pt x="67043" y="275562"/>
                    <a:pt x="66939" y="294041"/>
                    <a:pt x="67095" y="312571"/>
                  </a:cubicBezTo>
                  <a:cubicBezTo>
                    <a:pt x="67095" y="313977"/>
                    <a:pt x="67928" y="315903"/>
                    <a:pt x="69021" y="316683"/>
                  </a:cubicBezTo>
                  <a:cubicBezTo>
                    <a:pt x="83907" y="327458"/>
                    <a:pt x="100512" y="333913"/>
                    <a:pt x="118834" y="334589"/>
                  </a:cubicBezTo>
                  <a:cubicBezTo>
                    <a:pt x="136844" y="335266"/>
                    <a:pt x="154906" y="334901"/>
                    <a:pt x="172968" y="334954"/>
                  </a:cubicBezTo>
                  <a:cubicBezTo>
                    <a:pt x="176560" y="334954"/>
                    <a:pt x="180203" y="335266"/>
                    <a:pt x="183795" y="334797"/>
                  </a:cubicBezTo>
                  <a:cubicBezTo>
                    <a:pt x="185669" y="334589"/>
                    <a:pt x="188063" y="333496"/>
                    <a:pt x="189104" y="331987"/>
                  </a:cubicBezTo>
                  <a:cubicBezTo>
                    <a:pt x="191759" y="328239"/>
                    <a:pt x="188584" y="323814"/>
                    <a:pt x="183430" y="323814"/>
                  </a:cubicBezTo>
                  <a:cubicBezTo>
                    <a:pt x="168231" y="323762"/>
                    <a:pt x="152980" y="323814"/>
                    <a:pt x="137781" y="323814"/>
                  </a:cubicBezTo>
                  <a:cubicBezTo>
                    <a:pt x="136584" y="323814"/>
                    <a:pt x="135439" y="323814"/>
                    <a:pt x="134294" y="323814"/>
                  </a:cubicBezTo>
                  <a:cubicBezTo>
                    <a:pt x="134294" y="319806"/>
                    <a:pt x="134294" y="316371"/>
                    <a:pt x="134294" y="312623"/>
                  </a:cubicBezTo>
                  <a:cubicBezTo>
                    <a:pt x="135855" y="312623"/>
                    <a:pt x="137156" y="312623"/>
                    <a:pt x="138510" y="312623"/>
                  </a:cubicBezTo>
                  <a:cubicBezTo>
                    <a:pt x="160267" y="312623"/>
                    <a:pt x="182025" y="312623"/>
                    <a:pt x="203783" y="312623"/>
                  </a:cubicBezTo>
                  <a:cubicBezTo>
                    <a:pt x="205136" y="312623"/>
                    <a:pt x="206489" y="312623"/>
                    <a:pt x="207843" y="312415"/>
                  </a:cubicBezTo>
                  <a:cubicBezTo>
                    <a:pt x="210706" y="311895"/>
                    <a:pt x="212215" y="309917"/>
                    <a:pt x="212267" y="307210"/>
                  </a:cubicBezTo>
                  <a:cubicBezTo>
                    <a:pt x="212371" y="304295"/>
                    <a:pt x="210706" y="302317"/>
                    <a:pt x="207843" y="301640"/>
                  </a:cubicBezTo>
                  <a:cubicBezTo>
                    <a:pt x="206750" y="301380"/>
                    <a:pt x="205604" y="301484"/>
                    <a:pt x="204459" y="301484"/>
                  </a:cubicBezTo>
                  <a:cubicBezTo>
                    <a:pt x="182337" y="301484"/>
                    <a:pt x="160267" y="301484"/>
                    <a:pt x="138145" y="301484"/>
                  </a:cubicBezTo>
                  <a:cubicBezTo>
                    <a:pt x="136844" y="301484"/>
                    <a:pt x="135543" y="301484"/>
                    <a:pt x="134137" y="301484"/>
                  </a:cubicBezTo>
                  <a:cubicBezTo>
                    <a:pt x="134137" y="297476"/>
                    <a:pt x="134137" y="294093"/>
                    <a:pt x="134137" y="290137"/>
                  </a:cubicBezTo>
                  <a:close/>
                  <a:moveTo>
                    <a:pt x="174842" y="155791"/>
                  </a:moveTo>
                  <a:cubicBezTo>
                    <a:pt x="175414" y="156103"/>
                    <a:pt x="175675" y="156416"/>
                    <a:pt x="175987" y="156416"/>
                  </a:cubicBezTo>
                  <a:cubicBezTo>
                    <a:pt x="190614" y="156312"/>
                    <a:pt x="205292" y="156103"/>
                    <a:pt x="219919" y="156051"/>
                  </a:cubicBezTo>
                  <a:cubicBezTo>
                    <a:pt x="241052" y="156051"/>
                    <a:pt x="260623" y="161465"/>
                    <a:pt x="278581" y="172708"/>
                  </a:cubicBezTo>
                  <a:cubicBezTo>
                    <a:pt x="279102" y="173020"/>
                    <a:pt x="279726" y="173281"/>
                    <a:pt x="280403" y="173593"/>
                  </a:cubicBezTo>
                  <a:cubicBezTo>
                    <a:pt x="283162" y="168648"/>
                    <a:pt x="287378" y="166982"/>
                    <a:pt x="292687" y="167295"/>
                  </a:cubicBezTo>
                  <a:cubicBezTo>
                    <a:pt x="296070" y="167451"/>
                    <a:pt x="299454" y="167347"/>
                    <a:pt x="302837" y="167295"/>
                  </a:cubicBezTo>
                  <a:cubicBezTo>
                    <a:pt x="303826" y="167295"/>
                    <a:pt x="305075" y="167243"/>
                    <a:pt x="305700" y="166670"/>
                  </a:cubicBezTo>
                  <a:cubicBezTo>
                    <a:pt x="309552" y="163078"/>
                    <a:pt x="313247" y="159331"/>
                    <a:pt x="316891" y="155739"/>
                  </a:cubicBezTo>
                  <a:cubicBezTo>
                    <a:pt x="304815" y="136063"/>
                    <a:pt x="311842" y="117689"/>
                    <a:pt x="333287" y="111703"/>
                  </a:cubicBezTo>
                  <a:cubicBezTo>
                    <a:pt x="334068" y="111495"/>
                    <a:pt x="335109" y="110298"/>
                    <a:pt x="335109" y="109517"/>
                  </a:cubicBezTo>
                  <a:cubicBezTo>
                    <a:pt x="335265" y="102802"/>
                    <a:pt x="335213" y="96036"/>
                    <a:pt x="335213" y="89061"/>
                  </a:cubicBezTo>
                  <a:cubicBezTo>
                    <a:pt x="324647" y="87447"/>
                    <a:pt x="316943" y="82190"/>
                    <a:pt x="312935" y="72352"/>
                  </a:cubicBezTo>
                  <a:cubicBezTo>
                    <a:pt x="308979" y="62566"/>
                    <a:pt x="310593" y="53405"/>
                    <a:pt x="316371" y="45597"/>
                  </a:cubicBezTo>
                  <a:cubicBezTo>
                    <a:pt x="310905" y="40132"/>
                    <a:pt x="305700" y="34927"/>
                    <a:pt x="300443" y="29617"/>
                  </a:cubicBezTo>
                  <a:cubicBezTo>
                    <a:pt x="292427" y="35499"/>
                    <a:pt x="283370" y="37061"/>
                    <a:pt x="273688" y="33105"/>
                  </a:cubicBezTo>
                  <a:cubicBezTo>
                    <a:pt x="263902" y="29097"/>
                    <a:pt x="258645" y="21393"/>
                    <a:pt x="256927" y="10879"/>
                  </a:cubicBezTo>
                  <a:cubicBezTo>
                    <a:pt x="249953" y="10879"/>
                    <a:pt x="243238" y="10775"/>
                    <a:pt x="236471" y="10983"/>
                  </a:cubicBezTo>
                  <a:cubicBezTo>
                    <a:pt x="235690" y="10983"/>
                    <a:pt x="234389" y="12492"/>
                    <a:pt x="234181" y="13481"/>
                  </a:cubicBezTo>
                  <a:cubicBezTo>
                    <a:pt x="230017" y="32689"/>
                    <a:pt x="208728" y="41381"/>
                    <a:pt x="192435" y="30450"/>
                  </a:cubicBezTo>
                  <a:cubicBezTo>
                    <a:pt x="191811" y="30034"/>
                    <a:pt x="191134" y="29670"/>
                    <a:pt x="191030" y="29617"/>
                  </a:cubicBezTo>
                  <a:cubicBezTo>
                    <a:pt x="185617" y="34979"/>
                    <a:pt x="180463" y="40132"/>
                    <a:pt x="175102" y="45441"/>
                  </a:cubicBezTo>
                  <a:cubicBezTo>
                    <a:pt x="181140" y="53613"/>
                    <a:pt x="182650" y="62775"/>
                    <a:pt x="178590" y="72508"/>
                  </a:cubicBezTo>
                  <a:cubicBezTo>
                    <a:pt x="174530" y="82294"/>
                    <a:pt x="166774" y="87499"/>
                    <a:pt x="156520" y="89061"/>
                  </a:cubicBezTo>
                  <a:cubicBezTo>
                    <a:pt x="156520" y="96608"/>
                    <a:pt x="156520" y="103895"/>
                    <a:pt x="156520" y="111131"/>
                  </a:cubicBezTo>
                  <a:cubicBezTo>
                    <a:pt x="177705" y="113837"/>
                    <a:pt x="188219" y="138198"/>
                    <a:pt x="174842" y="155791"/>
                  </a:cubicBezTo>
                  <a:close/>
                  <a:moveTo>
                    <a:pt x="11347" y="200660"/>
                  </a:moveTo>
                  <a:cubicBezTo>
                    <a:pt x="19259" y="201336"/>
                    <a:pt x="24985" y="204772"/>
                    <a:pt x="27900" y="212059"/>
                  </a:cubicBezTo>
                  <a:cubicBezTo>
                    <a:pt x="30763" y="219242"/>
                    <a:pt x="29045" y="225697"/>
                    <a:pt x="23371" y="232307"/>
                  </a:cubicBezTo>
                  <a:cubicBezTo>
                    <a:pt x="25974" y="233140"/>
                    <a:pt x="27952" y="234285"/>
                    <a:pt x="29878" y="234337"/>
                  </a:cubicBezTo>
                  <a:cubicBezTo>
                    <a:pt x="37529" y="234546"/>
                    <a:pt x="45233" y="234598"/>
                    <a:pt x="52885" y="234337"/>
                  </a:cubicBezTo>
                  <a:cubicBezTo>
                    <a:pt x="58506" y="234181"/>
                    <a:pt x="63139" y="235430"/>
                    <a:pt x="66002" y="240688"/>
                  </a:cubicBezTo>
                  <a:cubicBezTo>
                    <a:pt x="71051" y="237929"/>
                    <a:pt x="75839" y="235274"/>
                    <a:pt x="80888" y="232463"/>
                  </a:cubicBezTo>
                  <a:cubicBezTo>
                    <a:pt x="52364" y="222730"/>
                    <a:pt x="42006" y="197068"/>
                    <a:pt x="45233" y="176039"/>
                  </a:cubicBezTo>
                  <a:cubicBezTo>
                    <a:pt x="48668" y="153709"/>
                    <a:pt x="67303" y="136220"/>
                    <a:pt x="91247" y="133929"/>
                  </a:cubicBezTo>
                  <a:cubicBezTo>
                    <a:pt x="102021" y="132888"/>
                    <a:pt x="112119" y="135491"/>
                    <a:pt x="121229" y="141269"/>
                  </a:cubicBezTo>
                  <a:cubicBezTo>
                    <a:pt x="134866" y="149857"/>
                    <a:pt x="142674" y="162402"/>
                    <a:pt x="145016" y="178434"/>
                  </a:cubicBezTo>
                  <a:cubicBezTo>
                    <a:pt x="149493" y="178434"/>
                    <a:pt x="153657" y="178434"/>
                    <a:pt x="157821" y="178434"/>
                  </a:cubicBezTo>
                  <a:cubicBezTo>
                    <a:pt x="161933" y="178434"/>
                    <a:pt x="165993" y="178434"/>
                    <a:pt x="170209" y="178434"/>
                  </a:cubicBezTo>
                  <a:cubicBezTo>
                    <a:pt x="169324" y="175623"/>
                    <a:pt x="167711" y="173176"/>
                    <a:pt x="168023" y="170990"/>
                  </a:cubicBezTo>
                  <a:cubicBezTo>
                    <a:pt x="168804" y="164744"/>
                    <a:pt x="164952" y="161361"/>
                    <a:pt x="161100" y="157769"/>
                  </a:cubicBezTo>
                  <a:cubicBezTo>
                    <a:pt x="160371" y="157092"/>
                    <a:pt x="159747" y="156364"/>
                    <a:pt x="158758" y="155219"/>
                  </a:cubicBezTo>
                  <a:cubicBezTo>
                    <a:pt x="160892" y="153293"/>
                    <a:pt x="162974" y="151575"/>
                    <a:pt x="164848" y="149597"/>
                  </a:cubicBezTo>
                  <a:cubicBezTo>
                    <a:pt x="169585" y="144704"/>
                    <a:pt x="171094" y="138926"/>
                    <a:pt x="168440" y="132524"/>
                  </a:cubicBezTo>
                  <a:cubicBezTo>
                    <a:pt x="165785" y="126017"/>
                    <a:pt x="160788" y="122738"/>
                    <a:pt x="153709" y="122686"/>
                  </a:cubicBezTo>
                  <a:cubicBezTo>
                    <a:pt x="151054" y="122686"/>
                    <a:pt x="148348" y="122686"/>
                    <a:pt x="145693" y="122686"/>
                  </a:cubicBezTo>
                  <a:cubicBezTo>
                    <a:pt x="144704" y="119251"/>
                    <a:pt x="146786" y="115035"/>
                    <a:pt x="142101" y="113369"/>
                  </a:cubicBezTo>
                  <a:cubicBezTo>
                    <a:pt x="136376" y="118366"/>
                    <a:pt x="129817" y="119823"/>
                    <a:pt x="122686" y="116856"/>
                  </a:cubicBezTo>
                  <a:cubicBezTo>
                    <a:pt x="115555" y="113889"/>
                    <a:pt x="112276" y="108008"/>
                    <a:pt x="111547" y="100356"/>
                  </a:cubicBezTo>
                  <a:cubicBezTo>
                    <a:pt x="101032" y="100356"/>
                    <a:pt x="90778" y="100356"/>
                    <a:pt x="80524" y="100356"/>
                  </a:cubicBezTo>
                  <a:cubicBezTo>
                    <a:pt x="79847" y="100356"/>
                    <a:pt x="79223" y="100512"/>
                    <a:pt x="78598" y="100564"/>
                  </a:cubicBezTo>
                  <a:cubicBezTo>
                    <a:pt x="77401" y="116596"/>
                    <a:pt x="59860" y="123883"/>
                    <a:pt x="47367" y="113161"/>
                  </a:cubicBezTo>
                  <a:cubicBezTo>
                    <a:pt x="40392" y="120136"/>
                    <a:pt x="33365" y="127163"/>
                    <a:pt x="26390" y="134138"/>
                  </a:cubicBezTo>
                  <a:cubicBezTo>
                    <a:pt x="25609" y="134918"/>
                    <a:pt x="24881" y="135751"/>
                    <a:pt x="23996" y="136688"/>
                  </a:cubicBezTo>
                  <a:cubicBezTo>
                    <a:pt x="29149" y="142518"/>
                    <a:pt x="30763" y="149024"/>
                    <a:pt x="27848" y="156208"/>
                  </a:cubicBezTo>
                  <a:cubicBezTo>
                    <a:pt x="24881" y="163495"/>
                    <a:pt x="18843" y="166774"/>
                    <a:pt x="11399" y="167555"/>
                  </a:cubicBezTo>
                  <a:cubicBezTo>
                    <a:pt x="11347" y="178694"/>
                    <a:pt x="11347" y="189521"/>
                    <a:pt x="11347" y="200660"/>
                  </a:cubicBezTo>
                  <a:close/>
                  <a:moveTo>
                    <a:pt x="222782" y="267390"/>
                  </a:moveTo>
                  <a:cubicBezTo>
                    <a:pt x="223250" y="267494"/>
                    <a:pt x="223718" y="267651"/>
                    <a:pt x="224135" y="267598"/>
                  </a:cubicBezTo>
                  <a:cubicBezTo>
                    <a:pt x="243967" y="267026"/>
                    <a:pt x="261872" y="260780"/>
                    <a:pt x="277904" y="249120"/>
                  </a:cubicBezTo>
                  <a:cubicBezTo>
                    <a:pt x="278841" y="248443"/>
                    <a:pt x="279310" y="246674"/>
                    <a:pt x="279310" y="245424"/>
                  </a:cubicBezTo>
                  <a:cubicBezTo>
                    <a:pt x="279414" y="226842"/>
                    <a:pt x="279362" y="208207"/>
                    <a:pt x="279414" y="189625"/>
                  </a:cubicBezTo>
                  <a:cubicBezTo>
                    <a:pt x="279414" y="187595"/>
                    <a:pt x="278841" y="186346"/>
                    <a:pt x="277176" y="185200"/>
                  </a:cubicBezTo>
                  <a:cubicBezTo>
                    <a:pt x="261144" y="174061"/>
                    <a:pt x="243446" y="167763"/>
                    <a:pt x="223823" y="167399"/>
                  </a:cubicBezTo>
                  <a:cubicBezTo>
                    <a:pt x="209717" y="167138"/>
                    <a:pt x="195663" y="167295"/>
                    <a:pt x="181557" y="167295"/>
                  </a:cubicBezTo>
                  <a:cubicBezTo>
                    <a:pt x="180672" y="167295"/>
                    <a:pt x="179839" y="167451"/>
                    <a:pt x="178954" y="167503"/>
                  </a:cubicBezTo>
                  <a:cubicBezTo>
                    <a:pt x="179474" y="174061"/>
                    <a:pt x="183587" y="178173"/>
                    <a:pt x="189833" y="178278"/>
                  </a:cubicBezTo>
                  <a:cubicBezTo>
                    <a:pt x="195142" y="178382"/>
                    <a:pt x="200451" y="178382"/>
                    <a:pt x="205709" y="178278"/>
                  </a:cubicBezTo>
                  <a:cubicBezTo>
                    <a:pt x="215650" y="178121"/>
                    <a:pt x="223094" y="182181"/>
                    <a:pt x="227779" y="191030"/>
                  </a:cubicBezTo>
                  <a:cubicBezTo>
                    <a:pt x="230433" y="195975"/>
                    <a:pt x="234545" y="199098"/>
                    <a:pt x="240063" y="200243"/>
                  </a:cubicBezTo>
                  <a:cubicBezTo>
                    <a:pt x="241780" y="200608"/>
                    <a:pt x="243602" y="200608"/>
                    <a:pt x="245580" y="200764"/>
                  </a:cubicBezTo>
                  <a:cubicBezTo>
                    <a:pt x="245580" y="204460"/>
                    <a:pt x="245580" y="207999"/>
                    <a:pt x="245580" y="211747"/>
                  </a:cubicBezTo>
                  <a:cubicBezTo>
                    <a:pt x="236575" y="212111"/>
                    <a:pt x="229132" y="209092"/>
                    <a:pt x="222677" y="202950"/>
                  </a:cubicBezTo>
                  <a:cubicBezTo>
                    <a:pt x="217680" y="207687"/>
                    <a:pt x="213933" y="213152"/>
                    <a:pt x="213256" y="219815"/>
                  </a:cubicBezTo>
                  <a:cubicBezTo>
                    <a:pt x="212423" y="228195"/>
                    <a:pt x="212631" y="236680"/>
                    <a:pt x="212475" y="245112"/>
                  </a:cubicBezTo>
                  <a:cubicBezTo>
                    <a:pt x="212475" y="245685"/>
                    <a:pt x="213048" y="246570"/>
                    <a:pt x="213620" y="246882"/>
                  </a:cubicBezTo>
                  <a:cubicBezTo>
                    <a:pt x="221949" y="251358"/>
                    <a:pt x="224655" y="258281"/>
                    <a:pt x="222782" y="267390"/>
                  </a:cubicBezTo>
                  <a:close/>
                  <a:moveTo>
                    <a:pt x="55695" y="245424"/>
                  </a:moveTo>
                  <a:cubicBezTo>
                    <a:pt x="41850" y="245424"/>
                    <a:pt x="28420" y="245528"/>
                    <a:pt x="15043" y="245372"/>
                  </a:cubicBezTo>
                  <a:cubicBezTo>
                    <a:pt x="11868" y="245320"/>
                    <a:pt x="11087" y="246309"/>
                    <a:pt x="11139" y="249328"/>
                  </a:cubicBezTo>
                  <a:cubicBezTo>
                    <a:pt x="11243" y="272856"/>
                    <a:pt x="11191" y="296435"/>
                    <a:pt x="11191" y="319963"/>
                  </a:cubicBezTo>
                  <a:cubicBezTo>
                    <a:pt x="11191" y="321160"/>
                    <a:pt x="11295" y="322357"/>
                    <a:pt x="11399" y="323554"/>
                  </a:cubicBezTo>
                  <a:cubicBezTo>
                    <a:pt x="26338" y="323554"/>
                    <a:pt x="40965" y="323554"/>
                    <a:pt x="55747" y="323554"/>
                  </a:cubicBezTo>
                  <a:cubicBezTo>
                    <a:pt x="55695" y="297528"/>
                    <a:pt x="55695" y="271659"/>
                    <a:pt x="55695" y="245424"/>
                  </a:cubicBezTo>
                  <a:close/>
                  <a:moveTo>
                    <a:pt x="335005" y="178642"/>
                  </a:moveTo>
                  <a:cubicBezTo>
                    <a:pt x="319962" y="178642"/>
                    <a:pt x="305388" y="178642"/>
                    <a:pt x="290657" y="178642"/>
                  </a:cubicBezTo>
                  <a:cubicBezTo>
                    <a:pt x="290657" y="204720"/>
                    <a:pt x="290657" y="230590"/>
                    <a:pt x="290657" y="256407"/>
                  </a:cubicBezTo>
                  <a:cubicBezTo>
                    <a:pt x="305544" y="256407"/>
                    <a:pt x="320222" y="256407"/>
                    <a:pt x="335005" y="256407"/>
                  </a:cubicBezTo>
                  <a:cubicBezTo>
                    <a:pt x="335005" y="230381"/>
                    <a:pt x="335005" y="204616"/>
                    <a:pt x="335005" y="178642"/>
                  </a:cubicBezTo>
                  <a:close/>
                  <a:moveTo>
                    <a:pt x="133669" y="179319"/>
                  </a:moveTo>
                  <a:cubicBezTo>
                    <a:pt x="130702" y="158498"/>
                    <a:pt x="113993" y="144184"/>
                    <a:pt x="93329" y="145121"/>
                  </a:cubicBezTo>
                  <a:cubicBezTo>
                    <a:pt x="76776" y="145901"/>
                    <a:pt x="64909" y="154282"/>
                    <a:pt x="58818" y="169585"/>
                  </a:cubicBezTo>
                  <a:cubicBezTo>
                    <a:pt x="52624" y="185148"/>
                    <a:pt x="55747" y="199567"/>
                    <a:pt x="67459" y="211643"/>
                  </a:cubicBezTo>
                  <a:cubicBezTo>
                    <a:pt x="78286" y="222834"/>
                    <a:pt x="94994" y="226061"/>
                    <a:pt x="109257" y="220387"/>
                  </a:cubicBezTo>
                  <a:cubicBezTo>
                    <a:pt x="111131" y="219659"/>
                    <a:pt x="111651" y="218722"/>
                    <a:pt x="111807" y="216744"/>
                  </a:cubicBezTo>
                  <a:cubicBezTo>
                    <a:pt x="112224" y="210133"/>
                    <a:pt x="115555" y="205344"/>
                    <a:pt x="121541" y="202430"/>
                  </a:cubicBezTo>
                  <a:cubicBezTo>
                    <a:pt x="122322" y="202065"/>
                    <a:pt x="123050" y="201649"/>
                    <a:pt x="123779" y="201284"/>
                  </a:cubicBezTo>
                  <a:cubicBezTo>
                    <a:pt x="121749" y="190145"/>
                    <a:pt x="123831" y="185513"/>
                    <a:pt x="133669" y="179319"/>
                  </a:cubicBezTo>
                  <a:close/>
                  <a:moveTo>
                    <a:pt x="203418" y="212007"/>
                  </a:moveTo>
                  <a:cubicBezTo>
                    <a:pt x="202013" y="212007"/>
                    <a:pt x="200920" y="212007"/>
                    <a:pt x="199775" y="212007"/>
                  </a:cubicBezTo>
                  <a:cubicBezTo>
                    <a:pt x="176768" y="212007"/>
                    <a:pt x="153813" y="212007"/>
                    <a:pt x="130806" y="212007"/>
                  </a:cubicBezTo>
                  <a:cubicBezTo>
                    <a:pt x="129817" y="212007"/>
                    <a:pt x="128776" y="211955"/>
                    <a:pt x="127787" y="212059"/>
                  </a:cubicBezTo>
                  <a:cubicBezTo>
                    <a:pt x="124872" y="212424"/>
                    <a:pt x="122894" y="214714"/>
                    <a:pt x="122998" y="217629"/>
                  </a:cubicBezTo>
                  <a:cubicBezTo>
                    <a:pt x="123102" y="220648"/>
                    <a:pt x="124716" y="222417"/>
                    <a:pt x="127631" y="222938"/>
                  </a:cubicBezTo>
                  <a:cubicBezTo>
                    <a:pt x="128308" y="223042"/>
                    <a:pt x="128984" y="223042"/>
                    <a:pt x="129661" y="223042"/>
                  </a:cubicBezTo>
                  <a:cubicBezTo>
                    <a:pt x="152772" y="223042"/>
                    <a:pt x="175831" y="223042"/>
                    <a:pt x="198942" y="223042"/>
                  </a:cubicBezTo>
                  <a:cubicBezTo>
                    <a:pt x="199671" y="223042"/>
                    <a:pt x="200451" y="222834"/>
                    <a:pt x="201128" y="222782"/>
                  </a:cubicBezTo>
                  <a:cubicBezTo>
                    <a:pt x="201909" y="219190"/>
                    <a:pt x="202638" y="215807"/>
                    <a:pt x="203418" y="212007"/>
                  </a:cubicBezTo>
                  <a:close/>
                  <a:moveTo>
                    <a:pt x="216744" y="192748"/>
                  </a:moveTo>
                  <a:cubicBezTo>
                    <a:pt x="213256" y="191551"/>
                    <a:pt x="210497" y="189833"/>
                    <a:pt x="207739" y="189781"/>
                  </a:cubicBezTo>
                  <a:cubicBezTo>
                    <a:pt x="185200" y="189573"/>
                    <a:pt x="162662" y="189625"/>
                    <a:pt x="140123" y="189677"/>
                  </a:cubicBezTo>
                  <a:cubicBezTo>
                    <a:pt x="136532" y="189677"/>
                    <a:pt x="134085" y="191967"/>
                    <a:pt x="134085" y="195142"/>
                  </a:cubicBezTo>
                  <a:cubicBezTo>
                    <a:pt x="134085" y="198317"/>
                    <a:pt x="136480" y="200660"/>
                    <a:pt x="140071" y="200660"/>
                  </a:cubicBezTo>
                  <a:cubicBezTo>
                    <a:pt x="162610" y="200712"/>
                    <a:pt x="185148" y="200712"/>
                    <a:pt x="207687" y="200660"/>
                  </a:cubicBezTo>
                  <a:cubicBezTo>
                    <a:pt x="208623" y="200660"/>
                    <a:pt x="209769" y="200348"/>
                    <a:pt x="210393" y="199775"/>
                  </a:cubicBezTo>
                  <a:cubicBezTo>
                    <a:pt x="212319" y="197901"/>
                    <a:pt x="213985" y="195819"/>
                    <a:pt x="216744" y="192748"/>
                  </a:cubicBezTo>
                  <a:close/>
                  <a:moveTo>
                    <a:pt x="200920" y="234546"/>
                  </a:moveTo>
                  <a:cubicBezTo>
                    <a:pt x="193372" y="234546"/>
                    <a:pt x="186189" y="234546"/>
                    <a:pt x="179266" y="234546"/>
                  </a:cubicBezTo>
                  <a:cubicBezTo>
                    <a:pt x="178277" y="238241"/>
                    <a:pt x="177288" y="241729"/>
                    <a:pt x="176351" y="245112"/>
                  </a:cubicBezTo>
                  <a:cubicBezTo>
                    <a:pt x="184576" y="245112"/>
                    <a:pt x="192748" y="245112"/>
                    <a:pt x="200920" y="245112"/>
                  </a:cubicBezTo>
                  <a:cubicBezTo>
                    <a:pt x="200920" y="241468"/>
                    <a:pt x="200920" y="238137"/>
                    <a:pt x="200920" y="23454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1" name="Google Shape;1221;p10"/>
            <p:cNvSpPr/>
            <p:nvPr/>
          </p:nvSpPr>
          <p:spPr>
            <a:xfrm>
              <a:off x="6434965" y="6368085"/>
              <a:ext cx="10774" cy="10670"/>
            </a:xfrm>
            <a:custGeom>
              <a:avLst/>
              <a:gdLst/>
              <a:ahLst/>
              <a:cxnLst/>
              <a:rect l="l" t="t" r="r" b="b"/>
              <a:pathLst>
                <a:path w="10774" h="10670" extrusionOk="0">
                  <a:moveTo>
                    <a:pt x="10775" y="10671"/>
                  </a:moveTo>
                  <a:cubicBezTo>
                    <a:pt x="7079" y="10671"/>
                    <a:pt x="3644" y="10671"/>
                    <a:pt x="0" y="10671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592" y="0"/>
                    <a:pt x="7079" y="0"/>
                    <a:pt x="10775" y="0"/>
                  </a:cubicBezTo>
                  <a:cubicBezTo>
                    <a:pt x="10775" y="3540"/>
                    <a:pt x="10775" y="6975"/>
                    <a:pt x="10775" y="1067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2" name="Google Shape;1222;p10"/>
            <p:cNvSpPr/>
            <p:nvPr/>
          </p:nvSpPr>
          <p:spPr>
            <a:xfrm>
              <a:off x="6457452" y="6367929"/>
              <a:ext cx="10566" cy="10826"/>
            </a:xfrm>
            <a:custGeom>
              <a:avLst/>
              <a:gdLst/>
              <a:ahLst/>
              <a:cxnLst/>
              <a:rect l="l" t="t" r="r" b="b"/>
              <a:pathLst>
                <a:path w="10566" h="10826" extrusionOk="0">
                  <a:moveTo>
                    <a:pt x="0" y="0"/>
                  </a:moveTo>
                  <a:cubicBezTo>
                    <a:pt x="3644" y="0"/>
                    <a:pt x="6975" y="0"/>
                    <a:pt x="10567" y="0"/>
                  </a:cubicBezTo>
                  <a:cubicBezTo>
                    <a:pt x="10567" y="3644"/>
                    <a:pt x="10567" y="7131"/>
                    <a:pt x="10567" y="10827"/>
                  </a:cubicBezTo>
                  <a:cubicBezTo>
                    <a:pt x="7027" y="10827"/>
                    <a:pt x="3644" y="10827"/>
                    <a:pt x="0" y="10827"/>
                  </a:cubicBezTo>
                  <a:cubicBezTo>
                    <a:pt x="0" y="7183"/>
                    <a:pt x="0" y="3644"/>
                    <a:pt x="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3" name="Google Shape;1223;p10"/>
            <p:cNvSpPr/>
            <p:nvPr/>
          </p:nvSpPr>
          <p:spPr>
            <a:xfrm>
              <a:off x="6479730" y="6368033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extrusionOk="0">
                  <a:moveTo>
                    <a:pt x="10671" y="0"/>
                  </a:moveTo>
                  <a:cubicBezTo>
                    <a:pt x="10671" y="3696"/>
                    <a:pt x="10671" y="7131"/>
                    <a:pt x="10671" y="10723"/>
                  </a:cubicBezTo>
                  <a:cubicBezTo>
                    <a:pt x="7079" y="10723"/>
                    <a:pt x="3696" y="10723"/>
                    <a:pt x="0" y="10723"/>
                  </a:cubicBezTo>
                  <a:cubicBezTo>
                    <a:pt x="0" y="7183"/>
                    <a:pt x="0" y="3696"/>
                    <a:pt x="0" y="0"/>
                  </a:cubicBezTo>
                  <a:cubicBezTo>
                    <a:pt x="3540" y="0"/>
                    <a:pt x="6975" y="0"/>
                    <a:pt x="106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4" name="Google Shape;1224;p10"/>
            <p:cNvSpPr/>
            <p:nvPr/>
          </p:nvSpPr>
          <p:spPr>
            <a:xfrm>
              <a:off x="6658475" y="6636256"/>
              <a:ext cx="10774" cy="10566"/>
            </a:xfrm>
            <a:custGeom>
              <a:avLst/>
              <a:gdLst/>
              <a:ahLst/>
              <a:cxnLst/>
              <a:rect l="l" t="t" r="r" b="b"/>
              <a:pathLst>
                <a:path w="10774" h="10566" extrusionOk="0">
                  <a:moveTo>
                    <a:pt x="10775" y="0"/>
                  </a:moveTo>
                  <a:cubicBezTo>
                    <a:pt x="10775" y="3592"/>
                    <a:pt x="10775" y="6975"/>
                    <a:pt x="10775" y="10567"/>
                  </a:cubicBezTo>
                  <a:cubicBezTo>
                    <a:pt x="7183" y="10567"/>
                    <a:pt x="3696" y="10567"/>
                    <a:pt x="0" y="10567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435" y="0"/>
                    <a:pt x="6975" y="0"/>
                    <a:pt x="107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5" name="Google Shape;1225;p10"/>
            <p:cNvSpPr/>
            <p:nvPr/>
          </p:nvSpPr>
          <p:spPr>
            <a:xfrm>
              <a:off x="6680858" y="6636204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extrusionOk="0">
                  <a:moveTo>
                    <a:pt x="10671" y="0"/>
                  </a:moveTo>
                  <a:cubicBezTo>
                    <a:pt x="10671" y="3644"/>
                    <a:pt x="10671" y="7027"/>
                    <a:pt x="10671" y="10723"/>
                  </a:cubicBezTo>
                  <a:cubicBezTo>
                    <a:pt x="7079" y="10723"/>
                    <a:pt x="3644" y="10723"/>
                    <a:pt x="0" y="10723"/>
                  </a:cubicBezTo>
                  <a:cubicBezTo>
                    <a:pt x="0" y="7235"/>
                    <a:pt x="0" y="3748"/>
                    <a:pt x="0" y="0"/>
                  </a:cubicBezTo>
                  <a:cubicBezTo>
                    <a:pt x="3435" y="0"/>
                    <a:pt x="6871" y="0"/>
                    <a:pt x="106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6" name="Google Shape;1226;p10"/>
            <p:cNvSpPr/>
            <p:nvPr/>
          </p:nvSpPr>
          <p:spPr>
            <a:xfrm>
              <a:off x="6703136" y="6636152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extrusionOk="0">
                  <a:moveTo>
                    <a:pt x="0" y="10723"/>
                  </a:moveTo>
                  <a:cubicBezTo>
                    <a:pt x="0" y="6975"/>
                    <a:pt x="0" y="3592"/>
                    <a:pt x="0" y="0"/>
                  </a:cubicBezTo>
                  <a:cubicBezTo>
                    <a:pt x="3592" y="0"/>
                    <a:pt x="7027" y="0"/>
                    <a:pt x="10671" y="0"/>
                  </a:cubicBezTo>
                  <a:cubicBezTo>
                    <a:pt x="10671" y="3540"/>
                    <a:pt x="10671" y="7027"/>
                    <a:pt x="10671" y="10723"/>
                  </a:cubicBezTo>
                  <a:cubicBezTo>
                    <a:pt x="7131" y="10723"/>
                    <a:pt x="3696" y="10723"/>
                    <a:pt x="0" y="1072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7" name="Google Shape;1227;p10"/>
            <p:cNvSpPr/>
            <p:nvPr/>
          </p:nvSpPr>
          <p:spPr>
            <a:xfrm>
              <a:off x="6591224" y="6378912"/>
              <a:ext cx="111703" cy="111704"/>
            </a:xfrm>
            <a:custGeom>
              <a:avLst/>
              <a:gdLst/>
              <a:ahLst/>
              <a:cxnLst/>
              <a:rect l="l" t="t" r="r" b="b"/>
              <a:pathLst>
                <a:path w="111703" h="111704" extrusionOk="0">
                  <a:moveTo>
                    <a:pt x="0" y="55748"/>
                  </a:moveTo>
                  <a:cubicBezTo>
                    <a:pt x="52" y="24881"/>
                    <a:pt x="25141" y="-52"/>
                    <a:pt x="56060" y="0"/>
                  </a:cubicBezTo>
                  <a:cubicBezTo>
                    <a:pt x="86822" y="104"/>
                    <a:pt x="111807" y="25349"/>
                    <a:pt x="111703" y="56216"/>
                  </a:cubicBezTo>
                  <a:cubicBezTo>
                    <a:pt x="111599" y="86979"/>
                    <a:pt x="86354" y="111859"/>
                    <a:pt x="55435" y="111703"/>
                  </a:cubicBezTo>
                  <a:cubicBezTo>
                    <a:pt x="24725" y="111599"/>
                    <a:pt x="-52" y="86562"/>
                    <a:pt x="0" y="55748"/>
                  </a:cubicBezTo>
                  <a:close/>
                  <a:moveTo>
                    <a:pt x="100460" y="55904"/>
                  </a:moveTo>
                  <a:cubicBezTo>
                    <a:pt x="100408" y="31127"/>
                    <a:pt x="80472" y="11243"/>
                    <a:pt x="55695" y="11295"/>
                  </a:cubicBezTo>
                  <a:cubicBezTo>
                    <a:pt x="30971" y="11347"/>
                    <a:pt x="10931" y="31491"/>
                    <a:pt x="11087" y="56112"/>
                  </a:cubicBezTo>
                  <a:cubicBezTo>
                    <a:pt x="11191" y="80576"/>
                    <a:pt x="31335" y="100616"/>
                    <a:pt x="55748" y="100668"/>
                  </a:cubicBezTo>
                  <a:cubicBezTo>
                    <a:pt x="80368" y="100720"/>
                    <a:pt x="100512" y="80576"/>
                    <a:pt x="100460" y="5590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8" name="Google Shape;1228;p10"/>
            <p:cNvSpPr/>
            <p:nvPr/>
          </p:nvSpPr>
          <p:spPr>
            <a:xfrm>
              <a:off x="6591221" y="6378912"/>
              <a:ext cx="11038" cy="11139"/>
            </a:xfrm>
            <a:custGeom>
              <a:avLst/>
              <a:gdLst/>
              <a:ahLst/>
              <a:cxnLst/>
              <a:rect l="l" t="t" r="r" b="b"/>
              <a:pathLst>
                <a:path w="11038" h="11139" extrusionOk="0">
                  <a:moveTo>
                    <a:pt x="11038" y="5570"/>
                  </a:moveTo>
                  <a:cubicBezTo>
                    <a:pt x="11038" y="8693"/>
                    <a:pt x="8592" y="11191"/>
                    <a:pt x="5469" y="11139"/>
                  </a:cubicBezTo>
                  <a:cubicBezTo>
                    <a:pt x="2502" y="11087"/>
                    <a:pt x="107" y="8745"/>
                    <a:pt x="3" y="5778"/>
                  </a:cubicBezTo>
                  <a:cubicBezTo>
                    <a:pt x="-101" y="2655"/>
                    <a:pt x="2294" y="104"/>
                    <a:pt x="5365" y="0"/>
                  </a:cubicBezTo>
                  <a:cubicBezTo>
                    <a:pt x="8488" y="0"/>
                    <a:pt x="11038" y="2446"/>
                    <a:pt x="11038" y="557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9" name="Google Shape;1229;p10"/>
            <p:cNvSpPr/>
            <p:nvPr/>
          </p:nvSpPr>
          <p:spPr>
            <a:xfrm>
              <a:off x="6641454" y="6356633"/>
              <a:ext cx="11140" cy="11088"/>
            </a:xfrm>
            <a:custGeom>
              <a:avLst/>
              <a:gdLst/>
              <a:ahLst/>
              <a:cxnLst/>
              <a:rect l="l" t="t" r="r" b="b"/>
              <a:pathLst>
                <a:path w="11140" h="11088" extrusionOk="0">
                  <a:moveTo>
                    <a:pt x="11140" y="5466"/>
                  </a:moveTo>
                  <a:cubicBezTo>
                    <a:pt x="11192" y="8485"/>
                    <a:pt x="8745" y="11036"/>
                    <a:pt x="5674" y="11088"/>
                  </a:cubicBezTo>
                  <a:cubicBezTo>
                    <a:pt x="2655" y="11140"/>
                    <a:pt x="53" y="8641"/>
                    <a:pt x="1" y="5622"/>
                  </a:cubicBezTo>
                  <a:cubicBezTo>
                    <a:pt x="-51" y="2655"/>
                    <a:pt x="2499" y="1"/>
                    <a:pt x="5518" y="1"/>
                  </a:cubicBezTo>
                  <a:cubicBezTo>
                    <a:pt x="8537" y="-51"/>
                    <a:pt x="11088" y="2447"/>
                    <a:pt x="11140" y="546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0" name="Google Shape;1230;p10"/>
            <p:cNvSpPr/>
            <p:nvPr/>
          </p:nvSpPr>
          <p:spPr>
            <a:xfrm>
              <a:off x="6691781" y="6479632"/>
              <a:ext cx="11146" cy="10986"/>
            </a:xfrm>
            <a:custGeom>
              <a:avLst/>
              <a:gdLst/>
              <a:ahLst/>
              <a:cxnLst/>
              <a:rect l="l" t="t" r="r" b="b"/>
              <a:pathLst>
                <a:path w="11146" h="10986" extrusionOk="0">
                  <a:moveTo>
                    <a:pt x="11146" y="5622"/>
                  </a:moveTo>
                  <a:cubicBezTo>
                    <a:pt x="11094" y="8693"/>
                    <a:pt x="8492" y="11087"/>
                    <a:pt x="5368" y="10983"/>
                  </a:cubicBezTo>
                  <a:cubicBezTo>
                    <a:pt x="2297" y="10879"/>
                    <a:pt x="-149" y="8276"/>
                    <a:pt x="7" y="5205"/>
                  </a:cubicBezTo>
                  <a:cubicBezTo>
                    <a:pt x="163" y="2238"/>
                    <a:pt x="2610" y="0"/>
                    <a:pt x="5577" y="0"/>
                  </a:cubicBezTo>
                  <a:cubicBezTo>
                    <a:pt x="8752" y="0"/>
                    <a:pt x="11198" y="2498"/>
                    <a:pt x="11146" y="562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1" name="Google Shape;1231;p10"/>
            <p:cNvSpPr/>
            <p:nvPr/>
          </p:nvSpPr>
          <p:spPr>
            <a:xfrm>
              <a:off x="6714170" y="6429245"/>
              <a:ext cx="11088" cy="11192"/>
            </a:xfrm>
            <a:custGeom>
              <a:avLst/>
              <a:gdLst/>
              <a:ahLst/>
              <a:cxnLst/>
              <a:rect l="l" t="t" r="r" b="b"/>
              <a:pathLst>
                <a:path w="11088" h="11192" extrusionOk="0">
                  <a:moveTo>
                    <a:pt x="11088" y="5518"/>
                  </a:moveTo>
                  <a:cubicBezTo>
                    <a:pt x="11140" y="8485"/>
                    <a:pt x="8589" y="11140"/>
                    <a:pt x="5622" y="11192"/>
                  </a:cubicBezTo>
                  <a:cubicBezTo>
                    <a:pt x="2603" y="11244"/>
                    <a:pt x="53" y="8745"/>
                    <a:pt x="1" y="5674"/>
                  </a:cubicBezTo>
                  <a:cubicBezTo>
                    <a:pt x="-51" y="2603"/>
                    <a:pt x="2395" y="53"/>
                    <a:pt x="5466" y="1"/>
                  </a:cubicBezTo>
                  <a:cubicBezTo>
                    <a:pt x="8433" y="-51"/>
                    <a:pt x="11036" y="2499"/>
                    <a:pt x="11088" y="551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2" name="Google Shape;1232;p10"/>
            <p:cNvSpPr/>
            <p:nvPr/>
          </p:nvSpPr>
          <p:spPr>
            <a:xfrm>
              <a:off x="6691788" y="6378964"/>
              <a:ext cx="11140" cy="11139"/>
            </a:xfrm>
            <a:custGeom>
              <a:avLst/>
              <a:gdLst/>
              <a:ahLst/>
              <a:cxnLst/>
              <a:rect l="l" t="t" r="r" b="b"/>
              <a:pathLst>
                <a:path w="11140" h="11139" extrusionOk="0">
                  <a:moveTo>
                    <a:pt x="5466" y="11139"/>
                  </a:moveTo>
                  <a:cubicBezTo>
                    <a:pt x="2447" y="11087"/>
                    <a:pt x="-51" y="8537"/>
                    <a:pt x="1" y="5517"/>
                  </a:cubicBezTo>
                  <a:cubicBezTo>
                    <a:pt x="53" y="2498"/>
                    <a:pt x="2655" y="0"/>
                    <a:pt x="5622" y="0"/>
                  </a:cubicBezTo>
                  <a:cubicBezTo>
                    <a:pt x="8589" y="52"/>
                    <a:pt x="11192" y="2707"/>
                    <a:pt x="11140" y="5674"/>
                  </a:cubicBezTo>
                  <a:cubicBezTo>
                    <a:pt x="11088" y="8641"/>
                    <a:pt x="8485" y="11191"/>
                    <a:pt x="5466" y="1113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3" name="Google Shape;1233;p10"/>
            <p:cNvSpPr/>
            <p:nvPr/>
          </p:nvSpPr>
          <p:spPr>
            <a:xfrm>
              <a:off x="6568934" y="6429226"/>
              <a:ext cx="10947" cy="11165"/>
            </a:xfrm>
            <a:custGeom>
              <a:avLst/>
              <a:gdLst/>
              <a:ahLst/>
              <a:cxnLst/>
              <a:rect l="l" t="t" r="r" b="b"/>
              <a:pathLst>
                <a:path w="10947" h="11165" extrusionOk="0">
                  <a:moveTo>
                    <a:pt x="5218" y="11159"/>
                  </a:moveTo>
                  <a:cubicBezTo>
                    <a:pt x="2147" y="11003"/>
                    <a:pt x="-195" y="8400"/>
                    <a:pt x="13" y="5225"/>
                  </a:cubicBezTo>
                  <a:cubicBezTo>
                    <a:pt x="169" y="2102"/>
                    <a:pt x="2824" y="-241"/>
                    <a:pt x="5895" y="20"/>
                  </a:cubicBezTo>
                  <a:cubicBezTo>
                    <a:pt x="8862" y="280"/>
                    <a:pt x="11048" y="2726"/>
                    <a:pt x="10944" y="5745"/>
                  </a:cubicBezTo>
                  <a:cubicBezTo>
                    <a:pt x="10892" y="8869"/>
                    <a:pt x="8289" y="11315"/>
                    <a:pt x="5218" y="1115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4" name="Google Shape;1234;p10"/>
            <p:cNvSpPr/>
            <p:nvPr/>
          </p:nvSpPr>
          <p:spPr>
            <a:xfrm>
              <a:off x="6490556" y="6446056"/>
              <a:ext cx="11192" cy="11143"/>
            </a:xfrm>
            <a:custGeom>
              <a:avLst/>
              <a:gdLst/>
              <a:ahLst/>
              <a:cxnLst/>
              <a:rect l="l" t="t" r="r" b="b"/>
              <a:pathLst>
                <a:path w="11192" h="11143" extrusionOk="0">
                  <a:moveTo>
                    <a:pt x="11192" y="5417"/>
                  </a:moveTo>
                  <a:cubicBezTo>
                    <a:pt x="11244" y="8383"/>
                    <a:pt x="8693" y="11038"/>
                    <a:pt x="5726" y="11142"/>
                  </a:cubicBezTo>
                  <a:cubicBezTo>
                    <a:pt x="2760" y="11194"/>
                    <a:pt x="105" y="8644"/>
                    <a:pt x="1" y="5677"/>
                  </a:cubicBezTo>
                  <a:cubicBezTo>
                    <a:pt x="-51" y="2710"/>
                    <a:pt x="2499" y="55"/>
                    <a:pt x="5466" y="3"/>
                  </a:cubicBezTo>
                  <a:cubicBezTo>
                    <a:pt x="8485" y="-101"/>
                    <a:pt x="11140" y="2398"/>
                    <a:pt x="11192" y="541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5" name="Google Shape;1235;p10"/>
            <p:cNvSpPr/>
            <p:nvPr/>
          </p:nvSpPr>
          <p:spPr>
            <a:xfrm>
              <a:off x="6538025" y="6465630"/>
              <a:ext cx="11194" cy="11192"/>
            </a:xfrm>
            <a:custGeom>
              <a:avLst/>
              <a:gdLst/>
              <a:ahLst/>
              <a:cxnLst/>
              <a:rect l="l" t="t" r="r" b="b"/>
              <a:pathLst>
                <a:path w="11194" h="11192" extrusionOk="0">
                  <a:moveTo>
                    <a:pt x="5468" y="1"/>
                  </a:moveTo>
                  <a:cubicBezTo>
                    <a:pt x="8435" y="-51"/>
                    <a:pt x="11090" y="2499"/>
                    <a:pt x="11194" y="5466"/>
                  </a:cubicBezTo>
                  <a:cubicBezTo>
                    <a:pt x="11246" y="8433"/>
                    <a:pt x="8696" y="11088"/>
                    <a:pt x="5729" y="11192"/>
                  </a:cubicBezTo>
                  <a:cubicBezTo>
                    <a:pt x="2762" y="11244"/>
                    <a:pt x="107" y="8693"/>
                    <a:pt x="3" y="5726"/>
                  </a:cubicBezTo>
                  <a:cubicBezTo>
                    <a:pt x="-101" y="2760"/>
                    <a:pt x="2502" y="53"/>
                    <a:pt x="54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6" name="Google Shape;1236;p10"/>
            <p:cNvSpPr/>
            <p:nvPr/>
          </p:nvSpPr>
          <p:spPr>
            <a:xfrm>
              <a:off x="6443238" y="6465679"/>
              <a:ext cx="11142" cy="11145"/>
            </a:xfrm>
            <a:custGeom>
              <a:avLst/>
              <a:gdLst/>
              <a:ahLst/>
              <a:cxnLst/>
              <a:rect l="l" t="t" r="r" b="b"/>
              <a:pathLst>
                <a:path w="11142" h="11145" extrusionOk="0">
                  <a:moveTo>
                    <a:pt x="5729" y="11142"/>
                  </a:moveTo>
                  <a:cubicBezTo>
                    <a:pt x="2762" y="11246"/>
                    <a:pt x="107" y="8696"/>
                    <a:pt x="3" y="5729"/>
                  </a:cubicBezTo>
                  <a:cubicBezTo>
                    <a:pt x="-101" y="2762"/>
                    <a:pt x="2450" y="107"/>
                    <a:pt x="5416" y="3"/>
                  </a:cubicBezTo>
                  <a:cubicBezTo>
                    <a:pt x="8383" y="-101"/>
                    <a:pt x="11038" y="2398"/>
                    <a:pt x="11142" y="5417"/>
                  </a:cubicBezTo>
                  <a:cubicBezTo>
                    <a:pt x="11194" y="8383"/>
                    <a:pt x="8748" y="11038"/>
                    <a:pt x="5729" y="1114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7" name="Google Shape;1237;p10"/>
            <p:cNvSpPr/>
            <p:nvPr/>
          </p:nvSpPr>
          <p:spPr>
            <a:xfrm>
              <a:off x="6423563" y="6513047"/>
              <a:ext cx="11093" cy="11195"/>
            </a:xfrm>
            <a:custGeom>
              <a:avLst/>
              <a:gdLst/>
              <a:ahLst/>
              <a:cxnLst/>
              <a:rect l="l" t="t" r="r" b="b"/>
              <a:pathLst>
                <a:path w="11093" h="11195" extrusionOk="0">
                  <a:moveTo>
                    <a:pt x="5729" y="3"/>
                  </a:moveTo>
                  <a:cubicBezTo>
                    <a:pt x="8748" y="107"/>
                    <a:pt x="11194" y="2710"/>
                    <a:pt x="11090" y="5729"/>
                  </a:cubicBezTo>
                  <a:cubicBezTo>
                    <a:pt x="10986" y="8748"/>
                    <a:pt x="8383" y="11246"/>
                    <a:pt x="5416" y="11194"/>
                  </a:cubicBezTo>
                  <a:cubicBezTo>
                    <a:pt x="2450" y="11090"/>
                    <a:pt x="-101" y="8435"/>
                    <a:pt x="3" y="5469"/>
                  </a:cubicBezTo>
                  <a:cubicBezTo>
                    <a:pt x="107" y="2450"/>
                    <a:pt x="2762" y="-101"/>
                    <a:pt x="5729" y="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8" name="Google Shape;1238;p10"/>
            <p:cNvSpPr/>
            <p:nvPr/>
          </p:nvSpPr>
          <p:spPr>
            <a:xfrm>
              <a:off x="6468226" y="6490667"/>
              <a:ext cx="55905" cy="55904"/>
            </a:xfrm>
            <a:custGeom>
              <a:avLst/>
              <a:gdLst/>
              <a:ahLst/>
              <a:cxnLst/>
              <a:rect l="l" t="t" r="r" b="b"/>
              <a:pathLst>
                <a:path w="55905" h="55904" extrusionOk="0">
                  <a:moveTo>
                    <a:pt x="0" y="27952"/>
                  </a:moveTo>
                  <a:cubicBezTo>
                    <a:pt x="0" y="12597"/>
                    <a:pt x="12701" y="-52"/>
                    <a:pt x="28004" y="0"/>
                  </a:cubicBezTo>
                  <a:cubicBezTo>
                    <a:pt x="43359" y="52"/>
                    <a:pt x="56060" y="12857"/>
                    <a:pt x="55904" y="28108"/>
                  </a:cubicBezTo>
                  <a:cubicBezTo>
                    <a:pt x="55747" y="43359"/>
                    <a:pt x="43255" y="55852"/>
                    <a:pt x="28056" y="55904"/>
                  </a:cubicBezTo>
                  <a:cubicBezTo>
                    <a:pt x="12805" y="56008"/>
                    <a:pt x="52" y="43307"/>
                    <a:pt x="0" y="27952"/>
                  </a:cubicBezTo>
                  <a:close/>
                  <a:moveTo>
                    <a:pt x="27952" y="11295"/>
                  </a:moveTo>
                  <a:cubicBezTo>
                    <a:pt x="18635" y="11295"/>
                    <a:pt x="11295" y="18687"/>
                    <a:pt x="11295" y="28004"/>
                  </a:cubicBezTo>
                  <a:cubicBezTo>
                    <a:pt x="11295" y="37321"/>
                    <a:pt x="18687" y="44661"/>
                    <a:pt x="28004" y="44661"/>
                  </a:cubicBezTo>
                  <a:cubicBezTo>
                    <a:pt x="37321" y="44661"/>
                    <a:pt x="44712" y="37217"/>
                    <a:pt x="44660" y="27952"/>
                  </a:cubicBezTo>
                  <a:cubicBezTo>
                    <a:pt x="44660" y="18635"/>
                    <a:pt x="37269" y="11243"/>
                    <a:pt x="27952" y="1129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9" name="Google Shape;1239;p10"/>
            <p:cNvSpPr/>
            <p:nvPr/>
          </p:nvSpPr>
          <p:spPr>
            <a:xfrm>
              <a:off x="6613607" y="6401294"/>
              <a:ext cx="66990" cy="66990"/>
            </a:xfrm>
            <a:custGeom>
              <a:avLst/>
              <a:gdLst/>
              <a:ahLst/>
              <a:cxnLst/>
              <a:rect l="l" t="t" r="r" b="b"/>
              <a:pathLst>
                <a:path w="66990" h="66990" extrusionOk="0">
                  <a:moveTo>
                    <a:pt x="0" y="33625"/>
                  </a:moveTo>
                  <a:cubicBezTo>
                    <a:pt x="-52" y="15095"/>
                    <a:pt x="14991" y="0"/>
                    <a:pt x="33469" y="0"/>
                  </a:cubicBezTo>
                  <a:cubicBezTo>
                    <a:pt x="51896" y="0"/>
                    <a:pt x="67043" y="15199"/>
                    <a:pt x="66991" y="33625"/>
                  </a:cubicBezTo>
                  <a:cubicBezTo>
                    <a:pt x="66939" y="51948"/>
                    <a:pt x="52000" y="66939"/>
                    <a:pt x="33626" y="66991"/>
                  </a:cubicBezTo>
                  <a:cubicBezTo>
                    <a:pt x="15043" y="67043"/>
                    <a:pt x="52" y="52156"/>
                    <a:pt x="0" y="33625"/>
                  </a:cubicBezTo>
                  <a:close/>
                  <a:moveTo>
                    <a:pt x="33365" y="11243"/>
                  </a:moveTo>
                  <a:cubicBezTo>
                    <a:pt x="20977" y="11295"/>
                    <a:pt x="10931" y="21445"/>
                    <a:pt x="11087" y="33678"/>
                  </a:cubicBezTo>
                  <a:cubicBezTo>
                    <a:pt x="11243" y="45858"/>
                    <a:pt x="21237" y="55800"/>
                    <a:pt x="33365" y="55904"/>
                  </a:cubicBezTo>
                  <a:cubicBezTo>
                    <a:pt x="45650" y="55956"/>
                    <a:pt x="55696" y="45910"/>
                    <a:pt x="55748" y="33521"/>
                  </a:cubicBezTo>
                  <a:cubicBezTo>
                    <a:pt x="55748" y="21081"/>
                    <a:pt x="45806" y="11191"/>
                    <a:pt x="33365" y="1124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40" name="Google Shape;1240;p10"/>
          <p:cNvSpPr txBox="1"/>
          <p:nvPr/>
        </p:nvSpPr>
        <p:spPr>
          <a:xfrm>
            <a:off x="875187" y="6390182"/>
            <a:ext cx="1378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University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241" name="Google Shape;1241;p10"/>
          <p:cNvSpPr txBox="1"/>
          <p:nvPr/>
        </p:nvSpPr>
        <p:spPr>
          <a:xfrm>
            <a:off x="3035846" y="6390182"/>
            <a:ext cx="10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Innovations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242" name="Google Shape;1242;p10"/>
          <p:cNvSpPr txBox="1"/>
          <p:nvPr/>
        </p:nvSpPr>
        <p:spPr>
          <a:xfrm>
            <a:off x="4848939" y="6276042"/>
            <a:ext cx="1155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Translational Research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243" name="Google Shape;1243;p10"/>
          <p:cNvSpPr txBox="1"/>
          <p:nvPr/>
        </p:nvSpPr>
        <p:spPr>
          <a:xfrm>
            <a:off x="6786916" y="6390182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Mobilization 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244" name="Google Shape;1244;p10"/>
          <p:cNvSpPr txBox="1"/>
          <p:nvPr/>
        </p:nvSpPr>
        <p:spPr>
          <a:xfrm>
            <a:off x="8690450" y="6390182"/>
            <a:ext cx="120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Collaborators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245" name="Google Shape;1245;p10"/>
          <p:cNvSpPr/>
          <p:nvPr/>
        </p:nvSpPr>
        <p:spPr>
          <a:xfrm>
            <a:off x="543031" y="6352930"/>
            <a:ext cx="332156" cy="336336"/>
          </a:xfrm>
          <a:custGeom>
            <a:avLst/>
            <a:gdLst/>
            <a:ahLst/>
            <a:cxnLst/>
            <a:rect l="l" t="t" r="r" b="b"/>
            <a:pathLst>
              <a:path w="332156" h="336336" extrusionOk="0">
                <a:moveTo>
                  <a:pt x="320402" y="336337"/>
                </a:moveTo>
                <a:cubicBezTo>
                  <a:pt x="224802" y="336337"/>
                  <a:pt x="129113" y="336337"/>
                  <a:pt x="33512" y="336337"/>
                </a:cubicBezTo>
                <a:cubicBezTo>
                  <a:pt x="32898" y="336161"/>
                  <a:pt x="32372" y="335810"/>
                  <a:pt x="31758" y="335723"/>
                </a:cubicBezTo>
                <a:cubicBezTo>
                  <a:pt x="16936" y="332565"/>
                  <a:pt x="6762" y="323970"/>
                  <a:pt x="2026" y="309498"/>
                </a:cubicBezTo>
                <a:cubicBezTo>
                  <a:pt x="-2535" y="295290"/>
                  <a:pt x="710" y="282572"/>
                  <a:pt x="10709" y="271521"/>
                </a:cubicBezTo>
                <a:cubicBezTo>
                  <a:pt x="11323" y="270820"/>
                  <a:pt x="11936" y="270118"/>
                  <a:pt x="12726" y="269241"/>
                </a:cubicBezTo>
                <a:cubicBezTo>
                  <a:pt x="11323" y="268802"/>
                  <a:pt x="10182" y="268451"/>
                  <a:pt x="9130" y="268013"/>
                </a:cubicBezTo>
                <a:cubicBezTo>
                  <a:pt x="3604" y="265733"/>
                  <a:pt x="8" y="260295"/>
                  <a:pt x="184" y="254331"/>
                </a:cubicBezTo>
                <a:cubicBezTo>
                  <a:pt x="359" y="248103"/>
                  <a:pt x="2990" y="242841"/>
                  <a:pt x="9042" y="241087"/>
                </a:cubicBezTo>
                <a:cubicBezTo>
                  <a:pt x="13691" y="239683"/>
                  <a:pt x="14305" y="236965"/>
                  <a:pt x="14392" y="233281"/>
                </a:cubicBezTo>
                <a:cubicBezTo>
                  <a:pt x="14480" y="230737"/>
                  <a:pt x="14129" y="228282"/>
                  <a:pt x="14129" y="225738"/>
                </a:cubicBezTo>
                <a:cubicBezTo>
                  <a:pt x="14041" y="223107"/>
                  <a:pt x="12989" y="221791"/>
                  <a:pt x="10270" y="221002"/>
                </a:cubicBezTo>
                <a:cubicBezTo>
                  <a:pt x="3692" y="219072"/>
                  <a:pt x="-343" y="212845"/>
                  <a:pt x="184" y="206179"/>
                </a:cubicBezTo>
                <a:cubicBezTo>
                  <a:pt x="798" y="198812"/>
                  <a:pt x="5622" y="193286"/>
                  <a:pt x="12901" y="192585"/>
                </a:cubicBezTo>
                <a:cubicBezTo>
                  <a:pt x="17988" y="192059"/>
                  <a:pt x="23163" y="192322"/>
                  <a:pt x="28338" y="192234"/>
                </a:cubicBezTo>
                <a:cubicBezTo>
                  <a:pt x="29478" y="192234"/>
                  <a:pt x="30530" y="192146"/>
                  <a:pt x="32197" y="192059"/>
                </a:cubicBezTo>
                <a:cubicBezTo>
                  <a:pt x="31232" y="191006"/>
                  <a:pt x="30706" y="190392"/>
                  <a:pt x="30180" y="189866"/>
                </a:cubicBezTo>
                <a:cubicBezTo>
                  <a:pt x="12112" y="170044"/>
                  <a:pt x="18515" y="139434"/>
                  <a:pt x="42897" y="128383"/>
                </a:cubicBezTo>
                <a:cubicBezTo>
                  <a:pt x="50791" y="124875"/>
                  <a:pt x="59035" y="124787"/>
                  <a:pt x="67367" y="125050"/>
                </a:cubicBezTo>
                <a:cubicBezTo>
                  <a:pt x="69735" y="125138"/>
                  <a:pt x="70788" y="124436"/>
                  <a:pt x="71490" y="122068"/>
                </a:cubicBezTo>
                <a:cubicBezTo>
                  <a:pt x="75524" y="108123"/>
                  <a:pt x="79734" y="94177"/>
                  <a:pt x="83856" y="80232"/>
                </a:cubicBezTo>
                <a:cubicBezTo>
                  <a:pt x="84119" y="79443"/>
                  <a:pt x="84207" y="78653"/>
                  <a:pt x="84470" y="77688"/>
                </a:cubicBezTo>
                <a:cubicBezTo>
                  <a:pt x="80173" y="76548"/>
                  <a:pt x="76226" y="75496"/>
                  <a:pt x="72191" y="74443"/>
                </a:cubicBezTo>
                <a:cubicBezTo>
                  <a:pt x="54387" y="69795"/>
                  <a:pt x="36670" y="65146"/>
                  <a:pt x="18865" y="60498"/>
                </a:cubicBezTo>
                <a:cubicBezTo>
                  <a:pt x="14743" y="59445"/>
                  <a:pt x="11323" y="57604"/>
                  <a:pt x="9568" y="53481"/>
                </a:cubicBezTo>
                <a:cubicBezTo>
                  <a:pt x="6499" y="46465"/>
                  <a:pt x="9919" y="39010"/>
                  <a:pt x="17462" y="36905"/>
                </a:cubicBezTo>
                <a:cubicBezTo>
                  <a:pt x="28864" y="33747"/>
                  <a:pt x="40266" y="30853"/>
                  <a:pt x="51668" y="27783"/>
                </a:cubicBezTo>
                <a:cubicBezTo>
                  <a:pt x="58947" y="25854"/>
                  <a:pt x="66227" y="23924"/>
                  <a:pt x="73507" y="22082"/>
                </a:cubicBezTo>
                <a:cubicBezTo>
                  <a:pt x="77892" y="20942"/>
                  <a:pt x="80874" y="23661"/>
                  <a:pt x="80173" y="27783"/>
                </a:cubicBezTo>
                <a:cubicBezTo>
                  <a:pt x="79734" y="30414"/>
                  <a:pt x="77717" y="31204"/>
                  <a:pt x="75524" y="31730"/>
                </a:cubicBezTo>
                <a:cubicBezTo>
                  <a:pt x="57983" y="36291"/>
                  <a:pt x="40441" y="40851"/>
                  <a:pt x="22900" y="45588"/>
                </a:cubicBezTo>
                <a:cubicBezTo>
                  <a:pt x="21233" y="46026"/>
                  <a:pt x="19742" y="47429"/>
                  <a:pt x="18251" y="48307"/>
                </a:cubicBezTo>
                <a:cubicBezTo>
                  <a:pt x="19742" y="49271"/>
                  <a:pt x="21146" y="50762"/>
                  <a:pt x="22724" y="51201"/>
                </a:cubicBezTo>
                <a:cubicBezTo>
                  <a:pt x="63157" y="61901"/>
                  <a:pt x="103766" y="71900"/>
                  <a:pt x="144023" y="83302"/>
                </a:cubicBezTo>
                <a:cubicBezTo>
                  <a:pt x="163494" y="88827"/>
                  <a:pt x="181474" y="85845"/>
                  <a:pt x="199893" y="79706"/>
                </a:cubicBezTo>
                <a:cubicBezTo>
                  <a:pt x="199717" y="79443"/>
                  <a:pt x="199717" y="79092"/>
                  <a:pt x="199454" y="78916"/>
                </a:cubicBezTo>
                <a:cubicBezTo>
                  <a:pt x="191648" y="71812"/>
                  <a:pt x="183930" y="64796"/>
                  <a:pt x="176036" y="57779"/>
                </a:cubicBezTo>
                <a:cubicBezTo>
                  <a:pt x="175335" y="57165"/>
                  <a:pt x="173668" y="57077"/>
                  <a:pt x="172616" y="57340"/>
                </a:cubicBezTo>
                <a:cubicBezTo>
                  <a:pt x="166038" y="59358"/>
                  <a:pt x="159811" y="58744"/>
                  <a:pt x="154022" y="55148"/>
                </a:cubicBezTo>
                <a:cubicBezTo>
                  <a:pt x="152619" y="54271"/>
                  <a:pt x="151215" y="52166"/>
                  <a:pt x="151040" y="50499"/>
                </a:cubicBezTo>
                <a:cubicBezTo>
                  <a:pt x="150689" y="45588"/>
                  <a:pt x="150689" y="40676"/>
                  <a:pt x="150952" y="35764"/>
                </a:cubicBezTo>
                <a:cubicBezTo>
                  <a:pt x="151391" y="27959"/>
                  <a:pt x="157267" y="22345"/>
                  <a:pt x="165073" y="22170"/>
                </a:cubicBezTo>
                <a:cubicBezTo>
                  <a:pt x="172791" y="21907"/>
                  <a:pt x="178843" y="26906"/>
                  <a:pt x="179808" y="34624"/>
                </a:cubicBezTo>
                <a:cubicBezTo>
                  <a:pt x="180246" y="38045"/>
                  <a:pt x="180159" y="41641"/>
                  <a:pt x="180159" y="45061"/>
                </a:cubicBezTo>
                <a:cubicBezTo>
                  <a:pt x="180159" y="47166"/>
                  <a:pt x="180773" y="48657"/>
                  <a:pt x="182351" y="50148"/>
                </a:cubicBezTo>
                <a:cubicBezTo>
                  <a:pt x="191385" y="58217"/>
                  <a:pt x="200419" y="66374"/>
                  <a:pt x="209365" y="74619"/>
                </a:cubicBezTo>
                <a:cubicBezTo>
                  <a:pt x="211119" y="76197"/>
                  <a:pt x="212610" y="76636"/>
                  <a:pt x="214891" y="76022"/>
                </a:cubicBezTo>
                <a:cubicBezTo>
                  <a:pt x="246378" y="67690"/>
                  <a:pt x="277864" y="59445"/>
                  <a:pt x="309264" y="51113"/>
                </a:cubicBezTo>
                <a:cubicBezTo>
                  <a:pt x="310930" y="50675"/>
                  <a:pt x="312333" y="49184"/>
                  <a:pt x="313824" y="48219"/>
                </a:cubicBezTo>
                <a:cubicBezTo>
                  <a:pt x="312246" y="47254"/>
                  <a:pt x="310842" y="45851"/>
                  <a:pt x="309176" y="45412"/>
                </a:cubicBezTo>
                <a:cubicBezTo>
                  <a:pt x="270234" y="35063"/>
                  <a:pt x="231117" y="25240"/>
                  <a:pt x="192350" y="14452"/>
                </a:cubicBezTo>
                <a:cubicBezTo>
                  <a:pt x="174545" y="9452"/>
                  <a:pt x="157443" y="8926"/>
                  <a:pt x="139813" y="14539"/>
                </a:cubicBezTo>
                <a:cubicBezTo>
                  <a:pt x="127534" y="18486"/>
                  <a:pt x="114905" y="21205"/>
                  <a:pt x="102450" y="24450"/>
                </a:cubicBezTo>
                <a:cubicBezTo>
                  <a:pt x="99907" y="25152"/>
                  <a:pt x="97889" y="24889"/>
                  <a:pt x="96486" y="22521"/>
                </a:cubicBezTo>
                <a:cubicBezTo>
                  <a:pt x="94557" y="19363"/>
                  <a:pt x="95960" y="16030"/>
                  <a:pt x="99907" y="15066"/>
                </a:cubicBezTo>
                <a:cubicBezTo>
                  <a:pt x="116133" y="10768"/>
                  <a:pt x="132358" y="6383"/>
                  <a:pt x="148672" y="2173"/>
                </a:cubicBezTo>
                <a:cubicBezTo>
                  <a:pt x="160512" y="-809"/>
                  <a:pt x="172440" y="-722"/>
                  <a:pt x="184369" y="2436"/>
                </a:cubicBezTo>
                <a:cubicBezTo>
                  <a:pt x="208313" y="8751"/>
                  <a:pt x="232344" y="14978"/>
                  <a:pt x="256288" y="21293"/>
                </a:cubicBezTo>
                <a:cubicBezTo>
                  <a:pt x="275233" y="26292"/>
                  <a:pt x="294178" y="31116"/>
                  <a:pt x="312947" y="36291"/>
                </a:cubicBezTo>
                <a:cubicBezTo>
                  <a:pt x="315929" y="37080"/>
                  <a:pt x="319262" y="38834"/>
                  <a:pt x="321104" y="41202"/>
                </a:cubicBezTo>
                <a:cubicBezTo>
                  <a:pt x="326454" y="47780"/>
                  <a:pt x="322946" y="57516"/>
                  <a:pt x="314789" y="59796"/>
                </a:cubicBezTo>
                <a:cubicBezTo>
                  <a:pt x="299967" y="63918"/>
                  <a:pt x="285056" y="67690"/>
                  <a:pt x="270146" y="71637"/>
                </a:cubicBezTo>
                <a:cubicBezTo>
                  <a:pt x="262691" y="73566"/>
                  <a:pt x="255236" y="75583"/>
                  <a:pt x="247693" y="77601"/>
                </a:cubicBezTo>
                <a:cubicBezTo>
                  <a:pt x="247869" y="78566"/>
                  <a:pt x="247956" y="79179"/>
                  <a:pt x="248219" y="79793"/>
                </a:cubicBezTo>
                <a:cubicBezTo>
                  <a:pt x="252517" y="94265"/>
                  <a:pt x="256815" y="108649"/>
                  <a:pt x="261288" y="123121"/>
                </a:cubicBezTo>
                <a:cubicBezTo>
                  <a:pt x="261551" y="123910"/>
                  <a:pt x="263305" y="124787"/>
                  <a:pt x="264445" y="124787"/>
                </a:cubicBezTo>
                <a:cubicBezTo>
                  <a:pt x="275496" y="124875"/>
                  <a:pt x="286547" y="124787"/>
                  <a:pt x="297598" y="124875"/>
                </a:cubicBezTo>
                <a:cubicBezTo>
                  <a:pt x="305843" y="124963"/>
                  <a:pt x="311456" y="130488"/>
                  <a:pt x="311807" y="138557"/>
                </a:cubicBezTo>
                <a:cubicBezTo>
                  <a:pt x="312158" y="147328"/>
                  <a:pt x="307071" y="153555"/>
                  <a:pt x="298739" y="154432"/>
                </a:cubicBezTo>
                <a:cubicBezTo>
                  <a:pt x="296721" y="154608"/>
                  <a:pt x="296020" y="155397"/>
                  <a:pt x="296020" y="157239"/>
                </a:cubicBezTo>
                <a:cubicBezTo>
                  <a:pt x="296020" y="161361"/>
                  <a:pt x="296020" y="165483"/>
                  <a:pt x="296020" y="169606"/>
                </a:cubicBezTo>
                <a:cubicBezTo>
                  <a:pt x="296020" y="171535"/>
                  <a:pt x="296897" y="172061"/>
                  <a:pt x="298826" y="172324"/>
                </a:cubicBezTo>
                <a:cubicBezTo>
                  <a:pt x="306106" y="173289"/>
                  <a:pt x="311456" y="178289"/>
                  <a:pt x="312070" y="185568"/>
                </a:cubicBezTo>
                <a:cubicBezTo>
                  <a:pt x="312333" y="188813"/>
                  <a:pt x="311193" y="192322"/>
                  <a:pt x="310667" y="196005"/>
                </a:cubicBezTo>
                <a:cubicBezTo>
                  <a:pt x="321981" y="201969"/>
                  <a:pt x="329436" y="211529"/>
                  <a:pt x="331629" y="224861"/>
                </a:cubicBezTo>
                <a:cubicBezTo>
                  <a:pt x="333734" y="238368"/>
                  <a:pt x="328998" y="249594"/>
                  <a:pt x="319438" y="259242"/>
                </a:cubicBezTo>
                <a:cubicBezTo>
                  <a:pt x="320841" y="259681"/>
                  <a:pt x="321893" y="260032"/>
                  <a:pt x="322946" y="260382"/>
                </a:cubicBezTo>
                <a:cubicBezTo>
                  <a:pt x="328471" y="262575"/>
                  <a:pt x="332067" y="267837"/>
                  <a:pt x="332155" y="273889"/>
                </a:cubicBezTo>
                <a:cubicBezTo>
                  <a:pt x="332243" y="279941"/>
                  <a:pt x="328910" y="285905"/>
                  <a:pt x="323209" y="287484"/>
                </a:cubicBezTo>
                <a:cubicBezTo>
                  <a:pt x="318648" y="288712"/>
                  <a:pt x="318122" y="291518"/>
                  <a:pt x="317947" y="295114"/>
                </a:cubicBezTo>
                <a:cubicBezTo>
                  <a:pt x="317859" y="297833"/>
                  <a:pt x="318297" y="300552"/>
                  <a:pt x="318297" y="303271"/>
                </a:cubicBezTo>
                <a:cubicBezTo>
                  <a:pt x="318297" y="305727"/>
                  <a:pt x="319525" y="306779"/>
                  <a:pt x="321893" y="307481"/>
                </a:cubicBezTo>
                <a:cubicBezTo>
                  <a:pt x="329348" y="309674"/>
                  <a:pt x="333295" y="316778"/>
                  <a:pt x="331804" y="324409"/>
                </a:cubicBezTo>
                <a:cubicBezTo>
                  <a:pt x="330489" y="330899"/>
                  <a:pt x="326103" y="334232"/>
                  <a:pt x="320402" y="336337"/>
                </a:cubicBezTo>
                <a:close/>
                <a:moveTo>
                  <a:pt x="87540" y="279239"/>
                </a:moveTo>
                <a:cubicBezTo>
                  <a:pt x="88768" y="279239"/>
                  <a:pt x="89820" y="279239"/>
                  <a:pt x="90961" y="279239"/>
                </a:cubicBezTo>
                <a:cubicBezTo>
                  <a:pt x="165687" y="279239"/>
                  <a:pt x="240413" y="279239"/>
                  <a:pt x="315140" y="279239"/>
                </a:cubicBezTo>
                <a:cubicBezTo>
                  <a:pt x="316017" y="279239"/>
                  <a:pt x="316894" y="279327"/>
                  <a:pt x="317771" y="279152"/>
                </a:cubicBezTo>
                <a:cubicBezTo>
                  <a:pt x="320490" y="278801"/>
                  <a:pt x="322507" y="276520"/>
                  <a:pt x="322244" y="273977"/>
                </a:cubicBezTo>
                <a:cubicBezTo>
                  <a:pt x="321981" y="271258"/>
                  <a:pt x="320490" y="269592"/>
                  <a:pt x="317596" y="269328"/>
                </a:cubicBezTo>
                <a:cubicBezTo>
                  <a:pt x="316543" y="269241"/>
                  <a:pt x="315403" y="269241"/>
                  <a:pt x="314351" y="269241"/>
                </a:cubicBezTo>
                <a:cubicBezTo>
                  <a:pt x="299265" y="269241"/>
                  <a:pt x="284179" y="269241"/>
                  <a:pt x="269094" y="269153"/>
                </a:cubicBezTo>
                <a:cubicBezTo>
                  <a:pt x="267427" y="269153"/>
                  <a:pt x="265235" y="268802"/>
                  <a:pt x="264357" y="267750"/>
                </a:cubicBezTo>
                <a:cubicBezTo>
                  <a:pt x="263305" y="266434"/>
                  <a:pt x="262779" y="263891"/>
                  <a:pt x="263393" y="262487"/>
                </a:cubicBezTo>
                <a:cubicBezTo>
                  <a:pt x="264007" y="261084"/>
                  <a:pt x="266199" y="259593"/>
                  <a:pt x="267778" y="259505"/>
                </a:cubicBezTo>
                <a:cubicBezTo>
                  <a:pt x="276198" y="259242"/>
                  <a:pt x="284618" y="259418"/>
                  <a:pt x="293038" y="259330"/>
                </a:cubicBezTo>
                <a:cubicBezTo>
                  <a:pt x="311719" y="259067"/>
                  <a:pt x="324963" y="243279"/>
                  <a:pt x="321806" y="225387"/>
                </a:cubicBezTo>
                <a:cubicBezTo>
                  <a:pt x="319350" y="211529"/>
                  <a:pt x="307246" y="201969"/>
                  <a:pt x="291985" y="201969"/>
                </a:cubicBezTo>
                <a:cubicBezTo>
                  <a:pt x="200419" y="201969"/>
                  <a:pt x="108853" y="201969"/>
                  <a:pt x="17287" y="201969"/>
                </a:cubicBezTo>
                <a:cubicBezTo>
                  <a:pt x="16673" y="201969"/>
                  <a:pt x="15971" y="201969"/>
                  <a:pt x="15357" y="201969"/>
                </a:cubicBezTo>
                <a:cubicBezTo>
                  <a:pt x="12112" y="202233"/>
                  <a:pt x="10007" y="204338"/>
                  <a:pt x="10095" y="207056"/>
                </a:cubicBezTo>
                <a:cubicBezTo>
                  <a:pt x="10182" y="209688"/>
                  <a:pt x="12200" y="211705"/>
                  <a:pt x="15269" y="211968"/>
                </a:cubicBezTo>
                <a:cubicBezTo>
                  <a:pt x="16497" y="212056"/>
                  <a:pt x="17637" y="211968"/>
                  <a:pt x="18865" y="211968"/>
                </a:cubicBezTo>
                <a:cubicBezTo>
                  <a:pt x="109204" y="211968"/>
                  <a:pt x="199630" y="211968"/>
                  <a:pt x="289968" y="211968"/>
                </a:cubicBezTo>
                <a:cubicBezTo>
                  <a:pt x="291634" y="211968"/>
                  <a:pt x="293213" y="211968"/>
                  <a:pt x="294880" y="212056"/>
                </a:cubicBezTo>
                <a:cubicBezTo>
                  <a:pt x="303036" y="212494"/>
                  <a:pt x="309965" y="218283"/>
                  <a:pt x="311895" y="226089"/>
                </a:cubicBezTo>
                <a:cubicBezTo>
                  <a:pt x="313824" y="234070"/>
                  <a:pt x="310404" y="242227"/>
                  <a:pt x="303475" y="246525"/>
                </a:cubicBezTo>
                <a:cubicBezTo>
                  <a:pt x="299703" y="248893"/>
                  <a:pt x="295494" y="249244"/>
                  <a:pt x="291196" y="249244"/>
                </a:cubicBezTo>
                <a:cubicBezTo>
                  <a:pt x="224889" y="249244"/>
                  <a:pt x="158583" y="249244"/>
                  <a:pt x="92276" y="249244"/>
                </a:cubicBezTo>
                <a:cubicBezTo>
                  <a:pt x="90785" y="249244"/>
                  <a:pt x="89294" y="249244"/>
                  <a:pt x="87803" y="249244"/>
                </a:cubicBezTo>
                <a:cubicBezTo>
                  <a:pt x="87803" y="252840"/>
                  <a:pt x="87803" y="255909"/>
                  <a:pt x="87803" y="259330"/>
                </a:cubicBezTo>
                <a:cubicBezTo>
                  <a:pt x="89470" y="259330"/>
                  <a:pt x="90873" y="259330"/>
                  <a:pt x="92276" y="259330"/>
                </a:cubicBezTo>
                <a:cubicBezTo>
                  <a:pt x="140866" y="259330"/>
                  <a:pt x="189456" y="259330"/>
                  <a:pt x="237958" y="259330"/>
                </a:cubicBezTo>
                <a:cubicBezTo>
                  <a:pt x="239186" y="259330"/>
                  <a:pt x="240326" y="259330"/>
                  <a:pt x="241554" y="259330"/>
                </a:cubicBezTo>
                <a:cubicBezTo>
                  <a:pt x="244623" y="259505"/>
                  <a:pt x="246290" y="261172"/>
                  <a:pt x="246290" y="264066"/>
                </a:cubicBezTo>
                <a:cubicBezTo>
                  <a:pt x="246290" y="266873"/>
                  <a:pt x="244623" y="268802"/>
                  <a:pt x="241729" y="269065"/>
                </a:cubicBezTo>
                <a:cubicBezTo>
                  <a:pt x="240677" y="269153"/>
                  <a:pt x="239536" y="269153"/>
                  <a:pt x="238484" y="269153"/>
                </a:cubicBezTo>
                <a:cubicBezTo>
                  <a:pt x="189719" y="269153"/>
                  <a:pt x="140866" y="269153"/>
                  <a:pt x="92101" y="269153"/>
                </a:cubicBezTo>
                <a:cubicBezTo>
                  <a:pt x="90697" y="269153"/>
                  <a:pt x="89294" y="269153"/>
                  <a:pt x="87715" y="269153"/>
                </a:cubicBezTo>
                <a:cubicBezTo>
                  <a:pt x="87540" y="272661"/>
                  <a:pt x="87540" y="275643"/>
                  <a:pt x="87540" y="279239"/>
                </a:cubicBezTo>
                <a:close/>
                <a:moveTo>
                  <a:pt x="308211" y="289063"/>
                </a:moveTo>
                <a:cubicBezTo>
                  <a:pt x="307597" y="289063"/>
                  <a:pt x="306983" y="289063"/>
                  <a:pt x="306282" y="289063"/>
                </a:cubicBezTo>
                <a:cubicBezTo>
                  <a:pt x="232783" y="289063"/>
                  <a:pt x="159284" y="289063"/>
                  <a:pt x="85786" y="289063"/>
                </a:cubicBezTo>
                <a:cubicBezTo>
                  <a:pt x="84470" y="289063"/>
                  <a:pt x="82979" y="289501"/>
                  <a:pt x="81751" y="290115"/>
                </a:cubicBezTo>
                <a:cubicBezTo>
                  <a:pt x="75349" y="293360"/>
                  <a:pt x="68946" y="296781"/>
                  <a:pt x="62543" y="300114"/>
                </a:cubicBezTo>
                <a:cubicBezTo>
                  <a:pt x="57544" y="302657"/>
                  <a:pt x="54211" y="300640"/>
                  <a:pt x="54124" y="294939"/>
                </a:cubicBezTo>
                <a:cubicBezTo>
                  <a:pt x="54124" y="293097"/>
                  <a:pt x="54124" y="291255"/>
                  <a:pt x="54124" y="289150"/>
                </a:cubicBezTo>
                <a:cubicBezTo>
                  <a:pt x="48160" y="289150"/>
                  <a:pt x="42546" y="288887"/>
                  <a:pt x="36845" y="289238"/>
                </a:cubicBezTo>
                <a:cubicBezTo>
                  <a:pt x="32811" y="289501"/>
                  <a:pt x="29916" y="293448"/>
                  <a:pt x="29741" y="297482"/>
                </a:cubicBezTo>
                <a:cubicBezTo>
                  <a:pt x="29566" y="301517"/>
                  <a:pt x="32285" y="305201"/>
                  <a:pt x="36319" y="306165"/>
                </a:cubicBezTo>
                <a:cubicBezTo>
                  <a:pt x="37898" y="306516"/>
                  <a:pt x="39564" y="306604"/>
                  <a:pt x="41231" y="306604"/>
                </a:cubicBezTo>
                <a:cubicBezTo>
                  <a:pt x="129113" y="306604"/>
                  <a:pt x="216908" y="306604"/>
                  <a:pt x="304790" y="306604"/>
                </a:cubicBezTo>
                <a:cubicBezTo>
                  <a:pt x="305931" y="306604"/>
                  <a:pt x="307159" y="306604"/>
                  <a:pt x="308299" y="306604"/>
                </a:cubicBezTo>
                <a:cubicBezTo>
                  <a:pt x="308211" y="300815"/>
                  <a:pt x="308211" y="295202"/>
                  <a:pt x="308211" y="289063"/>
                </a:cubicBezTo>
                <a:close/>
                <a:moveTo>
                  <a:pt x="193578" y="134873"/>
                </a:moveTo>
                <a:cubicBezTo>
                  <a:pt x="191999" y="134873"/>
                  <a:pt x="190771" y="134873"/>
                  <a:pt x="189631" y="134873"/>
                </a:cubicBezTo>
                <a:cubicBezTo>
                  <a:pt x="146830" y="134873"/>
                  <a:pt x="104117" y="134873"/>
                  <a:pt x="61316" y="134873"/>
                </a:cubicBezTo>
                <a:cubicBezTo>
                  <a:pt x="59912" y="134873"/>
                  <a:pt x="58509" y="134873"/>
                  <a:pt x="57018" y="134961"/>
                </a:cubicBezTo>
                <a:cubicBezTo>
                  <a:pt x="38161" y="136101"/>
                  <a:pt x="25268" y="154432"/>
                  <a:pt x="30969" y="172237"/>
                </a:cubicBezTo>
                <a:cubicBezTo>
                  <a:pt x="34126" y="182235"/>
                  <a:pt x="44037" y="192322"/>
                  <a:pt x="60175" y="192234"/>
                </a:cubicBezTo>
                <a:cubicBezTo>
                  <a:pt x="138498" y="192059"/>
                  <a:pt x="216820" y="192146"/>
                  <a:pt x="295143" y="192146"/>
                </a:cubicBezTo>
                <a:cubicBezTo>
                  <a:pt x="296107" y="192146"/>
                  <a:pt x="297072" y="192146"/>
                  <a:pt x="298125" y="192059"/>
                </a:cubicBezTo>
                <a:cubicBezTo>
                  <a:pt x="300931" y="191795"/>
                  <a:pt x="302247" y="190129"/>
                  <a:pt x="302335" y="187498"/>
                </a:cubicBezTo>
                <a:cubicBezTo>
                  <a:pt x="302422" y="184779"/>
                  <a:pt x="301194" y="182849"/>
                  <a:pt x="298388" y="182235"/>
                </a:cubicBezTo>
                <a:cubicBezTo>
                  <a:pt x="297248" y="181972"/>
                  <a:pt x="296020" y="182148"/>
                  <a:pt x="294792" y="182148"/>
                </a:cubicBezTo>
                <a:cubicBezTo>
                  <a:pt x="217083" y="182148"/>
                  <a:pt x="139463" y="182148"/>
                  <a:pt x="61754" y="182148"/>
                </a:cubicBezTo>
                <a:cubicBezTo>
                  <a:pt x="60000" y="182148"/>
                  <a:pt x="58246" y="182148"/>
                  <a:pt x="56492" y="182060"/>
                </a:cubicBezTo>
                <a:cubicBezTo>
                  <a:pt x="46405" y="181358"/>
                  <a:pt x="38424" y="171623"/>
                  <a:pt x="39740" y="161536"/>
                </a:cubicBezTo>
                <a:cubicBezTo>
                  <a:pt x="41055" y="151275"/>
                  <a:pt x="48773" y="144784"/>
                  <a:pt x="59825" y="144784"/>
                </a:cubicBezTo>
                <a:cubicBezTo>
                  <a:pt x="102626" y="144784"/>
                  <a:pt x="145339" y="144784"/>
                  <a:pt x="188140" y="144784"/>
                </a:cubicBezTo>
                <a:cubicBezTo>
                  <a:pt x="189543" y="144784"/>
                  <a:pt x="190859" y="144784"/>
                  <a:pt x="192175" y="144784"/>
                </a:cubicBezTo>
                <a:cubicBezTo>
                  <a:pt x="192701" y="141276"/>
                  <a:pt x="193139" y="138294"/>
                  <a:pt x="193578" y="134873"/>
                </a:cubicBezTo>
                <a:close/>
                <a:moveTo>
                  <a:pt x="195595" y="124875"/>
                </a:moveTo>
                <a:cubicBezTo>
                  <a:pt x="197612" y="121542"/>
                  <a:pt x="198753" y="117507"/>
                  <a:pt x="201384" y="115578"/>
                </a:cubicBezTo>
                <a:cubicBezTo>
                  <a:pt x="206032" y="112157"/>
                  <a:pt x="205857" y="107947"/>
                  <a:pt x="205681" y="103299"/>
                </a:cubicBezTo>
                <a:cubicBezTo>
                  <a:pt x="205594" y="100755"/>
                  <a:pt x="205681" y="98300"/>
                  <a:pt x="205681" y="95756"/>
                </a:cubicBezTo>
                <a:cubicBezTo>
                  <a:pt x="205681" y="93563"/>
                  <a:pt x="205681" y="91283"/>
                  <a:pt x="205681" y="88827"/>
                </a:cubicBezTo>
                <a:cubicBezTo>
                  <a:pt x="200507" y="90143"/>
                  <a:pt x="195946" y="91195"/>
                  <a:pt x="191473" y="92599"/>
                </a:cubicBezTo>
                <a:cubicBezTo>
                  <a:pt x="174633" y="97949"/>
                  <a:pt x="157881" y="97686"/>
                  <a:pt x="140866" y="92686"/>
                </a:cubicBezTo>
                <a:cubicBezTo>
                  <a:pt x="125517" y="88126"/>
                  <a:pt x="109905" y="84442"/>
                  <a:pt x="94030" y="80232"/>
                </a:cubicBezTo>
                <a:cubicBezTo>
                  <a:pt x="89645" y="95142"/>
                  <a:pt x="85260" y="109965"/>
                  <a:pt x="80787" y="124875"/>
                </a:cubicBezTo>
                <a:cubicBezTo>
                  <a:pt x="119465" y="124875"/>
                  <a:pt x="157618" y="124875"/>
                  <a:pt x="195595" y="124875"/>
                </a:cubicBezTo>
                <a:close/>
                <a:moveTo>
                  <a:pt x="191561" y="154871"/>
                </a:moveTo>
                <a:cubicBezTo>
                  <a:pt x="190420" y="154783"/>
                  <a:pt x="189543" y="154695"/>
                  <a:pt x="188754" y="154695"/>
                </a:cubicBezTo>
                <a:cubicBezTo>
                  <a:pt x="145778" y="154695"/>
                  <a:pt x="102801" y="154695"/>
                  <a:pt x="59737" y="154695"/>
                </a:cubicBezTo>
                <a:cubicBezTo>
                  <a:pt x="58509" y="154695"/>
                  <a:pt x="57281" y="154783"/>
                  <a:pt x="56141" y="155046"/>
                </a:cubicBezTo>
                <a:cubicBezTo>
                  <a:pt x="52019" y="156011"/>
                  <a:pt x="49212" y="159870"/>
                  <a:pt x="49475" y="163992"/>
                </a:cubicBezTo>
                <a:cubicBezTo>
                  <a:pt x="49738" y="168202"/>
                  <a:pt x="52983" y="171710"/>
                  <a:pt x="57106" y="172149"/>
                </a:cubicBezTo>
                <a:cubicBezTo>
                  <a:pt x="58334" y="172324"/>
                  <a:pt x="59474" y="172237"/>
                  <a:pt x="60702" y="172237"/>
                </a:cubicBezTo>
                <a:cubicBezTo>
                  <a:pt x="134639" y="172237"/>
                  <a:pt x="208576" y="172237"/>
                  <a:pt x="282601" y="172237"/>
                </a:cubicBezTo>
                <a:cubicBezTo>
                  <a:pt x="283741" y="172237"/>
                  <a:pt x="284969" y="172237"/>
                  <a:pt x="285933" y="172237"/>
                </a:cubicBezTo>
                <a:cubicBezTo>
                  <a:pt x="285933" y="166185"/>
                  <a:pt x="285933" y="160572"/>
                  <a:pt x="285933" y="154783"/>
                </a:cubicBezTo>
                <a:cubicBezTo>
                  <a:pt x="267340" y="154783"/>
                  <a:pt x="248746" y="154783"/>
                  <a:pt x="229976" y="154783"/>
                </a:cubicBezTo>
                <a:cubicBezTo>
                  <a:pt x="229889" y="155485"/>
                  <a:pt x="229801" y="156011"/>
                  <a:pt x="229801" y="156537"/>
                </a:cubicBezTo>
                <a:cubicBezTo>
                  <a:pt x="229450" y="162063"/>
                  <a:pt x="228222" y="163203"/>
                  <a:pt x="222872" y="163291"/>
                </a:cubicBezTo>
                <a:cubicBezTo>
                  <a:pt x="214452" y="163291"/>
                  <a:pt x="206032" y="163291"/>
                  <a:pt x="197612" y="163291"/>
                </a:cubicBezTo>
                <a:cubicBezTo>
                  <a:pt x="193578" y="163291"/>
                  <a:pt x="192175" y="161887"/>
                  <a:pt x="191824" y="157765"/>
                </a:cubicBezTo>
                <a:cubicBezTo>
                  <a:pt x="191648" y="156976"/>
                  <a:pt x="191648" y="156099"/>
                  <a:pt x="191561" y="154871"/>
                </a:cubicBezTo>
                <a:close/>
                <a:moveTo>
                  <a:pt x="53948" y="269328"/>
                </a:moveTo>
                <a:cubicBezTo>
                  <a:pt x="48160" y="269328"/>
                  <a:pt x="42634" y="269153"/>
                  <a:pt x="37108" y="269328"/>
                </a:cubicBezTo>
                <a:cubicBezTo>
                  <a:pt x="22198" y="269942"/>
                  <a:pt x="10007" y="282748"/>
                  <a:pt x="9919" y="297658"/>
                </a:cubicBezTo>
                <a:cubicBezTo>
                  <a:pt x="9832" y="313796"/>
                  <a:pt x="22724" y="326426"/>
                  <a:pt x="39389" y="326426"/>
                </a:cubicBezTo>
                <a:cubicBezTo>
                  <a:pt x="131394" y="326426"/>
                  <a:pt x="223398" y="326426"/>
                  <a:pt x="315491" y="326426"/>
                </a:cubicBezTo>
                <a:cubicBezTo>
                  <a:pt x="316368" y="326426"/>
                  <a:pt x="317245" y="326514"/>
                  <a:pt x="318122" y="326338"/>
                </a:cubicBezTo>
                <a:cubicBezTo>
                  <a:pt x="320841" y="325724"/>
                  <a:pt x="322420" y="323970"/>
                  <a:pt x="322244" y="321251"/>
                </a:cubicBezTo>
                <a:cubicBezTo>
                  <a:pt x="322069" y="318532"/>
                  <a:pt x="320490" y="316778"/>
                  <a:pt x="317683" y="316603"/>
                </a:cubicBezTo>
                <a:cubicBezTo>
                  <a:pt x="316456" y="316515"/>
                  <a:pt x="315315" y="316515"/>
                  <a:pt x="314087" y="316515"/>
                </a:cubicBezTo>
                <a:cubicBezTo>
                  <a:pt x="223486" y="316515"/>
                  <a:pt x="132885" y="316515"/>
                  <a:pt x="42283" y="316515"/>
                </a:cubicBezTo>
                <a:cubicBezTo>
                  <a:pt x="41055" y="316515"/>
                  <a:pt x="39915" y="316515"/>
                  <a:pt x="38687" y="316515"/>
                </a:cubicBezTo>
                <a:cubicBezTo>
                  <a:pt x="30004" y="315989"/>
                  <a:pt x="23602" y="311428"/>
                  <a:pt x="21146" y="304061"/>
                </a:cubicBezTo>
                <a:cubicBezTo>
                  <a:pt x="17023" y="291694"/>
                  <a:pt x="25443" y="279590"/>
                  <a:pt x="38512" y="279239"/>
                </a:cubicBezTo>
                <a:cubicBezTo>
                  <a:pt x="43599" y="279064"/>
                  <a:pt x="48773" y="279239"/>
                  <a:pt x="54036" y="279239"/>
                </a:cubicBezTo>
                <a:cubicBezTo>
                  <a:pt x="53948" y="275907"/>
                  <a:pt x="53948" y="272837"/>
                  <a:pt x="53948" y="269328"/>
                </a:cubicBezTo>
                <a:close/>
                <a:moveTo>
                  <a:pt x="87628" y="239508"/>
                </a:moveTo>
                <a:cubicBezTo>
                  <a:pt x="89206" y="239508"/>
                  <a:pt x="90610" y="239508"/>
                  <a:pt x="92013" y="239508"/>
                </a:cubicBezTo>
                <a:cubicBezTo>
                  <a:pt x="158232" y="239508"/>
                  <a:pt x="224363" y="239508"/>
                  <a:pt x="290582" y="239508"/>
                </a:cubicBezTo>
                <a:cubicBezTo>
                  <a:pt x="292073" y="239508"/>
                  <a:pt x="293652" y="239508"/>
                  <a:pt x="295143" y="239333"/>
                </a:cubicBezTo>
                <a:cubicBezTo>
                  <a:pt x="299177" y="238719"/>
                  <a:pt x="301808" y="235912"/>
                  <a:pt x="302335" y="231878"/>
                </a:cubicBezTo>
                <a:cubicBezTo>
                  <a:pt x="303124" y="225738"/>
                  <a:pt x="299002" y="221967"/>
                  <a:pt x="291547" y="221967"/>
                </a:cubicBezTo>
                <a:cubicBezTo>
                  <a:pt x="224714" y="221967"/>
                  <a:pt x="157881" y="221967"/>
                  <a:pt x="91048" y="221967"/>
                </a:cubicBezTo>
                <a:cubicBezTo>
                  <a:pt x="89908" y="221967"/>
                  <a:pt x="88768" y="222142"/>
                  <a:pt x="87628" y="222142"/>
                </a:cubicBezTo>
                <a:cubicBezTo>
                  <a:pt x="87628" y="228106"/>
                  <a:pt x="87628" y="233632"/>
                  <a:pt x="87628" y="239508"/>
                </a:cubicBezTo>
                <a:close/>
                <a:moveTo>
                  <a:pt x="238133" y="80320"/>
                </a:moveTo>
                <a:cubicBezTo>
                  <a:pt x="231029" y="82162"/>
                  <a:pt x="224275" y="83828"/>
                  <a:pt x="217522" y="85758"/>
                </a:cubicBezTo>
                <a:cubicBezTo>
                  <a:pt x="216645" y="86021"/>
                  <a:pt x="215680" y="87512"/>
                  <a:pt x="215592" y="88476"/>
                </a:cubicBezTo>
                <a:cubicBezTo>
                  <a:pt x="215417" y="95581"/>
                  <a:pt x="215505" y="102685"/>
                  <a:pt x="215505" y="109789"/>
                </a:cubicBezTo>
                <a:cubicBezTo>
                  <a:pt x="215505" y="110666"/>
                  <a:pt x="215855" y="111894"/>
                  <a:pt x="216469" y="112333"/>
                </a:cubicBezTo>
                <a:cubicBezTo>
                  <a:pt x="220592" y="115052"/>
                  <a:pt x="222784" y="119086"/>
                  <a:pt x="224626" y="123559"/>
                </a:cubicBezTo>
                <a:cubicBezTo>
                  <a:pt x="224889" y="124261"/>
                  <a:pt x="226030" y="125050"/>
                  <a:pt x="226731" y="125050"/>
                </a:cubicBezTo>
                <a:cubicBezTo>
                  <a:pt x="234800" y="125138"/>
                  <a:pt x="242869" y="125138"/>
                  <a:pt x="251377" y="125138"/>
                </a:cubicBezTo>
                <a:cubicBezTo>
                  <a:pt x="246904" y="109965"/>
                  <a:pt x="242606" y="95318"/>
                  <a:pt x="238133" y="80320"/>
                </a:cubicBezTo>
                <a:close/>
                <a:moveTo>
                  <a:pt x="64298" y="222142"/>
                </a:moveTo>
                <a:cubicBezTo>
                  <a:pt x="64298" y="244244"/>
                  <a:pt x="64298" y="265908"/>
                  <a:pt x="64298" y="288098"/>
                </a:cubicBezTo>
                <a:cubicBezTo>
                  <a:pt x="68157" y="286081"/>
                  <a:pt x="71577" y="284151"/>
                  <a:pt x="75086" y="282572"/>
                </a:cubicBezTo>
                <a:cubicBezTo>
                  <a:pt x="77103" y="281607"/>
                  <a:pt x="77629" y="280380"/>
                  <a:pt x="77629" y="278275"/>
                </a:cubicBezTo>
                <a:cubicBezTo>
                  <a:pt x="77541" y="260558"/>
                  <a:pt x="77541" y="242841"/>
                  <a:pt x="77541" y="225124"/>
                </a:cubicBezTo>
                <a:cubicBezTo>
                  <a:pt x="77541" y="224159"/>
                  <a:pt x="77454" y="223195"/>
                  <a:pt x="77366" y="222142"/>
                </a:cubicBezTo>
                <a:cubicBezTo>
                  <a:pt x="72893" y="222142"/>
                  <a:pt x="68683" y="222142"/>
                  <a:pt x="64298" y="222142"/>
                </a:cubicBezTo>
                <a:close/>
                <a:moveTo>
                  <a:pt x="227696" y="134873"/>
                </a:moveTo>
                <a:cubicBezTo>
                  <a:pt x="228222" y="138469"/>
                  <a:pt x="228661" y="141539"/>
                  <a:pt x="229099" y="144697"/>
                </a:cubicBezTo>
                <a:cubicBezTo>
                  <a:pt x="230064" y="144784"/>
                  <a:pt x="230678" y="144784"/>
                  <a:pt x="231292" y="144784"/>
                </a:cubicBezTo>
                <a:cubicBezTo>
                  <a:pt x="252956" y="144784"/>
                  <a:pt x="274619" y="144784"/>
                  <a:pt x="296283" y="144784"/>
                </a:cubicBezTo>
                <a:cubicBezTo>
                  <a:pt x="296897" y="144784"/>
                  <a:pt x="297598" y="144784"/>
                  <a:pt x="298212" y="144697"/>
                </a:cubicBezTo>
                <a:cubicBezTo>
                  <a:pt x="300756" y="144346"/>
                  <a:pt x="302159" y="142767"/>
                  <a:pt x="302422" y="140311"/>
                </a:cubicBezTo>
                <a:cubicBezTo>
                  <a:pt x="302686" y="137856"/>
                  <a:pt x="301545" y="136014"/>
                  <a:pt x="299177" y="135224"/>
                </a:cubicBezTo>
                <a:cubicBezTo>
                  <a:pt x="297949" y="134786"/>
                  <a:pt x="296634" y="134786"/>
                  <a:pt x="295318" y="134786"/>
                </a:cubicBezTo>
                <a:cubicBezTo>
                  <a:pt x="274005" y="134786"/>
                  <a:pt x="252692" y="134786"/>
                  <a:pt x="231292" y="134786"/>
                </a:cubicBezTo>
                <a:cubicBezTo>
                  <a:pt x="230327" y="134873"/>
                  <a:pt x="229275" y="134873"/>
                  <a:pt x="227696" y="134873"/>
                </a:cubicBezTo>
                <a:close/>
                <a:moveTo>
                  <a:pt x="54036" y="222142"/>
                </a:moveTo>
                <a:cubicBezTo>
                  <a:pt x="43686" y="222142"/>
                  <a:pt x="33776" y="222142"/>
                  <a:pt x="23952" y="222142"/>
                </a:cubicBezTo>
                <a:cubicBezTo>
                  <a:pt x="23952" y="228018"/>
                  <a:pt x="23952" y="233632"/>
                  <a:pt x="23952" y="239157"/>
                </a:cubicBezTo>
                <a:cubicBezTo>
                  <a:pt x="33951" y="239157"/>
                  <a:pt x="43950" y="239157"/>
                  <a:pt x="54036" y="239157"/>
                </a:cubicBezTo>
                <a:cubicBezTo>
                  <a:pt x="54036" y="233456"/>
                  <a:pt x="54036" y="228018"/>
                  <a:pt x="54036" y="222142"/>
                </a:cubicBezTo>
                <a:close/>
                <a:moveTo>
                  <a:pt x="53948" y="249594"/>
                </a:moveTo>
                <a:cubicBezTo>
                  <a:pt x="53071" y="249507"/>
                  <a:pt x="52457" y="249331"/>
                  <a:pt x="51843" y="249331"/>
                </a:cubicBezTo>
                <a:cubicBezTo>
                  <a:pt x="39915" y="249331"/>
                  <a:pt x="28075" y="249331"/>
                  <a:pt x="16146" y="249331"/>
                </a:cubicBezTo>
                <a:cubicBezTo>
                  <a:pt x="15269" y="249331"/>
                  <a:pt x="14217" y="249244"/>
                  <a:pt x="13603" y="249682"/>
                </a:cubicBezTo>
                <a:cubicBezTo>
                  <a:pt x="12287" y="250647"/>
                  <a:pt x="10621" y="251875"/>
                  <a:pt x="10270" y="253278"/>
                </a:cubicBezTo>
                <a:cubicBezTo>
                  <a:pt x="9919" y="254681"/>
                  <a:pt x="10621" y="256874"/>
                  <a:pt x="11673" y="257927"/>
                </a:cubicBezTo>
                <a:cubicBezTo>
                  <a:pt x="12726" y="258979"/>
                  <a:pt x="14831" y="259330"/>
                  <a:pt x="16497" y="259330"/>
                </a:cubicBezTo>
                <a:cubicBezTo>
                  <a:pt x="27022" y="259418"/>
                  <a:pt x="37635" y="259418"/>
                  <a:pt x="48247" y="259418"/>
                </a:cubicBezTo>
                <a:cubicBezTo>
                  <a:pt x="50089" y="259418"/>
                  <a:pt x="51931" y="259418"/>
                  <a:pt x="53948" y="259418"/>
                </a:cubicBezTo>
                <a:cubicBezTo>
                  <a:pt x="53948" y="255909"/>
                  <a:pt x="53948" y="252840"/>
                  <a:pt x="53948" y="249594"/>
                </a:cubicBezTo>
                <a:close/>
                <a:moveTo>
                  <a:pt x="219802" y="153292"/>
                </a:moveTo>
                <a:cubicBezTo>
                  <a:pt x="219627" y="150398"/>
                  <a:pt x="219715" y="147766"/>
                  <a:pt x="219188" y="145398"/>
                </a:cubicBezTo>
                <a:cubicBezTo>
                  <a:pt x="217610" y="138206"/>
                  <a:pt x="215943" y="131014"/>
                  <a:pt x="214014" y="123910"/>
                </a:cubicBezTo>
                <a:cubicBezTo>
                  <a:pt x="213663" y="122682"/>
                  <a:pt x="211909" y="121103"/>
                  <a:pt x="210593" y="120928"/>
                </a:cubicBezTo>
                <a:cubicBezTo>
                  <a:pt x="209628" y="120753"/>
                  <a:pt x="207962" y="122419"/>
                  <a:pt x="207436" y="123647"/>
                </a:cubicBezTo>
                <a:cubicBezTo>
                  <a:pt x="202875" y="132944"/>
                  <a:pt x="202261" y="143030"/>
                  <a:pt x="201559" y="153292"/>
                </a:cubicBezTo>
                <a:cubicBezTo>
                  <a:pt x="207786" y="153292"/>
                  <a:pt x="213575" y="153292"/>
                  <a:pt x="219802" y="153292"/>
                </a:cubicBezTo>
                <a:close/>
                <a:moveTo>
                  <a:pt x="160863" y="41378"/>
                </a:moveTo>
                <a:cubicBezTo>
                  <a:pt x="160863" y="41378"/>
                  <a:pt x="160863" y="41378"/>
                  <a:pt x="160863" y="41378"/>
                </a:cubicBezTo>
                <a:cubicBezTo>
                  <a:pt x="160863" y="42167"/>
                  <a:pt x="160863" y="42869"/>
                  <a:pt x="160863" y="43658"/>
                </a:cubicBezTo>
                <a:cubicBezTo>
                  <a:pt x="160863" y="48219"/>
                  <a:pt x="161740" y="49008"/>
                  <a:pt x="166389" y="48745"/>
                </a:cubicBezTo>
                <a:cubicBezTo>
                  <a:pt x="167266" y="48657"/>
                  <a:pt x="168231" y="48570"/>
                  <a:pt x="168932" y="48219"/>
                </a:cubicBezTo>
                <a:cubicBezTo>
                  <a:pt x="169546" y="47868"/>
                  <a:pt x="170423" y="47079"/>
                  <a:pt x="170423" y="46552"/>
                </a:cubicBezTo>
                <a:cubicBezTo>
                  <a:pt x="170511" y="43044"/>
                  <a:pt x="170599" y="39536"/>
                  <a:pt x="170248" y="36115"/>
                </a:cubicBezTo>
                <a:cubicBezTo>
                  <a:pt x="169985" y="33484"/>
                  <a:pt x="168055" y="32168"/>
                  <a:pt x="165424" y="32256"/>
                </a:cubicBezTo>
                <a:cubicBezTo>
                  <a:pt x="162793" y="32344"/>
                  <a:pt x="161214" y="33923"/>
                  <a:pt x="160951" y="36554"/>
                </a:cubicBezTo>
                <a:cubicBezTo>
                  <a:pt x="160775" y="38133"/>
                  <a:pt x="160863" y="39711"/>
                  <a:pt x="160863" y="4137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90204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6" name="Google Shape;1246;p10"/>
          <p:cNvSpPr txBox="1"/>
          <p:nvPr/>
        </p:nvSpPr>
        <p:spPr>
          <a:xfrm>
            <a:off x="10681522" y="6397891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Recognitions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grpSp>
        <p:nvGrpSpPr>
          <p:cNvPr id="1247" name="Google Shape;1247;p10"/>
          <p:cNvGrpSpPr/>
          <p:nvPr/>
        </p:nvGrpSpPr>
        <p:grpSpPr>
          <a:xfrm>
            <a:off x="10399521" y="6312157"/>
            <a:ext cx="318276" cy="423136"/>
            <a:chOff x="4890592" y="1835560"/>
            <a:chExt cx="2409354" cy="3203147"/>
          </a:xfrm>
        </p:grpSpPr>
        <p:sp>
          <p:nvSpPr>
            <p:cNvPr id="1248" name="Google Shape;1248;p10"/>
            <p:cNvSpPr/>
            <p:nvPr/>
          </p:nvSpPr>
          <p:spPr>
            <a:xfrm>
              <a:off x="4890592" y="1835560"/>
              <a:ext cx="2409354" cy="3203147"/>
            </a:xfrm>
            <a:custGeom>
              <a:avLst/>
              <a:gdLst/>
              <a:ahLst/>
              <a:cxnLst/>
              <a:rect l="l" t="t" r="r" b="b"/>
              <a:pathLst>
                <a:path w="2409354" h="3203147" extrusionOk="0">
                  <a:moveTo>
                    <a:pt x="692010" y="2856454"/>
                  </a:moveTo>
                  <a:cubicBezTo>
                    <a:pt x="692010" y="2680241"/>
                    <a:pt x="691057" y="2504981"/>
                    <a:pt x="692962" y="2328769"/>
                  </a:cubicBezTo>
                  <a:cubicBezTo>
                    <a:pt x="692962" y="2304956"/>
                    <a:pt x="685342" y="2293526"/>
                    <a:pt x="664387" y="2283049"/>
                  </a:cubicBezTo>
                  <a:cubicBezTo>
                    <a:pt x="208140" y="2034446"/>
                    <a:pt x="-11888" y="1647731"/>
                    <a:pt x="495" y="1128619"/>
                  </a:cubicBezTo>
                  <a:cubicBezTo>
                    <a:pt x="1447" y="1102901"/>
                    <a:pt x="4305" y="1076231"/>
                    <a:pt x="8115" y="1050514"/>
                  </a:cubicBezTo>
                  <a:cubicBezTo>
                    <a:pt x="12877" y="1017176"/>
                    <a:pt x="33832" y="998126"/>
                    <a:pt x="61455" y="1000031"/>
                  </a:cubicBezTo>
                  <a:cubicBezTo>
                    <a:pt x="90982" y="1001936"/>
                    <a:pt x="110032" y="1025749"/>
                    <a:pt x="106222" y="1060991"/>
                  </a:cubicBezTo>
                  <a:cubicBezTo>
                    <a:pt x="93840" y="1168624"/>
                    <a:pt x="91935" y="1277209"/>
                    <a:pt x="111937" y="1383889"/>
                  </a:cubicBezTo>
                  <a:cubicBezTo>
                    <a:pt x="184327" y="1773461"/>
                    <a:pt x="398640" y="2057306"/>
                    <a:pt x="761542" y="2218279"/>
                  </a:cubicBezTo>
                  <a:cubicBezTo>
                    <a:pt x="1309230" y="2460214"/>
                    <a:pt x="1943595" y="2222089"/>
                    <a:pt x="2202675" y="1682021"/>
                  </a:cubicBezTo>
                  <a:cubicBezTo>
                    <a:pt x="2520810" y="1019081"/>
                    <a:pt x="2107425" y="229459"/>
                    <a:pt x="1383525" y="113254"/>
                  </a:cubicBezTo>
                  <a:cubicBezTo>
                    <a:pt x="1240650" y="90394"/>
                    <a:pt x="1099680" y="93251"/>
                    <a:pt x="958710" y="126589"/>
                  </a:cubicBezTo>
                  <a:cubicBezTo>
                    <a:pt x="952995" y="127541"/>
                    <a:pt x="947280" y="129446"/>
                    <a:pt x="941565" y="129446"/>
                  </a:cubicBezTo>
                  <a:cubicBezTo>
                    <a:pt x="907275" y="134209"/>
                    <a:pt x="884415" y="120874"/>
                    <a:pt x="877747" y="93251"/>
                  </a:cubicBezTo>
                  <a:cubicBezTo>
                    <a:pt x="871080" y="66581"/>
                    <a:pt x="887272" y="40864"/>
                    <a:pt x="920610" y="34196"/>
                  </a:cubicBezTo>
                  <a:cubicBezTo>
                    <a:pt x="987285" y="21814"/>
                    <a:pt x="1053960" y="6574"/>
                    <a:pt x="1120635" y="2764"/>
                  </a:cubicBezTo>
                  <a:cubicBezTo>
                    <a:pt x="1718805" y="-37241"/>
                    <a:pt x="2249347" y="360904"/>
                    <a:pt x="2380792" y="947644"/>
                  </a:cubicBezTo>
                  <a:cubicBezTo>
                    <a:pt x="2498902" y="1476281"/>
                    <a:pt x="2242680" y="2025874"/>
                    <a:pt x="1760715" y="2273524"/>
                  </a:cubicBezTo>
                  <a:cubicBezTo>
                    <a:pt x="1726425" y="2291621"/>
                    <a:pt x="1714042" y="2308766"/>
                    <a:pt x="1714995" y="2347819"/>
                  </a:cubicBezTo>
                  <a:cubicBezTo>
                    <a:pt x="1715947" y="2481169"/>
                    <a:pt x="1715947" y="2614519"/>
                    <a:pt x="1715947" y="2747869"/>
                  </a:cubicBezTo>
                  <a:cubicBezTo>
                    <a:pt x="1715947" y="2809781"/>
                    <a:pt x="1715947" y="2871694"/>
                    <a:pt x="1715947" y="2933606"/>
                  </a:cubicBezTo>
                  <a:cubicBezTo>
                    <a:pt x="1715947" y="2970754"/>
                    <a:pt x="1715947" y="3007901"/>
                    <a:pt x="1715947" y="3044096"/>
                  </a:cubicBezTo>
                  <a:cubicBezTo>
                    <a:pt x="1715947" y="3089816"/>
                    <a:pt x="1730235" y="3163159"/>
                    <a:pt x="1687372" y="3195544"/>
                  </a:cubicBezTo>
                  <a:cubicBezTo>
                    <a:pt x="1665465" y="3212689"/>
                    <a:pt x="1642605" y="3197449"/>
                    <a:pt x="1623555" y="3183161"/>
                  </a:cubicBezTo>
                  <a:cubicBezTo>
                    <a:pt x="1519732" y="3104104"/>
                    <a:pt x="1414957" y="3025999"/>
                    <a:pt x="1310182" y="2947894"/>
                  </a:cubicBezTo>
                  <a:cubicBezTo>
                    <a:pt x="1291132" y="2933606"/>
                    <a:pt x="1272082" y="2919319"/>
                    <a:pt x="1253032" y="2905031"/>
                  </a:cubicBezTo>
                  <a:cubicBezTo>
                    <a:pt x="1203502" y="2867884"/>
                    <a:pt x="1203502" y="2867884"/>
                    <a:pt x="1153020" y="2905984"/>
                  </a:cubicBezTo>
                  <a:cubicBezTo>
                    <a:pt x="1031100" y="2997424"/>
                    <a:pt x="910132" y="3087911"/>
                    <a:pt x="788212" y="3179351"/>
                  </a:cubicBezTo>
                  <a:cubicBezTo>
                    <a:pt x="768210" y="3194591"/>
                    <a:pt x="747255" y="3209831"/>
                    <a:pt x="720585" y="3197449"/>
                  </a:cubicBezTo>
                  <a:cubicBezTo>
                    <a:pt x="692010" y="3184114"/>
                    <a:pt x="691057" y="3157444"/>
                    <a:pt x="691057" y="3130774"/>
                  </a:cubicBezTo>
                  <a:cubicBezTo>
                    <a:pt x="692010" y="2957419"/>
                    <a:pt x="692010" y="3030761"/>
                    <a:pt x="692010" y="2856454"/>
                  </a:cubicBezTo>
                  <a:close/>
                  <a:moveTo>
                    <a:pt x="793927" y="2340199"/>
                  </a:moveTo>
                  <a:cubicBezTo>
                    <a:pt x="793927" y="2662144"/>
                    <a:pt x="793927" y="2732629"/>
                    <a:pt x="793927" y="3054574"/>
                  </a:cubicBezTo>
                  <a:cubicBezTo>
                    <a:pt x="918705" y="2961229"/>
                    <a:pt x="1038720" y="2870741"/>
                    <a:pt x="1159687" y="2780254"/>
                  </a:cubicBezTo>
                  <a:cubicBezTo>
                    <a:pt x="1196835" y="2752631"/>
                    <a:pt x="1211122" y="2752631"/>
                    <a:pt x="1248270" y="2779301"/>
                  </a:cubicBezTo>
                  <a:cubicBezTo>
                    <a:pt x="1342567" y="2849786"/>
                    <a:pt x="1435912" y="2920271"/>
                    <a:pt x="1530210" y="2990756"/>
                  </a:cubicBezTo>
                  <a:cubicBezTo>
                    <a:pt x="1556880" y="3010759"/>
                    <a:pt x="1584502" y="3030761"/>
                    <a:pt x="1614982" y="3053621"/>
                  </a:cubicBezTo>
                  <a:cubicBezTo>
                    <a:pt x="1614982" y="2730724"/>
                    <a:pt x="1614982" y="2659286"/>
                    <a:pt x="1614982" y="2339246"/>
                  </a:cubicBezTo>
                  <a:cubicBezTo>
                    <a:pt x="1340662" y="2434496"/>
                    <a:pt x="1068247" y="2434496"/>
                    <a:pt x="793927" y="23401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9" name="Google Shape;1249;p10"/>
            <p:cNvSpPr/>
            <p:nvPr/>
          </p:nvSpPr>
          <p:spPr>
            <a:xfrm>
              <a:off x="5208262" y="2153600"/>
              <a:ext cx="1773563" cy="1773558"/>
            </a:xfrm>
            <a:custGeom>
              <a:avLst/>
              <a:gdLst/>
              <a:ahLst/>
              <a:cxnLst/>
              <a:rect l="l" t="t" r="r" b="b"/>
              <a:pathLst>
                <a:path w="1773563" h="1773558" extrusionOk="0">
                  <a:moveTo>
                    <a:pt x="886784" y="2"/>
                  </a:moveTo>
                  <a:cubicBezTo>
                    <a:pt x="1375417" y="-951"/>
                    <a:pt x="1774514" y="397194"/>
                    <a:pt x="1773562" y="884874"/>
                  </a:cubicBezTo>
                  <a:cubicBezTo>
                    <a:pt x="1772609" y="1377317"/>
                    <a:pt x="1378274" y="1772604"/>
                    <a:pt x="886784" y="1773557"/>
                  </a:cubicBezTo>
                  <a:cubicBezTo>
                    <a:pt x="399104" y="1774509"/>
                    <a:pt x="959" y="1377317"/>
                    <a:pt x="7" y="887732"/>
                  </a:cubicBezTo>
                  <a:cubicBezTo>
                    <a:pt x="-1898" y="398147"/>
                    <a:pt x="395294" y="954"/>
                    <a:pt x="886784" y="2"/>
                  </a:cubicBezTo>
                  <a:close/>
                  <a:moveTo>
                    <a:pt x="883927" y="1675449"/>
                  </a:moveTo>
                  <a:cubicBezTo>
                    <a:pt x="1311599" y="1681164"/>
                    <a:pt x="1667834" y="1329692"/>
                    <a:pt x="1675454" y="896304"/>
                  </a:cubicBezTo>
                  <a:cubicBezTo>
                    <a:pt x="1682122" y="462917"/>
                    <a:pt x="1330649" y="103824"/>
                    <a:pt x="892499" y="98109"/>
                  </a:cubicBezTo>
                  <a:cubicBezTo>
                    <a:pt x="464827" y="92394"/>
                    <a:pt x="101924" y="446724"/>
                    <a:pt x="98114" y="874397"/>
                  </a:cubicBezTo>
                  <a:cubicBezTo>
                    <a:pt x="93352" y="1316357"/>
                    <a:pt x="440062" y="1669734"/>
                    <a:pt x="883927" y="16754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0" name="Google Shape;1250;p10"/>
            <p:cNvSpPr/>
            <p:nvPr/>
          </p:nvSpPr>
          <p:spPr>
            <a:xfrm>
              <a:off x="5004953" y="2365795"/>
              <a:ext cx="180456" cy="218580"/>
            </a:xfrm>
            <a:custGeom>
              <a:avLst/>
              <a:gdLst/>
              <a:ahLst/>
              <a:cxnLst/>
              <a:rect l="l" t="t" r="r" b="b"/>
              <a:pathLst>
                <a:path w="180456" h="218580" extrusionOk="0">
                  <a:moveTo>
                    <a:pt x="180456" y="42124"/>
                  </a:moveTo>
                  <a:cubicBezTo>
                    <a:pt x="142356" y="103084"/>
                    <a:pt x="108066" y="160234"/>
                    <a:pt x="69014" y="214527"/>
                  </a:cubicBezTo>
                  <a:cubicBezTo>
                    <a:pt x="63299" y="222147"/>
                    <a:pt x="28056" y="218337"/>
                    <a:pt x="15674" y="208812"/>
                  </a:cubicBezTo>
                  <a:cubicBezTo>
                    <a:pt x="4244" y="198334"/>
                    <a:pt x="-4329" y="169759"/>
                    <a:pt x="2339" y="156424"/>
                  </a:cubicBezTo>
                  <a:cubicBezTo>
                    <a:pt x="25199" y="107847"/>
                    <a:pt x="52821" y="60222"/>
                    <a:pt x="83301" y="15454"/>
                  </a:cubicBezTo>
                  <a:cubicBezTo>
                    <a:pt x="91874" y="3072"/>
                    <a:pt x="121401" y="-2643"/>
                    <a:pt x="138546" y="1167"/>
                  </a:cubicBezTo>
                  <a:cubicBezTo>
                    <a:pt x="153786" y="3072"/>
                    <a:pt x="164264" y="24027"/>
                    <a:pt x="180456" y="4212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1" name="Google Shape;1251;p10"/>
            <p:cNvSpPr/>
            <p:nvPr/>
          </p:nvSpPr>
          <p:spPr>
            <a:xfrm>
              <a:off x="5307873" y="2016318"/>
              <a:ext cx="216625" cy="183988"/>
            </a:xfrm>
            <a:custGeom>
              <a:avLst/>
              <a:gdLst/>
              <a:ahLst/>
              <a:cxnLst/>
              <a:rect l="l" t="t" r="r" b="b"/>
              <a:pathLst>
                <a:path w="216625" h="183988" extrusionOk="0">
                  <a:moveTo>
                    <a:pt x="216626" y="57274"/>
                  </a:moveTo>
                  <a:cubicBezTo>
                    <a:pt x="210911" y="64894"/>
                    <a:pt x="203291" y="81086"/>
                    <a:pt x="190908" y="91564"/>
                  </a:cubicBezTo>
                  <a:cubicBezTo>
                    <a:pt x="156618" y="119186"/>
                    <a:pt x="120423" y="143951"/>
                    <a:pt x="85181" y="169669"/>
                  </a:cubicBezTo>
                  <a:cubicBezTo>
                    <a:pt x="57558" y="189671"/>
                    <a:pt x="30888" y="188719"/>
                    <a:pt x="11838" y="166811"/>
                  </a:cubicBezTo>
                  <a:cubicBezTo>
                    <a:pt x="-7212" y="143951"/>
                    <a:pt x="-3402" y="113471"/>
                    <a:pt x="24221" y="92516"/>
                  </a:cubicBezTo>
                  <a:cubicBezTo>
                    <a:pt x="61368" y="62989"/>
                    <a:pt x="99468" y="34414"/>
                    <a:pt x="139473" y="9649"/>
                  </a:cubicBezTo>
                  <a:cubicBezTo>
                    <a:pt x="173763" y="-14164"/>
                    <a:pt x="215673" y="7744"/>
                    <a:pt x="216626" y="57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2" name="Google Shape;1252;p10"/>
            <p:cNvSpPr/>
            <p:nvPr/>
          </p:nvSpPr>
          <p:spPr>
            <a:xfrm>
              <a:off x="5601955" y="2523901"/>
              <a:ext cx="982825" cy="938660"/>
            </a:xfrm>
            <a:custGeom>
              <a:avLst/>
              <a:gdLst/>
              <a:ahLst/>
              <a:cxnLst/>
              <a:rect l="l" t="t" r="r" b="b"/>
              <a:pathLst>
                <a:path w="982825" h="938660" extrusionOk="0">
                  <a:moveTo>
                    <a:pt x="171147" y="873666"/>
                  </a:moveTo>
                  <a:cubicBezTo>
                    <a:pt x="183529" y="800323"/>
                    <a:pt x="196864" y="719361"/>
                    <a:pt x="212104" y="639351"/>
                  </a:cubicBezTo>
                  <a:cubicBezTo>
                    <a:pt x="216867" y="613633"/>
                    <a:pt x="213057" y="595536"/>
                    <a:pt x="193054" y="576486"/>
                  </a:cubicBezTo>
                  <a:cubicBezTo>
                    <a:pt x="135904" y="524098"/>
                    <a:pt x="82564" y="468853"/>
                    <a:pt x="26367" y="415513"/>
                  </a:cubicBezTo>
                  <a:cubicBezTo>
                    <a:pt x="8269" y="398368"/>
                    <a:pt x="-6018" y="379318"/>
                    <a:pt x="2554" y="352648"/>
                  </a:cubicBezTo>
                  <a:cubicBezTo>
                    <a:pt x="12079" y="326931"/>
                    <a:pt x="33987" y="320263"/>
                    <a:pt x="58752" y="316453"/>
                  </a:cubicBezTo>
                  <a:cubicBezTo>
                    <a:pt x="137809" y="305976"/>
                    <a:pt x="215914" y="294546"/>
                    <a:pt x="294972" y="281211"/>
                  </a:cubicBezTo>
                  <a:cubicBezTo>
                    <a:pt x="309259" y="278353"/>
                    <a:pt x="327357" y="265971"/>
                    <a:pt x="334024" y="253588"/>
                  </a:cubicBezTo>
                  <a:cubicBezTo>
                    <a:pt x="371172" y="183103"/>
                    <a:pt x="405462" y="111666"/>
                    <a:pt x="440704" y="40228"/>
                  </a:cubicBezTo>
                  <a:cubicBezTo>
                    <a:pt x="452134" y="17368"/>
                    <a:pt x="467374" y="-5492"/>
                    <a:pt x="493092" y="1176"/>
                  </a:cubicBezTo>
                  <a:cubicBezTo>
                    <a:pt x="513094" y="5938"/>
                    <a:pt x="535002" y="24036"/>
                    <a:pt x="544527" y="42133"/>
                  </a:cubicBezTo>
                  <a:cubicBezTo>
                    <a:pt x="580722" y="108808"/>
                    <a:pt x="614059" y="177388"/>
                    <a:pt x="646444" y="245968"/>
                  </a:cubicBezTo>
                  <a:cubicBezTo>
                    <a:pt x="657874" y="269781"/>
                    <a:pt x="670257" y="281211"/>
                    <a:pt x="698832" y="285021"/>
                  </a:cubicBezTo>
                  <a:cubicBezTo>
                    <a:pt x="776937" y="293593"/>
                    <a:pt x="854089" y="305023"/>
                    <a:pt x="931242" y="319311"/>
                  </a:cubicBezTo>
                  <a:cubicBezTo>
                    <a:pt x="950292" y="323121"/>
                    <a:pt x="976009" y="339313"/>
                    <a:pt x="981724" y="354553"/>
                  </a:cubicBezTo>
                  <a:cubicBezTo>
                    <a:pt x="986487" y="370746"/>
                    <a:pt x="975057" y="398368"/>
                    <a:pt x="961722" y="412656"/>
                  </a:cubicBezTo>
                  <a:cubicBezTo>
                    <a:pt x="906477" y="469806"/>
                    <a:pt x="849327" y="525051"/>
                    <a:pt x="791224" y="579343"/>
                  </a:cubicBezTo>
                  <a:cubicBezTo>
                    <a:pt x="774079" y="595536"/>
                    <a:pt x="769317" y="610776"/>
                    <a:pt x="774079" y="632683"/>
                  </a:cubicBezTo>
                  <a:cubicBezTo>
                    <a:pt x="788367" y="706978"/>
                    <a:pt x="800749" y="782226"/>
                    <a:pt x="813132" y="857473"/>
                  </a:cubicBezTo>
                  <a:cubicBezTo>
                    <a:pt x="815989" y="874618"/>
                    <a:pt x="816942" y="893668"/>
                    <a:pt x="812179" y="909861"/>
                  </a:cubicBezTo>
                  <a:cubicBezTo>
                    <a:pt x="803607" y="938436"/>
                    <a:pt x="770269" y="947008"/>
                    <a:pt x="736932" y="929863"/>
                  </a:cubicBezTo>
                  <a:cubicBezTo>
                    <a:pt x="664542" y="892716"/>
                    <a:pt x="591199" y="854616"/>
                    <a:pt x="519762" y="815563"/>
                  </a:cubicBezTo>
                  <a:cubicBezTo>
                    <a:pt x="500712" y="805086"/>
                    <a:pt x="486424" y="806038"/>
                    <a:pt x="467374" y="816516"/>
                  </a:cubicBezTo>
                  <a:cubicBezTo>
                    <a:pt x="395937" y="855568"/>
                    <a:pt x="322594" y="893668"/>
                    <a:pt x="250204" y="930816"/>
                  </a:cubicBezTo>
                  <a:cubicBezTo>
                    <a:pt x="204484" y="951771"/>
                    <a:pt x="169242" y="928911"/>
                    <a:pt x="171147" y="873666"/>
                  </a:cubicBezTo>
                  <a:close/>
                  <a:moveTo>
                    <a:pt x="820752" y="401226"/>
                  </a:moveTo>
                  <a:cubicBezTo>
                    <a:pt x="763602" y="392653"/>
                    <a:pt x="705499" y="381223"/>
                    <a:pt x="646444" y="375508"/>
                  </a:cubicBezTo>
                  <a:cubicBezTo>
                    <a:pt x="609297" y="371698"/>
                    <a:pt x="589294" y="355506"/>
                    <a:pt x="574054" y="322168"/>
                  </a:cubicBezTo>
                  <a:cubicBezTo>
                    <a:pt x="550242" y="268828"/>
                    <a:pt x="522619" y="216441"/>
                    <a:pt x="492139" y="156433"/>
                  </a:cubicBezTo>
                  <a:cubicBezTo>
                    <a:pt x="468327" y="205963"/>
                    <a:pt x="443562" y="245968"/>
                    <a:pt x="427369" y="289783"/>
                  </a:cubicBezTo>
                  <a:cubicBezTo>
                    <a:pt x="405462" y="351696"/>
                    <a:pt x="365457" y="382176"/>
                    <a:pt x="299734" y="380271"/>
                  </a:cubicBezTo>
                  <a:cubicBezTo>
                    <a:pt x="297829" y="380271"/>
                    <a:pt x="294972" y="380271"/>
                    <a:pt x="293067" y="381223"/>
                  </a:cubicBezTo>
                  <a:cubicBezTo>
                    <a:pt x="249252" y="387891"/>
                    <a:pt x="205437" y="394558"/>
                    <a:pt x="164479" y="401226"/>
                  </a:cubicBezTo>
                  <a:cubicBezTo>
                    <a:pt x="209247" y="447898"/>
                    <a:pt x="251157" y="492666"/>
                    <a:pt x="294019" y="536481"/>
                  </a:cubicBezTo>
                  <a:cubicBezTo>
                    <a:pt x="314022" y="556483"/>
                    <a:pt x="322594" y="577438"/>
                    <a:pt x="316879" y="606013"/>
                  </a:cubicBezTo>
                  <a:cubicBezTo>
                    <a:pt x="304497" y="666973"/>
                    <a:pt x="295924" y="729838"/>
                    <a:pt x="284494" y="797466"/>
                  </a:cubicBezTo>
                  <a:cubicBezTo>
                    <a:pt x="341644" y="767938"/>
                    <a:pt x="393079" y="743173"/>
                    <a:pt x="443562" y="713646"/>
                  </a:cubicBezTo>
                  <a:cubicBezTo>
                    <a:pt x="477852" y="693643"/>
                    <a:pt x="507379" y="692691"/>
                    <a:pt x="542622" y="713646"/>
                  </a:cubicBezTo>
                  <a:cubicBezTo>
                    <a:pt x="592152" y="743173"/>
                    <a:pt x="644539" y="767938"/>
                    <a:pt x="700737" y="797466"/>
                  </a:cubicBezTo>
                  <a:cubicBezTo>
                    <a:pt x="689307" y="730791"/>
                    <a:pt x="681687" y="669831"/>
                    <a:pt x="668352" y="609823"/>
                  </a:cubicBezTo>
                  <a:cubicBezTo>
                    <a:pt x="661684" y="577438"/>
                    <a:pt x="671209" y="555531"/>
                    <a:pt x="693117" y="533623"/>
                  </a:cubicBezTo>
                  <a:cubicBezTo>
                    <a:pt x="736932" y="492666"/>
                    <a:pt x="777889" y="447898"/>
                    <a:pt x="820752" y="40122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53" name="Google Shape;1253;p10"/>
          <p:cNvSpPr/>
          <p:nvPr/>
        </p:nvSpPr>
        <p:spPr>
          <a:xfrm>
            <a:off x="0" y="6745403"/>
            <a:ext cx="12192000" cy="130500"/>
          </a:xfrm>
          <a:prstGeom prst="rect">
            <a:avLst/>
          </a:prstGeom>
          <a:solidFill>
            <a:srgbClr val="B90F50"/>
          </a:solidFill>
          <a:ln w="19050" cap="flat" cmpd="sng">
            <a:solidFill>
              <a:srgbClr val="B90F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9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7_Blank">
  <p:cSld name="17_Blank"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p11"/>
          <p:cNvSpPr txBox="1">
            <a:spLocks noGrp="1"/>
          </p:cNvSpPr>
          <p:nvPr>
            <p:ph type="body" idx="1"/>
          </p:nvPr>
        </p:nvSpPr>
        <p:spPr>
          <a:xfrm>
            <a:off x="1500993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1256" name="Google Shape;1256;p11"/>
          <p:cNvCxnSpPr/>
          <p:nvPr/>
        </p:nvCxnSpPr>
        <p:spPr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257" name="Google Shape;1257;p11"/>
          <p:cNvSpPr txBox="1">
            <a:spLocks noGrp="1"/>
          </p:cNvSpPr>
          <p:nvPr>
            <p:ph type="body" idx="2"/>
          </p:nvPr>
        </p:nvSpPr>
        <p:spPr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1258" name="Google Shape;1258;p11"/>
          <p:cNvGrpSpPr/>
          <p:nvPr/>
        </p:nvGrpSpPr>
        <p:grpSpPr>
          <a:xfrm>
            <a:off x="655527" y="416137"/>
            <a:ext cx="624253" cy="765101"/>
            <a:chOff x="4819650" y="1862134"/>
            <a:chExt cx="2558414" cy="3135659"/>
          </a:xfrm>
        </p:grpSpPr>
        <p:sp>
          <p:nvSpPr>
            <p:cNvPr id="1259" name="Google Shape;1259;p11"/>
            <p:cNvSpPr/>
            <p:nvPr/>
          </p:nvSpPr>
          <p:spPr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0" name="Google Shape;1260;p11"/>
            <p:cNvSpPr/>
            <p:nvPr/>
          </p:nvSpPr>
          <p:spPr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1" name="Google Shape;1261;p11"/>
            <p:cNvSpPr/>
            <p:nvPr/>
          </p:nvSpPr>
          <p:spPr>
            <a:xfrm>
              <a:off x="6231252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2" name="Google Shape;1262;p11"/>
            <p:cNvSpPr/>
            <p:nvPr/>
          </p:nvSpPr>
          <p:spPr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3" name="Google Shape;1263;p11"/>
            <p:cNvSpPr/>
            <p:nvPr/>
          </p:nvSpPr>
          <p:spPr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4" name="Google Shape;1264;p11"/>
            <p:cNvSpPr/>
            <p:nvPr/>
          </p:nvSpPr>
          <p:spPr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5" name="Google Shape;1265;p11"/>
            <p:cNvSpPr/>
            <p:nvPr/>
          </p:nvSpPr>
          <p:spPr>
            <a:xfrm>
              <a:off x="5838828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6" name="Google Shape;1266;p11"/>
            <p:cNvSpPr/>
            <p:nvPr/>
          </p:nvSpPr>
          <p:spPr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7" name="Google Shape;1267;p11"/>
            <p:cNvSpPr/>
            <p:nvPr/>
          </p:nvSpPr>
          <p:spPr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8" name="Google Shape;1268;p11"/>
            <p:cNvSpPr/>
            <p:nvPr/>
          </p:nvSpPr>
          <p:spPr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9" name="Google Shape;1269;p11"/>
            <p:cNvSpPr/>
            <p:nvPr/>
          </p:nvSpPr>
          <p:spPr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0" name="Google Shape;1270;p11"/>
            <p:cNvSpPr/>
            <p:nvPr/>
          </p:nvSpPr>
          <p:spPr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1" name="Google Shape;1271;p11"/>
            <p:cNvSpPr/>
            <p:nvPr/>
          </p:nvSpPr>
          <p:spPr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2" name="Google Shape;1272;p11"/>
            <p:cNvSpPr/>
            <p:nvPr/>
          </p:nvSpPr>
          <p:spPr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3" name="Google Shape;1273;p11"/>
            <p:cNvSpPr/>
            <p:nvPr/>
          </p:nvSpPr>
          <p:spPr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4" name="Google Shape;1274;p11"/>
            <p:cNvSpPr/>
            <p:nvPr/>
          </p:nvSpPr>
          <p:spPr>
            <a:xfrm>
              <a:off x="6188393" y="3388996"/>
              <a:ext cx="104775" cy="81914"/>
            </a:xfrm>
            <a:custGeom>
              <a:avLst/>
              <a:gdLst/>
              <a:ahLst/>
              <a:cxnLst/>
              <a:rect l="l" t="t" r="r" b="b"/>
              <a:pathLst>
                <a:path w="104775" h="81914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5" name="Google Shape;1275;p11"/>
            <p:cNvSpPr/>
            <p:nvPr/>
          </p:nvSpPr>
          <p:spPr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6" name="Google Shape;1276;p11"/>
            <p:cNvSpPr/>
            <p:nvPr/>
          </p:nvSpPr>
          <p:spPr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7" name="Google Shape;1277;p11"/>
            <p:cNvSpPr/>
            <p:nvPr/>
          </p:nvSpPr>
          <p:spPr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8" name="Google Shape;1278;p11"/>
            <p:cNvSpPr/>
            <p:nvPr/>
          </p:nvSpPr>
          <p:spPr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9" name="Google Shape;1279;p11"/>
            <p:cNvSpPr/>
            <p:nvPr/>
          </p:nvSpPr>
          <p:spPr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0" name="Google Shape;1280;p11"/>
            <p:cNvSpPr/>
            <p:nvPr/>
          </p:nvSpPr>
          <p:spPr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1" name="Google Shape;1281;p11"/>
            <p:cNvSpPr/>
            <p:nvPr/>
          </p:nvSpPr>
          <p:spPr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2" name="Google Shape;1282;p11"/>
            <p:cNvSpPr/>
            <p:nvPr/>
          </p:nvSpPr>
          <p:spPr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3" name="Google Shape;1283;p11"/>
            <p:cNvSpPr/>
            <p:nvPr/>
          </p:nvSpPr>
          <p:spPr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4" name="Google Shape;1284;p11"/>
            <p:cNvSpPr/>
            <p:nvPr/>
          </p:nvSpPr>
          <p:spPr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5" name="Google Shape;1285;p11"/>
            <p:cNvSpPr/>
            <p:nvPr/>
          </p:nvSpPr>
          <p:spPr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6" name="Google Shape;1286;p11"/>
            <p:cNvSpPr/>
            <p:nvPr/>
          </p:nvSpPr>
          <p:spPr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7" name="Google Shape;1287;p11"/>
            <p:cNvSpPr/>
            <p:nvPr/>
          </p:nvSpPr>
          <p:spPr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8" name="Google Shape;1288;p11"/>
            <p:cNvSpPr/>
            <p:nvPr/>
          </p:nvSpPr>
          <p:spPr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9" name="Google Shape;1289;p11"/>
            <p:cNvSpPr/>
            <p:nvPr/>
          </p:nvSpPr>
          <p:spPr>
            <a:xfrm>
              <a:off x="6518908" y="2761295"/>
              <a:ext cx="188595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0" name="Google Shape;1290;p11"/>
            <p:cNvSpPr/>
            <p:nvPr/>
          </p:nvSpPr>
          <p:spPr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1" name="Google Shape;1291;p11"/>
            <p:cNvSpPr/>
            <p:nvPr/>
          </p:nvSpPr>
          <p:spPr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2" name="Google Shape;1292;p11"/>
            <p:cNvSpPr/>
            <p:nvPr/>
          </p:nvSpPr>
          <p:spPr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3" name="Google Shape;1293;p11"/>
            <p:cNvSpPr/>
            <p:nvPr/>
          </p:nvSpPr>
          <p:spPr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4" name="Google Shape;1294;p11"/>
            <p:cNvSpPr/>
            <p:nvPr/>
          </p:nvSpPr>
          <p:spPr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5" name="Google Shape;1295;p11"/>
            <p:cNvSpPr/>
            <p:nvPr/>
          </p:nvSpPr>
          <p:spPr>
            <a:xfrm>
              <a:off x="5492112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6" name="Google Shape;1296;p11"/>
            <p:cNvSpPr/>
            <p:nvPr/>
          </p:nvSpPr>
          <p:spPr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7" name="Google Shape;1297;p11"/>
            <p:cNvSpPr/>
            <p:nvPr/>
          </p:nvSpPr>
          <p:spPr>
            <a:xfrm>
              <a:off x="5765485" y="2550792"/>
              <a:ext cx="109537" cy="219075"/>
            </a:xfrm>
            <a:custGeom>
              <a:avLst/>
              <a:gdLst/>
              <a:ahLst/>
              <a:cxnLst/>
              <a:rect l="l" t="t" r="r" b="b"/>
              <a:pathLst>
                <a:path w="109537" h="219075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8" name="Google Shape;1298;p11"/>
            <p:cNvSpPr/>
            <p:nvPr/>
          </p:nvSpPr>
          <p:spPr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9" name="Google Shape;1299;p11"/>
            <p:cNvSpPr/>
            <p:nvPr/>
          </p:nvSpPr>
          <p:spPr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0" name="Google Shape;1300;p11"/>
            <p:cNvSpPr/>
            <p:nvPr/>
          </p:nvSpPr>
          <p:spPr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1" name="Google Shape;1301;p11"/>
            <p:cNvSpPr/>
            <p:nvPr/>
          </p:nvSpPr>
          <p:spPr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2" name="Google Shape;1302;p11"/>
            <p:cNvSpPr/>
            <p:nvPr/>
          </p:nvSpPr>
          <p:spPr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3" name="Google Shape;1303;p11"/>
            <p:cNvSpPr/>
            <p:nvPr/>
          </p:nvSpPr>
          <p:spPr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4" name="Google Shape;1304;p11"/>
            <p:cNvSpPr/>
            <p:nvPr/>
          </p:nvSpPr>
          <p:spPr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5" name="Google Shape;1305;p11"/>
            <p:cNvSpPr/>
            <p:nvPr/>
          </p:nvSpPr>
          <p:spPr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6" name="Google Shape;1306;p11"/>
            <p:cNvSpPr/>
            <p:nvPr/>
          </p:nvSpPr>
          <p:spPr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7" name="Google Shape;1307;p11"/>
            <p:cNvSpPr/>
            <p:nvPr/>
          </p:nvSpPr>
          <p:spPr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8" name="Google Shape;1308;p11"/>
            <p:cNvSpPr/>
            <p:nvPr/>
          </p:nvSpPr>
          <p:spPr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9" name="Google Shape;1309;p11"/>
            <p:cNvSpPr/>
            <p:nvPr/>
          </p:nvSpPr>
          <p:spPr>
            <a:xfrm>
              <a:off x="5534023" y="2244085"/>
              <a:ext cx="77033" cy="27622"/>
            </a:xfrm>
            <a:custGeom>
              <a:avLst/>
              <a:gdLst/>
              <a:ahLst/>
              <a:cxnLst/>
              <a:rect l="l" t="t" r="r" b="b"/>
              <a:pathLst>
                <a:path w="77033" h="27622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0" name="Google Shape;1310;p11"/>
            <p:cNvSpPr/>
            <p:nvPr/>
          </p:nvSpPr>
          <p:spPr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1" name="Google Shape;1311;p11"/>
            <p:cNvSpPr/>
            <p:nvPr/>
          </p:nvSpPr>
          <p:spPr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2" name="Google Shape;1312;p11"/>
            <p:cNvSpPr/>
            <p:nvPr/>
          </p:nvSpPr>
          <p:spPr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3" name="Google Shape;1313;p11"/>
            <p:cNvSpPr/>
            <p:nvPr/>
          </p:nvSpPr>
          <p:spPr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4" name="Google Shape;1314;p11"/>
            <p:cNvSpPr/>
            <p:nvPr/>
          </p:nvSpPr>
          <p:spPr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5" name="Google Shape;1315;p11"/>
            <p:cNvSpPr/>
            <p:nvPr/>
          </p:nvSpPr>
          <p:spPr>
            <a:xfrm>
              <a:off x="6667143" y="2388355"/>
              <a:ext cx="87539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6" name="Google Shape;1316;p11"/>
            <p:cNvSpPr/>
            <p:nvPr/>
          </p:nvSpPr>
          <p:spPr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7" name="Google Shape;1317;p11"/>
            <p:cNvSpPr/>
            <p:nvPr/>
          </p:nvSpPr>
          <p:spPr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8" name="Google Shape;1318;p11"/>
            <p:cNvSpPr/>
            <p:nvPr/>
          </p:nvSpPr>
          <p:spPr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9" name="Google Shape;1319;p11"/>
            <p:cNvSpPr/>
            <p:nvPr/>
          </p:nvSpPr>
          <p:spPr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20" name="Google Shape;1320;p11"/>
            <p:cNvSpPr/>
            <p:nvPr/>
          </p:nvSpPr>
          <p:spPr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321" name="Google Shape;1321;p11"/>
            <p:cNvGrpSpPr/>
            <p:nvPr/>
          </p:nvGrpSpPr>
          <p:grpSpPr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1322" name="Google Shape;1322;p11"/>
              <p:cNvSpPr/>
              <p:nvPr/>
            </p:nvSpPr>
            <p:spPr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23" name="Google Shape;1323;p11"/>
              <p:cNvSpPr/>
              <p:nvPr/>
            </p:nvSpPr>
            <p:spPr>
              <a:xfrm>
                <a:off x="5744527" y="4910137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24" name="Google Shape;1324;p11"/>
              <p:cNvSpPr/>
              <p:nvPr/>
            </p:nvSpPr>
            <p:spPr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25" name="Google Shape;1325;p11"/>
              <p:cNvSpPr/>
              <p:nvPr/>
            </p:nvSpPr>
            <p:spPr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26" name="Google Shape;1326;p11"/>
              <p:cNvSpPr/>
              <p:nvPr/>
            </p:nvSpPr>
            <p:spPr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27" name="Google Shape;1327;p11"/>
              <p:cNvSpPr/>
              <p:nvPr/>
            </p:nvSpPr>
            <p:spPr>
              <a:xfrm>
                <a:off x="7259002" y="4910137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328" name="Google Shape;1328;p11"/>
            <p:cNvSpPr/>
            <p:nvPr/>
          </p:nvSpPr>
          <p:spPr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29" name="Google Shape;1329;p11"/>
            <p:cNvSpPr/>
            <p:nvPr/>
          </p:nvSpPr>
          <p:spPr>
            <a:xfrm>
              <a:off x="6256974" y="2756533"/>
              <a:ext cx="368617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30" name="Google Shape;1330;p11"/>
            <p:cNvSpPr/>
            <p:nvPr/>
          </p:nvSpPr>
          <p:spPr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331" name="Google Shape;1331;p11"/>
            <p:cNvGrpSpPr/>
            <p:nvPr/>
          </p:nvGrpSpPr>
          <p:grpSpPr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1332" name="Google Shape;1332;p11"/>
              <p:cNvSpPr/>
              <p:nvPr/>
            </p:nvSpPr>
            <p:spPr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3" name="Google Shape;1333;p11"/>
              <p:cNvSpPr/>
              <p:nvPr/>
            </p:nvSpPr>
            <p:spPr>
              <a:xfrm>
                <a:off x="6030277" y="4486275"/>
                <a:ext cx="53339" cy="31432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4" name="Google Shape;1334;p11"/>
              <p:cNvSpPr/>
              <p:nvPr/>
            </p:nvSpPr>
            <p:spPr>
              <a:xfrm rot="-4288464">
                <a:off x="5514870" y="4359989"/>
                <a:ext cx="37120" cy="36169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5" name="Google Shape;1335;p11"/>
              <p:cNvSpPr/>
              <p:nvPr/>
            </p:nvSpPr>
            <p:spPr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6" name="Google Shape;1336;p11"/>
              <p:cNvSpPr/>
              <p:nvPr/>
            </p:nvSpPr>
            <p:spPr>
              <a:xfrm rot="-1451706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7" name="Google Shape;1337;p11"/>
              <p:cNvSpPr/>
              <p:nvPr/>
            </p:nvSpPr>
            <p:spPr>
              <a:xfrm>
                <a:off x="6727133" y="4373310"/>
                <a:ext cx="54368" cy="46765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8" name="Google Shape;1338;p11"/>
              <p:cNvSpPr/>
              <p:nvPr/>
            </p:nvSpPr>
            <p:spPr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9" name="Google Shape;1339;p11"/>
              <p:cNvSpPr/>
              <p:nvPr/>
            </p:nvSpPr>
            <p:spPr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40" name="Google Shape;1340;p11"/>
              <p:cNvSpPr/>
              <p:nvPr/>
            </p:nvSpPr>
            <p:spPr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41" name="Google Shape;1341;p11"/>
              <p:cNvSpPr/>
              <p:nvPr/>
            </p:nvSpPr>
            <p:spPr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cxnSp>
        <p:nvCxnSpPr>
          <p:cNvPr id="1342" name="Google Shape;1342;p11"/>
          <p:cNvCxnSpPr/>
          <p:nvPr/>
        </p:nvCxnSpPr>
        <p:spPr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343" name="Google Shape;1343;p11"/>
          <p:cNvGrpSpPr/>
          <p:nvPr/>
        </p:nvGrpSpPr>
        <p:grpSpPr>
          <a:xfrm>
            <a:off x="-256094" y="6251576"/>
            <a:ext cx="22234031" cy="490550"/>
            <a:chOff x="-9757307" y="6258187"/>
            <a:chExt cx="21948698" cy="484255"/>
          </a:xfrm>
        </p:grpSpPr>
        <p:sp>
          <p:nvSpPr>
            <p:cNvPr id="1344" name="Google Shape;1344;p11"/>
            <p:cNvSpPr/>
            <p:nvPr/>
          </p:nvSpPr>
          <p:spPr>
            <a:xfrm>
              <a:off x="-9757307" y="6258187"/>
              <a:ext cx="10470371" cy="483649"/>
            </a:xfrm>
            <a:custGeom>
              <a:avLst/>
              <a:gdLst/>
              <a:ahLst/>
              <a:cxnLst/>
              <a:rect l="l" t="t" r="r" b="b"/>
              <a:pathLst>
                <a:path w="10470371" h="483649" extrusionOk="0">
                  <a:moveTo>
                    <a:pt x="10470372" y="483649"/>
                  </a:moveTo>
                  <a:lnTo>
                    <a:pt x="0" y="483649"/>
                  </a:lnTo>
                  <a:lnTo>
                    <a:pt x="0" y="0"/>
                  </a:lnTo>
                  <a:lnTo>
                    <a:pt x="9986722" y="0"/>
                  </a:lnTo>
                  <a:cubicBezTo>
                    <a:pt x="10120226" y="0"/>
                    <a:pt x="10228244" y="108017"/>
                    <a:pt x="10228244" y="241521"/>
                  </a:cubicBezTo>
                  <a:cubicBezTo>
                    <a:pt x="10228244" y="375025"/>
                    <a:pt x="10336868" y="483649"/>
                    <a:pt x="10470372" y="48364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45" name="Google Shape;1345;p11"/>
            <p:cNvSpPr/>
            <p:nvPr/>
          </p:nvSpPr>
          <p:spPr>
            <a:xfrm>
              <a:off x="2107576" y="6258187"/>
              <a:ext cx="10083815" cy="484255"/>
            </a:xfrm>
            <a:custGeom>
              <a:avLst/>
              <a:gdLst/>
              <a:ahLst/>
              <a:cxnLst/>
              <a:rect l="l" t="t" r="r" b="b"/>
              <a:pathLst>
                <a:path w="10083815" h="484255" extrusionOk="0">
                  <a:moveTo>
                    <a:pt x="10083816" y="607"/>
                  </a:moveTo>
                  <a:lnTo>
                    <a:pt x="10083816" y="484256"/>
                  </a:lnTo>
                  <a:lnTo>
                    <a:pt x="0" y="484256"/>
                  </a:lnTo>
                  <a:cubicBezTo>
                    <a:pt x="66752" y="484256"/>
                    <a:pt x="127436" y="456948"/>
                    <a:pt x="171129" y="413256"/>
                  </a:cubicBezTo>
                  <a:cubicBezTo>
                    <a:pt x="214821" y="369564"/>
                    <a:pt x="242128" y="308880"/>
                    <a:pt x="242128" y="242128"/>
                  </a:cubicBezTo>
                  <a:cubicBezTo>
                    <a:pt x="242128" y="175376"/>
                    <a:pt x="269436" y="114692"/>
                    <a:pt x="313129" y="71000"/>
                  </a:cubicBezTo>
                  <a:cubicBezTo>
                    <a:pt x="356821" y="27308"/>
                    <a:pt x="417504" y="0"/>
                    <a:pt x="484257" y="0"/>
                  </a:cubicBezTo>
                  <a:lnTo>
                    <a:pt x="1008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46" name="Google Shape;1346;p11"/>
          <p:cNvGrpSpPr/>
          <p:nvPr/>
        </p:nvGrpSpPr>
        <p:grpSpPr>
          <a:xfrm>
            <a:off x="6473371" y="6378004"/>
            <a:ext cx="344329" cy="344244"/>
            <a:chOff x="4719818" y="6336659"/>
            <a:chExt cx="344329" cy="344244"/>
          </a:xfrm>
        </p:grpSpPr>
        <p:sp>
          <p:nvSpPr>
            <p:cNvPr id="1347" name="Google Shape;1347;p11"/>
            <p:cNvSpPr/>
            <p:nvPr/>
          </p:nvSpPr>
          <p:spPr>
            <a:xfrm>
              <a:off x="4719818" y="6336659"/>
              <a:ext cx="177727" cy="344244"/>
            </a:xfrm>
            <a:custGeom>
              <a:avLst/>
              <a:gdLst/>
              <a:ahLst/>
              <a:cxnLst/>
              <a:rect l="l" t="t" r="r" b="b"/>
              <a:pathLst>
                <a:path w="177727" h="344244" extrusionOk="0">
                  <a:moveTo>
                    <a:pt x="143455" y="324582"/>
                  </a:moveTo>
                  <a:cubicBezTo>
                    <a:pt x="135751" y="322500"/>
                    <a:pt x="128412" y="320522"/>
                    <a:pt x="120760" y="318492"/>
                  </a:cubicBezTo>
                  <a:cubicBezTo>
                    <a:pt x="118730" y="322032"/>
                    <a:pt x="116596" y="325727"/>
                    <a:pt x="114410" y="329371"/>
                  </a:cubicBezTo>
                  <a:cubicBezTo>
                    <a:pt x="111859" y="333639"/>
                    <a:pt x="109100" y="334368"/>
                    <a:pt x="104884" y="331922"/>
                  </a:cubicBezTo>
                  <a:cubicBezTo>
                    <a:pt x="92340" y="324738"/>
                    <a:pt x="79847" y="317503"/>
                    <a:pt x="67355" y="310268"/>
                  </a:cubicBezTo>
                  <a:cubicBezTo>
                    <a:pt x="62826" y="307613"/>
                    <a:pt x="62150" y="305011"/>
                    <a:pt x="64700" y="300482"/>
                  </a:cubicBezTo>
                  <a:cubicBezTo>
                    <a:pt x="66730" y="296839"/>
                    <a:pt x="68864" y="293247"/>
                    <a:pt x="70686" y="290020"/>
                  </a:cubicBezTo>
                  <a:cubicBezTo>
                    <a:pt x="65065" y="284450"/>
                    <a:pt x="59651" y="279141"/>
                    <a:pt x="53874" y="273415"/>
                  </a:cubicBezTo>
                  <a:cubicBezTo>
                    <a:pt x="50855" y="275133"/>
                    <a:pt x="47159" y="277319"/>
                    <a:pt x="43463" y="279401"/>
                  </a:cubicBezTo>
                  <a:cubicBezTo>
                    <a:pt x="39091" y="281848"/>
                    <a:pt x="36384" y="281223"/>
                    <a:pt x="33886" y="276903"/>
                  </a:cubicBezTo>
                  <a:cubicBezTo>
                    <a:pt x="26598" y="264306"/>
                    <a:pt x="19311" y="251710"/>
                    <a:pt x="12076" y="239061"/>
                  </a:cubicBezTo>
                  <a:cubicBezTo>
                    <a:pt x="9682" y="234845"/>
                    <a:pt x="10514" y="232086"/>
                    <a:pt x="14783" y="229588"/>
                  </a:cubicBezTo>
                  <a:cubicBezTo>
                    <a:pt x="18270" y="227506"/>
                    <a:pt x="21810" y="225528"/>
                    <a:pt x="25297" y="223498"/>
                  </a:cubicBezTo>
                  <a:cubicBezTo>
                    <a:pt x="25401" y="223445"/>
                    <a:pt x="25453" y="223289"/>
                    <a:pt x="25557" y="223185"/>
                  </a:cubicBezTo>
                  <a:cubicBezTo>
                    <a:pt x="23579" y="215898"/>
                    <a:pt x="21601" y="208559"/>
                    <a:pt x="19467" y="200699"/>
                  </a:cubicBezTo>
                  <a:cubicBezTo>
                    <a:pt x="15459" y="200699"/>
                    <a:pt x="11087" y="200751"/>
                    <a:pt x="6715" y="200699"/>
                  </a:cubicBezTo>
                  <a:cubicBezTo>
                    <a:pt x="1978" y="200647"/>
                    <a:pt x="52" y="198669"/>
                    <a:pt x="0" y="193880"/>
                  </a:cubicBezTo>
                  <a:cubicBezTo>
                    <a:pt x="0" y="179306"/>
                    <a:pt x="0" y="164731"/>
                    <a:pt x="0" y="150157"/>
                  </a:cubicBezTo>
                  <a:cubicBezTo>
                    <a:pt x="0" y="145368"/>
                    <a:pt x="1978" y="143390"/>
                    <a:pt x="6715" y="143390"/>
                  </a:cubicBezTo>
                  <a:cubicBezTo>
                    <a:pt x="10983" y="143338"/>
                    <a:pt x="15303" y="143390"/>
                    <a:pt x="19467" y="143390"/>
                  </a:cubicBezTo>
                  <a:cubicBezTo>
                    <a:pt x="21497" y="135738"/>
                    <a:pt x="23475" y="128451"/>
                    <a:pt x="25557" y="120695"/>
                  </a:cubicBezTo>
                  <a:cubicBezTo>
                    <a:pt x="22174" y="118717"/>
                    <a:pt x="18635" y="116687"/>
                    <a:pt x="15043" y="114605"/>
                  </a:cubicBezTo>
                  <a:cubicBezTo>
                    <a:pt x="10358" y="111898"/>
                    <a:pt x="9578" y="109192"/>
                    <a:pt x="12232" y="104611"/>
                  </a:cubicBezTo>
                  <a:cubicBezTo>
                    <a:pt x="19363" y="92171"/>
                    <a:pt x="26546" y="79782"/>
                    <a:pt x="33730" y="67394"/>
                  </a:cubicBezTo>
                  <a:cubicBezTo>
                    <a:pt x="36436" y="62709"/>
                    <a:pt x="39039" y="62085"/>
                    <a:pt x="43776" y="64792"/>
                  </a:cubicBezTo>
                  <a:cubicBezTo>
                    <a:pt x="47315" y="66769"/>
                    <a:pt x="50803" y="68852"/>
                    <a:pt x="53978" y="70673"/>
                  </a:cubicBezTo>
                  <a:cubicBezTo>
                    <a:pt x="59495" y="65104"/>
                    <a:pt x="64804" y="59690"/>
                    <a:pt x="70582" y="53861"/>
                  </a:cubicBezTo>
                  <a:cubicBezTo>
                    <a:pt x="68812" y="50790"/>
                    <a:pt x="66626" y="47042"/>
                    <a:pt x="64492" y="43242"/>
                  </a:cubicBezTo>
                  <a:cubicBezTo>
                    <a:pt x="62150" y="39078"/>
                    <a:pt x="62826" y="36423"/>
                    <a:pt x="66991" y="33977"/>
                  </a:cubicBezTo>
                  <a:cubicBezTo>
                    <a:pt x="79691" y="26585"/>
                    <a:pt x="92392" y="19246"/>
                    <a:pt x="105145" y="11959"/>
                  </a:cubicBezTo>
                  <a:cubicBezTo>
                    <a:pt x="109048" y="9721"/>
                    <a:pt x="111807" y="10501"/>
                    <a:pt x="114150" y="14405"/>
                  </a:cubicBezTo>
                  <a:cubicBezTo>
                    <a:pt x="116388" y="18049"/>
                    <a:pt x="118470" y="21797"/>
                    <a:pt x="120656" y="25596"/>
                  </a:cubicBezTo>
                  <a:cubicBezTo>
                    <a:pt x="128151" y="23566"/>
                    <a:pt x="135595" y="21588"/>
                    <a:pt x="143351" y="19506"/>
                  </a:cubicBezTo>
                  <a:cubicBezTo>
                    <a:pt x="143351" y="15394"/>
                    <a:pt x="143351" y="11074"/>
                    <a:pt x="143351" y="6806"/>
                  </a:cubicBezTo>
                  <a:cubicBezTo>
                    <a:pt x="143403" y="2017"/>
                    <a:pt x="145329" y="39"/>
                    <a:pt x="150065" y="39"/>
                  </a:cubicBezTo>
                  <a:cubicBezTo>
                    <a:pt x="157092" y="-13"/>
                    <a:pt x="164171" y="-13"/>
                    <a:pt x="171198" y="39"/>
                  </a:cubicBezTo>
                  <a:cubicBezTo>
                    <a:pt x="175675" y="91"/>
                    <a:pt x="177705" y="2121"/>
                    <a:pt x="177705" y="6650"/>
                  </a:cubicBezTo>
                  <a:cubicBezTo>
                    <a:pt x="177757" y="24816"/>
                    <a:pt x="177705" y="42982"/>
                    <a:pt x="177705" y="61148"/>
                  </a:cubicBezTo>
                  <a:cubicBezTo>
                    <a:pt x="177705" y="67134"/>
                    <a:pt x="176091" y="68747"/>
                    <a:pt x="170105" y="68904"/>
                  </a:cubicBezTo>
                  <a:cubicBezTo>
                    <a:pt x="125705" y="69997"/>
                    <a:pt x="87343" y="98573"/>
                    <a:pt x="73705" y="140631"/>
                  </a:cubicBezTo>
                  <a:cubicBezTo>
                    <a:pt x="54654" y="199346"/>
                    <a:pt x="91819" y="261912"/>
                    <a:pt x="152668" y="273363"/>
                  </a:cubicBezTo>
                  <a:cubicBezTo>
                    <a:pt x="158758" y="274508"/>
                    <a:pt x="164952" y="274873"/>
                    <a:pt x="171146" y="275341"/>
                  </a:cubicBezTo>
                  <a:cubicBezTo>
                    <a:pt x="175675" y="275706"/>
                    <a:pt x="177653" y="277475"/>
                    <a:pt x="177653" y="282004"/>
                  </a:cubicBezTo>
                  <a:cubicBezTo>
                    <a:pt x="177653" y="300534"/>
                    <a:pt x="177653" y="319065"/>
                    <a:pt x="177653" y="337595"/>
                  </a:cubicBezTo>
                  <a:cubicBezTo>
                    <a:pt x="177653" y="342124"/>
                    <a:pt x="175623" y="344206"/>
                    <a:pt x="171146" y="344206"/>
                  </a:cubicBezTo>
                  <a:cubicBezTo>
                    <a:pt x="163963" y="344258"/>
                    <a:pt x="156780" y="344258"/>
                    <a:pt x="149649" y="344206"/>
                  </a:cubicBezTo>
                  <a:cubicBezTo>
                    <a:pt x="145381" y="344154"/>
                    <a:pt x="143351" y="342124"/>
                    <a:pt x="143299" y="337803"/>
                  </a:cubicBezTo>
                  <a:cubicBezTo>
                    <a:pt x="143403" y="333223"/>
                    <a:pt x="143455" y="328798"/>
                    <a:pt x="143455" y="324582"/>
                  </a:cubicBezTo>
                  <a:close/>
                  <a:moveTo>
                    <a:pt x="106654" y="24347"/>
                  </a:moveTo>
                  <a:cubicBezTo>
                    <a:pt x="96608" y="30177"/>
                    <a:pt x="86874" y="35799"/>
                    <a:pt x="77037" y="41524"/>
                  </a:cubicBezTo>
                  <a:cubicBezTo>
                    <a:pt x="78286" y="43658"/>
                    <a:pt x="79223" y="45324"/>
                    <a:pt x="80160" y="46938"/>
                  </a:cubicBezTo>
                  <a:cubicBezTo>
                    <a:pt x="81097" y="48603"/>
                    <a:pt x="82086" y="50217"/>
                    <a:pt x="83023" y="51883"/>
                  </a:cubicBezTo>
                  <a:cubicBezTo>
                    <a:pt x="85209" y="55839"/>
                    <a:pt x="84688" y="57817"/>
                    <a:pt x="81461" y="60992"/>
                  </a:cubicBezTo>
                  <a:cubicBezTo>
                    <a:pt x="74642" y="67654"/>
                    <a:pt x="67876" y="74421"/>
                    <a:pt x="61213" y="81240"/>
                  </a:cubicBezTo>
                  <a:cubicBezTo>
                    <a:pt x="57986" y="84519"/>
                    <a:pt x="56060" y="85040"/>
                    <a:pt x="52104" y="82801"/>
                  </a:cubicBezTo>
                  <a:cubicBezTo>
                    <a:pt x="48720" y="80876"/>
                    <a:pt x="45337" y="78898"/>
                    <a:pt x="41693" y="76815"/>
                  </a:cubicBezTo>
                  <a:cubicBezTo>
                    <a:pt x="35916" y="86809"/>
                    <a:pt x="30294" y="96491"/>
                    <a:pt x="24568" y="106485"/>
                  </a:cubicBezTo>
                  <a:cubicBezTo>
                    <a:pt x="28108" y="108515"/>
                    <a:pt x="31491" y="110493"/>
                    <a:pt x="34875" y="112471"/>
                  </a:cubicBezTo>
                  <a:cubicBezTo>
                    <a:pt x="38779" y="114813"/>
                    <a:pt x="39403" y="116843"/>
                    <a:pt x="38206" y="121112"/>
                  </a:cubicBezTo>
                  <a:cubicBezTo>
                    <a:pt x="35603" y="130377"/>
                    <a:pt x="33157" y="139694"/>
                    <a:pt x="30763" y="149063"/>
                  </a:cubicBezTo>
                  <a:cubicBezTo>
                    <a:pt x="29722" y="153071"/>
                    <a:pt x="27952" y="154685"/>
                    <a:pt x="23788" y="154737"/>
                  </a:cubicBezTo>
                  <a:cubicBezTo>
                    <a:pt x="19780" y="154789"/>
                    <a:pt x="15772" y="154737"/>
                    <a:pt x="11816" y="154737"/>
                  </a:cubicBezTo>
                  <a:cubicBezTo>
                    <a:pt x="11816" y="166501"/>
                    <a:pt x="11816" y="177796"/>
                    <a:pt x="11816" y="189195"/>
                  </a:cubicBezTo>
                  <a:cubicBezTo>
                    <a:pt x="15928" y="189195"/>
                    <a:pt x="19728" y="189195"/>
                    <a:pt x="23527" y="189195"/>
                  </a:cubicBezTo>
                  <a:cubicBezTo>
                    <a:pt x="27952" y="189195"/>
                    <a:pt x="29722" y="190809"/>
                    <a:pt x="30763" y="194973"/>
                  </a:cubicBezTo>
                  <a:cubicBezTo>
                    <a:pt x="33105" y="204186"/>
                    <a:pt x="35499" y="213400"/>
                    <a:pt x="38102" y="222561"/>
                  </a:cubicBezTo>
                  <a:cubicBezTo>
                    <a:pt x="39351" y="227037"/>
                    <a:pt x="38779" y="229067"/>
                    <a:pt x="34719" y="231461"/>
                  </a:cubicBezTo>
                  <a:cubicBezTo>
                    <a:pt x="31387" y="233439"/>
                    <a:pt x="28004" y="235365"/>
                    <a:pt x="24568" y="237395"/>
                  </a:cubicBezTo>
                  <a:cubicBezTo>
                    <a:pt x="30346" y="247493"/>
                    <a:pt x="35916" y="257175"/>
                    <a:pt x="41433" y="266701"/>
                  </a:cubicBezTo>
                  <a:cubicBezTo>
                    <a:pt x="42110" y="266596"/>
                    <a:pt x="42370" y="266649"/>
                    <a:pt x="42526" y="266544"/>
                  </a:cubicBezTo>
                  <a:cubicBezTo>
                    <a:pt x="45649" y="264775"/>
                    <a:pt x="48720" y="262953"/>
                    <a:pt x="51844" y="261183"/>
                  </a:cubicBezTo>
                  <a:cubicBezTo>
                    <a:pt x="56060" y="258789"/>
                    <a:pt x="57882" y="259257"/>
                    <a:pt x="61265" y="262693"/>
                  </a:cubicBezTo>
                  <a:cubicBezTo>
                    <a:pt x="67823" y="269459"/>
                    <a:pt x="74486" y="276122"/>
                    <a:pt x="81253" y="282680"/>
                  </a:cubicBezTo>
                  <a:cubicBezTo>
                    <a:pt x="84844" y="286168"/>
                    <a:pt x="85313" y="287886"/>
                    <a:pt x="82762" y="292362"/>
                  </a:cubicBezTo>
                  <a:cubicBezTo>
                    <a:pt x="80888" y="295641"/>
                    <a:pt x="79015" y="298921"/>
                    <a:pt x="77037" y="302408"/>
                  </a:cubicBezTo>
                  <a:cubicBezTo>
                    <a:pt x="87083" y="308186"/>
                    <a:pt x="96764" y="313807"/>
                    <a:pt x="106654" y="319533"/>
                  </a:cubicBezTo>
                  <a:cubicBezTo>
                    <a:pt x="108736" y="315942"/>
                    <a:pt x="110662" y="312506"/>
                    <a:pt x="112692" y="309175"/>
                  </a:cubicBezTo>
                  <a:cubicBezTo>
                    <a:pt x="114982" y="305323"/>
                    <a:pt x="117012" y="304750"/>
                    <a:pt x="121385" y="305948"/>
                  </a:cubicBezTo>
                  <a:cubicBezTo>
                    <a:pt x="130546" y="308498"/>
                    <a:pt x="139759" y="310945"/>
                    <a:pt x="148972" y="313287"/>
                  </a:cubicBezTo>
                  <a:cubicBezTo>
                    <a:pt x="153240" y="314380"/>
                    <a:pt x="154854" y="316046"/>
                    <a:pt x="154906" y="320418"/>
                  </a:cubicBezTo>
                  <a:cubicBezTo>
                    <a:pt x="154906" y="324426"/>
                    <a:pt x="154906" y="328434"/>
                    <a:pt x="154906" y="332390"/>
                  </a:cubicBezTo>
                  <a:cubicBezTo>
                    <a:pt x="159018" y="332390"/>
                    <a:pt x="162558" y="332390"/>
                    <a:pt x="166201" y="332390"/>
                  </a:cubicBezTo>
                  <a:cubicBezTo>
                    <a:pt x="166201" y="317087"/>
                    <a:pt x="166201" y="301992"/>
                    <a:pt x="166201" y="286845"/>
                  </a:cubicBezTo>
                  <a:cubicBezTo>
                    <a:pt x="105769" y="283409"/>
                    <a:pt x="59651" y="234272"/>
                    <a:pt x="57465" y="176859"/>
                  </a:cubicBezTo>
                  <a:cubicBezTo>
                    <a:pt x="56372" y="148022"/>
                    <a:pt x="64752" y="122153"/>
                    <a:pt x="82971" y="99770"/>
                  </a:cubicBezTo>
                  <a:cubicBezTo>
                    <a:pt x="104364" y="73484"/>
                    <a:pt x="132420" y="59690"/>
                    <a:pt x="166201" y="57088"/>
                  </a:cubicBezTo>
                  <a:cubicBezTo>
                    <a:pt x="166201" y="41785"/>
                    <a:pt x="166201" y="26638"/>
                    <a:pt x="166201" y="11490"/>
                  </a:cubicBezTo>
                  <a:cubicBezTo>
                    <a:pt x="162349" y="11490"/>
                    <a:pt x="158758" y="11490"/>
                    <a:pt x="154906" y="11490"/>
                  </a:cubicBezTo>
                  <a:cubicBezTo>
                    <a:pt x="154906" y="15655"/>
                    <a:pt x="154906" y="19611"/>
                    <a:pt x="154906" y="23514"/>
                  </a:cubicBezTo>
                  <a:cubicBezTo>
                    <a:pt x="154854" y="27679"/>
                    <a:pt x="153240" y="29448"/>
                    <a:pt x="149232" y="30489"/>
                  </a:cubicBezTo>
                  <a:cubicBezTo>
                    <a:pt x="139915" y="32884"/>
                    <a:pt x="130598" y="35330"/>
                    <a:pt x="121281" y="37881"/>
                  </a:cubicBezTo>
                  <a:cubicBezTo>
                    <a:pt x="117012" y="39078"/>
                    <a:pt x="114982" y="38453"/>
                    <a:pt x="112640" y="34549"/>
                  </a:cubicBezTo>
                  <a:cubicBezTo>
                    <a:pt x="110714" y="31374"/>
                    <a:pt x="108840" y="28043"/>
                    <a:pt x="106654" y="243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48" name="Google Shape;1348;p11"/>
            <p:cNvSpPr/>
            <p:nvPr/>
          </p:nvSpPr>
          <p:spPr>
            <a:xfrm>
              <a:off x="4800186" y="6416806"/>
              <a:ext cx="183534" cy="183586"/>
            </a:xfrm>
            <a:custGeom>
              <a:avLst/>
              <a:gdLst/>
              <a:ahLst/>
              <a:cxnLst/>
              <a:rect l="l" t="t" r="r" b="b"/>
              <a:pathLst>
                <a:path w="183534" h="183586" extrusionOk="0">
                  <a:moveTo>
                    <a:pt x="183535" y="91715"/>
                  </a:moveTo>
                  <a:cubicBezTo>
                    <a:pt x="183535" y="142466"/>
                    <a:pt x="142518" y="183587"/>
                    <a:pt x="91871" y="183587"/>
                  </a:cubicBezTo>
                  <a:cubicBezTo>
                    <a:pt x="41121" y="183587"/>
                    <a:pt x="0" y="142570"/>
                    <a:pt x="0" y="91872"/>
                  </a:cubicBezTo>
                  <a:cubicBezTo>
                    <a:pt x="0" y="40965"/>
                    <a:pt x="41069" y="-52"/>
                    <a:pt x="92028" y="0"/>
                  </a:cubicBezTo>
                  <a:cubicBezTo>
                    <a:pt x="142518" y="104"/>
                    <a:pt x="183535" y="41173"/>
                    <a:pt x="183535" y="91715"/>
                  </a:cubicBezTo>
                  <a:close/>
                  <a:moveTo>
                    <a:pt x="58975" y="18999"/>
                  </a:moveTo>
                  <a:cubicBezTo>
                    <a:pt x="61577" y="24204"/>
                    <a:pt x="63972" y="29253"/>
                    <a:pt x="66678" y="34146"/>
                  </a:cubicBezTo>
                  <a:cubicBezTo>
                    <a:pt x="67355" y="35395"/>
                    <a:pt x="68708" y="36436"/>
                    <a:pt x="70010" y="37113"/>
                  </a:cubicBezTo>
                  <a:cubicBezTo>
                    <a:pt x="75735" y="40080"/>
                    <a:pt x="81513" y="42891"/>
                    <a:pt x="87239" y="45806"/>
                  </a:cubicBezTo>
                  <a:cubicBezTo>
                    <a:pt x="92132" y="48304"/>
                    <a:pt x="93016" y="51219"/>
                    <a:pt x="90206" y="55904"/>
                  </a:cubicBezTo>
                  <a:cubicBezTo>
                    <a:pt x="85937" y="63087"/>
                    <a:pt x="81201" y="70010"/>
                    <a:pt x="77453" y="77453"/>
                  </a:cubicBezTo>
                  <a:cubicBezTo>
                    <a:pt x="74122" y="84064"/>
                    <a:pt x="69801" y="87187"/>
                    <a:pt x="62254" y="86146"/>
                  </a:cubicBezTo>
                  <a:cubicBezTo>
                    <a:pt x="58350" y="85573"/>
                    <a:pt x="53249" y="84897"/>
                    <a:pt x="50490" y="86822"/>
                  </a:cubicBezTo>
                  <a:cubicBezTo>
                    <a:pt x="47888" y="88644"/>
                    <a:pt x="47575" y="93797"/>
                    <a:pt x="46274" y="97493"/>
                  </a:cubicBezTo>
                  <a:cubicBezTo>
                    <a:pt x="44608" y="102334"/>
                    <a:pt x="43359" y="103219"/>
                    <a:pt x="38154" y="103219"/>
                  </a:cubicBezTo>
                  <a:cubicBezTo>
                    <a:pt x="29722" y="103219"/>
                    <a:pt x="21237" y="103219"/>
                    <a:pt x="11868" y="103219"/>
                  </a:cubicBezTo>
                  <a:cubicBezTo>
                    <a:pt x="14158" y="110923"/>
                    <a:pt x="16240" y="118002"/>
                    <a:pt x="18426" y="125237"/>
                  </a:cubicBezTo>
                  <a:cubicBezTo>
                    <a:pt x="20196" y="124716"/>
                    <a:pt x="21081" y="124456"/>
                    <a:pt x="22018" y="124144"/>
                  </a:cubicBezTo>
                  <a:cubicBezTo>
                    <a:pt x="30867" y="121229"/>
                    <a:pt x="39663" y="118366"/>
                    <a:pt x="48460" y="115347"/>
                  </a:cubicBezTo>
                  <a:cubicBezTo>
                    <a:pt x="51323" y="114358"/>
                    <a:pt x="53717" y="114670"/>
                    <a:pt x="56112" y="116544"/>
                  </a:cubicBezTo>
                  <a:cubicBezTo>
                    <a:pt x="61317" y="120552"/>
                    <a:pt x="66730" y="124300"/>
                    <a:pt x="71831" y="128412"/>
                  </a:cubicBezTo>
                  <a:cubicBezTo>
                    <a:pt x="73861" y="130026"/>
                    <a:pt x="75111" y="129869"/>
                    <a:pt x="76985" y="128308"/>
                  </a:cubicBezTo>
                  <a:cubicBezTo>
                    <a:pt x="84168" y="122374"/>
                    <a:pt x="91455" y="116596"/>
                    <a:pt x="98794" y="110818"/>
                  </a:cubicBezTo>
                  <a:cubicBezTo>
                    <a:pt x="102282" y="108060"/>
                    <a:pt x="104832" y="108164"/>
                    <a:pt x="107955" y="111235"/>
                  </a:cubicBezTo>
                  <a:cubicBezTo>
                    <a:pt x="113317" y="116492"/>
                    <a:pt x="118730" y="121749"/>
                    <a:pt x="123883" y="127267"/>
                  </a:cubicBezTo>
                  <a:cubicBezTo>
                    <a:pt x="125132" y="128620"/>
                    <a:pt x="125965" y="130754"/>
                    <a:pt x="126069" y="132628"/>
                  </a:cubicBezTo>
                  <a:cubicBezTo>
                    <a:pt x="126382" y="137729"/>
                    <a:pt x="126173" y="142882"/>
                    <a:pt x="126173" y="148035"/>
                  </a:cubicBezTo>
                  <a:cubicBezTo>
                    <a:pt x="126173" y="152252"/>
                    <a:pt x="124976" y="153813"/>
                    <a:pt x="120916" y="154906"/>
                  </a:cubicBezTo>
                  <a:cubicBezTo>
                    <a:pt x="115086" y="156468"/>
                    <a:pt x="109257" y="157925"/>
                    <a:pt x="103427" y="159435"/>
                  </a:cubicBezTo>
                  <a:cubicBezTo>
                    <a:pt x="103427" y="163391"/>
                    <a:pt x="103427" y="167034"/>
                    <a:pt x="103427" y="171042"/>
                  </a:cubicBezTo>
                  <a:cubicBezTo>
                    <a:pt x="126382" y="167295"/>
                    <a:pt x="144287" y="155999"/>
                    <a:pt x="157821" y="137313"/>
                  </a:cubicBezTo>
                  <a:cubicBezTo>
                    <a:pt x="151887" y="131379"/>
                    <a:pt x="146109" y="125653"/>
                    <a:pt x="140384" y="119927"/>
                  </a:cubicBezTo>
                  <a:cubicBezTo>
                    <a:pt x="136896" y="116388"/>
                    <a:pt x="136688" y="114358"/>
                    <a:pt x="139447" y="110194"/>
                  </a:cubicBezTo>
                  <a:cubicBezTo>
                    <a:pt x="141997" y="106290"/>
                    <a:pt x="144600" y="102438"/>
                    <a:pt x="147150" y="98534"/>
                  </a:cubicBezTo>
                  <a:cubicBezTo>
                    <a:pt x="147671" y="97753"/>
                    <a:pt x="148452" y="96764"/>
                    <a:pt x="148295" y="96036"/>
                  </a:cubicBezTo>
                  <a:cubicBezTo>
                    <a:pt x="147306" y="91455"/>
                    <a:pt x="146109" y="86927"/>
                    <a:pt x="144964" y="82138"/>
                  </a:cubicBezTo>
                  <a:cubicBezTo>
                    <a:pt x="141112" y="83387"/>
                    <a:pt x="137833" y="84376"/>
                    <a:pt x="134606" y="85521"/>
                  </a:cubicBezTo>
                  <a:cubicBezTo>
                    <a:pt x="131379" y="86666"/>
                    <a:pt x="128828" y="85938"/>
                    <a:pt x="126746" y="83127"/>
                  </a:cubicBezTo>
                  <a:cubicBezTo>
                    <a:pt x="121385" y="75944"/>
                    <a:pt x="115867" y="68865"/>
                    <a:pt x="110766" y="61525"/>
                  </a:cubicBezTo>
                  <a:cubicBezTo>
                    <a:pt x="109569" y="59808"/>
                    <a:pt x="109048" y="56997"/>
                    <a:pt x="109413" y="54915"/>
                  </a:cubicBezTo>
                  <a:cubicBezTo>
                    <a:pt x="110766" y="48044"/>
                    <a:pt x="112692" y="41225"/>
                    <a:pt x="114462" y="34458"/>
                  </a:cubicBezTo>
                  <a:cubicBezTo>
                    <a:pt x="115711" y="29670"/>
                    <a:pt x="117064" y="28681"/>
                    <a:pt x="122009" y="28681"/>
                  </a:cubicBezTo>
                  <a:cubicBezTo>
                    <a:pt x="128047" y="28681"/>
                    <a:pt x="134033" y="28681"/>
                    <a:pt x="140644" y="28681"/>
                  </a:cubicBezTo>
                  <a:cubicBezTo>
                    <a:pt x="118730" y="10358"/>
                    <a:pt x="84220" y="6298"/>
                    <a:pt x="58975" y="18999"/>
                  </a:cubicBezTo>
                  <a:close/>
                  <a:moveTo>
                    <a:pt x="11399" y="91819"/>
                  </a:moveTo>
                  <a:cubicBezTo>
                    <a:pt x="19363" y="91819"/>
                    <a:pt x="26859" y="91872"/>
                    <a:pt x="34354" y="91715"/>
                  </a:cubicBezTo>
                  <a:cubicBezTo>
                    <a:pt x="35135" y="91715"/>
                    <a:pt x="36228" y="90466"/>
                    <a:pt x="36592" y="89581"/>
                  </a:cubicBezTo>
                  <a:cubicBezTo>
                    <a:pt x="37946" y="86146"/>
                    <a:pt x="39039" y="82606"/>
                    <a:pt x="40184" y="79119"/>
                  </a:cubicBezTo>
                  <a:cubicBezTo>
                    <a:pt x="41225" y="75996"/>
                    <a:pt x="43255" y="74538"/>
                    <a:pt x="46638" y="74590"/>
                  </a:cubicBezTo>
                  <a:cubicBezTo>
                    <a:pt x="52156" y="74694"/>
                    <a:pt x="57621" y="74642"/>
                    <a:pt x="63139" y="74590"/>
                  </a:cubicBezTo>
                  <a:cubicBezTo>
                    <a:pt x="64128" y="74590"/>
                    <a:pt x="65533" y="74382"/>
                    <a:pt x="65950" y="73705"/>
                  </a:cubicBezTo>
                  <a:cubicBezTo>
                    <a:pt x="69958" y="67303"/>
                    <a:pt x="73809" y="60745"/>
                    <a:pt x="77869" y="54030"/>
                  </a:cubicBezTo>
                  <a:cubicBezTo>
                    <a:pt x="72560" y="51375"/>
                    <a:pt x="67511" y="49189"/>
                    <a:pt x="62826" y="46378"/>
                  </a:cubicBezTo>
                  <a:cubicBezTo>
                    <a:pt x="60536" y="45025"/>
                    <a:pt x="58350" y="42891"/>
                    <a:pt x="56997" y="40548"/>
                  </a:cubicBezTo>
                  <a:cubicBezTo>
                    <a:pt x="53978" y="35343"/>
                    <a:pt x="51479" y="29774"/>
                    <a:pt x="48668" y="24152"/>
                  </a:cubicBezTo>
                  <a:cubicBezTo>
                    <a:pt x="24777" y="40600"/>
                    <a:pt x="12492" y="62775"/>
                    <a:pt x="11399" y="91819"/>
                  </a:cubicBezTo>
                  <a:close/>
                  <a:moveTo>
                    <a:pt x="24881" y="135543"/>
                  </a:moveTo>
                  <a:cubicBezTo>
                    <a:pt x="40288" y="160528"/>
                    <a:pt x="70426" y="173281"/>
                    <a:pt x="91819" y="171615"/>
                  </a:cubicBezTo>
                  <a:cubicBezTo>
                    <a:pt x="91819" y="166410"/>
                    <a:pt x="91819" y="161153"/>
                    <a:pt x="91819" y="155895"/>
                  </a:cubicBezTo>
                  <a:cubicBezTo>
                    <a:pt x="91819" y="151731"/>
                    <a:pt x="93016" y="150222"/>
                    <a:pt x="97181" y="149129"/>
                  </a:cubicBezTo>
                  <a:cubicBezTo>
                    <a:pt x="103010" y="147619"/>
                    <a:pt x="108840" y="146110"/>
                    <a:pt x="114774" y="144600"/>
                  </a:cubicBezTo>
                  <a:cubicBezTo>
                    <a:pt x="114774" y="142258"/>
                    <a:pt x="114878" y="140228"/>
                    <a:pt x="114722" y="138198"/>
                  </a:cubicBezTo>
                  <a:cubicBezTo>
                    <a:pt x="114618" y="136636"/>
                    <a:pt x="114618" y="134606"/>
                    <a:pt x="113733" y="133565"/>
                  </a:cubicBezTo>
                  <a:cubicBezTo>
                    <a:pt x="110402" y="129661"/>
                    <a:pt x="106758" y="126122"/>
                    <a:pt x="103115" y="122374"/>
                  </a:cubicBezTo>
                  <a:cubicBezTo>
                    <a:pt x="94942" y="128880"/>
                    <a:pt x="87239" y="135075"/>
                    <a:pt x="79483" y="141217"/>
                  </a:cubicBezTo>
                  <a:cubicBezTo>
                    <a:pt x="75631" y="144288"/>
                    <a:pt x="73861" y="144288"/>
                    <a:pt x="69958" y="141425"/>
                  </a:cubicBezTo>
                  <a:cubicBezTo>
                    <a:pt x="64232" y="137157"/>
                    <a:pt x="58506" y="132784"/>
                    <a:pt x="52728" y="128620"/>
                  </a:cubicBezTo>
                  <a:cubicBezTo>
                    <a:pt x="51792" y="127943"/>
                    <a:pt x="50282" y="127319"/>
                    <a:pt x="49345" y="127579"/>
                  </a:cubicBezTo>
                  <a:cubicBezTo>
                    <a:pt x="41173" y="130078"/>
                    <a:pt x="33209" y="132784"/>
                    <a:pt x="24881" y="135543"/>
                  </a:cubicBezTo>
                  <a:close/>
                  <a:moveTo>
                    <a:pt x="124976" y="40184"/>
                  </a:moveTo>
                  <a:cubicBezTo>
                    <a:pt x="123831" y="44869"/>
                    <a:pt x="122582" y="49241"/>
                    <a:pt x="121749" y="53665"/>
                  </a:cubicBezTo>
                  <a:cubicBezTo>
                    <a:pt x="121489" y="55071"/>
                    <a:pt x="121801" y="56945"/>
                    <a:pt x="122582" y="58142"/>
                  </a:cubicBezTo>
                  <a:cubicBezTo>
                    <a:pt x="125393" y="62306"/>
                    <a:pt x="128724" y="66054"/>
                    <a:pt x="131431" y="70270"/>
                  </a:cubicBezTo>
                  <a:cubicBezTo>
                    <a:pt x="133305" y="73185"/>
                    <a:pt x="135178" y="73601"/>
                    <a:pt x="138197" y="72248"/>
                  </a:cubicBezTo>
                  <a:cubicBezTo>
                    <a:pt x="140748" y="71051"/>
                    <a:pt x="143611" y="70374"/>
                    <a:pt x="146318" y="69541"/>
                  </a:cubicBezTo>
                  <a:cubicBezTo>
                    <a:pt x="151002" y="68084"/>
                    <a:pt x="153657" y="69437"/>
                    <a:pt x="154906" y="74174"/>
                  </a:cubicBezTo>
                  <a:cubicBezTo>
                    <a:pt x="156780" y="81201"/>
                    <a:pt x="158706" y="88176"/>
                    <a:pt x="160163" y="95307"/>
                  </a:cubicBezTo>
                  <a:cubicBezTo>
                    <a:pt x="160580" y="97285"/>
                    <a:pt x="159955" y="99835"/>
                    <a:pt x="159018" y="101657"/>
                  </a:cubicBezTo>
                  <a:cubicBezTo>
                    <a:pt x="157040" y="105301"/>
                    <a:pt x="154438" y="108632"/>
                    <a:pt x="152251" y="112172"/>
                  </a:cubicBezTo>
                  <a:cubicBezTo>
                    <a:pt x="151783" y="112953"/>
                    <a:pt x="151627" y="114618"/>
                    <a:pt x="152095" y="115139"/>
                  </a:cubicBezTo>
                  <a:cubicBezTo>
                    <a:pt x="155843" y="119147"/>
                    <a:pt x="159747" y="122946"/>
                    <a:pt x="163703" y="126902"/>
                  </a:cubicBezTo>
                  <a:cubicBezTo>
                    <a:pt x="177705" y="99315"/>
                    <a:pt x="173697" y="65481"/>
                    <a:pt x="154177" y="41589"/>
                  </a:cubicBezTo>
                  <a:cubicBezTo>
                    <a:pt x="153605" y="40913"/>
                    <a:pt x="152408" y="40340"/>
                    <a:pt x="151523" y="40288"/>
                  </a:cubicBezTo>
                  <a:cubicBezTo>
                    <a:pt x="142778" y="40132"/>
                    <a:pt x="134085" y="40184"/>
                    <a:pt x="124976" y="4018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49" name="Google Shape;1349;p11"/>
            <p:cNvSpPr/>
            <p:nvPr/>
          </p:nvSpPr>
          <p:spPr>
            <a:xfrm>
              <a:off x="4909338" y="6611944"/>
              <a:ext cx="91573" cy="63200"/>
            </a:xfrm>
            <a:custGeom>
              <a:avLst/>
              <a:gdLst/>
              <a:ahLst/>
              <a:cxnLst/>
              <a:rect l="l" t="t" r="r" b="b"/>
              <a:pathLst>
                <a:path w="91573" h="63200" extrusionOk="0">
                  <a:moveTo>
                    <a:pt x="44400" y="40137"/>
                  </a:moveTo>
                  <a:cubicBezTo>
                    <a:pt x="48512" y="40137"/>
                    <a:pt x="52364" y="40345"/>
                    <a:pt x="56112" y="40032"/>
                  </a:cubicBezTo>
                  <a:cubicBezTo>
                    <a:pt x="57257" y="39928"/>
                    <a:pt x="58662" y="38627"/>
                    <a:pt x="59287" y="37534"/>
                  </a:cubicBezTo>
                  <a:cubicBezTo>
                    <a:pt x="63451" y="30507"/>
                    <a:pt x="71259" y="27124"/>
                    <a:pt x="78858" y="29258"/>
                  </a:cubicBezTo>
                  <a:cubicBezTo>
                    <a:pt x="86926" y="31548"/>
                    <a:pt x="91871" y="38419"/>
                    <a:pt x="91559" y="46955"/>
                  </a:cubicBezTo>
                  <a:cubicBezTo>
                    <a:pt x="91299" y="54451"/>
                    <a:pt x="85521" y="61113"/>
                    <a:pt x="77817" y="62831"/>
                  </a:cubicBezTo>
                  <a:cubicBezTo>
                    <a:pt x="70686" y="64393"/>
                    <a:pt x="63035" y="60905"/>
                    <a:pt x="59391" y="54138"/>
                  </a:cubicBezTo>
                  <a:cubicBezTo>
                    <a:pt x="58298" y="52161"/>
                    <a:pt x="57153" y="51484"/>
                    <a:pt x="55019" y="51536"/>
                  </a:cubicBezTo>
                  <a:cubicBezTo>
                    <a:pt x="50386" y="51692"/>
                    <a:pt x="45701" y="51484"/>
                    <a:pt x="41069" y="51640"/>
                  </a:cubicBezTo>
                  <a:cubicBezTo>
                    <a:pt x="37269" y="51744"/>
                    <a:pt x="35135" y="50078"/>
                    <a:pt x="34094" y="46435"/>
                  </a:cubicBezTo>
                  <a:cubicBezTo>
                    <a:pt x="30867" y="34879"/>
                    <a:pt x="27483" y="23324"/>
                    <a:pt x="24048" y="11508"/>
                  </a:cubicBezTo>
                  <a:cubicBezTo>
                    <a:pt x="16084" y="11508"/>
                    <a:pt x="8120" y="11508"/>
                    <a:pt x="0" y="11508"/>
                  </a:cubicBezTo>
                  <a:cubicBezTo>
                    <a:pt x="0" y="7656"/>
                    <a:pt x="0" y="4117"/>
                    <a:pt x="0" y="57"/>
                  </a:cubicBezTo>
                  <a:cubicBezTo>
                    <a:pt x="2967" y="57"/>
                    <a:pt x="6038" y="57"/>
                    <a:pt x="9057" y="57"/>
                  </a:cubicBezTo>
                  <a:cubicBezTo>
                    <a:pt x="15147" y="57"/>
                    <a:pt x="21237" y="161"/>
                    <a:pt x="27327" y="5"/>
                  </a:cubicBezTo>
                  <a:cubicBezTo>
                    <a:pt x="31127" y="-100"/>
                    <a:pt x="33261" y="1566"/>
                    <a:pt x="34302" y="5210"/>
                  </a:cubicBezTo>
                  <a:cubicBezTo>
                    <a:pt x="37581" y="16713"/>
                    <a:pt x="40965" y="28269"/>
                    <a:pt x="44400" y="40137"/>
                  </a:cubicBezTo>
                  <a:close/>
                  <a:moveTo>
                    <a:pt x="80108" y="45706"/>
                  </a:moveTo>
                  <a:cubicBezTo>
                    <a:pt x="80056" y="42739"/>
                    <a:pt x="77245" y="40032"/>
                    <a:pt x="74278" y="40137"/>
                  </a:cubicBezTo>
                  <a:cubicBezTo>
                    <a:pt x="71311" y="40189"/>
                    <a:pt x="68604" y="42999"/>
                    <a:pt x="68708" y="45966"/>
                  </a:cubicBezTo>
                  <a:cubicBezTo>
                    <a:pt x="68760" y="48933"/>
                    <a:pt x="71571" y="51640"/>
                    <a:pt x="74538" y="51536"/>
                  </a:cubicBezTo>
                  <a:cubicBezTo>
                    <a:pt x="77453" y="51484"/>
                    <a:pt x="80160" y="48673"/>
                    <a:pt x="80108" y="457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50" name="Google Shape;1350;p11"/>
            <p:cNvSpPr/>
            <p:nvPr/>
          </p:nvSpPr>
          <p:spPr>
            <a:xfrm>
              <a:off x="4909338" y="6347899"/>
              <a:ext cx="91562" cy="57560"/>
            </a:xfrm>
            <a:custGeom>
              <a:avLst/>
              <a:gdLst/>
              <a:ahLst/>
              <a:cxnLst/>
              <a:rect l="l" t="t" r="r" b="b"/>
              <a:pathLst>
                <a:path w="91562" h="57560" extrusionOk="0">
                  <a:moveTo>
                    <a:pt x="0" y="57455"/>
                  </a:moveTo>
                  <a:cubicBezTo>
                    <a:pt x="0" y="53499"/>
                    <a:pt x="0" y="49960"/>
                    <a:pt x="0" y="46004"/>
                  </a:cubicBezTo>
                  <a:cubicBezTo>
                    <a:pt x="5361" y="46004"/>
                    <a:pt x="10567" y="45900"/>
                    <a:pt x="15772" y="46056"/>
                  </a:cubicBezTo>
                  <a:cubicBezTo>
                    <a:pt x="18218" y="46160"/>
                    <a:pt x="19571" y="45431"/>
                    <a:pt x="20665" y="43089"/>
                  </a:cubicBezTo>
                  <a:cubicBezTo>
                    <a:pt x="24985" y="34032"/>
                    <a:pt x="29670" y="25183"/>
                    <a:pt x="33990" y="16178"/>
                  </a:cubicBezTo>
                  <a:cubicBezTo>
                    <a:pt x="35603" y="12847"/>
                    <a:pt x="37842" y="11389"/>
                    <a:pt x="41589" y="11545"/>
                  </a:cubicBezTo>
                  <a:cubicBezTo>
                    <a:pt x="46222" y="11754"/>
                    <a:pt x="50907" y="11754"/>
                    <a:pt x="55539" y="11493"/>
                  </a:cubicBezTo>
                  <a:cubicBezTo>
                    <a:pt x="56736" y="11441"/>
                    <a:pt x="58402" y="10452"/>
                    <a:pt x="58975" y="9411"/>
                  </a:cubicBezTo>
                  <a:cubicBezTo>
                    <a:pt x="63035" y="2228"/>
                    <a:pt x="70738" y="-1415"/>
                    <a:pt x="78286" y="511"/>
                  </a:cubicBezTo>
                  <a:cubicBezTo>
                    <a:pt x="86042" y="2488"/>
                    <a:pt x="91403" y="9047"/>
                    <a:pt x="91559" y="16751"/>
                  </a:cubicBezTo>
                  <a:cubicBezTo>
                    <a:pt x="91715" y="25079"/>
                    <a:pt x="86718" y="31794"/>
                    <a:pt x="78702" y="33980"/>
                  </a:cubicBezTo>
                  <a:cubicBezTo>
                    <a:pt x="71103" y="36062"/>
                    <a:pt x="63191" y="32731"/>
                    <a:pt x="59287" y="25495"/>
                  </a:cubicBezTo>
                  <a:cubicBezTo>
                    <a:pt x="58298" y="23622"/>
                    <a:pt x="57205" y="22945"/>
                    <a:pt x="55175" y="23049"/>
                  </a:cubicBezTo>
                  <a:cubicBezTo>
                    <a:pt x="51375" y="23257"/>
                    <a:pt x="46742" y="21956"/>
                    <a:pt x="43984" y="23674"/>
                  </a:cubicBezTo>
                  <a:cubicBezTo>
                    <a:pt x="41173" y="25391"/>
                    <a:pt x="40184" y="30024"/>
                    <a:pt x="38466" y="33407"/>
                  </a:cubicBezTo>
                  <a:cubicBezTo>
                    <a:pt x="35135" y="40018"/>
                    <a:pt x="31752" y="46576"/>
                    <a:pt x="28524" y="53239"/>
                  </a:cubicBezTo>
                  <a:cubicBezTo>
                    <a:pt x="27067" y="56310"/>
                    <a:pt x="24881" y="57611"/>
                    <a:pt x="21445" y="57559"/>
                  </a:cubicBezTo>
                  <a:cubicBezTo>
                    <a:pt x="14418" y="57351"/>
                    <a:pt x="7391" y="57455"/>
                    <a:pt x="0" y="57455"/>
                  </a:cubicBezTo>
                  <a:close/>
                  <a:moveTo>
                    <a:pt x="80108" y="17271"/>
                  </a:moveTo>
                  <a:cubicBezTo>
                    <a:pt x="80108" y="14304"/>
                    <a:pt x="77297" y="11598"/>
                    <a:pt x="74382" y="11598"/>
                  </a:cubicBezTo>
                  <a:cubicBezTo>
                    <a:pt x="71415" y="11598"/>
                    <a:pt x="68656" y="14408"/>
                    <a:pt x="68708" y="17323"/>
                  </a:cubicBezTo>
                  <a:cubicBezTo>
                    <a:pt x="68760" y="20290"/>
                    <a:pt x="71519" y="22997"/>
                    <a:pt x="74434" y="22997"/>
                  </a:cubicBezTo>
                  <a:cubicBezTo>
                    <a:pt x="77401" y="22997"/>
                    <a:pt x="80108" y="20238"/>
                    <a:pt x="80108" y="172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51" name="Google Shape;1351;p11"/>
            <p:cNvSpPr/>
            <p:nvPr/>
          </p:nvSpPr>
          <p:spPr>
            <a:xfrm>
              <a:off x="4966700" y="6399581"/>
              <a:ext cx="85885" cy="40233"/>
            </a:xfrm>
            <a:custGeom>
              <a:avLst/>
              <a:gdLst/>
              <a:ahLst/>
              <a:cxnLst/>
              <a:rect l="l" t="t" r="r" b="b"/>
              <a:pathLst>
                <a:path w="85885" h="40233" extrusionOk="0">
                  <a:moveTo>
                    <a:pt x="0" y="40180"/>
                  </a:moveTo>
                  <a:cubicBezTo>
                    <a:pt x="0" y="36276"/>
                    <a:pt x="0" y="32736"/>
                    <a:pt x="0" y="28728"/>
                  </a:cubicBezTo>
                  <a:cubicBezTo>
                    <a:pt x="2655" y="28728"/>
                    <a:pt x="5257" y="28416"/>
                    <a:pt x="7808" y="28780"/>
                  </a:cubicBezTo>
                  <a:cubicBezTo>
                    <a:pt x="12544" y="29561"/>
                    <a:pt x="15355" y="27635"/>
                    <a:pt x="17437" y="23575"/>
                  </a:cubicBezTo>
                  <a:cubicBezTo>
                    <a:pt x="18895" y="20712"/>
                    <a:pt x="21081" y="18266"/>
                    <a:pt x="22695" y="15507"/>
                  </a:cubicBezTo>
                  <a:cubicBezTo>
                    <a:pt x="24412" y="12644"/>
                    <a:pt x="26651" y="11395"/>
                    <a:pt x="30034" y="11499"/>
                  </a:cubicBezTo>
                  <a:cubicBezTo>
                    <a:pt x="36384" y="11707"/>
                    <a:pt x="42682" y="11447"/>
                    <a:pt x="49033" y="11603"/>
                  </a:cubicBezTo>
                  <a:cubicBezTo>
                    <a:pt x="51271" y="11655"/>
                    <a:pt x="52572" y="11135"/>
                    <a:pt x="53769" y="8949"/>
                  </a:cubicBezTo>
                  <a:cubicBezTo>
                    <a:pt x="57569" y="1870"/>
                    <a:pt x="65481" y="-1410"/>
                    <a:pt x="72925" y="568"/>
                  </a:cubicBezTo>
                  <a:cubicBezTo>
                    <a:pt x="80784" y="2702"/>
                    <a:pt x="85885" y="9313"/>
                    <a:pt x="85885" y="17381"/>
                  </a:cubicBezTo>
                  <a:cubicBezTo>
                    <a:pt x="85885" y="25345"/>
                    <a:pt x="80628" y="31955"/>
                    <a:pt x="72716" y="34038"/>
                  </a:cubicBezTo>
                  <a:cubicBezTo>
                    <a:pt x="65325" y="35963"/>
                    <a:pt x="57517" y="32528"/>
                    <a:pt x="53665" y="25397"/>
                  </a:cubicBezTo>
                  <a:cubicBezTo>
                    <a:pt x="52624" y="23523"/>
                    <a:pt x="51583" y="22898"/>
                    <a:pt x="49553" y="22951"/>
                  </a:cubicBezTo>
                  <a:cubicBezTo>
                    <a:pt x="43828" y="23055"/>
                    <a:pt x="37165" y="21233"/>
                    <a:pt x="32584" y="23523"/>
                  </a:cubicBezTo>
                  <a:cubicBezTo>
                    <a:pt x="28108" y="25813"/>
                    <a:pt x="25662" y="32216"/>
                    <a:pt x="22434" y="36848"/>
                  </a:cubicBezTo>
                  <a:cubicBezTo>
                    <a:pt x="20873" y="39087"/>
                    <a:pt x="18999" y="40284"/>
                    <a:pt x="16188" y="40232"/>
                  </a:cubicBezTo>
                  <a:cubicBezTo>
                    <a:pt x="10931" y="40128"/>
                    <a:pt x="5674" y="40180"/>
                    <a:pt x="0" y="40180"/>
                  </a:cubicBezTo>
                  <a:close/>
                  <a:moveTo>
                    <a:pt x="74382" y="17121"/>
                  </a:moveTo>
                  <a:cubicBezTo>
                    <a:pt x="74278" y="14154"/>
                    <a:pt x="71467" y="11447"/>
                    <a:pt x="68552" y="11551"/>
                  </a:cubicBezTo>
                  <a:cubicBezTo>
                    <a:pt x="65585" y="11655"/>
                    <a:pt x="62931" y="14466"/>
                    <a:pt x="62983" y="17381"/>
                  </a:cubicBezTo>
                  <a:cubicBezTo>
                    <a:pt x="63087" y="20348"/>
                    <a:pt x="65898" y="23055"/>
                    <a:pt x="68812" y="22951"/>
                  </a:cubicBezTo>
                  <a:cubicBezTo>
                    <a:pt x="71779" y="22846"/>
                    <a:pt x="74434" y="20036"/>
                    <a:pt x="74382" y="17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52" name="Google Shape;1352;p11"/>
            <p:cNvSpPr/>
            <p:nvPr/>
          </p:nvSpPr>
          <p:spPr>
            <a:xfrm>
              <a:off x="4972425" y="6571723"/>
              <a:ext cx="74454" cy="51657"/>
            </a:xfrm>
            <a:custGeom>
              <a:avLst/>
              <a:gdLst/>
              <a:ahLst/>
              <a:cxnLst/>
              <a:rect l="l" t="t" r="r" b="b"/>
              <a:pathLst>
                <a:path w="74454" h="51657" extrusionOk="0">
                  <a:moveTo>
                    <a:pt x="0" y="11492"/>
                  </a:moveTo>
                  <a:cubicBezTo>
                    <a:pt x="0" y="7484"/>
                    <a:pt x="0" y="3945"/>
                    <a:pt x="0" y="93"/>
                  </a:cubicBezTo>
                  <a:cubicBezTo>
                    <a:pt x="6090" y="93"/>
                    <a:pt x="12076" y="-219"/>
                    <a:pt x="17958" y="301"/>
                  </a:cubicBezTo>
                  <a:cubicBezTo>
                    <a:pt x="19676" y="457"/>
                    <a:pt x="21810" y="2696"/>
                    <a:pt x="22643" y="4465"/>
                  </a:cubicBezTo>
                  <a:cubicBezTo>
                    <a:pt x="25714" y="11284"/>
                    <a:pt x="28316" y="18363"/>
                    <a:pt x="31179" y="25286"/>
                  </a:cubicBezTo>
                  <a:cubicBezTo>
                    <a:pt x="31804" y="26796"/>
                    <a:pt x="31752" y="29138"/>
                    <a:pt x="34406" y="28669"/>
                  </a:cubicBezTo>
                  <a:cubicBezTo>
                    <a:pt x="37165" y="28201"/>
                    <a:pt x="40288" y="30179"/>
                    <a:pt x="42370" y="26067"/>
                  </a:cubicBezTo>
                  <a:cubicBezTo>
                    <a:pt x="45806" y="19404"/>
                    <a:pt x="51896" y="16437"/>
                    <a:pt x="59339" y="17322"/>
                  </a:cubicBezTo>
                  <a:cubicBezTo>
                    <a:pt x="66366" y="18155"/>
                    <a:pt x="71155" y="22267"/>
                    <a:pt x="73497" y="28878"/>
                  </a:cubicBezTo>
                  <a:cubicBezTo>
                    <a:pt x="76464" y="37154"/>
                    <a:pt x="72300" y="46523"/>
                    <a:pt x="64284" y="50115"/>
                  </a:cubicBezTo>
                  <a:cubicBezTo>
                    <a:pt x="56216" y="53758"/>
                    <a:pt x="46638" y="50791"/>
                    <a:pt x="42370" y="42880"/>
                  </a:cubicBezTo>
                  <a:cubicBezTo>
                    <a:pt x="41121" y="40537"/>
                    <a:pt x="39768" y="39913"/>
                    <a:pt x="37373" y="40069"/>
                  </a:cubicBezTo>
                  <a:cubicBezTo>
                    <a:pt x="34771" y="40225"/>
                    <a:pt x="32116" y="40017"/>
                    <a:pt x="29513" y="40121"/>
                  </a:cubicBezTo>
                  <a:cubicBezTo>
                    <a:pt x="26026" y="40277"/>
                    <a:pt x="23944" y="38767"/>
                    <a:pt x="22695" y="35540"/>
                  </a:cubicBezTo>
                  <a:cubicBezTo>
                    <a:pt x="19884" y="28305"/>
                    <a:pt x="16917" y="21174"/>
                    <a:pt x="14158" y="13939"/>
                  </a:cubicBezTo>
                  <a:cubicBezTo>
                    <a:pt x="13377" y="11909"/>
                    <a:pt x="12336" y="11232"/>
                    <a:pt x="10254" y="11336"/>
                  </a:cubicBezTo>
                  <a:cubicBezTo>
                    <a:pt x="6975" y="11596"/>
                    <a:pt x="3644" y="11492"/>
                    <a:pt x="0" y="11492"/>
                  </a:cubicBezTo>
                  <a:close/>
                  <a:moveTo>
                    <a:pt x="57153" y="40121"/>
                  </a:moveTo>
                  <a:cubicBezTo>
                    <a:pt x="60120" y="40121"/>
                    <a:pt x="62879" y="37414"/>
                    <a:pt x="62879" y="34447"/>
                  </a:cubicBezTo>
                  <a:cubicBezTo>
                    <a:pt x="62879" y="31480"/>
                    <a:pt x="60172" y="28721"/>
                    <a:pt x="57205" y="28721"/>
                  </a:cubicBezTo>
                  <a:cubicBezTo>
                    <a:pt x="54238" y="28721"/>
                    <a:pt x="51479" y="31428"/>
                    <a:pt x="51479" y="34395"/>
                  </a:cubicBezTo>
                  <a:cubicBezTo>
                    <a:pt x="51479" y="37362"/>
                    <a:pt x="54238" y="40121"/>
                    <a:pt x="57153" y="40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53" name="Google Shape;1353;p11"/>
            <p:cNvSpPr/>
            <p:nvPr/>
          </p:nvSpPr>
          <p:spPr>
            <a:xfrm>
              <a:off x="4995328" y="6491387"/>
              <a:ext cx="68819" cy="34505"/>
            </a:xfrm>
            <a:custGeom>
              <a:avLst/>
              <a:gdLst/>
              <a:ahLst/>
              <a:cxnLst/>
              <a:rect l="l" t="t" r="r" b="b"/>
              <a:pathLst>
                <a:path w="68819" h="34505" extrusionOk="0">
                  <a:moveTo>
                    <a:pt x="0" y="22964"/>
                  </a:moveTo>
                  <a:cubicBezTo>
                    <a:pt x="0" y="18956"/>
                    <a:pt x="0" y="15468"/>
                    <a:pt x="0" y="11512"/>
                  </a:cubicBezTo>
                  <a:cubicBezTo>
                    <a:pt x="1353" y="11512"/>
                    <a:pt x="2603" y="11512"/>
                    <a:pt x="3852" y="11512"/>
                  </a:cubicBezTo>
                  <a:cubicBezTo>
                    <a:pt x="13429" y="11512"/>
                    <a:pt x="22955" y="11460"/>
                    <a:pt x="32532" y="11564"/>
                  </a:cubicBezTo>
                  <a:cubicBezTo>
                    <a:pt x="34406" y="11564"/>
                    <a:pt x="35447" y="11044"/>
                    <a:pt x="36384" y="9326"/>
                  </a:cubicBezTo>
                  <a:cubicBezTo>
                    <a:pt x="40757" y="1258"/>
                    <a:pt x="49501" y="-1969"/>
                    <a:pt x="57725" y="1206"/>
                  </a:cubicBezTo>
                  <a:cubicBezTo>
                    <a:pt x="65481" y="4173"/>
                    <a:pt x="70114" y="12553"/>
                    <a:pt x="68500" y="20569"/>
                  </a:cubicBezTo>
                  <a:cubicBezTo>
                    <a:pt x="66782" y="29158"/>
                    <a:pt x="59183" y="35040"/>
                    <a:pt x="50282" y="34467"/>
                  </a:cubicBezTo>
                  <a:cubicBezTo>
                    <a:pt x="44244" y="34103"/>
                    <a:pt x="39559" y="31084"/>
                    <a:pt x="36749" y="25826"/>
                  </a:cubicBezTo>
                  <a:cubicBezTo>
                    <a:pt x="35499" y="23484"/>
                    <a:pt x="34094" y="23016"/>
                    <a:pt x="31752" y="23016"/>
                  </a:cubicBezTo>
                  <a:cubicBezTo>
                    <a:pt x="22434" y="23120"/>
                    <a:pt x="13117" y="23068"/>
                    <a:pt x="3800" y="23068"/>
                  </a:cubicBezTo>
                  <a:cubicBezTo>
                    <a:pt x="2603" y="22964"/>
                    <a:pt x="1457" y="22964"/>
                    <a:pt x="0" y="22964"/>
                  </a:cubicBezTo>
                  <a:close/>
                  <a:moveTo>
                    <a:pt x="57205" y="17394"/>
                  </a:moveTo>
                  <a:cubicBezTo>
                    <a:pt x="57309" y="14479"/>
                    <a:pt x="54654" y="11616"/>
                    <a:pt x="51687" y="11512"/>
                  </a:cubicBezTo>
                  <a:cubicBezTo>
                    <a:pt x="48773" y="11408"/>
                    <a:pt x="45910" y="14063"/>
                    <a:pt x="45806" y="17030"/>
                  </a:cubicBezTo>
                  <a:cubicBezTo>
                    <a:pt x="45701" y="19945"/>
                    <a:pt x="48356" y="22807"/>
                    <a:pt x="51323" y="22912"/>
                  </a:cubicBezTo>
                  <a:cubicBezTo>
                    <a:pt x="54238" y="23068"/>
                    <a:pt x="57101" y="20361"/>
                    <a:pt x="57205" y="1739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54" name="Google Shape;1354;p11"/>
          <p:cNvGrpSpPr/>
          <p:nvPr/>
        </p:nvGrpSpPr>
        <p:grpSpPr>
          <a:xfrm>
            <a:off x="2740313" y="6376331"/>
            <a:ext cx="347590" cy="347590"/>
            <a:chOff x="590912" y="6333677"/>
            <a:chExt cx="347590" cy="347590"/>
          </a:xfrm>
        </p:grpSpPr>
        <p:sp>
          <p:nvSpPr>
            <p:cNvPr id="1355" name="Google Shape;1355;p11"/>
            <p:cNvSpPr/>
            <p:nvPr/>
          </p:nvSpPr>
          <p:spPr>
            <a:xfrm>
              <a:off x="590912" y="6335150"/>
              <a:ext cx="347590" cy="346117"/>
            </a:xfrm>
            <a:custGeom>
              <a:avLst/>
              <a:gdLst/>
              <a:ahLst/>
              <a:cxnLst/>
              <a:rect l="l" t="t" r="r" b="b"/>
              <a:pathLst>
                <a:path w="347590" h="346117" extrusionOk="0">
                  <a:moveTo>
                    <a:pt x="347591" y="98395"/>
                  </a:moveTo>
                  <a:cubicBezTo>
                    <a:pt x="346440" y="105506"/>
                    <a:pt x="345290" y="112617"/>
                    <a:pt x="344192" y="119728"/>
                  </a:cubicBezTo>
                  <a:cubicBezTo>
                    <a:pt x="343669" y="123074"/>
                    <a:pt x="343303" y="126473"/>
                    <a:pt x="342780" y="129819"/>
                  </a:cubicBezTo>
                  <a:cubicBezTo>
                    <a:pt x="342100" y="134107"/>
                    <a:pt x="339434" y="136041"/>
                    <a:pt x="335094" y="135414"/>
                  </a:cubicBezTo>
                  <a:cubicBezTo>
                    <a:pt x="328401" y="134473"/>
                    <a:pt x="321656" y="133479"/>
                    <a:pt x="314964" y="132486"/>
                  </a:cubicBezTo>
                  <a:cubicBezTo>
                    <a:pt x="312192" y="132068"/>
                    <a:pt x="309735" y="132434"/>
                    <a:pt x="308114" y="134996"/>
                  </a:cubicBezTo>
                  <a:cubicBezTo>
                    <a:pt x="306388" y="137715"/>
                    <a:pt x="307225" y="140172"/>
                    <a:pt x="309003" y="142473"/>
                  </a:cubicBezTo>
                  <a:cubicBezTo>
                    <a:pt x="312977" y="147701"/>
                    <a:pt x="316898" y="152930"/>
                    <a:pt x="320820" y="158211"/>
                  </a:cubicBezTo>
                  <a:cubicBezTo>
                    <a:pt x="324114" y="162655"/>
                    <a:pt x="323695" y="165427"/>
                    <a:pt x="319251" y="168825"/>
                  </a:cubicBezTo>
                  <a:cubicBezTo>
                    <a:pt x="311042" y="174995"/>
                    <a:pt x="302781" y="181217"/>
                    <a:pt x="294519" y="187335"/>
                  </a:cubicBezTo>
                  <a:cubicBezTo>
                    <a:pt x="289970" y="190681"/>
                    <a:pt x="287251" y="190315"/>
                    <a:pt x="283905" y="185871"/>
                  </a:cubicBezTo>
                  <a:cubicBezTo>
                    <a:pt x="279984" y="180747"/>
                    <a:pt x="276114" y="175570"/>
                    <a:pt x="272297" y="170394"/>
                  </a:cubicBezTo>
                  <a:cubicBezTo>
                    <a:pt x="270572" y="168041"/>
                    <a:pt x="268480" y="166368"/>
                    <a:pt x="265448" y="167100"/>
                  </a:cubicBezTo>
                  <a:cubicBezTo>
                    <a:pt x="262206" y="167884"/>
                    <a:pt x="261160" y="170446"/>
                    <a:pt x="260742" y="173479"/>
                  </a:cubicBezTo>
                  <a:cubicBezTo>
                    <a:pt x="259853" y="179962"/>
                    <a:pt x="258912" y="186446"/>
                    <a:pt x="257971" y="192930"/>
                  </a:cubicBezTo>
                  <a:cubicBezTo>
                    <a:pt x="257291" y="197635"/>
                    <a:pt x="255043" y="199570"/>
                    <a:pt x="250337" y="198943"/>
                  </a:cubicBezTo>
                  <a:cubicBezTo>
                    <a:pt x="239566" y="197531"/>
                    <a:pt x="228847" y="196015"/>
                    <a:pt x="218128" y="194341"/>
                  </a:cubicBezTo>
                  <a:cubicBezTo>
                    <a:pt x="213318" y="193609"/>
                    <a:pt x="211749" y="191413"/>
                    <a:pt x="212377" y="186551"/>
                  </a:cubicBezTo>
                  <a:cubicBezTo>
                    <a:pt x="213109" y="180485"/>
                    <a:pt x="214050" y="174472"/>
                    <a:pt x="214886" y="168407"/>
                  </a:cubicBezTo>
                  <a:cubicBezTo>
                    <a:pt x="215043" y="167414"/>
                    <a:pt x="215461" y="166263"/>
                    <a:pt x="215200" y="165427"/>
                  </a:cubicBezTo>
                  <a:cubicBezTo>
                    <a:pt x="214520" y="163440"/>
                    <a:pt x="213893" y="161087"/>
                    <a:pt x="212429" y="159727"/>
                  </a:cubicBezTo>
                  <a:cubicBezTo>
                    <a:pt x="210546" y="157950"/>
                    <a:pt x="207932" y="158629"/>
                    <a:pt x="205841" y="160146"/>
                  </a:cubicBezTo>
                  <a:cubicBezTo>
                    <a:pt x="200664" y="163963"/>
                    <a:pt x="195488" y="167832"/>
                    <a:pt x="190364" y="171701"/>
                  </a:cubicBezTo>
                  <a:cubicBezTo>
                    <a:pt x="184769" y="175884"/>
                    <a:pt x="182416" y="175570"/>
                    <a:pt x="178285" y="170028"/>
                  </a:cubicBezTo>
                  <a:cubicBezTo>
                    <a:pt x="172325" y="162080"/>
                    <a:pt x="166312" y="154133"/>
                    <a:pt x="160351" y="146133"/>
                  </a:cubicBezTo>
                  <a:cubicBezTo>
                    <a:pt x="156900" y="141532"/>
                    <a:pt x="157318" y="138760"/>
                    <a:pt x="161920" y="135309"/>
                  </a:cubicBezTo>
                  <a:cubicBezTo>
                    <a:pt x="167044" y="131440"/>
                    <a:pt x="172220" y="127519"/>
                    <a:pt x="177397" y="123702"/>
                  </a:cubicBezTo>
                  <a:cubicBezTo>
                    <a:pt x="179802" y="121924"/>
                    <a:pt x="181266" y="119780"/>
                    <a:pt x="180429" y="116748"/>
                  </a:cubicBezTo>
                  <a:cubicBezTo>
                    <a:pt x="179645" y="113872"/>
                    <a:pt x="177397" y="112774"/>
                    <a:pt x="174573" y="112408"/>
                  </a:cubicBezTo>
                  <a:cubicBezTo>
                    <a:pt x="168194" y="111571"/>
                    <a:pt x="161815" y="110630"/>
                    <a:pt x="155436" y="109689"/>
                  </a:cubicBezTo>
                  <a:cubicBezTo>
                    <a:pt x="149684" y="108852"/>
                    <a:pt x="147959" y="106656"/>
                    <a:pt x="148743" y="100957"/>
                  </a:cubicBezTo>
                  <a:cubicBezTo>
                    <a:pt x="150155" y="90552"/>
                    <a:pt x="151671" y="80147"/>
                    <a:pt x="153292" y="69742"/>
                  </a:cubicBezTo>
                  <a:cubicBezTo>
                    <a:pt x="154024" y="64879"/>
                    <a:pt x="156534" y="63101"/>
                    <a:pt x="161344" y="63781"/>
                  </a:cubicBezTo>
                  <a:cubicBezTo>
                    <a:pt x="167933" y="64722"/>
                    <a:pt x="174573" y="65611"/>
                    <a:pt x="181161" y="66657"/>
                  </a:cubicBezTo>
                  <a:cubicBezTo>
                    <a:pt x="183985" y="67127"/>
                    <a:pt x="186390" y="66657"/>
                    <a:pt x="188011" y="64147"/>
                  </a:cubicBezTo>
                  <a:cubicBezTo>
                    <a:pt x="189736" y="61480"/>
                    <a:pt x="188900" y="59023"/>
                    <a:pt x="187122" y="56670"/>
                  </a:cubicBezTo>
                  <a:cubicBezTo>
                    <a:pt x="183200" y="51546"/>
                    <a:pt x="179279" y="46422"/>
                    <a:pt x="175567" y="41193"/>
                  </a:cubicBezTo>
                  <a:cubicBezTo>
                    <a:pt x="174312" y="39415"/>
                    <a:pt x="173527" y="37324"/>
                    <a:pt x="172534" y="35337"/>
                  </a:cubicBezTo>
                  <a:cubicBezTo>
                    <a:pt x="172638" y="34918"/>
                    <a:pt x="172795" y="34552"/>
                    <a:pt x="172900" y="34134"/>
                  </a:cubicBezTo>
                  <a:cubicBezTo>
                    <a:pt x="165580" y="35232"/>
                    <a:pt x="158155" y="35807"/>
                    <a:pt x="150992" y="37428"/>
                  </a:cubicBezTo>
                  <a:cubicBezTo>
                    <a:pt x="112352" y="46369"/>
                    <a:pt x="82077" y="78944"/>
                    <a:pt x="77110" y="118212"/>
                  </a:cubicBezTo>
                  <a:cubicBezTo>
                    <a:pt x="72195" y="157270"/>
                    <a:pt x="85999" y="188904"/>
                    <a:pt x="117789" y="212485"/>
                  </a:cubicBezTo>
                  <a:cubicBezTo>
                    <a:pt x="122286" y="215831"/>
                    <a:pt x="126940" y="219230"/>
                    <a:pt x="130757" y="223308"/>
                  </a:cubicBezTo>
                  <a:cubicBezTo>
                    <a:pt x="136770" y="229687"/>
                    <a:pt x="139593" y="237740"/>
                    <a:pt x="139855" y="246471"/>
                  </a:cubicBezTo>
                  <a:cubicBezTo>
                    <a:pt x="140064" y="254262"/>
                    <a:pt x="139907" y="262105"/>
                    <a:pt x="139959" y="269896"/>
                  </a:cubicBezTo>
                  <a:cubicBezTo>
                    <a:pt x="140011" y="277739"/>
                    <a:pt x="144508" y="282445"/>
                    <a:pt x="152351" y="282497"/>
                  </a:cubicBezTo>
                  <a:cubicBezTo>
                    <a:pt x="167201" y="282602"/>
                    <a:pt x="181998" y="282602"/>
                    <a:pt x="196847" y="282497"/>
                  </a:cubicBezTo>
                  <a:cubicBezTo>
                    <a:pt x="204743" y="282445"/>
                    <a:pt x="209187" y="277791"/>
                    <a:pt x="209187" y="269896"/>
                  </a:cubicBezTo>
                  <a:cubicBezTo>
                    <a:pt x="209239" y="262994"/>
                    <a:pt x="209082" y="256092"/>
                    <a:pt x="209239" y="249190"/>
                  </a:cubicBezTo>
                  <a:cubicBezTo>
                    <a:pt x="209448" y="235282"/>
                    <a:pt x="215095" y="224093"/>
                    <a:pt x="226494" y="215884"/>
                  </a:cubicBezTo>
                  <a:cubicBezTo>
                    <a:pt x="230991" y="212642"/>
                    <a:pt x="235435" y="209348"/>
                    <a:pt x="240193" y="205845"/>
                  </a:cubicBezTo>
                  <a:cubicBezTo>
                    <a:pt x="242546" y="208511"/>
                    <a:pt x="245004" y="211230"/>
                    <a:pt x="247827" y="214367"/>
                  </a:cubicBezTo>
                  <a:cubicBezTo>
                    <a:pt x="243435" y="217661"/>
                    <a:pt x="239513" y="221008"/>
                    <a:pt x="235174" y="223831"/>
                  </a:cubicBezTo>
                  <a:cubicBezTo>
                    <a:pt x="225030" y="230419"/>
                    <a:pt x="220376" y="239622"/>
                    <a:pt x="220742" y="251596"/>
                  </a:cubicBezTo>
                  <a:cubicBezTo>
                    <a:pt x="220952" y="257922"/>
                    <a:pt x="220795" y="264249"/>
                    <a:pt x="220742" y="270628"/>
                  </a:cubicBezTo>
                  <a:cubicBezTo>
                    <a:pt x="220690" y="278523"/>
                    <a:pt x="217448" y="284746"/>
                    <a:pt x="211279" y="289661"/>
                  </a:cubicBezTo>
                  <a:cubicBezTo>
                    <a:pt x="210180" y="290549"/>
                    <a:pt x="209344" y="292379"/>
                    <a:pt x="209292" y="293791"/>
                  </a:cubicBezTo>
                  <a:cubicBezTo>
                    <a:pt x="209135" y="303046"/>
                    <a:pt x="209239" y="312353"/>
                    <a:pt x="209187" y="321608"/>
                  </a:cubicBezTo>
                  <a:cubicBezTo>
                    <a:pt x="209135" y="336144"/>
                    <a:pt x="199462" y="345921"/>
                    <a:pt x="184978" y="346078"/>
                  </a:cubicBezTo>
                  <a:cubicBezTo>
                    <a:pt x="178076" y="346130"/>
                    <a:pt x="171174" y="346130"/>
                    <a:pt x="164273" y="346078"/>
                  </a:cubicBezTo>
                  <a:cubicBezTo>
                    <a:pt x="149841" y="345921"/>
                    <a:pt x="140116" y="336196"/>
                    <a:pt x="139959" y="321660"/>
                  </a:cubicBezTo>
                  <a:cubicBezTo>
                    <a:pt x="139907" y="312249"/>
                    <a:pt x="140011" y="302889"/>
                    <a:pt x="139855" y="293477"/>
                  </a:cubicBezTo>
                  <a:cubicBezTo>
                    <a:pt x="139855" y="292170"/>
                    <a:pt x="138966" y="290497"/>
                    <a:pt x="137972" y="289661"/>
                  </a:cubicBezTo>
                  <a:cubicBezTo>
                    <a:pt x="131750" y="284798"/>
                    <a:pt x="128613" y="278471"/>
                    <a:pt x="128456" y="270628"/>
                  </a:cubicBezTo>
                  <a:cubicBezTo>
                    <a:pt x="128351" y="265661"/>
                    <a:pt x="128456" y="260694"/>
                    <a:pt x="128456" y="254785"/>
                  </a:cubicBezTo>
                  <a:cubicBezTo>
                    <a:pt x="125685" y="257504"/>
                    <a:pt x="123436" y="259700"/>
                    <a:pt x="121188" y="261948"/>
                  </a:cubicBezTo>
                  <a:cubicBezTo>
                    <a:pt x="117005" y="266079"/>
                    <a:pt x="115123" y="266288"/>
                    <a:pt x="110312" y="262942"/>
                  </a:cubicBezTo>
                  <a:cubicBezTo>
                    <a:pt x="105763" y="259857"/>
                    <a:pt x="101267" y="256720"/>
                    <a:pt x="96299" y="253321"/>
                  </a:cubicBezTo>
                  <a:cubicBezTo>
                    <a:pt x="94940" y="259543"/>
                    <a:pt x="93737" y="265295"/>
                    <a:pt x="92483" y="270942"/>
                  </a:cubicBezTo>
                  <a:cubicBezTo>
                    <a:pt x="91489" y="275386"/>
                    <a:pt x="89711" y="276746"/>
                    <a:pt x="85162" y="276798"/>
                  </a:cubicBezTo>
                  <a:cubicBezTo>
                    <a:pt x="78365" y="276850"/>
                    <a:pt x="71568" y="276850"/>
                    <a:pt x="64770" y="276798"/>
                  </a:cubicBezTo>
                  <a:cubicBezTo>
                    <a:pt x="60431" y="276746"/>
                    <a:pt x="58653" y="275334"/>
                    <a:pt x="57712" y="271046"/>
                  </a:cubicBezTo>
                  <a:cubicBezTo>
                    <a:pt x="56457" y="265452"/>
                    <a:pt x="55254" y="259805"/>
                    <a:pt x="53999" y="254158"/>
                  </a:cubicBezTo>
                  <a:cubicBezTo>
                    <a:pt x="53999" y="254053"/>
                    <a:pt x="53842" y="254001"/>
                    <a:pt x="53372" y="253583"/>
                  </a:cubicBezTo>
                  <a:cubicBezTo>
                    <a:pt x="49241" y="256406"/>
                    <a:pt x="45006" y="259334"/>
                    <a:pt x="40771" y="262210"/>
                  </a:cubicBezTo>
                  <a:cubicBezTo>
                    <a:pt x="34601" y="266445"/>
                    <a:pt x="33398" y="266341"/>
                    <a:pt x="28065" y="261007"/>
                  </a:cubicBezTo>
                  <a:cubicBezTo>
                    <a:pt x="23673" y="256615"/>
                    <a:pt x="19281" y="252223"/>
                    <a:pt x="14889" y="247779"/>
                  </a:cubicBezTo>
                  <a:cubicBezTo>
                    <a:pt x="10758" y="243648"/>
                    <a:pt x="10601" y="241766"/>
                    <a:pt x="13948" y="236903"/>
                  </a:cubicBezTo>
                  <a:cubicBezTo>
                    <a:pt x="16980" y="232406"/>
                    <a:pt x="20065" y="227962"/>
                    <a:pt x="23464" y="222995"/>
                  </a:cubicBezTo>
                  <a:cubicBezTo>
                    <a:pt x="18287" y="221844"/>
                    <a:pt x="13529" y="220851"/>
                    <a:pt x="8771" y="219805"/>
                  </a:cubicBezTo>
                  <a:cubicBezTo>
                    <a:pt x="7673" y="219544"/>
                    <a:pt x="6575" y="219387"/>
                    <a:pt x="5477" y="219125"/>
                  </a:cubicBezTo>
                  <a:cubicBezTo>
                    <a:pt x="1660" y="218184"/>
                    <a:pt x="92" y="216354"/>
                    <a:pt x="39" y="212485"/>
                  </a:cubicBezTo>
                  <a:cubicBezTo>
                    <a:pt x="-13" y="205374"/>
                    <a:pt x="-13" y="198211"/>
                    <a:pt x="39" y="191100"/>
                  </a:cubicBezTo>
                  <a:cubicBezTo>
                    <a:pt x="92" y="187230"/>
                    <a:pt x="1660" y="185296"/>
                    <a:pt x="5477" y="184459"/>
                  </a:cubicBezTo>
                  <a:cubicBezTo>
                    <a:pt x="11281" y="183152"/>
                    <a:pt x="17085" y="181949"/>
                    <a:pt x="23464" y="180590"/>
                  </a:cubicBezTo>
                  <a:cubicBezTo>
                    <a:pt x="20065" y="175675"/>
                    <a:pt x="16980" y="171126"/>
                    <a:pt x="13843" y="166577"/>
                  </a:cubicBezTo>
                  <a:cubicBezTo>
                    <a:pt x="10549" y="161767"/>
                    <a:pt x="10706" y="159832"/>
                    <a:pt x="14836" y="155701"/>
                  </a:cubicBezTo>
                  <a:cubicBezTo>
                    <a:pt x="19699" y="150839"/>
                    <a:pt x="24562" y="145924"/>
                    <a:pt x="29477" y="141061"/>
                  </a:cubicBezTo>
                  <a:cubicBezTo>
                    <a:pt x="32875" y="137715"/>
                    <a:pt x="35019" y="137505"/>
                    <a:pt x="39045" y="140224"/>
                  </a:cubicBezTo>
                  <a:cubicBezTo>
                    <a:pt x="43803" y="143466"/>
                    <a:pt x="48509" y="146708"/>
                    <a:pt x="53790" y="150316"/>
                  </a:cubicBezTo>
                  <a:cubicBezTo>
                    <a:pt x="54941" y="144721"/>
                    <a:pt x="56143" y="139597"/>
                    <a:pt x="57084" y="134473"/>
                  </a:cubicBezTo>
                  <a:cubicBezTo>
                    <a:pt x="57921" y="129976"/>
                    <a:pt x="59437" y="126316"/>
                    <a:pt x="65032" y="126787"/>
                  </a:cubicBezTo>
                  <a:cubicBezTo>
                    <a:pt x="66078" y="113035"/>
                    <a:pt x="68901" y="100068"/>
                    <a:pt x="74548" y="87833"/>
                  </a:cubicBezTo>
                  <a:cubicBezTo>
                    <a:pt x="87358" y="59964"/>
                    <a:pt x="108116" y="40565"/>
                    <a:pt x="136822" y="29690"/>
                  </a:cubicBezTo>
                  <a:cubicBezTo>
                    <a:pt x="150992" y="24356"/>
                    <a:pt x="165684" y="22160"/>
                    <a:pt x="180743" y="23468"/>
                  </a:cubicBezTo>
                  <a:cubicBezTo>
                    <a:pt x="184246" y="23781"/>
                    <a:pt x="187017" y="22997"/>
                    <a:pt x="189736" y="20696"/>
                  </a:cubicBezTo>
                  <a:cubicBezTo>
                    <a:pt x="193449" y="17559"/>
                    <a:pt x="197475" y="14788"/>
                    <a:pt x="201344" y="11860"/>
                  </a:cubicBezTo>
                  <a:cubicBezTo>
                    <a:pt x="205998" y="8357"/>
                    <a:pt x="208769" y="8723"/>
                    <a:pt x="212220" y="13272"/>
                  </a:cubicBezTo>
                  <a:cubicBezTo>
                    <a:pt x="216089" y="18396"/>
                    <a:pt x="219958" y="23572"/>
                    <a:pt x="223827" y="28749"/>
                  </a:cubicBezTo>
                  <a:cubicBezTo>
                    <a:pt x="225501" y="30945"/>
                    <a:pt x="227435" y="32618"/>
                    <a:pt x="230363" y="31990"/>
                  </a:cubicBezTo>
                  <a:cubicBezTo>
                    <a:pt x="233448" y="31311"/>
                    <a:pt x="234703" y="29062"/>
                    <a:pt x="235121" y="26134"/>
                  </a:cubicBezTo>
                  <a:cubicBezTo>
                    <a:pt x="236063" y="19441"/>
                    <a:pt x="237004" y="12696"/>
                    <a:pt x="238102" y="6004"/>
                  </a:cubicBezTo>
                  <a:cubicBezTo>
                    <a:pt x="238886" y="1089"/>
                    <a:pt x="241291" y="-532"/>
                    <a:pt x="246154" y="148"/>
                  </a:cubicBezTo>
                  <a:cubicBezTo>
                    <a:pt x="256454" y="1612"/>
                    <a:pt x="266755" y="3076"/>
                    <a:pt x="277055" y="4487"/>
                  </a:cubicBezTo>
                  <a:cubicBezTo>
                    <a:pt x="282546" y="5272"/>
                    <a:pt x="284428" y="7677"/>
                    <a:pt x="283644" y="13324"/>
                  </a:cubicBezTo>
                  <a:cubicBezTo>
                    <a:pt x="282755" y="19703"/>
                    <a:pt x="281866" y="26082"/>
                    <a:pt x="280925" y="32461"/>
                  </a:cubicBezTo>
                  <a:cubicBezTo>
                    <a:pt x="280506" y="35389"/>
                    <a:pt x="280872" y="37951"/>
                    <a:pt x="283644" y="39520"/>
                  </a:cubicBezTo>
                  <a:cubicBezTo>
                    <a:pt x="286415" y="41141"/>
                    <a:pt x="288820" y="39990"/>
                    <a:pt x="291121" y="38265"/>
                  </a:cubicBezTo>
                  <a:cubicBezTo>
                    <a:pt x="296349" y="34291"/>
                    <a:pt x="301578" y="30369"/>
                    <a:pt x="306859" y="26448"/>
                  </a:cubicBezTo>
                  <a:cubicBezTo>
                    <a:pt x="310937" y="23415"/>
                    <a:pt x="313918" y="23834"/>
                    <a:pt x="317003" y="27964"/>
                  </a:cubicBezTo>
                  <a:cubicBezTo>
                    <a:pt x="323329" y="36330"/>
                    <a:pt x="329656" y="44748"/>
                    <a:pt x="335931" y="53219"/>
                  </a:cubicBezTo>
                  <a:cubicBezTo>
                    <a:pt x="339120" y="57506"/>
                    <a:pt x="338702" y="60225"/>
                    <a:pt x="334310" y="63572"/>
                  </a:cubicBezTo>
                  <a:cubicBezTo>
                    <a:pt x="329186" y="67493"/>
                    <a:pt x="324009" y="71310"/>
                    <a:pt x="318833" y="75179"/>
                  </a:cubicBezTo>
                  <a:cubicBezTo>
                    <a:pt x="316375" y="77009"/>
                    <a:pt x="314702" y="79153"/>
                    <a:pt x="315643" y="82395"/>
                  </a:cubicBezTo>
                  <a:cubicBezTo>
                    <a:pt x="316532" y="85480"/>
                    <a:pt x="318990" y="86369"/>
                    <a:pt x="321865" y="86735"/>
                  </a:cubicBezTo>
                  <a:cubicBezTo>
                    <a:pt x="328244" y="87571"/>
                    <a:pt x="334623" y="88617"/>
                    <a:pt x="341002" y="89401"/>
                  </a:cubicBezTo>
                  <a:cubicBezTo>
                    <a:pt x="343931" y="89767"/>
                    <a:pt x="345970" y="91231"/>
                    <a:pt x="347591" y="93480"/>
                  </a:cubicBezTo>
                  <a:cubicBezTo>
                    <a:pt x="347591" y="95258"/>
                    <a:pt x="347591" y="96826"/>
                    <a:pt x="347591" y="98395"/>
                  </a:cubicBezTo>
                  <a:close/>
                  <a:moveTo>
                    <a:pt x="332009" y="123283"/>
                  </a:moveTo>
                  <a:cubicBezTo>
                    <a:pt x="333107" y="115545"/>
                    <a:pt x="334205" y="108120"/>
                    <a:pt x="335303" y="100539"/>
                  </a:cubicBezTo>
                  <a:cubicBezTo>
                    <a:pt x="333369" y="100225"/>
                    <a:pt x="331800" y="99963"/>
                    <a:pt x="330284" y="99754"/>
                  </a:cubicBezTo>
                  <a:cubicBezTo>
                    <a:pt x="326048" y="99075"/>
                    <a:pt x="321761" y="98604"/>
                    <a:pt x="317578" y="97767"/>
                  </a:cubicBezTo>
                  <a:cubicBezTo>
                    <a:pt x="310728" y="96408"/>
                    <a:pt x="306232" y="92068"/>
                    <a:pt x="304454" y="85480"/>
                  </a:cubicBezTo>
                  <a:cubicBezTo>
                    <a:pt x="302624" y="78735"/>
                    <a:pt x="304402" y="72617"/>
                    <a:pt x="309839" y="68016"/>
                  </a:cubicBezTo>
                  <a:cubicBezTo>
                    <a:pt x="314388" y="64199"/>
                    <a:pt x="319251" y="60696"/>
                    <a:pt x="324166" y="56931"/>
                  </a:cubicBezTo>
                  <a:cubicBezTo>
                    <a:pt x="319460" y="50709"/>
                    <a:pt x="314964" y="44696"/>
                    <a:pt x="310415" y="38631"/>
                  </a:cubicBezTo>
                  <a:cubicBezTo>
                    <a:pt x="305186" y="42448"/>
                    <a:pt x="300375" y="46265"/>
                    <a:pt x="295251" y="49559"/>
                  </a:cubicBezTo>
                  <a:cubicBezTo>
                    <a:pt x="287356" y="54578"/>
                    <a:pt x="277108" y="52016"/>
                    <a:pt x="271984" y="44225"/>
                  </a:cubicBezTo>
                  <a:cubicBezTo>
                    <a:pt x="268794" y="39415"/>
                    <a:pt x="269003" y="34186"/>
                    <a:pt x="269788" y="28853"/>
                  </a:cubicBezTo>
                  <a:cubicBezTo>
                    <a:pt x="270415" y="24513"/>
                    <a:pt x="271042" y="20226"/>
                    <a:pt x="271670" y="15677"/>
                  </a:cubicBezTo>
                  <a:cubicBezTo>
                    <a:pt x="267644" y="15102"/>
                    <a:pt x="263984" y="14579"/>
                    <a:pt x="260271" y="14056"/>
                  </a:cubicBezTo>
                  <a:cubicBezTo>
                    <a:pt x="256507" y="13533"/>
                    <a:pt x="252794" y="13010"/>
                    <a:pt x="248873" y="12487"/>
                  </a:cubicBezTo>
                  <a:cubicBezTo>
                    <a:pt x="248036" y="18239"/>
                    <a:pt x="247670" y="23572"/>
                    <a:pt x="246363" y="28644"/>
                  </a:cubicBezTo>
                  <a:cubicBezTo>
                    <a:pt x="245422" y="32199"/>
                    <a:pt x="243853" y="36069"/>
                    <a:pt x="241396" y="38735"/>
                  </a:cubicBezTo>
                  <a:cubicBezTo>
                    <a:pt x="233971" y="46683"/>
                    <a:pt x="222154" y="45480"/>
                    <a:pt x="215148" y="36539"/>
                  </a:cubicBezTo>
                  <a:cubicBezTo>
                    <a:pt x="211854" y="32304"/>
                    <a:pt x="208664" y="27964"/>
                    <a:pt x="205370" y="23572"/>
                  </a:cubicBezTo>
                  <a:cubicBezTo>
                    <a:pt x="199043" y="28330"/>
                    <a:pt x="193030" y="32827"/>
                    <a:pt x="186965" y="37376"/>
                  </a:cubicBezTo>
                  <a:cubicBezTo>
                    <a:pt x="190521" y="42186"/>
                    <a:pt x="193867" y="46422"/>
                    <a:pt x="197004" y="50866"/>
                  </a:cubicBezTo>
                  <a:cubicBezTo>
                    <a:pt x="201396" y="57088"/>
                    <a:pt x="201867" y="63781"/>
                    <a:pt x="197893" y="70264"/>
                  </a:cubicBezTo>
                  <a:cubicBezTo>
                    <a:pt x="193919" y="76748"/>
                    <a:pt x="187749" y="79310"/>
                    <a:pt x="180168" y="78264"/>
                  </a:cubicBezTo>
                  <a:cubicBezTo>
                    <a:pt x="174939" y="77532"/>
                    <a:pt x="169658" y="76800"/>
                    <a:pt x="164063" y="76016"/>
                  </a:cubicBezTo>
                  <a:cubicBezTo>
                    <a:pt x="162965" y="83650"/>
                    <a:pt x="161920" y="91075"/>
                    <a:pt x="160822" y="98761"/>
                  </a:cubicBezTo>
                  <a:cubicBezTo>
                    <a:pt x="166259" y="99545"/>
                    <a:pt x="171384" y="100329"/>
                    <a:pt x="176508" y="101061"/>
                  </a:cubicBezTo>
                  <a:cubicBezTo>
                    <a:pt x="180638" y="101637"/>
                    <a:pt x="184351" y="103205"/>
                    <a:pt x="187331" y="106186"/>
                  </a:cubicBezTo>
                  <a:cubicBezTo>
                    <a:pt x="194338" y="113297"/>
                    <a:pt x="194076" y="124643"/>
                    <a:pt x="186442" y="131231"/>
                  </a:cubicBezTo>
                  <a:cubicBezTo>
                    <a:pt x="181946" y="135100"/>
                    <a:pt x="177031" y="138551"/>
                    <a:pt x="172063" y="142368"/>
                  </a:cubicBezTo>
                  <a:cubicBezTo>
                    <a:pt x="176717" y="148538"/>
                    <a:pt x="181214" y="154551"/>
                    <a:pt x="185867" y="160721"/>
                  </a:cubicBezTo>
                  <a:cubicBezTo>
                    <a:pt x="190311" y="157427"/>
                    <a:pt x="194494" y="154290"/>
                    <a:pt x="198625" y="151205"/>
                  </a:cubicBezTo>
                  <a:cubicBezTo>
                    <a:pt x="202913" y="148015"/>
                    <a:pt x="207618" y="146447"/>
                    <a:pt x="212952" y="147545"/>
                  </a:cubicBezTo>
                  <a:cubicBezTo>
                    <a:pt x="222834" y="149584"/>
                    <a:pt x="228272" y="158054"/>
                    <a:pt x="226651" y="168721"/>
                  </a:cubicBezTo>
                  <a:cubicBezTo>
                    <a:pt x="225919" y="173583"/>
                    <a:pt x="225239" y="178498"/>
                    <a:pt x="224507" y="183623"/>
                  </a:cubicBezTo>
                  <a:cubicBezTo>
                    <a:pt x="232298" y="184721"/>
                    <a:pt x="239618" y="185766"/>
                    <a:pt x="247252" y="186864"/>
                  </a:cubicBezTo>
                  <a:cubicBezTo>
                    <a:pt x="247932" y="181792"/>
                    <a:pt x="248664" y="177139"/>
                    <a:pt x="249239" y="172433"/>
                  </a:cubicBezTo>
                  <a:cubicBezTo>
                    <a:pt x="250337" y="163753"/>
                    <a:pt x="254834" y="158002"/>
                    <a:pt x="262206" y="155963"/>
                  </a:cubicBezTo>
                  <a:cubicBezTo>
                    <a:pt x="269578" y="153924"/>
                    <a:pt x="276271" y="156590"/>
                    <a:pt x="281657" y="163649"/>
                  </a:cubicBezTo>
                  <a:cubicBezTo>
                    <a:pt x="284637" y="167623"/>
                    <a:pt x="287617" y="171597"/>
                    <a:pt x="290755" y="175727"/>
                  </a:cubicBezTo>
                  <a:cubicBezTo>
                    <a:pt x="296977" y="171021"/>
                    <a:pt x="303042" y="166525"/>
                    <a:pt x="309212" y="161871"/>
                  </a:cubicBezTo>
                  <a:cubicBezTo>
                    <a:pt x="305866" y="157427"/>
                    <a:pt x="302624" y="153192"/>
                    <a:pt x="299539" y="148904"/>
                  </a:cubicBezTo>
                  <a:cubicBezTo>
                    <a:pt x="294885" y="142473"/>
                    <a:pt x="294467" y="135048"/>
                    <a:pt x="298284" y="128878"/>
                  </a:cubicBezTo>
                  <a:cubicBezTo>
                    <a:pt x="302101" y="122708"/>
                    <a:pt x="309055" y="119780"/>
                    <a:pt x="316794" y="120983"/>
                  </a:cubicBezTo>
                  <a:cubicBezTo>
                    <a:pt x="321604" y="121872"/>
                    <a:pt x="326519" y="122499"/>
                    <a:pt x="332009" y="123283"/>
                  </a:cubicBezTo>
                  <a:close/>
                  <a:moveTo>
                    <a:pt x="66078" y="149375"/>
                  </a:moveTo>
                  <a:cubicBezTo>
                    <a:pt x="65816" y="150107"/>
                    <a:pt x="65607" y="150473"/>
                    <a:pt x="65502" y="150943"/>
                  </a:cubicBezTo>
                  <a:cubicBezTo>
                    <a:pt x="62365" y="162446"/>
                    <a:pt x="54784" y="165218"/>
                    <a:pt x="44901" y="158473"/>
                  </a:cubicBezTo>
                  <a:cubicBezTo>
                    <a:pt x="41660" y="156276"/>
                    <a:pt x="38470" y="154028"/>
                    <a:pt x="35647" y="152146"/>
                  </a:cubicBezTo>
                  <a:cubicBezTo>
                    <a:pt x="31882" y="155806"/>
                    <a:pt x="28483" y="159100"/>
                    <a:pt x="24876" y="162551"/>
                  </a:cubicBezTo>
                  <a:cubicBezTo>
                    <a:pt x="27385" y="166211"/>
                    <a:pt x="30000" y="169923"/>
                    <a:pt x="32457" y="173688"/>
                  </a:cubicBezTo>
                  <a:cubicBezTo>
                    <a:pt x="37634" y="181583"/>
                    <a:pt x="34287" y="190106"/>
                    <a:pt x="25085" y="192250"/>
                  </a:cubicBezTo>
                  <a:cubicBezTo>
                    <a:pt x="20588" y="193296"/>
                    <a:pt x="16091" y="194237"/>
                    <a:pt x="11647" y="195178"/>
                  </a:cubicBezTo>
                  <a:cubicBezTo>
                    <a:pt x="11647" y="199936"/>
                    <a:pt x="11647" y="204380"/>
                    <a:pt x="11647" y="208929"/>
                  </a:cubicBezTo>
                  <a:cubicBezTo>
                    <a:pt x="15725" y="209766"/>
                    <a:pt x="19595" y="210550"/>
                    <a:pt x="23464" y="211387"/>
                  </a:cubicBezTo>
                  <a:cubicBezTo>
                    <a:pt x="34862" y="213897"/>
                    <a:pt x="38156" y="222210"/>
                    <a:pt x="31568" y="231779"/>
                  </a:cubicBezTo>
                  <a:cubicBezTo>
                    <a:pt x="29268" y="235073"/>
                    <a:pt x="27019" y="238419"/>
                    <a:pt x="25032" y="241295"/>
                  </a:cubicBezTo>
                  <a:cubicBezTo>
                    <a:pt x="28692" y="245112"/>
                    <a:pt x="31987" y="248511"/>
                    <a:pt x="35385" y="252066"/>
                  </a:cubicBezTo>
                  <a:cubicBezTo>
                    <a:pt x="39098" y="249556"/>
                    <a:pt x="42758" y="246942"/>
                    <a:pt x="46522" y="244485"/>
                  </a:cubicBezTo>
                  <a:cubicBezTo>
                    <a:pt x="54418" y="239308"/>
                    <a:pt x="62993" y="242707"/>
                    <a:pt x="65136" y="251805"/>
                  </a:cubicBezTo>
                  <a:cubicBezTo>
                    <a:pt x="66182" y="256301"/>
                    <a:pt x="67071" y="260798"/>
                    <a:pt x="68065" y="265295"/>
                  </a:cubicBezTo>
                  <a:cubicBezTo>
                    <a:pt x="72770" y="265295"/>
                    <a:pt x="77267" y="265295"/>
                    <a:pt x="81764" y="265295"/>
                  </a:cubicBezTo>
                  <a:cubicBezTo>
                    <a:pt x="82705" y="260903"/>
                    <a:pt x="83541" y="256720"/>
                    <a:pt x="84483" y="252537"/>
                  </a:cubicBezTo>
                  <a:cubicBezTo>
                    <a:pt x="86836" y="242236"/>
                    <a:pt x="95254" y="238994"/>
                    <a:pt x="103986" y="244903"/>
                  </a:cubicBezTo>
                  <a:cubicBezTo>
                    <a:pt x="107489" y="247308"/>
                    <a:pt x="110992" y="249713"/>
                    <a:pt x="114809" y="252328"/>
                  </a:cubicBezTo>
                  <a:cubicBezTo>
                    <a:pt x="118260" y="248772"/>
                    <a:pt x="121293" y="245269"/>
                    <a:pt x="124744" y="242184"/>
                  </a:cubicBezTo>
                  <a:cubicBezTo>
                    <a:pt x="126731" y="240354"/>
                    <a:pt x="126678" y="238942"/>
                    <a:pt x="125632" y="236694"/>
                  </a:cubicBezTo>
                  <a:cubicBezTo>
                    <a:pt x="121502" y="227648"/>
                    <a:pt x="112613" y="223884"/>
                    <a:pt x="105554" y="218080"/>
                  </a:cubicBezTo>
                  <a:cubicBezTo>
                    <a:pt x="95254" y="235491"/>
                    <a:pt x="78313" y="238733"/>
                    <a:pt x="66182" y="235648"/>
                  </a:cubicBezTo>
                  <a:cubicBezTo>
                    <a:pt x="51960" y="231988"/>
                    <a:pt x="40928" y="219805"/>
                    <a:pt x="40352" y="204746"/>
                  </a:cubicBezTo>
                  <a:cubicBezTo>
                    <a:pt x="39516" y="184041"/>
                    <a:pt x="50914" y="172172"/>
                    <a:pt x="70313" y="167414"/>
                  </a:cubicBezTo>
                  <a:cubicBezTo>
                    <a:pt x="68901" y="161348"/>
                    <a:pt x="67542" y="155544"/>
                    <a:pt x="66078" y="149375"/>
                  </a:cubicBezTo>
                  <a:close/>
                  <a:moveTo>
                    <a:pt x="76587" y="224877"/>
                  </a:moveTo>
                  <a:cubicBezTo>
                    <a:pt x="83907" y="224668"/>
                    <a:pt x="90862" y="220589"/>
                    <a:pt x="95411" y="212276"/>
                  </a:cubicBezTo>
                  <a:cubicBezTo>
                    <a:pt x="96456" y="210341"/>
                    <a:pt x="96195" y="209139"/>
                    <a:pt x="94731" y="207622"/>
                  </a:cubicBezTo>
                  <a:cubicBezTo>
                    <a:pt x="87672" y="200250"/>
                    <a:pt x="81816" y="191936"/>
                    <a:pt x="77215" y="182838"/>
                  </a:cubicBezTo>
                  <a:cubicBezTo>
                    <a:pt x="75071" y="178551"/>
                    <a:pt x="74705" y="178446"/>
                    <a:pt x="69842" y="179544"/>
                  </a:cubicBezTo>
                  <a:cubicBezTo>
                    <a:pt x="58391" y="182263"/>
                    <a:pt x="50914" y="192668"/>
                    <a:pt x="52065" y="204119"/>
                  </a:cubicBezTo>
                  <a:cubicBezTo>
                    <a:pt x="53267" y="215988"/>
                    <a:pt x="62574" y="224511"/>
                    <a:pt x="76587" y="224877"/>
                  </a:cubicBezTo>
                  <a:close/>
                  <a:moveTo>
                    <a:pt x="151410" y="317477"/>
                  </a:moveTo>
                  <a:cubicBezTo>
                    <a:pt x="151410" y="319046"/>
                    <a:pt x="151410" y="320248"/>
                    <a:pt x="151410" y="321503"/>
                  </a:cubicBezTo>
                  <a:cubicBezTo>
                    <a:pt x="151462" y="330078"/>
                    <a:pt x="156063" y="334627"/>
                    <a:pt x="164639" y="334680"/>
                  </a:cubicBezTo>
                  <a:cubicBezTo>
                    <a:pt x="169135" y="334680"/>
                    <a:pt x="173684" y="334680"/>
                    <a:pt x="178181" y="334680"/>
                  </a:cubicBezTo>
                  <a:cubicBezTo>
                    <a:pt x="181109" y="334680"/>
                    <a:pt x="184089" y="334836"/>
                    <a:pt x="186965" y="334575"/>
                  </a:cubicBezTo>
                  <a:cubicBezTo>
                    <a:pt x="194860" y="333843"/>
                    <a:pt x="198886" y="327046"/>
                    <a:pt x="197109" y="317477"/>
                  </a:cubicBezTo>
                  <a:cubicBezTo>
                    <a:pt x="182102" y="317477"/>
                    <a:pt x="166991" y="317477"/>
                    <a:pt x="151410" y="317477"/>
                  </a:cubicBezTo>
                  <a:close/>
                  <a:moveTo>
                    <a:pt x="197475" y="294575"/>
                  </a:moveTo>
                  <a:cubicBezTo>
                    <a:pt x="181946" y="294575"/>
                    <a:pt x="166782" y="294575"/>
                    <a:pt x="151671" y="294575"/>
                  </a:cubicBezTo>
                  <a:cubicBezTo>
                    <a:pt x="151671" y="298445"/>
                    <a:pt x="151671" y="302000"/>
                    <a:pt x="151671" y="305556"/>
                  </a:cubicBezTo>
                  <a:cubicBezTo>
                    <a:pt x="167096" y="305556"/>
                    <a:pt x="182259" y="305556"/>
                    <a:pt x="197475" y="305556"/>
                  </a:cubicBezTo>
                  <a:cubicBezTo>
                    <a:pt x="197475" y="301739"/>
                    <a:pt x="197475" y="298288"/>
                    <a:pt x="197475" y="2945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56" name="Google Shape;1356;p11"/>
            <p:cNvSpPr/>
            <p:nvPr/>
          </p:nvSpPr>
          <p:spPr>
            <a:xfrm>
              <a:off x="655839" y="6333677"/>
              <a:ext cx="22901" cy="49097"/>
            </a:xfrm>
            <a:custGeom>
              <a:avLst/>
              <a:gdLst/>
              <a:ahLst/>
              <a:cxnLst/>
              <a:rect l="l" t="t" r="r" b="b"/>
              <a:pathLst>
                <a:path w="22901" h="49097" extrusionOk="0">
                  <a:moveTo>
                    <a:pt x="11085" y="52"/>
                  </a:moveTo>
                  <a:cubicBezTo>
                    <a:pt x="15006" y="15320"/>
                    <a:pt x="18876" y="30588"/>
                    <a:pt x="22902" y="46169"/>
                  </a:cubicBezTo>
                  <a:cubicBezTo>
                    <a:pt x="19189" y="47163"/>
                    <a:pt x="15738" y="48052"/>
                    <a:pt x="11765" y="49097"/>
                  </a:cubicBezTo>
                  <a:cubicBezTo>
                    <a:pt x="7843" y="33725"/>
                    <a:pt x="3922" y="18510"/>
                    <a:pt x="0" y="3190"/>
                  </a:cubicBezTo>
                  <a:cubicBezTo>
                    <a:pt x="3399" y="2091"/>
                    <a:pt x="6536" y="1046"/>
                    <a:pt x="9725" y="0"/>
                  </a:cubicBezTo>
                  <a:cubicBezTo>
                    <a:pt x="10144" y="52"/>
                    <a:pt x="10614" y="52"/>
                    <a:pt x="11085" y="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57" name="Google Shape;1357;p11"/>
            <p:cNvSpPr/>
            <p:nvPr/>
          </p:nvSpPr>
          <p:spPr>
            <a:xfrm>
              <a:off x="684820" y="6399349"/>
              <a:ext cx="86206" cy="177984"/>
            </a:xfrm>
            <a:custGeom>
              <a:avLst/>
              <a:gdLst/>
              <a:ahLst/>
              <a:cxnLst/>
              <a:rect l="l" t="t" r="r" b="b"/>
              <a:pathLst>
                <a:path w="86206" h="177984" extrusionOk="0">
                  <a:moveTo>
                    <a:pt x="86207" y="177985"/>
                  </a:moveTo>
                  <a:cubicBezTo>
                    <a:pt x="82442" y="177985"/>
                    <a:pt x="78834" y="177985"/>
                    <a:pt x="74965" y="177985"/>
                  </a:cubicBezTo>
                  <a:cubicBezTo>
                    <a:pt x="74704" y="175789"/>
                    <a:pt x="74547" y="173540"/>
                    <a:pt x="74129" y="171344"/>
                  </a:cubicBezTo>
                  <a:cubicBezTo>
                    <a:pt x="71410" y="158482"/>
                    <a:pt x="64037" y="149279"/>
                    <a:pt x="51959" y="144155"/>
                  </a:cubicBezTo>
                  <a:cubicBezTo>
                    <a:pt x="40142" y="139136"/>
                    <a:pt x="29685" y="132286"/>
                    <a:pt x="20900" y="122874"/>
                  </a:cubicBezTo>
                  <a:cubicBezTo>
                    <a:pt x="-9217" y="90666"/>
                    <a:pt x="-6446" y="36915"/>
                    <a:pt x="27018" y="8209"/>
                  </a:cubicBezTo>
                  <a:cubicBezTo>
                    <a:pt x="30260" y="5438"/>
                    <a:pt x="33763" y="2876"/>
                    <a:pt x="37423" y="0"/>
                  </a:cubicBezTo>
                  <a:cubicBezTo>
                    <a:pt x="39567" y="3399"/>
                    <a:pt x="41554" y="6484"/>
                    <a:pt x="43645" y="9778"/>
                  </a:cubicBezTo>
                  <a:cubicBezTo>
                    <a:pt x="41345" y="11555"/>
                    <a:pt x="39149" y="13072"/>
                    <a:pt x="37109" y="14797"/>
                  </a:cubicBezTo>
                  <a:cubicBezTo>
                    <a:pt x="-2890" y="47424"/>
                    <a:pt x="5267" y="110430"/>
                    <a:pt x="52273" y="131502"/>
                  </a:cubicBezTo>
                  <a:cubicBezTo>
                    <a:pt x="61893" y="135842"/>
                    <a:pt x="70835" y="140861"/>
                    <a:pt x="77109" y="149645"/>
                  </a:cubicBezTo>
                  <a:cubicBezTo>
                    <a:pt x="83070" y="158116"/>
                    <a:pt x="86207" y="167475"/>
                    <a:pt x="86207" y="17798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58" name="Google Shape;1358;p11"/>
            <p:cNvSpPr/>
            <p:nvPr/>
          </p:nvSpPr>
          <p:spPr>
            <a:xfrm>
              <a:off x="606323" y="6365153"/>
              <a:ext cx="47058" cy="38221"/>
            </a:xfrm>
            <a:custGeom>
              <a:avLst/>
              <a:gdLst/>
              <a:ahLst/>
              <a:cxnLst/>
              <a:rect l="l" t="t" r="r" b="b"/>
              <a:pathLst>
                <a:path w="47058" h="38221" extrusionOk="0">
                  <a:moveTo>
                    <a:pt x="0" y="9359"/>
                  </a:moveTo>
                  <a:cubicBezTo>
                    <a:pt x="2353" y="6118"/>
                    <a:pt x="4392" y="3242"/>
                    <a:pt x="6693" y="0"/>
                  </a:cubicBezTo>
                  <a:cubicBezTo>
                    <a:pt x="20183" y="9621"/>
                    <a:pt x="33516" y="19137"/>
                    <a:pt x="47058" y="28810"/>
                  </a:cubicBezTo>
                  <a:cubicBezTo>
                    <a:pt x="44810" y="31947"/>
                    <a:pt x="42771" y="34875"/>
                    <a:pt x="40366" y="38222"/>
                  </a:cubicBezTo>
                  <a:cubicBezTo>
                    <a:pt x="26928" y="28601"/>
                    <a:pt x="13595" y="19085"/>
                    <a:pt x="0" y="93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59" name="Google Shape;1359;p11"/>
            <p:cNvSpPr/>
            <p:nvPr/>
          </p:nvSpPr>
          <p:spPr>
            <a:xfrm>
              <a:off x="596755" y="6421937"/>
              <a:ext cx="48888" cy="22692"/>
            </a:xfrm>
            <a:custGeom>
              <a:avLst/>
              <a:gdLst/>
              <a:ahLst/>
              <a:cxnLst/>
              <a:rect l="l" t="t" r="r" b="b"/>
              <a:pathLst>
                <a:path w="48888" h="22692" extrusionOk="0">
                  <a:moveTo>
                    <a:pt x="0" y="11503"/>
                  </a:moveTo>
                  <a:cubicBezTo>
                    <a:pt x="15582" y="7582"/>
                    <a:pt x="30692" y="3817"/>
                    <a:pt x="46117" y="0"/>
                  </a:cubicBezTo>
                  <a:cubicBezTo>
                    <a:pt x="47058" y="3765"/>
                    <a:pt x="47947" y="7320"/>
                    <a:pt x="48888" y="11189"/>
                  </a:cubicBezTo>
                  <a:cubicBezTo>
                    <a:pt x="33464" y="15059"/>
                    <a:pt x="18405" y="18823"/>
                    <a:pt x="2823" y="22693"/>
                  </a:cubicBezTo>
                  <a:cubicBezTo>
                    <a:pt x="1882" y="18980"/>
                    <a:pt x="993" y="15477"/>
                    <a:pt x="0" y="115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0" name="Google Shape;1360;p11"/>
            <p:cNvSpPr/>
            <p:nvPr/>
          </p:nvSpPr>
          <p:spPr>
            <a:xfrm>
              <a:off x="865614" y="6578850"/>
              <a:ext cx="41986" cy="37698"/>
            </a:xfrm>
            <a:custGeom>
              <a:avLst/>
              <a:gdLst/>
              <a:ahLst/>
              <a:cxnLst/>
              <a:rect l="l" t="t" r="r" b="b"/>
              <a:pathLst>
                <a:path w="41986" h="37698" extrusionOk="0">
                  <a:moveTo>
                    <a:pt x="34562" y="37699"/>
                  </a:moveTo>
                  <a:cubicBezTo>
                    <a:pt x="22902" y="27974"/>
                    <a:pt x="11555" y="18510"/>
                    <a:pt x="0" y="8889"/>
                  </a:cubicBezTo>
                  <a:cubicBezTo>
                    <a:pt x="2510" y="5856"/>
                    <a:pt x="4863" y="2980"/>
                    <a:pt x="7372" y="0"/>
                  </a:cubicBezTo>
                  <a:cubicBezTo>
                    <a:pt x="18928" y="9621"/>
                    <a:pt x="30274" y="19085"/>
                    <a:pt x="41986" y="28810"/>
                  </a:cubicBezTo>
                  <a:cubicBezTo>
                    <a:pt x="39529" y="31790"/>
                    <a:pt x="37176" y="34562"/>
                    <a:pt x="34562" y="376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1" name="Google Shape;1361;p11"/>
            <p:cNvSpPr/>
            <p:nvPr/>
          </p:nvSpPr>
          <p:spPr>
            <a:xfrm>
              <a:off x="840726" y="6595007"/>
              <a:ext cx="10927" cy="40104"/>
            </a:xfrm>
            <a:custGeom>
              <a:avLst/>
              <a:gdLst/>
              <a:ahLst/>
              <a:cxnLst/>
              <a:rect l="l" t="t" r="r" b="b"/>
              <a:pathLst>
                <a:path w="10927" h="40104" extrusionOk="0">
                  <a:moveTo>
                    <a:pt x="10928" y="40104"/>
                  </a:moveTo>
                  <a:cubicBezTo>
                    <a:pt x="7216" y="40104"/>
                    <a:pt x="3712" y="40104"/>
                    <a:pt x="0" y="40104"/>
                  </a:cubicBezTo>
                  <a:cubicBezTo>
                    <a:pt x="0" y="26719"/>
                    <a:pt x="0" y="13438"/>
                    <a:pt x="0" y="0"/>
                  </a:cubicBezTo>
                  <a:cubicBezTo>
                    <a:pt x="3660" y="0"/>
                    <a:pt x="7163" y="0"/>
                    <a:pt x="10928" y="0"/>
                  </a:cubicBezTo>
                  <a:cubicBezTo>
                    <a:pt x="10928" y="13281"/>
                    <a:pt x="10928" y="26562"/>
                    <a:pt x="10928" y="401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2" name="Google Shape;1362;p11"/>
            <p:cNvSpPr/>
            <p:nvPr/>
          </p:nvSpPr>
          <p:spPr>
            <a:xfrm>
              <a:off x="875287" y="6548942"/>
              <a:ext cx="39947" cy="11032"/>
            </a:xfrm>
            <a:custGeom>
              <a:avLst/>
              <a:gdLst/>
              <a:ahLst/>
              <a:cxnLst/>
              <a:rect l="l" t="t" r="r" b="b"/>
              <a:pathLst>
                <a:path w="39947" h="11032" extrusionOk="0">
                  <a:moveTo>
                    <a:pt x="0" y="11033"/>
                  </a:moveTo>
                  <a:cubicBezTo>
                    <a:pt x="0" y="7320"/>
                    <a:pt x="0" y="3765"/>
                    <a:pt x="0" y="0"/>
                  </a:cubicBezTo>
                  <a:cubicBezTo>
                    <a:pt x="13385" y="0"/>
                    <a:pt x="26562" y="0"/>
                    <a:pt x="39947" y="0"/>
                  </a:cubicBezTo>
                  <a:cubicBezTo>
                    <a:pt x="39947" y="3608"/>
                    <a:pt x="39947" y="7216"/>
                    <a:pt x="39947" y="11033"/>
                  </a:cubicBezTo>
                  <a:cubicBezTo>
                    <a:pt x="26719" y="11033"/>
                    <a:pt x="13438" y="11033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3" name="Google Shape;1363;p11"/>
            <p:cNvSpPr/>
            <p:nvPr/>
          </p:nvSpPr>
          <p:spPr>
            <a:xfrm>
              <a:off x="759942" y="6589151"/>
              <a:ext cx="11032" cy="16993"/>
            </a:xfrm>
            <a:custGeom>
              <a:avLst/>
              <a:gdLst/>
              <a:ahLst/>
              <a:cxnLst/>
              <a:rect l="l" t="t" r="r" b="b"/>
              <a:pathLst>
                <a:path w="11032" h="16993" extrusionOk="0">
                  <a:moveTo>
                    <a:pt x="0" y="0"/>
                  </a:moveTo>
                  <a:cubicBezTo>
                    <a:pt x="3817" y="0"/>
                    <a:pt x="7268" y="0"/>
                    <a:pt x="11033" y="0"/>
                  </a:cubicBezTo>
                  <a:cubicBezTo>
                    <a:pt x="11033" y="5647"/>
                    <a:pt x="11033" y="11189"/>
                    <a:pt x="11033" y="16993"/>
                  </a:cubicBezTo>
                  <a:cubicBezTo>
                    <a:pt x="7320" y="16993"/>
                    <a:pt x="3765" y="16993"/>
                    <a:pt x="0" y="16993"/>
                  </a:cubicBezTo>
                  <a:cubicBezTo>
                    <a:pt x="0" y="11294"/>
                    <a:pt x="0" y="580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4" name="Google Shape;1364;p11"/>
            <p:cNvSpPr/>
            <p:nvPr/>
          </p:nvSpPr>
          <p:spPr>
            <a:xfrm>
              <a:off x="792726" y="6388682"/>
              <a:ext cx="92286" cy="92286"/>
            </a:xfrm>
            <a:custGeom>
              <a:avLst/>
              <a:gdLst/>
              <a:ahLst/>
              <a:cxnLst/>
              <a:rect l="l" t="t" r="r" b="b"/>
              <a:pathLst>
                <a:path w="92286" h="92286" extrusionOk="0">
                  <a:moveTo>
                    <a:pt x="0" y="46117"/>
                  </a:moveTo>
                  <a:cubicBezTo>
                    <a:pt x="52" y="20706"/>
                    <a:pt x="20810" y="-52"/>
                    <a:pt x="46274" y="0"/>
                  </a:cubicBezTo>
                  <a:cubicBezTo>
                    <a:pt x="71738" y="52"/>
                    <a:pt x="92339" y="20758"/>
                    <a:pt x="92286" y="46274"/>
                  </a:cubicBezTo>
                  <a:cubicBezTo>
                    <a:pt x="92234" y="71633"/>
                    <a:pt x="71633" y="92182"/>
                    <a:pt x="46274" y="92287"/>
                  </a:cubicBezTo>
                  <a:cubicBezTo>
                    <a:pt x="20915" y="92391"/>
                    <a:pt x="0" y="71476"/>
                    <a:pt x="0" y="46117"/>
                  </a:cubicBezTo>
                  <a:close/>
                  <a:moveTo>
                    <a:pt x="80731" y="46274"/>
                  </a:moveTo>
                  <a:cubicBezTo>
                    <a:pt x="80783" y="27242"/>
                    <a:pt x="65359" y="11660"/>
                    <a:pt x="46431" y="11556"/>
                  </a:cubicBezTo>
                  <a:cubicBezTo>
                    <a:pt x="27398" y="11451"/>
                    <a:pt x="11555" y="27189"/>
                    <a:pt x="11555" y="46169"/>
                  </a:cubicBezTo>
                  <a:cubicBezTo>
                    <a:pt x="11608" y="64941"/>
                    <a:pt x="27346" y="80731"/>
                    <a:pt x="46117" y="80783"/>
                  </a:cubicBezTo>
                  <a:cubicBezTo>
                    <a:pt x="64940" y="80836"/>
                    <a:pt x="80679" y="65097"/>
                    <a:pt x="80731" y="46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65" name="Google Shape;1365;p11"/>
          <p:cNvGrpSpPr/>
          <p:nvPr/>
        </p:nvGrpSpPr>
        <p:grpSpPr>
          <a:xfrm>
            <a:off x="4512595" y="6338111"/>
            <a:ext cx="346984" cy="353721"/>
            <a:chOff x="2499198" y="6329527"/>
            <a:chExt cx="346984" cy="353721"/>
          </a:xfrm>
        </p:grpSpPr>
        <p:sp>
          <p:nvSpPr>
            <p:cNvPr id="1366" name="Google Shape;1366;p11"/>
            <p:cNvSpPr/>
            <p:nvPr/>
          </p:nvSpPr>
          <p:spPr>
            <a:xfrm>
              <a:off x="2510141" y="6329527"/>
              <a:ext cx="325277" cy="353721"/>
            </a:xfrm>
            <a:custGeom>
              <a:avLst/>
              <a:gdLst/>
              <a:ahLst/>
              <a:cxnLst/>
              <a:rect l="l" t="t" r="r" b="b"/>
              <a:pathLst>
                <a:path w="325277" h="353721" extrusionOk="0">
                  <a:moveTo>
                    <a:pt x="252337" y="212965"/>
                  </a:moveTo>
                  <a:cubicBezTo>
                    <a:pt x="252337" y="217932"/>
                    <a:pt x="252232" y="222533"/>
                    <a:pt x="252441" y="227082"/>
                  </a:cubicBezTo>
                  <a:cubicBezTo>
                    <a:pt x="252494" y="228128"/>
                    <a:pt x="253330" y="229331"/>
                    <a:pt x="254167" y="230167"/>
                  </a:cubicBezTo>
                  <a:cubicBezTo>
                    <a:pt x="256834" y="232938"/>
                    <a:pt x="259605" y="235605"/>
                    <a:pt x="262533" y="238481"/>
                  </a:cubicBezTo>
                  <a:cubicBezTo>
                    <a:pt x="259448" y="241304"/>
                    <a:pt x="256677" y="243866"/>
                    <a:pt x="253592" y="246638"/>
                  </a:cubicBezTo>
                  <a:cubicBezTo>
                    <a:pt x="248206" y="241252"/>
                    <a:pt x="242507" y="235501"/>
                    <a:pt x="236755" y="229801"/>
                  </a:cubicBezTo>
                  <a:cubicBezTo>
                    <a:pt x="235762" y="228808"/>
                    <a:pt x="234821" y="227867"/>
                    <a:pt x="233827" y="226873"/>
                  </a:cubicBezTo>
                  <a:cubicBezTo>
                    <a:pt x="230376" y="223579"/>
                    <a:pt x="226455" y="223370"/>
                    <a:pt x="223631" y="226298"/>
                  </a:cubicBezTo>
                  <a:cubicBezTo>
                    <a:pt x="220912" y="229174"/>
                    <a:pt x="221069" y="232938"/>
                    <a:pt x="224311" y="236233"/>
                  </a:cubicBezTo>
                  <a:cubicBezTo>
                    <a:pt x="230429" y="242455"/>
                    <a:pt x="236651" y="248572"/>
                    <a:pt x="242821" y="254742"/>
                  </a:cubicBezTo>
                  <a:cubicBezTo>
                    <a:pt x="247474" y="259448"/>
                    <a:pt x="247579" y="261539"/>
                    <a:pt x="243343" y="266454"/>
                  </a:cubicBezTo>
                  <a:cubicBezTo>
                    <a:pt x="233618" y="277748"/>
                    <a:pt x="234193" y="293801"/>
                    <a:pt x="244964" y="304728"/>
                  </a:cubicBezTo>
                  <a:cubicBezTo>
                    <a:pt x="257827" y="317800"/>
                    <a:pt x="270846" y="330663"/>
                    <a:pt x="283814" y="343630"/>
                  </a:cubicBezTo>
                  <a:cubicBezTo>
                    <a:pt x="284598" y="344414"/>
                    <a:pt x="285330" y="345251"/>
                    <a:pt x="286062" y="345983"/>
                  </a:cubicBezTo>
                  <a:cubicBezTo>
                    <a:pt x="283186" y="348597"/>
                    <a:pt x="280363" y="351159"/>
                    <a:pt x="277591" y="353721"/>
                  </a:cubicBezTo>
                  <a:cubicBezTo>
                    <a:pt x="270010" y="346087"/>
                    <a:pt x="261748" y="337774"/>
                    <a:pt x="253539" y="329513"/>
                  </a:cubicBezTo>
                  <a:cubicBezTo>
                    <a:pt x="253173" y="329669"/>
                    <a:pt x="252755" y="329826"/>
                    <a:pt x="252389" y="329983"/>
                  </a:cubicBezTo>
                  <a:cubicBezTo>
                    <a:pt x="252389" y="334114"/>
                    <a:pt x="252389" y="338244"/>
                    <a:pt x="252389" y="342375"/>
                  </a:cubicBezTo>
                  <a:cubicBezTo>
                    <a:pt x="252389" y="348702"/>
                    <a:pt x="250507" y="350584"/>
                    <a:pt x="244128" y="350584"/>
                  </a:cubicBezTo>
                  <a:cubicBezTo>
                    <a:pt x="226664" y="350584"/>
                    <a:pt x="209200" y="350584"/>
                    <a:pt x="191736" y="350584"/>
                  </a:cubicBezTo>
                  <a:cubicBezTo>
                    <a:pt x="188651" y="350584"/>
                    <a:pt x="185671" y="350480"/>
                    <a:pt x="184050" y="347238"/>
                  </a:cubicBezTo>
                  <a:cubicBezTo>
                    <a:pt x="182481" y="343996"/>
                    <a:pt x="184102" y="341643"/>
                    <a:pt x="186037" y="339133"/>
                  </a:cubicBezTo>
                  <a:cubicBezTo>
                    <a:pt x="194351" y="328414"/>
                    <a:pt x="194664" y="314140"/>
                    <a:pt x="186926" y="303264"/>
                  </a:cubicBezTo>
                  <a:cubicBezTo>
                    <a:pt x="179240" y="292441"/>
                    <a:pt x="165279" y="287997"/>
                    <a:pt x="152730" y="292336"/>
                  </a:cubicBezTo>
                  <a:cubicBezTo>
                    <a:pt x="140234" y="296676"/>
                    <a:pt x="132077" y="308702"/>
                    <a:pt x="132704" y="322140"/>
                  </a:cubicBezTo>
                  <a:cubicBezTo>
                    <a:pt x="133018" y="328676"/>
                    <a:pt x="135319" y="334532"/>
                    <a:pt x="139502" y="339604"/>
                  </a:cubicBezTo>
                  <a:cubicBezTo>
                    <a:pt x="141384" y="341905"/>
                    <a:pt x="142482" y="344257"/>
                    <a:pt x="141175" y="347133"/>
                  </a:cubicBezTo>
                  <a:cubicBezTo>
                    <a:pt x="139815" y="350009"/>
                    <a:pt x="137306" y="350636"/>
                    <a:pt x="134325" y="350636"/>
                  </a:cubicBezTo>
                  <a:cubicBezTo>
                    <a:pt x="116391" y="350584"/>
                    <a:pt x="98404" y="350636"/>
                    <a:pt x="80470" y="350584"/>
                  </a:cubicBezTo>
                  <a:cubicBezTo>
                    <a:pt x="74875" y="350584"/>
                    <a:pt x="72836" y="348545"/>
                    <a:pt x="72836" y="342898"/>
                  </a:cubicBezTo>
                  <a:cubicBezTo>
                    <a:pt x="72836" y="329669"/>
                    <a:pt x="72836" y="316441"/>
                    <a:pt x="72836" y="303264"/>
                  </a:cubicBezTo>
                  <a:cubicBezTo>
                    <a:pt x="72836" y="301905"/>
                    <a:pt x="72836" y="300598"/>
                    <a:pt x="72836" y="298820"/>
                  </a:cubicBezTo>
                  <a:cubicBezTo>
                    <a:pt x="61542" y="303578"/>
                    <a:pt x="50509" y="304153"/>
                    <a:pt x="39424" y="299761"/>
                  </a:cubicBezTo>
                  <a:cubicBezTo>
                    <a:pt x="31320" y="296519"/>
                    <a:pt x="24836" y="291238"/>
                    <a:pt x="19974" y="283971"/>
                  </a:cubicBezTo>
                  <a:cubicBezTo>
                    <a:pt x="10301" y="269435"/>
                    <a:pt x="10719" y="250402"/>
                    <a:pt x="20967" y="236233"/>
                  </a:cubicBezTo>
                  <a:cubicBezTo>
                    <a:pt x="32366" y="220494"/>
                    <a:pt x="48836" y="216102"/>
                    <a:pt x="72627" y="222481"/>
                  </a:cubicBezTo>
                  <a:cubicBezTo>
                    <a:pt x="72627" y="199475"/>
                    <a:pt x="72627" y="176469"/>
                    <a:pt x="72627" y="153096"/>
                  </a:cubicBezTo>
                  <a:cubicBezTo>
                    <a:pt x="67293" y="153096"/>
                    <a:pt x="62117" y="153096"/>
                    <a:pt x="56940" y="153096"/>
                  </a:cubicBezTo>
                  <a:cubicBezTo>
                    <a:pt x="40941" y="153096"/>
                    <a:pt x="30954" y="143162"/>
                    <a:pt x="30954" y="127266"/>
                  </a:cubicBezTo>
                  <a:cubicBezTo>
                    <a:pt x="30954" y="112051"/>
                    <a:pt x="30902" y="96835"/>
                    <a:pt x="31006" y="81620"/>
                  </a:cubicBezTo>
                  <a:cubicBezTo>
                    <a:pt x="31006" y="78953"/>
                    <a:pt x="30379" y="77019"/>
                    <a:pt x="28392" y="75084"/>
                  </a:cubicBezTo>
                  <a:cubicBezTo>
                    <a:pt x="19817" y="66718"/>
                    <a:pt x="11399" y="58195"/>
                    <a:pt x="2928" y="49725"/>
                  </a:cubicBezTo>
                  <a:cubicBezTo>
                    <a:pt x="1987" y="48784"/>
                    <a:pt x="1046" y="47738"/>
                    <a:pt x="0" y="46640"/>
                  </a:cubicBezTo>
                  <a:cubicBezTo>
                    <a:pt x="2876" y="43869"/>
                    <a:pt x="5595" y="41254"/>
                    <a:pt x="8575" y="38379"/>
                  </a:cubicBezTo>
                  <a:cubicBezTo>
                    <a:pt x="13333" y="43137"/>
                    <a:pt x="18144" y="47999"/>
                    <a:pt x="23006" y="52810"/>
                  </a:cubicBezTo>
                  <a:cubicBezTo>
                    <a:pt x="28653" y="58457"/>
                    <a:pt x="34457" y="63947"/>
                    <a:pt x="39843" y="69855"/>
                  </a:cubicBezTo>
                  <a:cubicBezTo>
                    <a:pt x="41516" y="71685"/>
                    <a:pt x="42771" y="74614"/>
                    <a:pt x="42823" y="77019"/>
                  </a:cubicBezTo>
                  <a:cubicBezTo>
                    <a:pt x="43084" y="93855"/>
                    <a:pt x="42928" y="110692"/>
                    <a:pt x="42980" y="127528"/>
                  </a:cubicBezTo>
                  <a:cubicBezTo>
                    <a:pt x="42980" y="136364"/>
                    <a:pt x="47738" y="141070"/>
                    <a:pt x="56627" y="141123"/>
                  </a:cubicBezTo>
                  <a:cubicBezTo>
                    <a:pt x="61855" y="141123"/>
                    <a:pt x="67084" y="141123"/>
                    <a:pt x="72836" y="141123"/>
                  </a:cubicBezTo>
                  <a:cubicBezTo>
                    <a:pt x="72836" y="136051"/>
                    <a:pt x="72940" y="131136"/>
                    <a:pt x="72731" y="126221"/>
                  </a:cubicBezTo>
                  <a:cubicBezTo>
                    <a:pt x="72679" y="125227"/>
                    <a:pt x="71424" y="124234"/>
                    <a:pt x="70535" y="123345"/>
                  </a:cubicBezTo>
                  <a:cubicBezTo>
                    <a:pt x="67973" y="120835"/>
                    <a:pt x="65359" y="118325"/>
                    <a:pt x="62587" y="115711"/>
                  </a:cubicBezTo>
                  <a:cubicBezTo>
                    <a:pt x="65777" y="112783"/>
                    <a:pt x="68548" y="110221"/>
                    <a:pt x="71633" y="107397"/>
                  </a:cubicBezTo>
                  <a:cubicBezTo>
                    <a:pt x="78692" y="114508"/>
                    <a:pt x="86012" y="121776"/>
                    <a:pt x="93280" y="129097"/>
                  </a:cubicBezTo>
                  <a:cubicBezTo>
                    <a:pt x="94587" y="130404"/>
                    <a:pt x="95894" y="131763"/>
                    <a:pt x="97254" y="133070"/>
                  </a:cubicBezTo>
                  <a:cubicBezTo>
                    <a:pt x="100757" y="136469"/>
                    <a:pt x="104574" y="136783"/>
                    <a:pt x="107450" y="133907"/>
                  </a:cubicBezTo>
                  <a:cubicBezTo>
                    <a:pt x="110378" y="131031"/>
                    <a:pt x="110169" y="127110"/>
                    <a:pt x="106770" y="123711"/>
                  </a:cubicBezTo>
                  <a:cubicBezTo>
                    <a:pt x="98875" y="115763"/>
                    <a:pt x="90927" y="107816"/>
                    <a:pt x="82979" y="99868"/>
                  </a:cubicBezTo>
                  <a:cubicBezTo>
                    <a:pt x="77542" y="94430"/>
                    <a:pt x="77489" y="92966"/>
                    <a:pt x="82352" y="87058"/>
                  </a:cubicBezTo>
                  <a:cubicBezTo>
                    <a:pt x="91554" y="75868"/>
                    <a:pt x="90822" y="59973"/>
                    <a:pt x="80313" y="49359"/>
                  </a:cubicBezTo>
                  <a:cubicBezTo>
                    <a:pt x="67555" y="36392"/>
                    <a:pt x="54588" y="23581"/>
                    <a:pt x="41673" y="10771"/>
                  </a:cubicBezTo>
                  <a:cubicBezTo>
                    <a:pt x="40732" y="9830"/>
                    <a:pt x="39320" y="9307"/>
                    <a:pt x="37908" y="8523"/>
                  </a:cubicBezTo>
                  <a:cubicBezTo>
                    <a:pt x="41725" y="4967"/>
                    <a:pt x="44392" y="2405"/>
                    <a:pt x="47006" y="0"/>
                  </a:cubicBezTo>
                  <a:cubicBezTo>
                    <a:pt x="55110" y="8104"/>
                    <a:pt x="63320" y="16366"/>
                    <a:pt x="71581" y="24627"/>
                  </a:cubicBezTo>
                  <a:cubicBezTo>
                    <a:pt x="71999" y="24470"/>
                    <a:pt x="72417" y="24261"/>
                    <a:pt x="72836" y="24104"/>
                  </a:cubicBezTo>
                  <a:cubicBezTo>
                    <a:pt x="72836" y="20130"/>
                    <a:pt x="72836" y="16104"/>
                    <a:pt x="72836" y="12131"/>
                  </a:cubicBezTo>
                  <a:cubicBezTo>
                    <a:pt x="72836" y="5229"/>
                    <a:pt x="74561" y="3503"/>
                    <a:pt x="81411" y="3503"/>
                  </a:cubicBezTo>
                  <a:cubicBezTo>
                    <a:pt x="98718" y="3503"/>
                    <a:pt x="116077" y="3503"/>
                    <a:pt x="133384" y="3503"/>
                  </a:cubicBezTo>
                  <a:cubicBezTo>
                    <a:pt x="136469" y="3503"/>
                    <a:pt x="139449" y="3556"/>
                    <a:pt x="141070" y="6797"/>
                  </a:cubicBezTo>
                  <a:cubicBezTo>
                    <a:pt x="142691" y="9987"/>
                    <a:pt x="141070" y="12392"/>
                    <a:pt x="139136" y="14902"/>
                  </a:cubicBezTo>
                  <a:cubicBezTo>
                    <a:pt x="129358" y="27503"/>
                    <a:pt x="130770" y="44810"/>
                    <a:pt x="142377" y="55476"/>
                  </a:cubicBezTo>
                  <a:cubicBezTo>
                    <a:pt x="153776" y="65986"/>
                    <a:pt x="171501" y="65934"/>
                    <a:pt x="182847" y="55372"/>
                  </a:cubicBezTo>
                  <a:cubicBezTo>
                    <a:pt x="194403" y="44653"/>
                    <a:pt x="195762" y="27398"/>
                    <a:pt x="185880" y="14745"/>
                  </a:cubicBezTo>
                  <a:cubicBezTo>
                    <a:pt x="183998" y="12340"/>
                    <a:pt x="182534" y="10039"/>
                    <a:pt x="183945" y="6954"/>
                  </a:cubicBezTo>
                  <a:cubicBezTo>
                    <a:pt x="185462" y="3660"/>
                    <a:pt x="188390" y="3451"/>
                    <a:pt x="191527" y="3451"/>
                  </a:cubicBezTo>
                  <a:cubicBezTo>
                    <a:pt x="209096" y="3503"/>
                    <a:pt x="226664" y="3451"/>
                    <a:pt x="244285" y="3503"/>
                  </a:cubicBezTo>
                  <a:cubicBezTo>
                    <a:pt x="250402" y="3503"/>
                    <a:pt x="252337" y="5438"/>
                    <a:pt x="252337" y="11503"/>
                  </a:cubicBezTo>
                  <a:cubicBezTo>
                    <a:pt x="252337" y="24575"/>
                    <a:pt x="252337" y="37699"/>
                    <a:pt x="252337" y="50771"/>
                  </a:cubicBezTo>
                  <a:cubicBezTo>
                    <a:pt x="252337" y="52130"/>
                    <a:pt x="252337" y="53490"/>
                    <a:pt x="252337" y="55267"/>
                  </a:cubicBezTo>
                  <a:cubicBezTo>
                    <a:pt x="263735" y="50405"/>
                    <a:pt x="274873" y="49934"/>
                    <a:pt x="286062" y="54431"/>
                  </a:cubicBezTo>
                  <a:cubicBezTo>
                    <a:pt x="294166" y="57673"/>
                    <a:pt x="300598" y="63058"/>
                    <a:pt x="305356" y="70378"/>
                  </a:cubicBezTo>
                  <a:cubicBezTo>
                    <a:pt x="314872" y="84914"/>
                    <a:pt x="314401" y="103737"/>
                    <a:pt x="304205" y="117803"/>
                  </a:cubicBezTo>
                  <a:cubicBezTo>
                    <a:pt x="292755" y="133593"/>
                    <a:pt x="276075" y="138090"/>
                    <a:pt x="252546" y="131606"/>
                  </a:cubicBezTo>
                  <a:cubicBezTo>
                    <a:pt x="252546" y="154613"/>
                    <a:pt x="252546" y="177619"/>
                    <a:pt x="252546" y="200991"/>
                  </a:cubicBezTo>
                  <a:cubicBezTo>
                    <a:pt x="257932" y="200991"/>
                    <a:pt x="263265" y="200991"/>
                    <a:pt x="268598" y="200991"/>
                  </a:cubicBezTo>
                  <a:cubicBezTo>
                    <a:pt x="284284" y="201043"/>
                    <a:pt x="294219" y="211030"/>
                    <a:pt x="294219" y="226769"/>
                  </a:cubicBezTo>
                  <a:cubicBezTo>
                    <a:pt x="294219" y="241984"/>
                    <a:pt x="294323" y="257200"/>
                    <a:pt x="294166" y="272415"/>
                  </a:cubicBezTo>
                  <a:cubicBezTo>
                    <a:pt x="294114" y="275291"/>
                    <a:pt x="295055" y="277226"/>
                    <a:pt x="297042" y="279212"/>
                  </a:cubicBezTo>
                  <a:cubicBezTo>
                    <a:pt x="306454" y="288467"/>
                    <a:pt x="315761" y="297827"/>
                    <a:pt x="325277" y="307291"/>
                  </a:cubicBezTo>
                  <a:cubicBezTo>
                    <a:pt x="322244" y="310114"/>
                    <a:pt x="319473" y="312676"/>
                    <a:pt x="316336" y="315552"/>
                  </a:cubicBezTo>
                  <a:cubicBezTo>
                    <a:pt x="312362" y="311526"/>
                    <a:pt x="308075" y="307186"/>
                    <a:pt x="303735" y="302898"/>
                  </a:cubicBezTo>
                  <a:cubicBezTo>
                    <a:pt x="297670" y="296833"/>
                    <a:pt x="291604" y="290663"/>
                    <a:pt x="285434" y="284703"/>
                  </a:cubicBezTo>
                  <a:cubicBezTo>
                    <a:pt x="283134" y="282454"/>
                    <a:pt x="282088" y="280049"/>
                    <a:pt x="282088" y="276755"/>
                  </a:cubicBezTo>
                  <a:cubicBezTo>
                    <a:pt x="282193" y="260023"/>
                    <a:pt x="282140" y="243344"/>
                    <a:pt x="282140" y="226612"/>
                  </a:cubicBezTo>
                  <a:cubicBezTo>
                    <a:pt x="282140" y="217723"/>
                    <a:pt x="277382" y="213017"/>
                    <a:pt x="268546" y="213017"/>
                  </a:cubicBezTo>
                  <a:cubicBezTo>
                    <a:pt x="263422" y="212965"/>
                    <a:pt x="258193" y="212965"/>
                    <a:pt x="252337" y="212965"/>
                  </a:cubicBezTo>
                  <a:close/>
                  <a:moveTo>
                    <a:pt x="240363" y="171083"/>
                  </a:moveTo>
                  <a:cubicBezTo>
                    <a:pt x="240363" y="154194"/>
                    <a:pt x="240363" y="137881"/>
                    <a:pt x="240363" y="121567"/>
                  </a:cubicBezTo>
                  <a:cubicBezTo>
                    <a:pt x="240363" y="118639"/>
                    <a:pt x="240938" y="116077"/>
                    <a:pt x="243814" y="114718"/>
                  </a:cubicBezTo>
                  <a:cubicBezTo>
                    <a:pt x="246690" y="113358"/>
                    <a:pt x="249043" y="114456"/>
                    <a:pt x="251291" y="116391"/>
                  </a:cubicBezTo>
                  <a:cubicBezTo>
                    <a:pt x="256311" y="120574"/>
                    <a:pt x="262219" y="122874"/>
                    <a:pt x="268755" y="123188"/>
                  </a:cubicBezTo>
                  <a:cubicBezTo>
                    <a:pt x="282140" y="123816"/>
                    <a:pt x="294219" y="115659"/>
                    <a:pt x="298559" y="103162"/>
                  </a:cubicBezTo>
                  <a:cubicBezTo>
                    <a:pt x="302846" y="90718"/>
                    <a:pt x="298559" y="76914"/>
                    <a:pt x="287944" y="69176"/>
                  </a:cubicBezTo>
                  <a:cubicBezTo>
                    <a:pt x="277016" y="61176"/>
                    <a:pt x="262637" y="61437"/>
                    <a:pt x="251814" y="69855"/>
                  </a:cubicBezTo>
                  <a:cubicBezTo>
                    <a:pt x="249304" y="71790"/>
                    <a:pt x="246951" y="73411"/>
                    <a:pt x="243709" y="71842"/>
                  </a:cubicBezTo>
                  <a:cubicBezTo>
                    <a:pt x="240468" y="70274"/>
                    <a:pt x="240363" y="67293"/>
                    <a:pt x="240363" y="64156"/>
                  </a:cubicBezTo>
                  <a:cubicBezTo>
                    <a:pt x="240415" y="49307"/>
                    <a:pt x="240363" y="34457"/>
                    <a:pt x="240363" y="19660"/>
                  </a:cubicBezTo>
                  <a:cubicBezTo>
                    <a:pt x="240363" y="18353"/>
                    <a:pt x="240363" y="17046"/>
                    <a:pt x="240363" y="15791"/>
                  </a:cubicBezTo>
                  <a:cubicBezTo>
                    <a:pt x="226873" y="15791"/>
                    <a:pt x="213906" y="15791"/>
                    <a:pt x="200834" y="15791"/>
                  </a:cubicBezTo>
                  <a:cubicBezTo>
                    <a:pt x="207579" y="37281"/>
                    <a:pt x="203501" y="54222"/>
                    <a:pt x="188808" y="66091"/>
                  </a:cubicBezTo>
                  <a:cubicBezTo>
                    <a:pt x="175318" y="76966"/>
                    <a:pt x="156233" y="78849"/>
                    <a:pt x="141593" y="69542"/>
                  </a:cubicBezTo>
                  <a:cubicBezTo>
                    <a:pt x="121201" y="56627"/>
                    <a:pt x="116600" y="37960"/>
                    <a:pt x="124182" y="15791"/>
                  </a:cubicBezTo>
                  <a:cubicBezTo>
                    <a:pt x="111057" y="15791"/>
                    <a:pt x="98038" y="15791"/>
                    <a:pt x="84809" y="15791"/>
                  </a:cubicBezTo>
                  <a:cubicBezTo>
                    <a:pt x="84809" y="21647"/>
                    <a:pt x="84966" y="27242"/>
                    <a:pt x="84757" y="32836"/>
                  </a:cubicBezTo>
                  <a:cubicBezTo>
                    <a:pt x="84600" y="35869"/>
                    <a:pt x="85594" y="37908"/>
                    <a:pt x="87738" y="39947"/>
                  </a:cubicBezTo>
                  <a:cubicBezTo>
                    <a:pt x="97149" y="48888"/>
                    <a:pt x="101489" y="59921"/>
                    <a:pt x="100496" y="72940"/>
                  </a:cubicBezTo>
                  <a:cubicBezTo>
                    <a:pt x="99920" y="80313"/>
                    <a:pt x="97149" y="86901"/>
                    <a:pt x="92966" y="93123"/>
                  </a:cubicBezTo>
                  <a:cubicBezTo>
                    <a:pt x="100705" y="100809"/>
                    <a:pt x="108391" y="108234"/>
                    <a:pt x="115868" y="115920"/>
                  </a:cubicBezTo>
                  <a:cubicBezTo>
                    <a:pt x="123293" y="123554"/>
                    <a:pt x="123240" y="134848"/>
                    <a:pt x="116025" y="142168"/>
                  </a:cubicBezTo>
                  <a:cubicBezTo>
                    <a:pt x="108757" y="149645"/>
                    <a:pt x="97358" y="149698"/>
                    <a:pt x="89515" y="142273"/>
                  </a:cubicBezTo>
                  <a:cubicBezTo>
                    <a:pt x="88156" y="140966"/>
                    <a:pt x="87058" y="139345"/>
                    <a:pt x="85855" y="137881"/>
                  </a:cubicBezTo>
                  <a:cubicBezTo>
                    <a:pt x="85594" y="138142"/>
                    <a:pt x="85385" y="138404"/>
                    <a:pt x="85123" y="138717"/>
                  </a:cubicBezTo>
                  <a:cubicBezTo>
                    <a:pt x="85123" y="149488"/>
                    <a:pt x="85123" y="160207"/>
                    <a:pt x="85123" y="171083"/>
                  </a:cubicBezTo>
                  <a:cubicBezTo>
                    <a:pt x="92130" y="171083"/>
                    <a:pt x="98875" y="171083"/>
                    <a:pt x="105620" y="171083"/>
                  </a:cubicBezTo>
                  <a:cubicBezTo>
                    <a:pt x="115240" y="171083"/>
                    <a:pt x="124809" y="171135"/>
                    <a:pt x="134430" y="171083"/>
                  </a:cubicBezTo>
                  <a:cubicBezTo>
                    <a:pt x="137410" y="171083"/>
                    <a:pt x="139920" y="171710"/>
                    <a:pt x="141279" y="174586"/>
                  </a:cubicBezTo>
                  <a:cubicBezTo>
                    <a:pt x="142534" y="177305"/>
                    <a:pt x="141698" y="179658"/>
                    <a:pt x="139815" y="181802"/>
                  </a:cubicBezTo>
                  <a:cubicBezTo>
                    <a:pt x="139083" y="182638"/>
                    <a:pt x="138404" y="183527"/>
                    <a:pt x="137776" y="184468"/>
                  </a:cubicBezTo>
                  <a:cubicBezTo>
                    <a:pt x="131554" y="194351"/>
                    <a:pt x="130822" y="204651"/>
                    <a:pt x="136312" y="215004"/>
                  </a:cubicBezTo>
                  <a:cubicBezTo>
                    <a:pt x="141698" y="225200"/>
                    <a:pt x="150534" y="230638"/>
                    <a:pt x="162037" y="230847"/>
                  </a:cubicBezTo>
                  <a:cubicBezTo>
                    <a:pt x="174325" y="231056"/>
                    <a:pt x="183789" y="225409"/>
                    <a:pt x="189279" y="214481"/>
                  </a:cubicBezTo>
                  <a:cubicBezTo>
                    <a:pt x="195030" y="203083"/>
                    <a:pt x="193462" y="191998"/>
                    <a:pt x="185619" y="181906"/>
                  </a:cubicBezTo>
                  <a:cubicBezTo>
                    <a:pt x="183789" y="179553"/>
                    <a:pt x="182743" y="177201"/>
                    <a:pt x="184155" y="174377"/>
                  </a:cubicBezTo>
                  <a:cubicBezTo>
                    <a:pt x="185514" y="171658"/>
                    <a:pt x="187919" y="171031"/>
                    <a:pt x="190743" y="171083"/>
                  </a:cubicBezTo>
                  <a:cubicBezTo>
                    <a:pt x="198220" y="171135"/>
                    <a:pt x="205697" y="171083"/>
                    <a:pt x="213174" y="171083"/>
                  </a:cubicBezTo>
                  <a:cubicBezTo>
                    <a:pt x="222063" y="171083"/>
                    <a:pt x="231004" y="171083"/>
                    <a:pt x="240363" y="171083"/>
                  </a:cubicBezTo>
                  <a:close/>
                  <a:moveTo>
                    <a:pt x="240363" y="338506"/>
                  </a:moveTo>
                  <a:cubicBezTo>
                    <a:pt x="240363" y="332702"/>
                    <a:pt x="240154" y="327369"/>
                    <a:pt x="240415" y="322035"/>
                  </a:cubicBezTo>
                  <a:cubicBezTo>
                    <a:pt x="240572" y="318637"/>
                    <a:pt x="239579" y="316284"/>
                    <a:pt x="237121" y="313879"/>
                  </a:cubicBezTo>
                  <a:cubicBezTo>
                    <a:pt x="227814" y="304990"/>
                    <a:pt x="223684" y="294010"/>
                    <a:pt x="224677" y="281199"/>
                  </a:cubicBezTo>
                  <a:cubicBezTo>
                    <a:pt x="225252" y="273827"/>
                    <a:pt x="228023" y="267291"/>
                    <a:pt x="232102" y="261226"/>
                  </a:cubicBezTo>
                  <a:cubicBezTo>
                    <a:pt x="231317" y="260389"/>
                    <a:pt x="230742" y="259762"/>
                    <a:pt x="230115" y="259187"/>
                  </a:cubicBezTo>
                  <a:cubicBezTo>
                    <a:pt x="224991" y="254062"/>
                    <a:pt x="219762" y="249095"/>
                    <a:pt x="214847" y="243814"/>
                  </a:cubicBezTo>
                  <a:cubicBezTo>
                    <a:pt x="208311" y="236860"/>
                    <a:pt x="207997" y="226873"/>
                    <a:pt x="213697" y="219501"/>
                  </a:cubicBezTo>
                  <a:cubicBezTo>
                    <a:pt x="219344" y="212233"/>
                    <a:pt x="229278" y="210246"/>
                    <a:pt x="237592" y="214743"/>
                  </a:cubicBezTo>
                  <a:cubicBezTo>
                    <a:pt x="238429" y="215161"/>
                    <a:pt x="239265" y="215579"/>
                    <a:pt x="240154" y="216050"/>
                  </a:cubicBezTo>
                  <a:cubicBezTo>
                    <a:pt x="240154" y="204965"/>
                    <a:pt x="240154" y="194142"/>
                    <a:pt x="240154" y="183423"/>
                  </a:cubicBezTo>
                  <a:cubicBezTo>
                    <a:pt x="226925" y="183423"/>
                    <a:pt x="213958" y="183423"/>
                    <a:pt x="200886" y="183423"/>
                  </a:cubicBezTo>
                  <a:cubicBezTo>
                    <a:pt x="207631" y="205645"/>
                    <a:pt x="203292" y="222638"/>
                    <a:pt x="187972" y="234402"/>
                  </a:cubicBezTo>
                  <a:cubicBezTo>
                    <a:pt x="174168" y="245017"/>
                    <a:pt x="155083" y="245906"/>
                    <a:pt x="140286" y="236546"/>
                  </a:cubicBezTo>
                  <a:cubicBezTo>
                    <a:pt x="132913" y="231893"/>
                    <a:pt x="127476" y="225514"/>
                    <a:pt x="124077" y="217514"/>
                  </a:cubicBezTo>
                  <a:cubicBezTo>
                    <a:pt x="119267" y="206168"/>
                    <a:pt x="119685" y="194769"/>
                    <a:pt x="124495" y="183370"/>
                  </a:cubicBezTo>
                  <a:cubicBezTo>
                    <a:pt x="111110" y="183370"/>
                    <a:pt x="98090" y="183370"/>
                    <a:pt x="84757" y="183370"/>
                  </a:cubicBezTo>
                  <a:cubicBezTo>
                    <a:pt x="84757" y="185096"/>
                    <a:pt x="84757" y="186560"/>
                    <a:pt x="84757" y="188024"/>
                  </a:cubicBezTo>
                  <a:cubicBezTo>
                    <a:pt x="84757" y="202873"/>
                    <a:pt x="84705" y="217671"/>
                    <a:pt x="84757" y="232520"/>
                  </a:cubicBezTo>
                  <a:cubicBezTo>
                    <a:pt x="84757" y="235448"/>
                    <a:pt x="84287" y="238063"/>
                    <a:pt x="81411" y="239474"/>
                  </a:cubicBezTo>
                  <a:cubicBezTo>
                    <a:pt x="78587" y="240886"/>
                    <a:pt x="76130" y="239997"/>
                    <a:pt x="73881" y="237958"/>
                  </a:cubicBezTo>
                  <a:cubicBezTo>
                    <a:pt x="73149" y="237278"/>
                    <a:pt x="72313" y="236703"/>
                    <a:pt x="71476" y="236180"/>
                  </a:cubicBezTo>
                  <a:cubicBezTo>
                    <a:pt x="61646" y="229906"/>
                    <a:pt x="51346" y="229122"/>
                    <a:pt x="40993" y="234507"/>
                  </a:cubicBezTo>
                  <a:cubicBezTo>
                    <a:pt x="30640" y="239893"/>
                    <a:pt x="25098" y="248834"/>
                    <a:pt x="24941" y="260494"/>
                  </a:cubicBezTo>
                  <a:cubicBezTo>
                    <a:pt x="24784" y="272781"/>
                    <a:pt x="30483" y="282193"/>
                    <a:pt x="41464" y="287683"/>
                  </a:cubicBezTo>
                  <a:cubicBezTo>
                    <a:pt x="52601" y="293225"/>
                    <a:pt x="63476" y="291866"/>
                    <a:pt x="73411" y="284337"/>
                  </a:cubicBezTo>
                  <a:cubicBezTo>
                    <a:pt x="75816" y="282507"/>
                    <a:pt x="78169" y="280990"/>
                    <a:pt x="81202" y="282402"/>
                  </a:cubicBezTo>
                  <a:cubicBezTo>
                    <a:pt x="84496" y="283918"/>
                    <a:pt x="84757" y="286846"/>
                    <a:pt x="84705" y="289984"/>
                  </a:cubicBezTo>
                  <a:cubicBezTo>
                    <a:pt x="84653" y="302689"/>
                    <a:pt x="84705" y="315395"/>
                    <a:pt x="84705" y="328153"/>
                  </a:cubicBezTo>
                  <a:cubicBezTo>
                    <a:pt x="84705" y="331604"/>
                    <a:pt x="84705" y="335055"/>
                    <a:pt x="84705" y="338663"/>
                  </a:cubicBezTo>
                  <a:cubicBezTo>
                    <a:pt x="98090" y="338663"/>
                    <a:pt x="111110" y="338663"/>
                    <a:pt x="124234" y="338663"/>
                  </a:cubicBezTo>
                  <a:cubicBezTo>
                    <a:pt x="116914" y="318637"/>
                    <a:pt x="120208" y="301121"/>
                    <a:pt x="137044" y="287840"/>
                  </a:cubicBezTo>
                  <a:cubicBezTo>
                    <a:pt x="151057" y="276807"/>
                    <a:pt x="167161" y="275395"/>
                    <a:pt x="182586" y="284389"/>
                  </a:cubicBezTo>
                  <a:cubicBezTo>
                    <a:pt x="203867" y="296833"/>
                    <a:pt x="208520" y="315918"/>
                    <a:pt x="200886" y="338663"/>
                  </a:cubicBezTo>
                  <a:cubicBezTo>
                    <a:pt x="214115" y="338506"/>
                    <a:pt x="227082" y="338506"/>
                    <a:pt x="240363" y="3385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7" name="Google Shape;1367;p11"/>
            <p:cNvSpPr/>
            <p:nvPr/>
          </p:nvSpPr>
          <p:spPr>
            <a:xfrm>
              <a:off x="2499198" y="6500819"/>
              <a:ext cx="71777" cy="125750"/>
            </a:xfrm>
            <a:custGeom>
              <a:avLst/>
              <a:gdLst/>
              <a:ahLst/>
              <a:cxnLst/>
              <a:rect l="l" t="t" r="r" b="b"/>
              <a:pathLst>
                <a:path w="71777" h="125750" extrusionOk="0">
                  <a:moveTo>
                    <a:pt x="59779" y="0"/>
                  </a:moveTo>
                  <a:cubicBezTo>
                    <a:pt x="64015" y="0"/>
                    <a:pt x="67675" y="0"/>
                    <a:pt x="71596" y="0"/>
                  </a:cubicBezTo>
                  <a:cubicBezTo>
                    <a:pt x="71596" y="7216"/>
                    <a:pt x="72067" y="14327"/>
                    <a:pt x="71492" y="21333"/>
                  </a:cubicBezTo>
                  <a:cubicBezTo>
                    <a:pt x="70812" y="29176"/>
                    <a:pt x="65008" y="34771"/>
                    <a:pt x="56590" y="36444"/>
                  </a:cubicBezTo>
                  <a:cubicBezTo>
                    <a:pt x="39858" y="39790"/>
                    <a:pt x="26839" y="48470"/>
                    <a:pt x="18734" y="63476"/>
                  </a:cubicBezTo>
                  <a:cubicBezTo>
                    <a:pt x="9166" y="81149"/>
                    <a:pt x="9584" y="98979"/>
                    <a:pt x="19257" y="116600"/>
                  </a:cubicBezTo>
                  <a:cubicBezTo>
                    <a:pt x="19675" y="117384"/>
                    <a:pt x="20094" y="118116"/>
                    <a:pt x="20721" y="119267"/>
                  </a:cubicBezTo>
                  <a:cubicBezTo>
                    <a:pt x="17532" y="121358"/>
                    <a:pt x="14342" y="123450"/>
                    <a:pt x="10943" y="125750"/>
                  </a:cubicBezTo>
                  <a:cubicBezTo>
                    <a:pt x="5453" y="117750"/>
                    <a:pt x="2107" y="109123"/>
                    <a:pt x="748" y="99816"/>
                  </a:cubicBezTo>
                  <a:cubicBezTo>
                    <a:pt x="-4429" y="64208"/>
                    <a:pt x="17741" y="32575"/>
                    <a:pt x="52930" y="25045"/>
                  </a:cubicBezTo>
                  <a:cubicBezTo>
                    <a:pt x="58420" y="23895"/>
                    <a:pt x="59727" y="22222"/>
                    <a:pt x="59727" y="16627"/>
                  </a:cubicBezTo>
                  <a:cubicBezTo>
                    <a:pt x="59779" y="11189"/>
                    <a:pt x="59779" y="5699"/>
                    <a:pt x="597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8" name="Google Shape;1368;p11"/>
            <p:cNvSpPr/>
            <p:nvPr/>
          </p:nvSpPr>
          <p:spPr>
            <a:xfrm>
              <a:off x="2791340" y="6358756"/>
              <a:ext cx="54842" cy="116547"/>
            </a:xfrm>
            <a:custGeom>
              <a:avLst/>
              <a:gdLst/>
              <a:ahLst/>
              <a:cxnLst/>
              <a:rect l="l" t="t" r="r" b="b"/>
              <a:pathLst>
                <a:path w="54842" h="116547" extrusionOk="0">
                  <a:moveTo>
                    <a:pt x="0" y="11033"/>
                  </a:moveTo>
                  <a:cubicBezTo>
                    <a:pt x="732" y="7216"/>
                    <a:pt x="1464" y="3608"/>
                    <a:pt x="2144" y="0"/>
                  </a:cubicBezTo>
                  <a:cubicBezTo>
                    <a:pt x="21385" y="366"/>
                    <a:pt x="45124" y="21961"/>
                    <a:pt x="52130" y="45281"/>
                  </a:cubicBezTo>
                  <a:cubicBezTo>
                    <a:pt x="60025" y="71581"/>
                    <a:pt x="50248" y="101489"/>
                    <a:pt x="28496" y="116548"/>
                  </a:cubicBezTo>
                  <a:cubicBezTo>
                    <a:pt x="26248" y="113567"/>
                    <a:pt x="23947" y="110535"/>
                    <a:pt x="21595" y="107345"/>
                  </a:cubicBezTo>
                  <a:cubicBezTo>
                    <a:pt x="38797" y="92705"/>
                    <a:pt x="46483" y="74561"/>
                    <a:pt x="41464" y="52392"/>
                  </a:cubicBezTo>
                  <a:cubicBezTo>
                    <a:pt x="36496" y="30379"/>
                    <a:pt x="22013" y="17150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9" name="Google Shape;1369;p11"/>
            <p:cNvSpPr/>
            <p:nvPr/>
          </p:nvSpPr>
          <p:spPr>
            <a:xfrm>
              <a:off x="2516572" y="6627092"/>
              <a:ext cx="15999" cy="15999"/>
            </a:xfrm>
            <a:custGeom>
              <a:avLst/>
              <a:gdLst/>
              <a:ahLst/>
              <a:cxnLst/>
              <a:rect l="l" t="t" r="r" b="b"/>
              <a:pathLst>
                <a:path w="15999" h="15999" extrusionOk="0">
                  <a:moveTo>
                    <a:pt x="0" y="8209"/>
                  </a:moveTo>
                  <a:cubicBezTo>
                    <a:pt x="3242" y="5229"/>
                    <a:pt x="6065" y="2614"/>
                    <a:pt x="8889" y="0"/>
                  </a:cubicBezTo>
                  <a:cubicBezTo>
                    <a:pt x="11346" y="2196"/>
                    <a:pt x="13490" y="4183"/>
                    <a:pt x="16000" y="6484"/>
                  </a:cubicBezTo>
                  <a:cubicBezTo>
                    <a:pt x="13699" y="9516"/>
                    <a:pt x="11451" y="12549"/>
                    <a:pt x="8836" y="16000"/>
                  </a:cubicBezTo>
                  <a:cubicBezTo>
                    <a:pt x="5908" y="13438"/>
                    <a:pt x="3190" y="11033"/>
                    <a:pt x="0" y="820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70" name="Google Shape;1370;p11"/>
          <p:cNvGrpSpPr/>
          <p:nvPr/>
        </p:nvGrpSpPr>
        <p:grpSpPr>
          <a:xfrm>
            <a:off x="8360775" y="6348026"/>
            <a:ext cx="346443" cy="346144"/>
            <a:chOff x="6401236" y="6334616"/>
            <a:chExt cx="346443" cy="346144"/>
          </a:xfrm>
        </p:grpSpPr>
        <p:sp>
          <p:nvSpPr>
            <p:cNvPr id="1371" name="Google Shape;1371;p11"/>
            <p:cNvSpPr/>
            <p:nvPr/>
          </p:nvSpPr>
          <p:spPr>
            <a:xfrm>
              <a:off x="6401236" y="6334616"/>
              <a:ext cx="346443" cy="346144"/>
            </a:xfrm>
            <a:custGeom>
              <a:avLst/>
              <a:gdLst/>
              <a:ahLst/>
              <a:cxnLst/>
              <a:rect l="l" t="t" r="r" b="b"/>
              <a:pathLst>
                <a:path w="346443" h="346144" extrusionOk="0">
                  <a:moveTo>
                    <a:pt x="0" y="155947"/>
                  </a:moveTo>
                  <a:cubicBezTo>
                    <a:pt x="3696" y="155999"/>
                    <a:pt x="7443" y="155999"/>
                    <a:pt x="11139" y="156051"/>
                  </a:cubicBezTo>
                  <a:cubicBezTo>
                    <a:pt x="14210" y="156103"/>
                    <a:pt x="16344" y="154698"/>
                    <a:pt x="17489" y="151939"/>
                  </a:cubicBezTo>
                  <a:cubicBezTo>
                    <a:pt x="18635" y="149129"/>
                    <a:pt x="17958" y="146630"/>
                    <a:pt x="15876" y="144496"/>
                  </a:cubicBezTo>
                  <a:cubicBezTo>
                    <a:pt x="13325" y="141945"/>
                    <a:pt x="10671" y="139499"/>
                    <a:pt x="8224" y="137209"/>
                  </a:cubicBezTo>
                  <a:cubicBezTo>
                    <a:pt x="21549" y="123883"/>
                    <a:pt x="34614" y="110870"/>
                    <a:pt x="48044" y="97389"/>
                  </a:cubicBezTo>
                  <a:cubicBezTo>
                    <a:pt x="50178" y="99627"/>
                    <a:pt x="52572" y="102126"/>
                    <a:pt x="54967" y="104624"/>
                  </a:cubicBezTo>
                  <a:cubicBezTo>
                    <a:pt x="57205" y="106967"/>
                    <a:pt x="59755" y="108008"/>
                    <a:pt x="62879" y="106602"/>
                  </a:cubicBezTo>
                  <a:cubicBezTo>
                    <a:pt x="65950" y="105249"/>
                    <a:pt x="67095" y="102802"/>
                    <a:pt x="66991" y="99523"/>
                  </a:cubicBezTo>
                  <a:cubicBezTo>
                    <a:pt x="66887" y="96192"/>
                    <a:pt x="66991" y="92808"/>
                    <a:pt x="66991" y="89269"/>
                  </a:cubicBezTo>
                  <a:cubicBezTo>
                    <a:pt x="85729" y="89269"/>
                    <a:pt x="104156" y="89269"/>
                    <a:pt x="122946" y="89269"/>
                  </a:cubicBezTo>
                  <a:cubicBezTo>
                    <a:pt x="122946" y="92913"/>
                    <a:pt x="122998" y="96400"/>
                    <a:pt x="122946" y="99835"/>
                  </a:cubicBezTo>
                  <a:cubicBezTo>
                    <a:pt x="122894" y="102959"/>
                    <a:pt x="124039" y="105353"/>
                    <a:pt x="127006" y="106602"/>
                  </a:cubicBezTo>
                  <a:cubicBezTo>
                    <a:pt x="129973" y="107851"/>
                    <a:pt x="132524" y="107071"/>
                    <a:pt x="134710" y="104832"/>
                  </a:cubicBezTo>
                  <a:cubicBezTo>
                    <a:pt x="137156" y="102334"/>
                    <a:pt x="139551" y="99783"/>
                    <a:pt x="142049" y="97181"/>
                  </a:cubicBezTo>
                  <a:cubicBezTo>
                    <a:pt x="143194" y="98014"/>
                    <a:pt x="144027" y="98690"/>
                    <a:pt x="145329" y="99679"/>
                  </a:cubicBezTo>
                  <a:cubicBezTo>
                    <a:pt x="145329" y="92184"/>
                    <a:pt x="145329" y="85261"/>
                    <a:pt x="145329" y="77974"/>
                  </a:cubicBezTo>
                  <a:cubicBezTo>
                    <a:pt x="148139" y="77974"/>
                    <a:pt x="150586" y="77974"/>
                    <a:pt x="153032" y="77974"/>
                  </a:cubicBezTo>
                  <a:cubicBezTo>
                    <a:pt x="160111" y="77922"/>
                    <a:pt x="165525" y="75007"/>
                    <a:pt x="168335" y="68344"/>
                  </a:cubicBezTo>
                  <a:cubicBezTo>
                    <a:pt x="171146" y="61577"/>
                    <a:pt x="169585" y="55539"/>
                    <a:pt x="164379" y="50438"/>
                  </a:cubicBezTo>
                  <a:cubicBezTo>
                    <a:pt x="162610" y="48721"/>
                    <a:pt x="160684" y="47159"/>
                    <a:pt x="159018" y="45649"/>
                  </a:cubicBezTo>
                  <a:cubicBezTo>
                    <a:pt x="169897" y="34823"/>
                    <a:pt x="180359" y="24464"/>
                    <a:pt x="191446" y="13429"/>
                  </a:cubicBezTo>
                  <a:cubicBezTo>
                    <a:pt x="192748" y="14939"/>
                    <a:pt x="194205" y="16969"/>
                    <a:pt x="195923" y="18739"/>
                  </a:cubicBezTo>
                  <a:cubicBezTo>
                    <a:pt x="201284" y="24152"/>
                    <a:pt x="207478" y="25610"/>
                    <a:pt x="213777" y="22851"/>
                  </a:cubicBezTo>
                  <a:cubicBezTo>
                    <a:pt x="220491" y="19884"/>
                    <a:pt x="223666" y="14627"/>
                    <a:pt x="223458" y="7287"/>
                  </a:cubicBezTo>
                  <a:cubicBezTo>
                    <a:pt x="223406" y="4945"/>
                    <a:pt x="223458" y="2603"/>
                    <a:pt x="223458" y="0"/>
                  </a:cubicBezTo>
                  <a:cubicBezTo>
                    <a:pt x="238397" y="0"/>
                    <a:pt x="253076" y="0"/>
                    <a:pt x="268171" y="0"/>
                  </a:cubicBezTo>
                  <a:cubicBezTo>
                    <a:pt x="268171" y="2498"/>
                    <a:pt x="268171" y="4945"/>
                    <a:pt x="268171" y="7391"/>
                  </a:cubicBezTo>
                  <a:cubicBezTo>
                    <a:pt x="268223" y="14575"/>
                    <a:pt x="271138" y="20092"/>
                    <a:pt x="278008" y="22851"/>
                  </a:cubicBezTo>
                  <a:cubicBezTo>
                    <a:pt x="284827" y="25610"/>
                    <a:pt x="290813" y="23892"/>
                    <a:pt x="295862" y="18739"/>
                  </a:cubicBezTo>
                  <a:cubicBezTo>
                    <a:pt x="297528" y="17073"/>
                    <a:pt x="299089" y="15303"/>
                    <a:pt x="300391" y="13950"/>
                  </a:cubicBezTo>
                  <a:cubicBezTo>
                    <a:pt x="311061" y="24621"/>
                    <a:pt x="321472" y="35031"/>
                    <a:pt x="332351" y="45858"/>
                  </a:cubicBezTo>
                  <a:cubicBezTo>
                    <a:pt x="330841" y="47263"/>
                    <a:pt x="328811" y="48981"/>
                    <a:pt x="326937" y="50907"/>
                  </a:cubicBezTo>
                  <a:cubicBezTo>
                    <a:pt x="322148" y="55800"/>
                    <a:pt x="320691" y="61525"/>
                    <a:pt x="323241" y="67980"/>
                  </a:cubicBezTo>
                  <a:cubicBezTo>
                    <a:pt x="325792" y="74382"/>
                    <a:pt x="330737" y="77661"/>
                    <a:pt x="337556" y="78026"/>
                  </a:cubicBezTo>
                  <a:cubicBezTo>
                    <a:pt x="340366" y="78182"/>
                    <a:pt x="343177" y="78026"/>
                    <a:pt x="346196" y="78026"/>
                  </a:cubicBezTo>
                  <a:cubicBezTo>
                    <a:pt x="346196" y="92965"/>
                    <a:pt x="346196" y="107643"/>
                    <a:pt x="346196" y="122790"/>
                  </a:cubicBezTo>
                  <a:cubicBezTo>
                    <a:pt x="343438" y="122790"/>
                    <a:pt x="340783" y="122790"/>
                    <a:pt x="338076" y="122790"/>
                  </a:cubicBezTo>
                  <a:cubicBezTo>
                    <a:pt x="331049" y="122842"/>
                    <a:pt x="325948" y="126017"/>
                    <a:pt x="323293" y="132524"/>
                  </a:cubicBezTo>
                  <a:cubicBezTo>
                    <a:pt x="320639" y="139030"/>
                    <a:pt x="322044" y="144912"/>
                    <a:pt x="326989" y="149857"/>
                  </a:cubicBezTo>
                  <a:cubicBezTo>
                    <a:pt x="328811" y="151679"/>
                    <a:pt x="330789" y="153345"/>
                    <a:pt x="333392" y="155739"/>
                  </a:cubicBezTo>
                  <a:cubicBezTo>
                    <a:pt x="329175" y="159643"/>
                    <a:pt x="325376" y="163183"/>
                    <a:pt x="321576" y="166670"/>
                  </a:cubicBezTo>
                  <a:cubicBezTo>
                    <a:pt x="321732" y="166930"/>
                    <a:pt x="321888" y="167190"/>
                    <a:pt x="321992" y="167451"/>
                  </a:cubicBezTo>
                  <a:cubicBezTo>
                    <a:pt x="326104" y="167451"/>
                    <a:pt x="330216" y="167399"/>
                    <a:pt x="334381" y="167451"/>
                  </a:cubicBezTo>
                  <a:cubicBezTo>
                    <a:pt x="341876" y="167555"/>
                    <a:pt x="346404" y="171979"/>
                    <a:pt x="346404" y="179475"/>
                  </a:cubicBezTo>
                  <a:cubicBezTo>
                    <a:pt x="346457" y="204928"/>
                    <a:pt x="346457" y="230433"/>
                    <a:pt x="346404" y="255887"/>
                  </a:cubicBezTo>
                  <a:cubicBezTo>
                    <a:pt x="346404" y="263382"/>
                    <a:pt x="341928" y="267859"/>
                    <a:pt x="334381" y="267911"/>
                  </a:cubicBezTo>
                  <a:cubicBezTo>
                    <a:pt x="320170" y="267963"/>
                    <a:pt x="305960" y="267859"/>
                    <a:pt x="291750" y="267963"/>
                  </a:cubicBezTo>
                  <a:cubicBezTo>
                    <a:pt x="286649" y="268015"/>
                    <a:pt x="282901" y="265881"/>
                    <a:pt x="280195" y="261456"/>
                  </a:cubicBezTo>
                  <a:cubicBezTo>
                    <a:pt x="265932" y="270670"/>
                    <a:pt x="250473" y="276239"/>
                    <a:pt x="233504" y="278321"/>
                  </a:cubicBezTo>
                  <a:cubicBezTo>
                    <a:pt x="235014" y="283110"/>
                    <a:pt x="235066" y="287638"/>
                    <a:pt x="232932" y="291959"/>
                  </a:cubicBezTo>
                  <a:cubicBezTo>
                    <a:pt x="230745" y="296331"/>
                    <a:pt x="227206" y="299142"/>
                    <a:pt x="222521" y="300808"/>
                  </a:cubicBezTo>
                  <a:cubicBezTo>
                    <a:pt x="224291" y="307626"/>
                    <a:pt x="223562" y="313820"/>
                    <a:pt x="218409" y="319026"/>
                  </a:cubicBezTo>
                  <a:cubicBezTo>
                    <a:pt x="213360" y="324127"/>
                    <a:pt x="206906" y="324023"/>
                    <a:pt x="200399" y="323867"/>
                  </a:cubicBezTo>
                  <a:cubicBezTo>
                    <a:pt x="202585" y="333965"/>
                    <a:pt x="198994" y="342449"/>
                    <a:pt x="187386" y="346145"/>
                  </a:cubicBezTo>
                  <a:cubicBezTo>
                    <a:pt x="163911" y="346145"/>
                    <a:pt x="140488" y="346145"/>
                    <a:pt x="117012" y="346145"/>
                  </a:cubicBezTo>
                  <a:cubicBezTo>
                    <a:pt x="110506" y="344948"/>
                    <a:pt x="103947" y="344011"/>
                    <a:pt x="97545" y="342449"/>
                  </a:cubicBezTo>
                  <a:cubicBezTo>
                    <a:pt x="86354" y="339690"/>
                    <a:pt x="75996" y="334797"/>
                    <a:pt x="66314" y="328603"/>
                  </a:cubicBezTo>
                  <a:cubicBezTo>
                    <a:pt x="61577" y="334329"/>
                    <a:pt x="60328" y="334954"/>
                    <a:pt x="52937" y="334954"/>
                  </a:cubicBezTo>
                  <a:cubicBezTo>
                    <a:pt x="40080" y="334954"/>
                    <a:pt x="27275" y="334745"/>
                    <a:pt x="14470" y="335058"/>
                  </a:cubicBezTo>
                  <a:cubicBezTo>
                    <a:pt x="7600" y="335214"/>
                    <a:pt x="2655" y="333080"/>
                    <a:pt x="0" y="326573"/>
                  </a:cubicBezTo>
                  <a:cubicBezTo>
                    <a:pt x="0" y="298621"/>
                    <a:pt x="0" y="270670"/>
                    <a:pt x="0" y="242666"/>
                  </a:cubicBezTo>
                  <a:cubicBezTo>
                    <a:pt x="2134" y="238241"/>
                    <a:pt x="5205" y="235014"/>
                    <a:pt x="10567" y="234337"/>
                  </a:cubicBezTo>
                  <a:cubicBezTo>
                    <a:pt x="9630" y="233192"/>
                    <a:pt x="8953" y="232359"/>
                    <a:pt x="8068" y="231266"/>
                  </a:cubicBezTo>
                  <a:cubicBezTo>
                    <a:pt x="10775" y="228664"/>
                    <a:pt x="13377" y="226217"/>
                    <a:pt x="15928" y="223667"/>
                  </a:cubicBezTo>
                  <a:cubicBezTo>
                    <a:pt x="18010" y="221585"/>
                    <a:pt x="18739" y="219034"/>
                    <a:pt x="17489" y="216223"/>
                  </a:cubicBezTo>
                  <a:cubicBezTo>
                    <a:pt x="16292" y="213465"/>
                    <a:pt x="14158" y="212059"/>
                    <a:pt x="11139" y="212111"/>
                  </a:cubicBezTo>
                  <a:cubicBezTo>
                    <a:pt x="7443" y="212163"/>
                    <a:pt x="3696" y="212163"/>
                    <a:pt x="0" y="212215"/>
                  </a:cubicBezTo>
                  <a:cubicBezTo>
                    <a:pt x="0" y="193373"/>
                    <a:pt x="0" y="174634"/>
                    <a:pt x="0" y="155947"/>
                  </a:cubicBezTo>
                  <a:close/>
                  <a:moveTo>
                    <a:pt x="134137" y="290137"/>
                  </a:moveTo>
                  <a:cubicBezTo>
                    <a:pt x="135751" y="290137"/>
                    <a:pt x="137052" y="290137"/>
                    <a:pt x="138406" y="290137"/>
                  </a:cubicBezTo>
                  <a:cubicBezTo>
                    <a:pt x="164015" y="290137"/>
                    <a:pt x="189573" y="290137"/>
                    <a:pt x="215182" y="290137"/>
                  </a:cubicBezTo>
                  <a:cubicBezTo>
                    <a:pt x="216431" y="290137"/>
                    <a:pt x="217680" y="290189"/>
                    <a:pt x="218878" y="289981"/>
                  </a:cubicBezTo>
                  <a:cubicBezTo>
                    <a:pt x="221688" y="289460"/>
                    <a:pt x="223198" y="287638"/>
                    <a:pt x="223354" y="284828"/>
                  </a:cubicBezTo>
                  <a:cubicBezTo>
                    <a:pt x="223458" y="281809"/>
                    <a:pt x="221845" y="279935"/>
                    <a:pt x="219034" y="279206"/>
                  </a:cubicBezTo>
                  <a:cubicBezTo>
                    <a:pt x="217993" y="278946"/>
                    <a:pt x="216796" y="279102"/>
                    <a:pt x="215650" y="279102"/>
                  </a:cubicBezTo>
                  <a:cubicBezTo>
                    <a:pt x="189833" y="279102"/>
                    <a:pt x="164015" y="279102"/>
                    <a:pt x="138197" y="279102"/>
                  </a:cubicBezTo>
                  <a:cubicBezTo>
                    <a:pt x="136896" y="279102"/>
                    <a:pt x="135595" y="279102"/>
                    <a:pt x="134241" y="279102"/>
                  </a:cubicBezTo>
                  <a:cubicBezTo>
                    <a:pt x="134241" y="275146"/>
                    <a:pt x="134241" y="271711"/>
                    <a:pt x="134241" y="267859"/>
                  </a:cubicBezTo>
                  <a:cubicBezTo>
                    <a:pt x="135751" y="267859"/>
                    <a:pt x="137052" y="267859"/>
                    <a:pt x="138354" y="267859"/>
                  </a:cubicBezTo>
                  <a:cubicBezTo>
                    <a:pt x="160111" y="267859"/>
                    <a:pt x="181869" y="267859"/>
                    <a:pt x="203626" y="267859"/>
                  </a:cubicBezTo>
                  <a:cubicBezTo>
                    <a:pt x="204980" y="267859"/>
                    <a:pt x="206333" y="267911"/>
                    <a:pt x="207687" y="267703"/>
                  </a:cubicBezTo>
                  <a:cubicBezTo>
                    <a:pt x="210653" y="267182"/>
                    <a:pt x="212267" y="265152"/>
                    <a:pt x="212267" y="262289"/>
                  </a:cubicBezTo>
                  <a:cubicBezTo>
                    <a:pt x="212267" y="259374"/>
                    <a:pt x="210549" y="257448"/>
                    <a:pt x="207634" y="256876"/>
                  </a:cubicBezTo>
                  <a:cubicBezTo>
                    <a:pt x="206541" y="256668"/>
                    <a:pt x="205396" y="256772"/>
                    <a:pt x="204251" y="256772"/>
                  </a:cubicBezTo>
                  <a:cubicBezTo>
                    <a:pt x="182285" y="256772"/>
                    <a:pt x="160267" y="256772"/>
                    <a:pt x="138302" y="256772"/>
                  </a:cubicBezTo>
                  <a:cubicBezTo>
                    <a:pt x="137000" y="256772"/>
                    <a:pt x="135699" y="256772"/>
                    <a:pt x="134346" y="256772"/>
                  </a:cubicBezTo>
                  <a:cubicBezTo>
                    <a:pt x="134346" y="252816"/>
                    <a:pt x="134346" y="249276"/>
                    <a:pt x="134346" y="245476"/>
                  </a:cubicBezTo>
                  <a:cubicBezTo>
                    <a:pt x="135855" y="245476"/>
                    <a:pt x="137052" y="245476"/>
                    <a:pt x="138302" y="245476"/>
                  </a:cubicBezTo>
                  <a:cubicBezTo>
                    <a:pt x="144496" y="245476"/>
                    <a:pt x="150690" y="245581"/>
                    <a:pt x="156884" y="245424"/>
                  </a:cubicBezTo>
                  <a:cubicBezTo>
                    <a:pt x="163078" y="245268"/>
                    <a:pt x="167451" y="240584"/>
                    <a:pt x="167242" y="234702"/>
                  </a:cubicBezTo>
                  <a:cubicBezTo>
                    <a:pt x="150482" y="234702"/>
                    <a:pt x="133617" y="234025"/>
                    <a:pt x="116908" y="234858"/>
                  </a:cubicBezTo>
                  <a:cubicBezTo>
                    <a:pt x="99575" y="235743"/>
                    <a:pt x="83803" y="242145"/>
                    <a:pt x="69541" y="252087"/>
                  </a:cubicBezTo>
                  <a:cubicBezTo>
                    <a:pt x="67719" y="253388"/>
                    <a:pt x="66939" y="254742"/>
                    <a:pt x="66939" y="257084"/>
                  </a:cubicBezTo>
                  <a:cubicBezTo>
                    <a:pt x="67043" y="275562"/>
                    <a:pt x="66939" y="294041"/>
                    <a:pt x="67095" y="312571"/>
                  </a:cubicBezTo>
                  <a:cubicBezTo>
                    <a:pt x="67095" y="313977"/>
                    <a:pt x="67928" y="315903"/>
                    <a:pt x="69021" y="316683"/>
                  </a:cubicBezTo>
                  <a:cubicBezTo>
                    <a:pt x="83907" y="327458"/>
                    <a:pt x="100512" y="333913"/>
                    <a:pt x="118834" y="334589"/>
                  </a:cubicBezTo>
                  <a:cubicBezTo>
                    <a:pt x="136844" y="335266"/>
                    <a:pt x="154906" y="334901"/>
                    <a:pt x="172968" y="334954"/>
                  </a:cubicBezTo>
                  <a:cubicBezTo>
                    <a:pt x="176560" y="334954"/>
                    <a:pt x="180203" y="335266"/>
                    <a:pt x="183795" y="334797"/>
                  </a:cubicBezTo>
                  <a:cubicBezTo>
                    <a:pt x="185669" y="334589"/>
                    <a:pt x="188063" y="333496"/>
                    <a:pt x="189104" y="331987"/>
                  </a:cubicBezTo>
                  <a:cubicBezTo>
                    <a:pt x="191759" y="328239"/>
                    <a:pt x="188584" y="323814"/>
                    <a:pt x="183430" y="323814"/>
                  </a:cubicBezTo>
                  <a:cubicBezTo>
                    <a:pt x="168231" y="323762"/>
                    <a:pt x="152980" y="323814"/>
                    <a:pt x="137781" y="323814"/>
                  </a:cubicBezTo>
                  <a:cubicBezTo>
                    <a:pt x="136584" y="323814"/>
                    <a:pt x="135439" y="323814"/>
                    <a:pt x="134294" y="323814"/>
                  </a:cubicBezTo>
                  <a:cubicBezTo>
                    <a:pt x="134294" y="319806"/>
                    <a:pt x="134294" y="316371"/>
                    <a:pt x="134294" y="312623"/>
                  </a:cubicBezTo>
                  <a:cubicBezTo>
                    <a:pt x="135855" y="312623"/>
                    <a:pt x="137156" y="312623"/>
                    <a:pt x="138510" y="312623"/>
                  </a:cubicBezTo>
                  <a:cubicBezTo>
                    <a:pt x="160267" y="312623"/>
                    <a:pt x="182025" y="312623"/>
                    <a:pt x="203783" y="312623"/>
                  </a:cubicBezTo>
                  <a:cubicBezTo>
                    <a:pt x="205136" y="312623"/>
                    <a:pt x="206489" y="312623"/>
                    <a:pt x="207843" y="312415"/>
                  </a:cubicBezTo>
                  <a:cubicBezTo>
                    <a:pt x="210706" y="311895"/>
                    <a:pt x="212215" y="309917"/>
                    <a:pt x="212267" y="307210"/>
                  </a:cubicBezTo>
                  <a:cubicBezTo>
                    <a:pt x="212371" y="304295"/>
                    <a:pt x="210706" y="302317"/>
                    <a:pt x="207843" y="301640"/>
                  </a:cubicBezTo>
                  <a:cubicBezTo>
                    <a:pt x="206750" y="301380"/>
                    <a:pt x="205604" y="301484"/>
                    <a:pt x="204459" y="301484"/>
                  </a:cubicBezTo>
                  <a:cubicBezTo>
                    <a:pt x="182337" y="301484"/>
                    <a:pt x="160267" y="301484"/>
                    <a:pt x="138145" y="301484"/>
                  </a:cubicBezTo>
                  <a:cubicBezTo>
                    <a:pt x="136844" y="301484"/>
                    <a:pt x="135543" y="301484"/>
                    <a:pt x="134137" y="301484"/>
                  </a:cubicBezTo>
                  <a:cubicBezTo>
                    <a:pt x="134137" y="297476"/>
                    <a:pt x="134137" y="294093"/>
                    <a:pt x="134137" y="290137"/>
                  </a:cubicBezTo>
                  <a:close/>
                  <a:moveTo>
                    <a:pt x="174842" y="155791"/>
                  </a:moveTo>
                  <a:cubicBezTo>
                    <a:pt x="175414" y="156103"/>
                    <a:pt x="175675" y="156416"/>
                    <a:pt x="175987" y="156416"/>
                  </a:cubicBezTo>
                  <a:cubicBezTo>
                    <a:pt x="190614" y="156312"/>
                    <a:pt x="205292" y="156103"/>
                    <a:pt x="219919" y="156051"/>
                  </a:cubicBezTo>
                  <a:cubicBezTo>
                    <a:pt x="241052" y="156051"/>
                    <a:pt x="260623" y="161465"/>
                    <a:pt x="278581" y="172708"/>
                  </a:cubicBezTo>
                  <a:cubicBezTo>
                    <a:pt x="279102" y="173020"/>
                    <a:pt x="279726" y="173281"/>
                    <a:pt x="280403" y="173593"/>
                  </a:cubicBezTo>
                  <a:cubicBezTo>
                    <a:pt x="283162" y="168648"/>
                    <a:pt x="287378" y="166982"/>
                    <a:pt x="292687" y="167295"/>
                  </a:cubicBezTo>
                  <a:cubicBezTo>
                    <a:pt x="296070" y="167451"/>
                    <a:pt x="299454" y="167347"/>
                    <a:pt x="302837" y="167295"/>
                  </a:cubicBezTo>
                  <a:cubicBezTo>
                    <a:pt x="303826" y="167295"/>
                    <a:pt x="305075" y="167243"/>
                    <a:pt x="305700" y="166670"/>
                  </a:cubicBezTo>
                  <a:cubicBezTo>
                    <a:pt x="309552" y="163078"/>
                    <a:pt x="313247" y="159331"/>
                    <a:pt x="316891" y="155739"/>
                  </a:cubicBezTo>
                  <a:cubicBezTo>
                    <a:pt x="304815" y="136063"/>
                    <a:pt x="311842" y="117689"/>
                    <a:pt x="333287" y="111703"/>
                  </a:cubicBezTo>
                  <a:cubicBezTo>
                    <a:pt x="334068" y="111495"/>
                    <a:pt x="335109" y="110298"/>
                    <a:pt x="335109" y="109517"/>
                  </a:cubicBezTo>
                  <a:cubicBezTo>
                    <a:pt x="335265" y="102802"/>
                    <a:pt x="335213" y="96036"/>
                    <a:pt x="335213" y="89061"/>
                  </a:cubicBezTo>
                  <a:cubicBezTo>
                    <a:pt x="324647" y="87447"/>
                    <a:pt x="316943" y="82190"/>
                    <a:pt x="312935" y="72352"/>
                  </a:cubicBezTo>
                  <a:cubicBezTo>
                    <a:pt x="308979" y="62566"/>
                    <a:pt x="310593" y="53405"/>
                    <a:pt x="316371" y="45597"/>
                  </a:cubicBezTo>
                  <a:cubicBezTo>
                    <a:pt x="310905" y="40132"/>
                    <a:pt x="305700" y="34927"/>
                    <a:pt x="300443" y="29617"/>
                  </a:cubicBezTo>
                  <a:cubicBezTo>
                    <a:pt x="292427" y="35499"/>
                    <a:pt x="283370" y="37061"/>
                    <a:pt x="273688" y="33105"/>
                  </a:cubicBezTo>
                  <a:cubicBezTo>
                    <a:pt x="263902" y="29097"/>
                    <a:pt x="258645" y="21393"/>
                    <a:pt x="256927" y="10879"/>
                  </a:cubicBezTo>
                  <a:cubicBezTo>
                    <a:pt x="249953" y="10879"/>
                    <a:pt x="243238" y="10775"/>
                    <a:pt x="236471" y="10983"/>
                  </a:cubicBezTo>
                  <a:cubicBezTo>
                    <a:pt x="235690" y="10983"/>
                    <a:pt x="234389" y="12492"/>
                    <a:pt x="234181" y="13481"/>
                  </a:cubicBezTo>
                  <a:cubicBezTo>
                    <a:pt x="230017" y="32689"/>
                    <a:pt x="208728" y="41381"/>
                    <a:pt x="192435" y="30450"/>
                  </a:cubicBezTo>
                  <a:cubicBezTo>
                    <a:pt x="191811" y="30034"/>
                    <a:pt x="191134" y="29670"/>
                    <a:pt x="191030" y="29617"/>
                  </a:cubicBezTo>
                  <a:cubicBezTo>
                    <a:pt x="185617" y="34979"/>
                    <a:pt x="180463" y="40132"/>
                    <a:pt x="175102" y="45441"/>
                  </a:cubicBezTo>
                  <a:cubicBezTo>
                    <a:pt x="181140" y="53613"/>
                    <a:pt x="182650" y="62775"/>
                    <a:pt x="178590" y="72508"/>
                  </a:cubicBezTo>
                  <a:cubicBezTo>
                    <a:pt x="174530" y="82294"/>
                    <a:pt x="166774" y="87499"/>
                    <a:pt x="156520" y="89061"/>
                  </a:cubicBezTo>
                  <a:cubicBezTo>
                    <a:pt x="156520" y="96608"/>
                    <a:pt x="156520" y="103895"/>
                    <a:pt x="156520" y="111131"/>
                  </a:cubicBezTo>
                  <a:cubicBezTo>
                    <a:pt x="177705" y="113837"/>
                    <a:pt x="188219" y="138198"/>
                    <a:pt x="174842" y="155791"/>
                  </a:cubicBezTo>
                  <a:close/>
                  <a:moveTo>
                    <a:pt x="11347" y="200660"/>
                  </a:moveTo>
                  <a:cubicBezTo>
                    <a:pt x="19259" y="201336"/>
                    <a:pt x="24985" y="204772"/>
                    <a:pt x="27900" y="212059"/>
                  </a:cubicBezTo>
                  <a:cubicBezTo>
                    <a:pt x="30763" y="219242"/>
                    <a:pt x="29045" y="225697"/>
                    <a:pt x="23371" y="232307"/>
                  </a:cubicBezTo>
                  <a:cubicBezTo>
                    <a:pt x="25974" y="233140"/>
                    <a:pt x="27952" y="234285"/>
                    <a:pt x="29878" y="234337"/>
                  </a:cubicBezTo>
                  <a:cubicBezTo>
                    <a:pt x="37529" y="234546"/>
                    <a:pt x="45233" y="234598"/>
                    <a:pt x="52885" y="234337"/>
                  </a:cubicBezTo>
                  <a:cubicBezTo>
                    <a:pt x="58506" y="234181"/>
                    <a:pt x="63139" y="235430"/>
                    <a:pt x="66002" y="240688"/>
                  </a:cubicBezTo>
                  <a:cubicBezTo>
                    <a:pt x="71051" y="237929"/>
                    <a:pt x="75839" y="235274"/>
                    <a:pt x="80888" y="232463"/>
                  </a:cubicBezTo>
                  <a:cubicBezTo>
                    <a:pt x="52364" y="222730"/>
                    <a:pt x="42006" y="197068"/>
                    <a:pt x="45233" y="176039"/>
                  </a:cubicBezTo>
                  <a:cubicBezTo>
                    <a:pt x="48668" y="153709"/>
                    <a:pt x="67303" y="136220"/>
                    <a:pt x="91247" y="133929"/>
                  </a:cubicBezTo>
                  <a:cubicBezTo>
                    <a:pt x="102021" y="132888"/>
                    <a:pt x="112119" y="135491"/>
                    <a:pt x="121229" y="141269"/>
                  </a:cubicBezTo>
                  <a:cubicBezTo>
                    <a:pt x="134866" y="149857"/>
                    <a:pt x="142674" y="162402"/>
                    <a:pt x="145016" y="178434"/>
                  </a:cubicBezTo>
                  <a:cubicBezTo>
                    <a:pt x="149493" y="178434"/>
                    <a:pt x="153657" y="178434"/>
                    <a:pt x="157821" y="178434"/>
                  </a:cubicBezTo>
                  <a:cubicBezTo>
                    <a:pt x="161933" y="178434"/>
                    <a:pt x="165993" y="178434"/>
                    <a:pt x="170209" y="178434"/>
                  </a:cubicBezTo>
                  <a:cubicBezTo>
                    <a:pt x="169324" y="175623"/>
                    <a:pt x="167711" y="173176"/>
                    <a:pt x="168023" y="170990"/>
                  </a:cubicBezTo>
                  <a:cubicBezTo>
                    <a:pt x="168804" y="164744"/>
                    <a:pt x="164952" y="161361"/>
                    <a:pt x="161100" y="157769"/>
                  </a:cubicBezTo>
                  <a:cubicBezTo>
                    <a:pt x="160371" y="157092"/>
                    <a:pt x="159747" y="156364"/>
                    <a:pt x="158758" y="155219"/>
                  </a:cubicBezTo>
                  <a:cubicBezTo>
                    <a:pt x="160892" y="153293"/>
                    <a:pt x="162974" y="151575"/>
                    <a:pt x="164848" y="149597"/>
                  </a:cubicBezTo>
                  <a:cubicBezTo>
                    <a:pt x="169585" y="144704"/>
                    <a:pt x="171094" y="138926"/>
                    <a:pt x="168440" y="132524"/>
                  </a:cubicBezTo>
                  <a:cubicBezTo>
                    <a:pt x="165785" y="126017"/>
                    <a:pt x="160788" y="122738"/>
                    <a:pt x="153709" y="122686"/>
                  </a:cubicBezTo>
                  <a:cubicBezTo>
                    <a:pt x="151054" y="122686"/>
                    <a:pt x="148348" y="122686"/>
                    <a:pt x="145693" y="122686"/>
                  </a:cubicBezTo>
                  <a:cubicBezTo>
                    <a:pt x="144704" y="119251"/>
                    <a:pt x="146786" y="115035"/>
                    <a:pt x="142101" y="113369"/>
                  </a:cubicBezTo>
                  <a:cubicBezTo>
                    <a:pt x="136376" y="118366"/>
                    <a:pt x="129817" y="119823"/>
                    <a:pt x="122686" y="116856"/>
                  </a:cubicBezTo>
                  <a:cubicBezTo>
                    <a:pt x="115555" y="113889"/>
                    <a:pt x="112276" y="108008"/>
                    <a:pt x="111547" y="100356"/>
                  </a:cubicBezTo>
                  <a:cubicBezTo>
                    <a:pt x="101032" y="100356"/>
                    <a:pt x="90778" y="100356"/>
                    <a:pt x="80524" y="100356"/>
                  </a:cubicBezTo>
                  <a:cubicBezTo>
                    <a:pt x="79847" y="100356"/>
                    <a:pt x="79223" y="100512"/>
                    <a:pt x="78598" y="100564"/>
                  </a:cubicBezTo>
                  <a:cubicBezTo>
                    <a:pt x="77401" y="116596"/>
                    <a:pt x="59860" y="123883"/>
                    <a:pt x="47367" y="113161"/>
                  </a:cubicBezTo>
                  <a:cubicBezTo>
                    <a:pt x="40392" y="120136"/>
                    <a:pt x="33365" y="127163"/>
                    <a:pt x="26390" y="134138"/>
                  </a:cubicBezTo>
                  <a:cubicBezTo>
                    <a:pt x="25609" y="134918"/>
                    <a:pt x="24881" y="135751"/>
                    <a:pt x="23996" y="136688"/>
                  </a:cubicBezTo>
                  <a:cubicBezTo>
                    <a:pt x="29149" y="142518"/>
                    <a:pt x="30763" y="149024"/>
                    <a:pt x="27848" y="156208"/>
                  </a:cubicBezTo>
                  <a:cubicBezTo>
                    <a:pt x="24881" y="163495"/>
                    <a:pt x="18843" y="166774"/>
                    <a:pt x="11399" y="167555"/>
                  </a:cubicBezTo>
                  <a:cubicBezTo>
                    <a:pt x="11347" y="178694"/>
                    <a:pt x="11347" y="189521"/>
                    <a:pt x="11347" y="200660"/>
                  </a:cubicBezTo>
                  <a:close/>
                  <a:moveTo>
                    <a:pt x="222782" y="267390"/>
                  </a:moveTo>
                  <a:cubicBezTo>
                    <a:pt x="223250" y="267494"/>
                    <a:pt x="223718" y="267651"/>
                    <a:pt x="224135" y="267598"/>
                  </a:cubicBezTo>
                  <a:cubicBezTo>
                    <a:pt x="243967" y="267026"/>
                    <a:pt x="261872" y="260780"/>
                    <a:pt x="277904" y="249120"/>
                  </a:cubicBezTo>
                  <a:cubicBezTo>
                    <a:pt x="278841" y="248443"/>
                    <a:pt x="279310" y="246674"/>
                    <a:pt x="279310" y="245424"/>
                  </a:cubicBezTo>
                  <a:cubicBezTo>
                    <a:pt x="279414" y="226842"/>
                    <a:pt x="279362" y="208207"/>
                    <a:pt x="279414" y="189625"/>
                  </a:cubicBezTo>
                  <a:cubicBezTo>
                    <a:pt x="279414" y="187595"/>
                    <a:pt x="278841" y="186346"/>
                    <a:pt x="277176" y="185200"/>
                  </a:cubicBezTo>
                  <a:cubicBezTo>
                    <a:pt x="261144" y="174061"/>
                    <a:pt x="243446" y="167763"/>
                    <a:pt x="223823" y="167399"/>
                  </a:cubicBezTo>
                  <a:cubicBezTo>
                    <a:pt x="209717" y="167138"/>
                    <a:pt x="195663" y="167295"/>
                    <a:pt x="181557" y="167295"/>
                  </a:cubicBezTo>
                  <a:cubicBezTo>
                    <a:pt x="180672" y="167295"/>
                    <a:pt x="179839" y="167451"/>
                    <a:pt x="178954" y="167503"/>
                  </a:cubicBezTo>
                  <a:cubicBezTo>
                    <a:pt x="179474" y="174061"/>
                    <a:pt x="183587" y="178173"/>
                    <a:pt x="189833" y="178278"/>
                  </a:cubicBezTo>
                  <a:cubicBezTo>
                    <a:pt x="195142" y="178382"/>
                    <a:pt x="200451" y="178382"/>
                    <a:pt x="205709" y="178278"/>
                  </a:cubicBezTo>
                  <a:cubicBezTo>
                    <a:pt x="215650" y="178121"/>
                    <a:pt x="223094" y="182181"/>
                    <a:pt x="227779" y="191030"/>
                  </a:cubicBezTo>
                  <a:cubicBezTo>
                    <a:pt x="230433" y="195975"/>
                    <a:pt x="234545" y="199098"/>
                    <a:pt x="240063" y="200243"/>
                  </a:cubicBezTo>
                  <a:cubicBezTo>
                    <a:pt x="241780" y="200608"/>
                    <a:pt x="243602" y="200608"/>
                    <a:pt x="245580" y="200764"/>
                  </a:cubicBezTo>
                  <a:cubicBezTo>
                    <a:pt x="245580" y="204460"/>
                    <a:pt x="245580" y="207999"/>
                    <a:pt x="245580" y="211747"/>
                  </a:cubicBezTo>
                  <a:cubicBezTo>
                    <a:pt x="236575" y="212111"/>
                    <a:pt x="229132" y="209092"/>
                    <a:pt x="222677" y="202950"/>
                  </a:cubicBezTo>
                  <a:cubicBezTo>
                    <a:pt x="217680" y="207687"/>
                    <a:pt x="213933" y="213152"/>
                    <a:pt x="213256" y="219815"/>
                  </a:cubicBezTo>
                  <a:cubicBezTo>
                    <a:pt x="212423" y="228195"/>
                    <a:pt x="212631" y="236680"/>
                    <a:pt x="212475" y="245112"/>
                  </a:cubicBezTo>
                  <a:cubicBezTo>
                    <a:pt x="212475" y="245685"/>
                    <a:pt x="213048" y="246570"/>
                    <a:pt x="213620" y="246882"/>
                  </a:cubicBezTo>
                  <a:cubicBezTo>
                    <a:pt x="221949" y="251358"/>
                    <a:pt x="224655" y="258281"/>
                    <a:pt x="222782" y="267390"/>
                  </a:cubicBezTo>
                  <a:close/>
                  <a:moveTo>
                    <a:pt x="55695" y="245424"/>
                  </a:moveTo>
                  <a:cubicBezTo>
                    <a:pt x="41850" y="245424"/>
                    <a:pt x="28420" y="245528"/>
                    <a:pt x="15043" y="245372"/>
                  </a:cubicBezTo>
                  <a:cubicBezTo>
                    <a:pt x="11868" y="245320"/>
                    <a:pt x="11087" y="246309"/>
                    <a:pt x="11139" y="249328"/>
                  </a:cubicBezTo>
                  <a:cubicBezTo>
                    <a:pt x="11243" y="272856"/>
                    <a:pt x="11191" y="296435"/>
                    <a:pt x="11191" y="319963"/>
                  </a:cubicBezTo>
                  <a:cubicBezTo>
                    <a:pt x="11191" y="321160"/>
                    <a:pt x="11295" y="322357"/>
                    <a:pt x="11399" y="323554"/>
                  </a:cubicBezTo>
                  <a:cubicBezTo>
                    <a:pt x="26338" y="323554"/>
                    <a:pt x="40965" y="323554"/>
                    <a:pt x="55747" y="323554"/>
                  </a:cubicBezTo>
                  <a:cubicBezTo>
                    <a:pt x="55695" y="297528"/>
                    <a:pt x="55695" y="271659"/>
                    <a:pt x="55695" y="245424"/>
                  </a:cubicBezTo>
                  <a:close/>
                  <a:moveTo>
                    <a:pt x="335005" y="178642"/>
                  </a:moveTo>
                  <a:cubicBezTo>
                    <a:pt x="319962" y="178642"/>
                    <a:pt x="305388" y="178642"/>
                    <a:pt x="290657" y="178642"/>
                  </a:cubicBezTo>
                  <a:cubicBezTo>
                    <a:pt x="290657" y="204720"/>
                    <a:pt x="290657" y="230590"/>
                    <a:pt x="290657" y="256407"/>
                  </a:cubicBezTo>
                  <a:cubicBezTo>
                    <a:pt x="305544" y="256407"/>
                    <a:pt x="320222" y="256407"/>
                    <a:pt x="335005" y="256407"/>
                  </a:cubicBezTo>
                  <a:cubicBezTo>
                    <a:pt x="335005" y="230381"/>
                    <a:pt x="335005" y="204616"/>
                    <a:pt x="335005" y="178642"/>
                  </a:cubicBezTo>
                  <a:close/>
                  <a:moveTo>
                    <a:pt x="133669" y="179319"/>
                  </a:moveTo>
                  <a:cubicBezTo>
                    <a:pt x="130702" y="158498"/>
                    <a:pt x="113993" y="144184"/>
                    <a:pt x="93329" y="145121"/>
                  </a:cubicBezTo>
                  <a:cubicBezTo>
                    <a:pt x="76776" y="145901"/>
                    <a:pt x="64909" y="154282"/>
                    <a:pt x="58818" y="169585"/>
                  </a:cubicBezTo>
                  <a:cubicBezTo>
                    <a:pt x="52624" y="185148"/>
                    <a:pt x="55747" y="199567"/>
                    <a:pt x="67459" y="211643"/>
                  </a:cubicBezTo>
                  <a:cubicBezTo>
                    <a:pt x="78286" y="222834"/>
                    <a:pt x="94994" y="226061"/>
                    <a:pt x="109257" y="220387"/>
                  </a:cubicBezTo>
                  <a:cubicBezTo>
                    <a:pt x="111131" y="219659"/>
                    <a:pt x="111651" y="218722"/>
                    <a:pt x="111807" y="216744"/>
                  </a:cubicBezTo>
                  <a:cubicBezTo>
                    <a:pt x="112224" y="210133"/>
                    <a:pt x="115555" y="205344"/>
                    <a:pt x="121541" y="202430"/>
                  </a:cubicBezTo>
                  <a:cubicBezTo>
                    <a:pt x="122322" y="202065"/>
                    <a:pt x="123050" y="201649"/>
                    <a:pt x="123779" y="201284"/>
                  </a:cubicBezTo>
                  <a:cubicBezTo>
                    <a:pt x="121749" y="190145"/>
                    <a:pt x="123831" y="185513"/>
                    <a:pt x="133669" y="179319"/>
                  </a:cubicBezTo>
                  <a:close/>
                  <a:moveTo>
                    <a:pt x="203418" y="212007"/>
                  </a:moveTo>
                  <a:cubicBezTo>
                    <a:pt x="202013" y="212007"/>
                    <a:pt x="200920" y="212007"/>
                    <a:pt x="199775" y="212007"/>
                  </a:cubicBezTo>
                  <a:cubicBezTo>
                    <a:pt x="176768" y="212007"/>
                    <a:pt x="153813" y="212007"/>
                    <a:pt x="130806" y="212007"/>
                  </a:cubicBezTo>
                  <a:cubicBezTo>
                    <a:pt x="129817" y="212007"/>
                    <a:pt x="128776" y="211955"/>
                    <a:pt x="127787" y="212059"/>
                  </a:cubicBezTo>
                  <a:cubicBezTo>
                    <a:pt x="124872" y="212424"/>
                    <a:pt x="122894" y="214714"/>
                    <a:pt x="122998" y="217629"/>
                  </a:cubicBezTo>
                  <a:cubicBezTo>
                    <a:pt x="123102" y="220648"/>
                    <a:pt x="124716" y="222417"/>
                    <a:pt x="127631" y="222938"/>
                  </a:cubicBezTo>
                  <a:cubicBezTo>
                    <a:pt x="128308" y="223042"/>
                    <a:pt x="128984" y="223042"/>
                    <a:pt x="129661" y="223042"/>
                  </a:cubicBezTo>
                  <a:cubicBezTo>
                    <a:pt x="152772" y="223042"/>
                    <a:pt x="175831" y="223042"/>
                    <a:pt x="198942" y="223042"/>
                  </a:cubicBezTo>
                  <a:cubicBezTo>
                    <a:pt x="199671" y="223042"/>
                    <a:pt x="200451" y="222834"/>
                    <a:pt x="201128" y="222782"/>
                  </a:cubicBezTo>
                  <a:cubicBezTo>
                    <a:pt x="201909" y="219190"/>
                    <a:pt x="202638" y="215807"/>
                    <a:pt x="203418" y="212007"/>
                  </a:cubicBezTo>
                  <a:close/>
                  <a:moveTo>
                    <a:pt x="216744" y="192748"/>
                  </a:moveTo>
                  <a:cubicBezTo>
                    <a:pt x="213256" y="191551"/>
                    <a:pt x="210497" y="189833"/>
                    <a:pt x="207739" y="189781"/>
                  </a:cubicBezTo>
                  <a:cubicBezTo>
                    <a:pt x="185200" y="189573"/>
                    <a:pt x="162662" y="189625"/>
                    <a:pt x="140123" y="189677"/>
                  </a:cubicBezTo>
                  <a:cubicBezTo>
                    <a:pt x="136532" y="189677"/>
                    <a:pt x="134085" y="191967"/>
                    <a:pt x="134085" y="195142"/>
                  </a:cubicBezTo>
                  <a:cubicBezTo>
                    <a:pt x="134085" y="198317"/>
                    <a:pt x="136480" y="200660"/>
                    <a:pt x="140071" y="200660"/>
                  </a:cubicBezTo>
                  <a:cubicBezTo>
                    <a:pt x="162610" y="200712"/>
                    <a:pt x="185148" y="200712"/>
                    <a:pt x="207687" y="200660"/>
                  </a:cubicBezTo>
                  <a:cubicBezTo>
                    <a:pt x="208623" y="200660"/>
                    <a:pt x="209769" y="200348"/>
                    <a:pt x="210393" y="199775"/>
                  </a:cubicBezTo>
                  <a:cubicBezTo>
                    <a:pt x="212319" y="197901"/>
                    <a:pt x="213985" y="195819"/>
                    <a:pt x="216744" y="192748"/>
                  </a:cubicBezTo>
                  <a:close/>
                  <a:moveTo>
                    <a:pt x="200920" y="234546"/>
                  </a:moveTo>
                  <a:cubicBezTo>
                    <a:pt x="193372" y="234546"/>
                    <a:pt x="186189" y="234546"/>
                    <a:pt x="179266" y="234546"/>
                  </a:cubicBezTo>
                  <a:cubicBezTo>
                    <a:pt x="178277" y="238241"/>
                    <a:pt x="177288" y="241729"/>
                    <a:pt x="176351" y="245112"/>
                  </a:cubicBezTo>
                  <a:cubicBezTo>
                    <a:pt x="184576" y="245112"/>
                    <a:pt x="192748" y="245112"/>
                    <a:pt x="200920" y="245112"/>
                  </a:cubicBezTo>
                  <a:cubicBezTo>
                    <a:pt x="200920" y="241468"/>
                    <a:pt x="200920" y="238137"/>
                    <a:pt x="200920" y="23454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2" name="Google Shape;1372;p11"/>
            <p:cNvSpPr/>
            <p:nvPr/>
          </p:nvSpPr>
          <p:spPr>
            <a:xfrm>
              <a:off x="6434965" y="6368085"/>
              <a:ext cx="10774" cy="10670"/>
            </a:xfrm>
            <a:custGeom>
              <a:avLst/>
              <a:gdLst/>
              <a:ahLst/>
              <a:cxnLst/>
              <a:rect l="l" t="t" r="r" b="b"/>
              <a:pathLst>
                <a:path w="10774" h="10670" extrusionOk="0">
                  <a:moveTo>
                    <a:pt x="10775" y="10671"/>
                  </a:moveTo>
                  <a:cubicBezTo>
                    <a:pt x="7079" y="10671"/>
                    <a:pt x="3644" y="10671"/>
                    <a:pt x="0" y="10671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592" y="0"/>
                    <a:pt x="7079" y="0"/>
                    <a:pt x="10775" y="0"/>
                  </a:cubicBezTo>
                  <a:cubicBezTo>
                    <a:pt x="10775" y="3540"/>
                    <a:pt x="10775" y="6975"/>
                    <a:pt x="10775" y="106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3" name="Google Shape;1373;p11"/>
            <p:cNvSpPr/>
            <p:nvPr/>
          </p:nvSpPr>
          <p:spPr>
            <a:xfrm>
              <a:off x="6457452" y="6367929"/>
              <a:ext cx="10566" cy="10826"/>
            </a:xfrm>
            <a:custGeom>
              <a:avLst/>
              <a:gdLst/>
              <a:ahLst/>
              <a:cxnLst/>
              <a:rect l="l" t="t" r="r" b="b"/>
              <a:pathLst>
                <a:path w="10566" h="10826" extrusionOk="0">
                  <a:moveTo>
                    <a:pt x="0" y="0"/>
                  </a:moveTo>
                  <a:cubicBezTo>
                    <a:pt x="3644" y="0"/>
                    <a:pt x="6975" y="0"/>
                    <a:pt x="10567" y="0"/>
                  </a:cubicBezTo>
                  <a:cubicBezTo>
                    <a:pt x="10567" y="3644"/>
                    <a:pt x="10567" y="7131"/>
                    <a:pt x="10567" y="10827"/>
                  </a:cubicBezTo>
                  <a:cubicBezTo>
                    <a:pt x="7027" y="10827"/>
                    <a:pt x="3644" y="10827"/>
                    <a:pt x="0" y="10827"/>
                  </a:cubicBezTo>
                  <a:cubicBezTo>
                    <a:pt x="0" y="7183"/>
                    <a:pt x="0" y="364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4" name="Google Shape;1374;p11"/>
            <p:cNvSpPr/>
            <p:nvPr/>
          </p:nvSpPr>
          <p:spPr>
            <a:xfrm>
              <a:off x="6479730" y="6368033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extrusionOk="0">
                  <a:moveTo>
                    <a:pt x="10671" y="0"/>
                  </a:moveTo>
                  <a:cubicBezTo>
                    <a:pt x="10671" y="3696"/>
                    <a:pt x="10671" y="7131"/>
                    <a:pt x="10671" y="10723"/>
                  </a:cubicBezTo>
                  <a:cubicBezTo>
                    <a:pt x="7079" y="10723"/>
                    <a:pt x="3696" y="10723"/>
                    <a:pt x="0" y="10723"/>
                  </a:cubicBezTo>
                  <a:cubicBezTo>
                    <a:pt x="0" y="7183"/>
                    <a:pt x="0" y="3696"/>
                    <a:pt x="0" y="0"/>
                  </a:cubicBezTo>
                  <a:cubicBezTo>
                    <a:pt x="3540" y="0"/>
                    <a:pt x="6975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5" name="Google Shape;1375;p11"/>
            <p:cNvSpPr/>
            <p:nvPr/>
          </p:nvSpPr>
          <p:spPr>
            <a:xfrm>
              <a:off x="6658475" y="6636256"/>
              <a:ext cx="10774" cy="10566"/>
            </a:xfrm>
            <a:custGeom>
              <a:avLst/>
              <a:gdLst/>
              <a:ahLst/>
              <a:cxnLst/>
              <a:rect l="l" t="t" r="r" b="b"/>
              <a:pathLst>
                <a:path w="10774" h="10566" extrusionOk="0">
                  <a:moveTo>
                    <a:pt x="10775" y="0"/>
                  </a:moveTo>
                  <a:cubicBezTo>
                    <a:pt x="10775" y="3592"/>
                    <a:pt x="10775" y="6975"/>
                    <a:pt x="10775" y="10567"/>
                  </a:cubicBezTo>
                  <a:cubicBezTo>
                    <a:pt x="7183" y="10567"/>
                    <a:pt x="3696" y="10567"/>
                    <a:pt x="0" y="10567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435" y="0"/>
                    <a:pt x="6975" y="0"/>
                    <a:pt x="107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6" name="Google Shape;1376;p11"/>
            <p:cNvSpPr/>
            <p:nvPr/>
          </p:nvSpPr>
          <p:spPr>
            <a:xfrm>
              <a:off x="6680858" y="6636204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extrusionOk="0">
                  <a:moveTo>
                    <a:pt x="10671" y="0"/>
                  </a:moveTo>
                  <a:cubicBezTo>
                    <a:pt x="10671" y="3644"/>
                    <a:pt x="10671" y="7027"/>
                    <a:pt x="10671" y="10723"/>
                  </a:cubicBezTo>
                  <a:cubicBezTo>
                    <a:pt x="7079" y="10723"/>
                    <a:pt x="3644" y="10723"/>
                    <a:pt x="0" y="10723"/>
                  </a:cubicBezTo>
                  <a:cubicBezTo>
                    <a:pt x="0" y="7235"/>
                    <a:pt x="0" y="3748"/>
                    <a:pt x="0" y="0"/>
                  </a:cubicBezTo>
                  <a:cubicBezTo>
                    <a:pt x="3435" y="0"/>
                    <a:pt x="6871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7" name="Google Shape;1377;p11"/>
            <p:cNvSpPr/>
            <p:nvPr/>
          </p:nvSpPr>
          <p:spPr>
            <a:xfrm>
              <a:off x="6703136" y="6636152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extrusionOk="0">
                  <a:moveTo>
                    <a:pt x="0" y="10723"/>
                  </a:moveTo>
                  <a:cubicBezTo>
                    <a:pt x="0" y="6975"/>
                    <a:pt x="0" y="3592"/>
                    <a:pt x="0" y="0"/>
                  </a:cubicBezTo>
                  <a:cubicBezTo>
                    <a:pt x="3592" y="0"/>
                    <a:pt x="7027" y="0"/>
                    <a:pt x="10671" y="0"/>
                  </a:cubicBezTo>
                  <a:cubicBezTo>
                    <a:pt x="10671" y="3540"/>
                    <a:pt x="10671" y="7027"/>
                    <a:pt x="10671" y="10723"/>
                  </a:cubicBezTo>
                  <a:cubicBezTo>
                    <a:pt x="7131" y="10723"/>
                    <a:pt x="3696" y="10723"/>
                    <a:pt x="0" y="1072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8" name="Google Shape;1378;p11"/>
            <p:cNvSpPr/>
            <p:nvPr/>
          </p:nvSpPr>
          <p:spPr>
            <a:xfrm>
              <a:off x="6591224" y="6378912"/>
              <a:ext cx="111703" cy="111704"/>
            </a:xfrm>
            <a:custGeom>
              <a:avLst/>
              <a:gdLst/>
              <a:ahLst/>
              <a:cxnLst/>
              <a:rect l="l" t="t" r="r" b="b"/>
              <a:pathLst>
                <a:path w="111703" h="111704" extrusionOk="0">
                  <a:moveTo>
                    <a:pt x="0" y="55748"/>
                  </a:moveTo>
                  <a:cubicBezTo>
                    <a:pt x="52" y="24881"/>
                    <a:pt x="25141" y="-52"/>
                    <a:pt x="56060" y="0"/>
                  </a:cubicBezTo>
                  <a:cubicBezTo>
                    <a:pt x="86822" y="104"/>
                    <a:pt x="111807" y="25349"/>
                    <a:pt x="111703" y="56216"/>
                  </a:cubicBezTo>
                  <a:cubicBezTo>
                    <a:pt x="111599" y="86979"/>
                    <a:pt x="86354" y="111859"/>
                    <a:pt x="55435" y="111703"/>
                  </a:cubicBezTo>
                  <a:cubicBezTo>
                    <a:pt x="24725" y="111599"/>
                    <a:pt x="-52" y="86562"/>
                    <a:pt x="0" y="55748"/>
                  </a:cubicBezTo>
                  <a:close/>
                  <a:moveTo>
                    <a:pt x="100460" y="55904"/>
                  </a:moveTo>
                  <a:cubicBezTo>
                    <a:pt x="100408" y="31127"/>
                    <a:pt x="80472" y="11243"/>
                    <a:pt x="55695" y="11295"/>
                  </a:cubicBezTo>
                  <a:cubicBezTo>
                    <a:pt x="30971" y="11347"/>
                    <a:pt x="10931" y="31491"/>
                    <a:pt x="11087" y="56112"/>
                  </a:cubicBezTo>
                  <a:cubicBezTo>
                    <a:pt x="11191" y="80576"/>
                    <a:pt x="31335" y="100616"/>
                    <a:pt x="55748" y="100668"/>
                  </a:cubicBezTo>
                  <a:cubicBezTo>
                    <a:pt x="80368" y="100720"/>
                    <a:pt x="100512" y="80576"/>
                    <a:pt x="100460" y="559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9" name="Google Shape;1379;p11"/>
            <p:cNvSpPr/>
            <p:nvPr/>
          </p:nvSpPr>
          <p:spPr>
            <a:xfrm>
              <a:off x="6591221" y="6378912"/>
              <a:ext cx="11038" cy="11139"/>
            </a:xfrm>
            <a:custGeom>
              <a:avLst/>
              <a:gdLst/>
              <a:ahLst/>
              <a:cxnLst/>
              <a:rect l="l" t="t" r="r" b="b"/>
              <a:pathLst>
                <a:path w="11038" h="11139" extrusionOk="0">
                  <a:moveTo>
                    <a:pt x="11038" y="5570"/>
                  </a:moveTo>
                  <a:cubicBezTo>
                    <a:pt x="11038" y="8693"/>
                    <a:pt x="8592" y="11191"/>
                    <a:pt x="5469" y="11139"/>
                  </a:cubicBezTo>
                  <a:cubicBezTo>
                    <a:pt x="2502" y="11087"/>
                    <a:pt x="107" y="8745"/>
                    <a:pt x="3" y="5778"/>
                  </a:cubicBezTo>
                  <a:cubicBezTo>
                    <a:pt x="-101" y="2655"/>
                    <a:pt x="2294" y="104"/>
                    <a:pt x="5365" y="0"/>
                  </a:cubicBezTo>
                  <a:cubicBezTo>
                    <a:pt x="8488" y="0"/>
                    <a:pt x="11038" y="2446"/>
                    <a:pt x="11038" y="557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80" name="Google Shape;1380;p11"/>
            <p:cNvSpPr/>
            <p:nvPr/>
          </p:nvSpPr>
          <p:spPr>
            <a:xfrm>
              <a:off x="6641454" y="6356633"/>
              <a:ext cx="11140" cy="11088"/>
            </a:xfrm>
            <a:custGeom>
              <a:avLst/>
              <a:gdLst/>
              <a:ahLst/>
              <a:cxnLst/>
              <a:rect l="l" t="t" r="r" b="b"/>
              <a:pathLst>
                <a:path w="11140" h="11088" extrusionOk="0">
                  <a:moveTo>
                    <a:pt x="11140" y="5466"/>
                  </a:moveTo>
                  <a:cubicBezTo>
                    <a:pt x="11192" y="8485"/>
                    <a:pt x="8745" y="11036"/>
                    <a:pt x="5674" y="11088"/>
                  </a:cubicBezTo>
                  <a:cubicBezTo>
                    <a:pt x="2655" y="11140"/>
                    <a:pt x="53" y="8641"/>
                    <a:pt x="1" y="5622"/>
                  </a:cubicBezTo>
                  <a:cubicBezTo>
                    <a:pt x="-51" y="2655"/>
                    <a:pt x="2499" y="1"/>
                    <a:pt x="5518" y="1"/>
                  </a:cubicBezTo>
                  <a:cubicBezTo>
                    <a:pt x="8537" y="-51"/>
                    <a:pt x="11088" y="2447"/>
                    <a:pt x="11140" y="546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81" name="Google Shape;1381;p11"/>
            <p:cNvSpPr/>
            <p:nvPr/>
          </p:nvSpPr>
          <p:spPr>
            <a:xfrm>
              <a:off x="6691781" y="6479632"/>
              <a:ext cx="11146" cy="10986"/>
            </a:xfrm>
            <a:custGeom>
              <a:avLst/>
              <a:gdLst/>
              <a:ahLst/>
              <a:cxnLst/>
              <a:rect l="l" t="t" r="r" b="b"/>
              <a:pathLst>
                <a:path w="11146" h="10986" extrusionOk="0">
                  <a:moveTo>
                    <a:pt x="11146" y="5622"/>
                  </a:moveTo>
                  <a:cubicBezTo>
                    <a:pt x="11094" y="8693"/>
                    <a:pt x="8492" y="11087"/>
                    <a:pt x="5368" y="10983"/>
                  </a:cubicBezTo>
                  <a:cubicBezTo>
                    <a:pt x="2297" y="10879"/>
                    <a:pt x="-149" y="8276"/>
                    <a:pt x="7" y="5205"/>
                  </a:cubicBezTo>
                  <a:cubicBezTo>
                    <a:pt x="163" y="2238"/>
                    <a:pt x="2610" y="0"/>
                    <a:pt x="5577" y="0"/>
                  </a:cubicBezTo>
                  <a:cubicBezTo>
                    <a:pt x="8752" y="0"/>
                    <a:pt x="11198" y="2498"/>
                    <a:pt x="11146" y="56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82" name="Google Shape;1382;p11"/>
            <p:cNvSpPr/>
            <p:nvPr/>
          </p:nvSpPr>
          <p:spPr>
            <a:xfrm>
              <a:off x="6714170" y="6429245"/>
              <a:ext cx="11088" cy="11192"/>
            </a:xfrm>
            <a:custGeom>
              <a:avLst/>
              <a:gdLst/>
              <a:ahLst/>
              <a:cxnLst/>
              <a:rect l="l" t="t" r="r" b="b"/>
              <a:pathLst>
                <a:path w="11088" h="11192" extrusionOk="0">
                  <a:moveTo>
                    <a:pt x="11088" y="5518"/>
                  </a:moveTo>
                  <a:cubicBezTo>
                    <a:pt x="11140" y="8485"/>
                    <a:pt x="8589" y="11140"/>
                    <a:pt x="5622" y="11192"/>
                  </a:cubicBezTo>
                  <a:cubicBezTo>
                    <a:pt x="2603" y="11244"/>
                    <a:pt x="53" y="8745"/>
                    <a:pt x="1" y="5674"/>
                  </a:cubicBezTo>
                  <a:cubicBezTo>
                    <a:pt x="-51" y="2603"/>
                    <a:pt x="2395" y="53"/>
                    <a:pt x="5466" y="1"/>
                  </a:cubicBezTo>
                  <a:cubicBezTo>
                    <a:pt x="8433" y="-51"/>
                    <a:pt x="11036" y="2499"/>
                    <a:pt x="11088" y="55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83" name="Google Shape;1383;p11"/>
            <p:cNvSpPr/>
            <p:nvPr/>
          </p:nvSpPr>
          <p:spPr>
            <a:xfrm>
              <a:off x="6691788" y="6378964"/>
              <a:ext cx="11140" cy="11139"/>
            </a:xfrm>
            <a:custGeom>
              <a:avLst/>
              <a:gdLst/>
              <a:ahLst/>
              <a:cxnLst/>
              <a:rect l="l" t="t" r="r" b="b"/>
              <a:pathLst>
                <a:path w="11140" h="11139" extrusionOk="0">
                  <a:moveTo>
                    <a:pt x="5466" y="11139"/>
                  </a:moveTo>
                  <a:cubicBezTo>
                    <a:pt x="2447" y="11087"/>
                    <a:pt x="-51" y="8537"/>
                    <a:pt x="1" y="5517"/>
                  </a:cubicBezTo>
                  <a:cubicBezTo>
                    <a:pt x="53" y="2498"/>
                    <a:pt x="2655" y="0"/>
                    <a:pt x="5622" y="0"/>
                  </a:cubicBezTo>
                  <a:cubicBezTo>
                    <a:pt x="8589" y="52"/>
                    <a:pt x="11192" y="2707"/>
                    <a:pt x="11140" y="5674"/>
                  </a:cubicBezTo>
                  <a:cubicBezTo>
                    <a:pt x="11088" y="8641"/>
                    <a:pt x="8485" y="11191"/>
                    <a:pt x="5466" y="1113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84" name="Google Shape;1384;p11"/>
            <p:cNvSpPr/>
            <p:nvPr/>
          </p:nvSpPr>
          <p:spPr>
            <a:xfrm>
              <a:off x="6568934" y="6429226"/>
              <a:ext cx="10947" cy="11165"/>
            </a:xfrm>
            <a:custGeom>
              <a:avLst/>
              <a:gdLst/>
              <a:ahLst/>
              <a:cxnLst/>
              <a:rect l="l" t="t" r="r" b="b"/>
              <a:pathLst>
                <a:path w="10947" h="11165" extrusionOk="0">
                  <a:moveTo>
                    <a:pt x="5218" y="11159"/>
                  </a:moveTo>
                  <a:cubicBezTo>
                    <a:pt x="2147" y="11003"/>
                    <a:pt x="-195" y="8400"/>
                    <a:pt x="13" y="5225"/>
                  </a:cubicBezTo>
                  <a:cubicBezTo>
                    <a:pt x="169" y="2102"/>
                    <a:pt x="2824" y="-241"/>
                    <a:pt x="5895" y="20"/>
                  </a:cubicBezTo>
                  <a:cubicBezTo>
                    <a:pt x="8862" y="280"/>
                    <a:pt x="11048" y="2726"/>
                    <a:pt x="10944" y="5745"/>
                  </a:cubicBezTo>
                  <a:cubicBezTo>
                    <a:pt x="10892" y="8869"/>
                    <a:pt x="8289" y="11315"/>
                    <a:pt x="5218" y="111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85" name="Google Shape;1385;p11"/>
            <p:cNvSpPr/>
            <p:nvPr/>
          </p:nvSpPr>
          <p:spPr>
            <a:xfrm>
              <a:off x="6490556" y="6446056"/>
              <a:ext cx="11192" cy="11143"/>
            </a:xfrm>
            <a:custGeom>
              <a:avLst/>
              <a:gdLst/>
              <a:ahLst/>
              <a:cxnLst/>
              <a:rect l="l" t="t" r="r" b="b"/>
              <a:pathLst>
                <a:path w="11192" h="11143" extrusionOk="0">
                  <a:moveTo>
                    <a:pt x="11192" y="5417"/>
                  </a:moveTo>
                  <a:cubicBezTo>
                    <a:pt x="11244" y="8383"/>
                    <a:pt x="8693" y="11038"/>
                    <a:pt x="5726" y="11142"/>
                  </a:cubicBezTo>
                  <a:cubicBezTo>
                    <a:pt x="2760" y="11194"/>
                    <a:pt x="105" y="8644"/>
                    <a:pt x="1" y="5677"/>
                  </a:cubicBezTo>
                  <a:cubicBezTo>
                    <a:pt x="-51" y="2710"/>
                    <a:pt x="2499" y="55"/>
                    <a:pt x="5466" y="3"/>
                  </a:cubicBezTo>
                  <a:cubicBezTo>
                    <a:pt x="8485" y="-101"/>
                    <a:pt x="11140" y="2398"/>
                    <a:pt x="11192" y="541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86" name="Google Shape;1386;p11"/>
            <p:cNvSpPr/>
            <p:nvPr/>
          </p:nvSpPr>
          <p:spPr>
            <a:xfrm>
              <a:off x="6538025" y="6465630"/>
              <a:ext cx="11194" cy="11192"/>
            </a:xfrm>
            <a:custGeom>
              <a:avLst/>
              <a:gdLst/>
              <a:ahLst/>
              <a:cxnLst/>
              <a:rect l="l" t="t" r="r" b="b"/>
              <a:pathLst>
                <a:path w="11194" h="11192" extrusionOk="0">
                  <a:moveTo>
                    <a:pt x="5468" y="1"/>
                  </a:moveTo>
                  <a:cubicBezTo>
                    <a:pt x="8435" y="-51"/>
                    <a:pt x="11090" y="2499"/>
                    <a:pt x="11194" y="5466"/>
                  </a:cubicBezTo>
                  <a:cubicBezTo>
                    <a:pt x="11246" y="8433"/>
                    <a:pt x="8696" y="11088"/>
                    <a:pt x="5729" y="11192"/>
                  </a:cubicBezTo>
                  <a:cubicBezTo>
                    <a:pt x="2762" y="11244"/>
                    <a:pt x="107" y="8693"/>
                    <a:pt x="3" y="5726"/>
                  </a:cubicBezTo>
                  <a:cubicBezTo>
                    <a:pt x="-101" y="2760"/>
                    <a:pt x="2502" y="53"/>
                    <a:pt x="54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87" name="Google Shape;1387;p11"/>
            <p:cNvSpPr/>
            <p:nvPr/>
          </p:nvSpPr>
          <p:spPr>
            <a:xfrm>
              <a:off x="6443238" y="6465679"/>
              <a:ext cx="11142" cy="11145"/>
            </a:xfrm>
            <a:custGeom>
              <a:avLst/>
              <a:gdLst/>
              <a:ahLst/>
              <a:cxnLst/>
              <a:rect l="l" t="t" r="r" b="b"/>
              <a:pathLst>
                <a:path w="11142" h="11145" extrusionOk="0">
                  <a:moveTo>
                    <a:pt x="5729" y="11142"/>
                  </a:moveTo>
                  <a:cubicBezTo>
                    <a:pt x="2762" y="11246"/>
                    <a:pt x="107" y="8696"/>
                    <a:pt x="3" y="5729"/>
                  </a:cubicBezTo>
                  <a:cubicBezTo>
                    <a:pt x="-101" y="2762"/>
                    <a:pt x="2450" y="107"/>
                    <a:pt x="5416" y="3"/>
                  </a:cubicBezTo>
                  <a:cubicBezTo>
                    <a:pt x="8383" y="-101"/>
                    <a:pt x="11038" y="2398"/>
                    <a:pt x="11142" y="5417"/>
                  </a:cubicBezTo>
                  <a:cubicBezTo>
                    <a:pt x="11194" y="8383"/>
                    <a:pt x="8748" y="11038"/>
                    <a:pt x="5729" y="111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88" name="Google Shape;1388;p11"/>
            <p:cNvSpPr/>
            <p:nvPr/>
          </p:nvSpPr>
          <p:spPr>
            <a:xfrm>
              <a:off x="6423563" y="6513047"/>
              <a:ext cx="11093" cy="11195"/>
            </a:xfrm>
            <a:custGeom>
              <a:avLst/>
              <a:gdLst/>
              <a:ahLst/>
              <a:cxnLst/>
              <a:rect l="l" t="t" r="r" b="b"/>
              <a:pathLst>
                <a:path w="11093" h="11195" extrusionOk="0">
                  <a:moveTo>
                    <a:pt x="5729" y="3"/>
                  </a:moveTo>
                  <a:cubicBezTo>
                    <a:pt x="8748" y="107"/>
                    <a:pt x="11194" y="2710"/>
                    <a:pt x="11090" y="5729"/>
                  </a:cubicBezTo>
                  <a:cubicBezTo>
                    <a:pt x="10986" y="8748"/>
                    <a:pt x="8383" y="11246"/>
                    <a:pt x="5416" y="11194"/>
                  </a:cubicBezTo>
                  <a:cubicBezTo>
                    <a:pt x="2450" y="11090"/>
                    <a:pt x="-101" y="8435"/>
                    <a:pt x="3" y="5469"/>
                  </a:cubicBezTo>
                  <a:cubicBezTo>
                    <a:pt x="107" y="2450"/>
                    <a:pt x="2762" y="-101"/>
                    <a:pt x="5729" y="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89" name="Google Shape;1389;p11"/>
            <p:cNvSpPr/>
            <p:nvPr/>
          </p:nvSpPr>
          <p:spPr>
            <a:xfrm>
              <a:off x="6468226" y="6490667"/>
              <a:ext cx="55905" cy="55904"/>
            </a:xfrm>
            <a:custGeom>
              <a:avLst/>
              <a:gdLst/>
              <a:ahLst/>
              <a:cxnLst/>
              <a:rect l="l" t="t" r="r" b="b"/>
              <a:pathLst>
                <a:path w="55905" h="55904" extrusionOk="0">
                  <a:moveTo>
                    <a:pt x="0" y="27952"/>
                  </a:moveTo>
                  <a:cubicBezTo>
                    <a:pt x="0" y="12597"/>
                    <a:pt x="12701" y="-52"/>
                    <a:pt x="28004" y="0"/>
                  </a:cubicBezTo>
                  <a:cubicBezTo>
                    <a:pt x="43359" y="52"/>
                    <a:pt x="56060" y="12857"/>
                    <a:pt x="55904" y="28108"/>
                  </a:cubicBezTo>
                  <a:cubicBezTo>
                    <a:pt x="55747" y="43359"/>
                    <a:pt x="43255" y="55852"/>
                    <a:pt x="28056" y="55904"/>
                  </a:cubicBezTo>
                  <a:cubicBezTo>
                    <a:pt x="12805" y="56008"/>
                    <a:pt x="52" y="43307"/>
                    <a:pt x="0" y="27952"/>
                  </a:cubicBezTo>
                  <a:close/>
                  <a:moveTo>
                    <a:pt x="27952" y="11295"/>
                  </a:moveTo>
                  <a:cubicBezTo>
                    <a:pt x="18635" y="11295"/>
                    <a:pt x="11295" y="18687"/>
                    <a:pt x="11295" y="28004"/>
                  </a:cubicBezTo>
                  <a:cubicBezTo>
                    <a:pt x="11295" y="37321"/>
                    <a:pt x="18687" y="44661"/>
                    <a:pt x="28004" y="44661"/>
                  </a:cubicBezTo>
                  <a:cubicBezTo>
                    <a:pt x="37321" y="44661"/>
                    <a:pt x="44712" y="37217"/>
                    <a:pt x="44660" y="27952"/>
                  </a:cubicBezTo>
                  <a:cubicBezTo>
                    <a:pt x="44660" y="18635"/>
                    <a:pt x="37269" y="11243"/>
                    <a:pt x="27952" y="1129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90" name="Google Shape;1390;p11"/>
            <p:cNvSpPr/>
            <p:nvPr/>
          </p:nvSpPr>
          <p:spPr>
            <a:xfrm>
              <a:off x="6613607" y="6401294"/>
              <a:ext cx="66990" cy="66990"/>
            </a:xfrm>
            <a:custGeom>
              <a:avLst/>
              <a:gdLst/>
              <a:ahLst/>
              <a:cxnLst/>
              <a:rect l="l" t="t" r="r" b="b"/>
              <a:pathLst>
                <a:path w="66990" h="66990" extrusionOk="0">
                  <a:moveTo>
                    <a:pt x="0" y="33625"/>
                  </a:moveTo>
                  <a:cubicBezTo>
                    <a:pt x="-52" y="15095"/>
                    <a:pt x="14991" y="0"/>
                    <a:pt x="33469" y="0"/>
                  </a:cubicBezTo>
                  <a:cubicBezTo>
                    <a:pt x="51896" y="0"/>
                    <a:pt x="67043" y="15199"/>
                    <a:pt x="66991" y="33625"/>
                  </a:cubicBezTo>
                  <a:cubicBezTo>
                    <a:pt x="66939" y="51948"/>
                    <a:pt x="52000" y="66939"/>
                    <a:pt x="33626" y="66991"/>
                  </a:cubicBezTo>
                  <a:cubicBezTo>
                    <a:pt x="15043" y="67043"/>
                    <a:pt x="52" y="52156"/>
                    <a:pt x="0" y="33625"/>
                  </a:cubicBezTo>
                  <a:close/>
                  <a:moveTo>
                    <a:pt x="33365" y="11243"/>
                  </a:moveTo>
                  <a:cubicBezTo>
                    <a:pt x="20977" y="11295"/>
                    <a:pt x="10931" y="21445"/>
                    <a:pt x="11087" y="33678"/>
                  </a:cubicBezTo>
                  <a:cubicBezTo>
                    <a:pt x="11243" y="45858"/>
                    <a:pt x="21237" y="55800"/>
                    <a:pt x="33365" y="55904"/>
                  </a:cubicBezTo>
                  <a:cubicBezTo>
                    <a:pt x="45650" y="55956"/>
                    <a:pt x="55696" y="45910"/>
                    <a:pt x="55748" y="33521"/>
                  </a:cubicBezTo>
                  <a:cubicBezTo>
                    <a:pt x="55748" y="21081"/>
                    <a:pt x="45806" y="11191"/>
                    <a:pt x="33365" y="1124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91" name="Google Shape;1391;p11"/>
          <p:cNvSpPr txBox="1"/>
          <p:nvPr/>
        </p:nvSpPr>
        <p:spPr>
          <a:xfrm>
            <a:off x="875187" y="6390182"/>
            <a:ext cx="1378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University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392" name="Google Shape;1392;p11"/>
          <p:cNvSpPr txBox="1"/>
          <p:nvPr/>
        </p:nvSpPr>
        <p:spPr>
          <a:xfrm>
            <a:off x="3035846" y="6390182"/>
            <a:ext cx="10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Innovations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393" name="Google Shape;1393;p11"/>
          <p:cNvSpPr txBox="1"/>
          <p:nvPr/>
        </p:nvSpPr>
        <p:spPr>
          <a:xfrm>
            <a:off x="4848939" y="6276042"/>
            <a:ext cx="1155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Translational Research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394" name="Google Shape;1394;p11"/>
          <p:cNvSpPr txBox="1"/>
          <p:nvPr/>
        </p:nvSpPr>
        <p:spPr>
          <a:xfrm>
            <a:off x="6786916" y="6390182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Mobilization 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395" name="Google Shape;1395;p11"/>
          <p:cNvSpPr txBox="1"/>
          <p:nvPr/>
        </p:nvSpPr>
        <p:spPr>
          <a:xfrm>
            <a:off x="8690450" y="6390182"/>
            <a:ext cx="120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Collaborators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396" name="Google Shape;1396;p11"/>
          <p:cNvSpPr/>
          <p:nvPr/>
        </p:nvSpPr>
        <p:spPr>
          <a:xfrm>
            <a:off x="543031" y="6352930"/>
            <a:ext cx="332156" cy="336336"/>
          </a:xfrm>
          <a:custGeom>
            <a:avLst/>
            <a:gdLst/>
            <a:ahLst/>
            <a:cxnLst/>
            <a:rect l="l" t="t" r="r" b="b"/>
            <a:pathLst>
              <a:path w="332156" h="336336" extrusionOk="0">
                <a:moveTo>
                  <a:pt x="320402" y="336337"/>
                </a:moveTo>
                <a:cubicBezTo>
                  <a:pt x="224802" y="336337"/>
                  <a:pt x="129113" y="336337"/>
                  <a:pt x="33512" y="336337"/>
                </a:cubicBezTo>
                <a:cubicBezTo>
                  <a:pt x="32898" y="336161"/>
                  <a:pt x="32372" y="335810"/>
                  <a:pt x="31758" y="335723"/>
                </a:cubicBezTo>
                <a:cubicBezTo>
                  <a:pt x="16936" y="332565"/>
                  <a:pt x="6762" y="323970"/>
                  <a:pt x="2026" y="309498"/>
                </a:cubicBezTo>
                <a:cubicBezTo>
                  <a:pt x="-2535" y="295290"/>
                  <a:pt x="710" y="282572"/>
                  <a:pt x="10709" y="271521"/>
                </a:cubicBezTo>
                <a:cubicBezTo>
                  <a:pt x="11323" y="270820"/>
                  <a:pt x="11936" y="270118"/>
                  <a:pt x="12726" y="269241"/>
                </a:cubicBezTo>
                <a:cubicBezTo>
                  <a:pt x="11323" y="268802"/>
                  <a:pt x="10182" y="268451"/>
                  <a:pt x="9130" y="268013"/>
                </a:cubicBezTo>
                <a:cubicBezTo>
                  <a:pt x="3604" y="265733"/>
                  <a:pt x="8" y="260295"/>
                  <a:pt x="184" y="254331"/>
                </a:cubicBezTo>
                <a:cubicBezTo>
                  <a:pt x="359" y="248103"/>
                  <a:pt x="2990" y="242841"/>
                  <a:pt x="9042" y="241087"/>
                </a:cubicBezTo>
                <a:cubicBezTo>
                  <a:pt x="13691" y="239683"/>
                  <a:pt x="14305" y="236965"/>
                  <a:pt x="14392" y="233281"/>
                </a:cubicBezTo>
                <a:cubicBezTo>
                  <a:pt x="14480" y="230737"/>
                  <a:pt x="14129" y="228282"/>
                  <a:pt x="14129" y="225738"/>
                </a:cubicBezTo>
                <a:cubicBezTo>
                  <a:pt x="14041" y="223107"/>
                  <a:pt x="12989" y="221791"/>
                  <a:pt x="10270" y="221002"/>
                </a:cubicBezTo>
                <a:cubicBezTo>
                  <a:pt x="3692" y="219072"/>
                  <a:pt x="-343" y="212845"/>
                  <a:pt x="184" y="206179"/>
                </a:cubicBezTo>
                <a:cubicBezTo>
                  <a:pt x="798" y="198812"/>
                  <a:pt x="5622" y="193286"/>
                  <a:pt x="12901" y="192585"/>
                </a:cubicBezTo>
                <a:cubicBezTo>
                  <a:pt x="17988" y="192059"/>
                  <a:pt x="23163" y="192322"/>
                  <a:pt x="28338" y="192234"/>
                </a:cubicBezTo>
                <a:cubicBezTo>
                  <a:pt x="29478" y="192234"/>
                  <a:pt x="30530" y="192146"/>
                  <a:pt x="32197" y="192059"/>
                </a:cubicBezTo>
                <a:cubicBezTo>
                  <a:pt x="31232" y="191006"/>
                  <a:pt x="30706" y="190392"/>
                  <a:pt x="30180" y="189866"/>
                </a:cubicBezTo>
                <a:cubicBezTo>
                  <a:pt x="12112" y="170044"/>
                  <a:pt x="18515" y="139434"/>
                  <a:pt x="42897" y="128383"/>
                </a:cubicBezTo>
                <a:cubicBezTo>
                  <a:pt x="50791" y="124875"/>
                  <a:pt x="59035" y="124787"/>
                  <a:pt x="67367" y="125050"/>
                </a:cubicBezTo>
                <a:cubicBezTo>
                  <a:pt x="69735" y="125138"/>
                  <a:pt x="70788" y="124436"/>
                  <a:pt x="71490" y="122068"/>
                </a:cubicBezTo>
                <a:cubicBezTo>
                  <a:pt x="75524" y="108123"/>
                  <a:pt x="79734" y="94177"/>
                  <a:pt x="83856" y="80232"/>
                </a:cubicBezTo>
                <a:cubicBezTo>
                  <a:pt x="84119" y="79443"/>
                  <a:pt x="84207" y="78653"/>
                  <a:pt x="84470" y="77688"/>
                </a:cubicBezTo>
                <a:cubicBezTo>
                  <a:pt x="80173" y="76548"/>
                  <a:pt x="76226" y="75496"/>
                  <a:pt x="72191" y="74443"/>
                </a:cubicBezTo>
                <a:cubicBezTo>
                  <a:pt x="54387" y="69795"/>
                  <a:pt x="36670" y="65146"/>
                  <a:pt x="18865" y="60498"/>
                </a:cubicBezTo>
                <a:cubicBezTo>
                  <a:pt x="14743" y="59445"/>
                  <a:pt x="11323" y="57604"/>
                  <a:pt x="9568" y="53481"/>
                </a:cubicBezTo>
                <a:cubicBezTo>
                  <a:pt x="6499" y="46465"/>
                  <a:pt x="9919" y="39010"/>
                  <a:pt x="17462" y="36905"/>
                </a:cubicBezTo>
                <a:cubicBezTo>
                  <a:pt x="28864" y="33747"/>
                  <a:pt x="40266" y="30853"/>
                  <a:pt x="51668" y="27783"/>
                </a:cubicBezTo>
                <a:cubicBezTo>
                  <a:pt x="58947" y="25854"/>
                  <a:pt x="66227" y="23924"/>
                  <a:pt x="73507" y="22082"/>
                </a:cubicBezTo>
                <a:cubicBezTo>
                  <a:pt x="77892" y="20942"/>
                  <a:pt x="80874" y="23661"/>
                  <a:pt x="80173" y="27783"/>
                </a:cubicBezTo>
                <a:cubicBezTo>
                  <a:pt x="79734" y="30414"/>
                  <a:pt x="77717" y="31204"/>
                  <a:pt x="75524" y="31730"/>
                </a:cubicBezTo>
                <a:cubicBezTo>
                  <a:pt x="57983" y="36291"/>
                  <a:pt x="40441" y="40851"/>
                  <a:pt x="22900" y="45588"/>
                </a:cubicBezTo>
                <a:cubicBezTo>
                  <a:pt x="21233" y="46026"/>
                  <a:pt x="19742" y="47429"/>
                  <a:pt x="18251" y="48307"/>
                </a:cubicBezTo>
                <a:cubicBezTo>
                  <a:pt x="19742" y="49271"/>
                  <a:pt x="21146" y="50762"/>
                  <a:pt x="22724" y="51201"/>
                </a:cubicBezTo>
                <a:cubicBezTo>
                  <a:pt x="63157" y="61901"/>
                  <a:pt x="103766" y="71900"/>
                  <a:pt x="144023" y="83302"/>
                </a:cubicBezTo>
                <a:cubicBezTo>
                  <a:pt x="163494" y="88827"/>
                  <a:pt x="181474" y="85845"/>
                  <a:pt x="199893" y="79706"/>
                </a:cubicBezTo>
                <a:cubicBezTo>
                  <a:pt x="199717" y="79443"/>
                  <a:pt x="199717" y="79092"/>
                  <a:pt x="199454" y="78916"/>
                </a:cubicBezTo>
                <a:cubicBezTo>
                  <a:pt x="191648" y="71812"/>
                  <a:pt x="183930" y="64796"/>
                  <a:pt x="176036" y="57779"/>
                </a:cubicBezTo>
                <a:cubicBezTo>
                  <a:pt x="175335" y="57165"/>
                  <a:pt x="173668" y="57077"/>
                  <a:pt x="172616" y="57340"/>
                </a:cubicBezTo>
                <a:cubicBezTo>
                  <a:pt x="166038" y="59358"/>
                  <a:pt x="159811" y="58744"/>
                  <a:pt x="154022" y="55148"/>
                </a:cubicBezTo>
                <a:cubicBezTo>
                  <a:pt x="152619" y="54271"/>
                  <a:pt x="151215" y="52166"/>
                  <a:pt x="151040" y="50499"/>
                </a:cubicBezTo>
                <a:cubicBezTo>
                  <a:pt x="150689" y="45588"/>
                  <a:pt x="150689" y="40676"/>
                  <a:pt x="150952" y="35764"/>
                </a:cubicBezTo>
                <a:cubicBezTo>
                  <a:pt x="151391" y="27959"/>
                  <a:pt x="157267" y="22345"/>
                  <a:pt x="165073" y="22170"/>
                </a:cubicBezTo>
                <a:cubicBezTo>
                  <a:pt x="172791" y="21907"/>
                  <a:pt x="178843" y="26906"/>
                  <a:pt x="179808" y="34624"/>
                </a:cubicBezTo>
                <a:cubicBezTo>
                  <a:pt x="180246" y="38045"/>
                  <a:pt x="180159" y="41641"/>
                  <a:pt x="180159" y="45061"/>
                </a:cubicBezTo>
                <a:cubicBezTo>
                  <a:pt x="180159" y="47166"/>
                  <a:pt x="180773" y="48657"/>
                  <a:pt x="182351" y="50148"/>
                </a:cubicBezTo>
                <a:cubicBezTo>
                  <a:pt x="191385" y="58217"/>
                  <a:pt x="200419" y="66374"/>
                  <a:pt x="209365" y="74619"/>
                </a:cubicBezTo>
                <a:cubicBezTo>
                  <a:pt x="211119" y="76197"/>
                  <a:pt x="212610" y="76636"/>
                  <a:pt x="214891" y="76022"/>
                </a:cubicBezTo>
                <a:cubicBezTo>
                  <a:pt x="246378" y="67690"/>
                  <a:pt x="277864" y="59445"/>
                  <a:pt x="309264" y="51113"/>
                </a:cubicBezTo>
                <a:cubicBezTo>
                  <a:pt x="310930" y="50675"/>
                  <a:pt x="312333" y="49184"/>
                  <a:pt x="313824" y="48219"/>
                </a:cubicBezTo>
                <a:cubicBezTo>
                  <a:pt x="312246" y="47254"/>
                  <a:pt x="310842" y="45851"/>
                  <a:pt x="309176" y="45412"/>
                </a:cubicBezTo>
                <a:cubicBezTo>
                  <a:pt x="270234" y="35063"/>
                  <a:pt x="231117" y="25240"/>
                  <a:pt x="192350" y="14452"/>
                </a:cubicBezTo>
                <a:cubicBezTo>
                  <a:pt x="174545" y="9452"/>
                  <a:pt x="157443" y="8926"/>
                  <a:pt x="139813" y="14539"/>
                </a:cubicBezTo>
                <a:cubicBezTo>
                  <a:pt x="127534" y="18486"/>
                  <a:pt x="114905" y="21205"/>
                  <a:pt x="102450" y="24450"/>
                </a:cubicBezTo>
                <a:cubicBezTo>
                  <a:pt x="99907" y="25152"/>
                  <a:pt x="97889" y="24889"/>
                  <a:pt x="96486" y="22521"/>
                </a:cubicBezTo>
                <a:cubicBezTo>
                  <a:pt x="94557" y="19363"/>
                  <a:pt x="95960" y="16030"/>
                  <a:pt x="99907" y="15066"/>
                </a:cubicBezTo>
                <a:cubicBezTo>
                  <a:pt x="116133" y="10768"/>
                  <a:pt x="132358" y="6383"/>
                  <a:pt x="148672" y="2173"/>
                </a:cubicBezTo>
                <a:cubicBezTo>
                  <a:pt x="160512" y="-809"/>
                  <a:pt x="172440" y="-722"/>
                  <a:pt x="184369" y="2436"/>
                </a:cubicBezTo>
                <a:cubicBezTo>
                  <a:pt x="208313" y="8751"/>
                  <a:pt x="232344" y="14978"/>
                  <a:pt x="256288" y="21293"/>
                </a:cubicBezTo>
                <a:cubicBezTo>
                  <a:pt x="275233" y="26292"/>
                  <a:pt x="294178" y="31116"/>
                  <a:pt x="312947" y="36291"/>
                </a:cubicBezTo>
                <a:cubicBezTo>
                  <a:pt x="315929" y="37080"/>
                  <a:pt x="319262" y="38834"/>
                  <a:pt x="321104" y="41202"/>
                </a:cubicBezTo>
                <a:cubicBezTo>
                  <a:pt x="326454" y="47780"/>
                  <a:pt x="322946" y="57516"/>
                  <a:pt x="314789" y="59796"/>
                </a:cubicBezTo>
                <a:cubicBezTo>
                  <a:pt x="299967" y="63918"/>
                  <a:pt x="285056" y="67690"/>
                  <a:pt x="270146" y="71637"/>
                </a:cubicBezTo>
                <a:cubicBezTo>
                  <a:pt x="262691" y="73566"/>
                  <a:pt x="255236" y="75583"/>
                  <a:pt x="247693" y="77601"/>
                </a:cubicBezTo>
                <a:cubicBezTo>
                  <a:pt x="247869" y="78566"/>
                  <a:pt x="247956" y="79179"/>
                  <a:pt x="248219" y="79793"/>
                </a:cubicBezTo>
                <a:cubicBezTo>
                  <a:pt x="252517" y="94265"/>
                  <a:pt x="256815" y="108649"/>
                  <a:pt x="261288" y="123121"/>
                </a:cubicBezTo>
                <a:cubicBezTo>
                  <a:pt x="261551" y="123910"/>
                  <a:pt x="263305" y="124787"/>
                  <a:pt x="264445" y="124787"/>
                </a:cubicBezTo>
                <a:cubicBezTo>
                  <a:pt x="275496" y="124875"/>
                  <a:pt x="286547" y="124787"/>
                  <a:pt x="297598" y="124875"/>
                </a:cubicBezTo>
                <a:cubicBezTo>
                  <a:pt x="305843" y="124963"/>
                  <a:pt x="311456" y="130488"/>
                  <a:pt x="311807" y="138557"/>
                </a:cubicBezTo>
                <a:cubicBezTo>
                  <a:pt x="312158" y="147328"/>
                  <a:pt x="307071" y="153555"/>
                  <a:pt x="298739" y="154432"/>
                </a:cubicBezTo>
                <a:cubicBezTo>
                  <a:pt x="296721" y="154608"/>
                  <a:pt x="296020" y="155397"/>
                  <a:pt x="296020" y="157239"/>
                </a:cubicBezTo>
                <a:cubicBezTo>
                  <a:pt x="296020" y="161361"/>
                  <a:pt x="296020" y="165483"/>
                  <a:pt x="296020" y="169606"/>
                </a:cubicBezTo>
                <a:cubicBezTo>
                  <a:pt x="296020" y="171535"/>
                  <a:pt x="296897" y="172061"/>
                  <a:pt x="298826" y="172324"/>
                </a:cubicBezTo>
                <a:cubicBezTo>
                  <a:pt x="306106" y="173289"/>
                  <a:pt x="311456" y="178289"/>
                  <a:pt x="312070" y="185568"/>
                </a:cubicBezTo>
                <a:cubicBezTo>
                  <a:pt x="312333" y="188813"/>
                  <a:pt x="311193" y="192322"/>
                  <a:pt x="310667" y="196005"/>
                </a:cubicBezTo>
                <a:cubicBezTo>
                  <a:pt x="321981" y="201969"/>
                  <a:pt x="329436" y="211529"/>
                  <a:pt x="331629" y="224861"/>
                </a:cubicBezTo>
                <a:cubicBezTo>
                  <a:pt x="333734" y="238368"/>
                  <a:pt x="328998" y="249594"/>
                  <a:pt x="319438" y="259242"/>
                </a:cubicBezTo>
                <a:cubicBezTo>
                  <a:pt x="320841" y="259681"/>
                  <a:pt x="321893" y="260032"/>
                  <a:pt x="322946" y="260382"/>
                </a:cubicBezTo>
                <a:cubicBezTo>
                  <a:pt x="328471" y="262575"/>
                  <a:pt x="332067" y="267837"/>
                  <a:pt x="332155" y="273889"/>
                </a:cubicBezTo>
                <a:cubicBezTo>
                  <a:pt x="332243" y="279941"/>
                  <a:pt x="328910" y="285905"/>
                  <a:pt x="323209" y="287484"/>
                </a:cubicBezTo>
                <a:cubicBezTo>
                  <a:pt x="318648" y="288712"/>
                  <a:pt x="318122" y="291518"/>
                  <a:pt x="317947" y="295114"/>
                </a:cubicBezTo>
                <a:cubicBezTo>
                  <a:pt x="317859" y="297833"/>
                  <a:pt x="318297" y="300552"/>
                  <a:pt x="318297" y="303271"/>
                </a:cubicBezTo>
                <a:cubicBezTo>
                  <a:pt x="318297" y="305727"/>
                  <a:pt x="319525" y="306779"/>
                  <a:pt x="321893" y="307481"/>
                </a:cubicBezTo>
                <a:cubicBezTo>
                  <a:pt x="329348" y="309674"/>
                  <a:pt x="333295" y="316778"/>
                  <a:pt x="331804" y="324409"/>
                </a:cubicBezTo>
                <a:cubicBezTo>
                  <a:pt x="330489" y="330899"/>
                  <a:pt x="326103" y="334232"/>
                  <a:pt x="320402" y="336337"/>
                </a:cubicBezTo>
                <a:close/>
                <a:moveTo>
                  <a:pt x="87540" y="279239"/>
                </a:moveTo>
                <a:cubicBezTo>
                  <a:pt x="88768" y="279239"/>
                  <a:pt x="89820" y="279239"/>
                  <a:pt x="90961" y="279239"/>
                </a:cubicBezTo>
                <a:cubicBezTo>
                  <a:pt x="165687" y="279239"/>
                  <a:pt x="240413" y="279239"/>
                  <a:pt x="315140" y="279239"/>
                </a:cubicBezTo>
                <a:cubicBezTo>
                  <a:pt x="316017" y="279239"/>
                  <a:pt x="316894" y="279327"/>
                  <a:pt x="317771" y="279152"/>
                </a:cubicBezTo>
                <a:cubicBezTo>
                  <a:pt x="320490" y="278801"/>
                  <a:pt x="322507" y="276520"/>
                  <a:pt x="322244" y="273977"/>
                </a:cubicBezTo>
                <a:cubicBezTo>
                  <a:pt x="321981" y="271258"/>
                  <a:pt x="320490" y="269592"/>
                  <a:pt x="317596" y="269328"/>
                </a:cubicBezTo>
                <a:cubicBezTo>
                  <a:pt x="316543" y="269241"/>
                  <a:pt x="315403" y="269241"/>
                  <a:pt x="314351" y="269241"/>
                </a:cubicBezTo>
                <a:cubicBezTo>
                  <a:pt x="299265" y="269241"/>
                  <a:pt x="284179" y="269241"/>
                  <a:pt x="269094" y="269153"/>
                </a:cubicBezTo>
                <a:cubicBezTo>
                  <a:pt x="267427" y="269153"/>
                  <a:pt x="265235" y="268802"/>
                  <a:pt x="264357" y="267750"/>
                </a:cubicBezTo>
                <a:cubicBezTo>
                  <a:pt x="263305" y="266434"/>
                  <a:pt x="262779" y="263891"/>
                  <a:pt x="263393" y="262487"/>
                </a:cubicBezTo>
                <a:cubicBezTo>
                  <a:pt x="264007" y="261084"/>
                  <a:pt x="266199" y="259593"/>
                  <a:pt x="267778" y="259505"/>
                </a:cubicBezTo>
                <a:cubicBezTo>
                  <a:pt x="276198" y="259242"/>
                  <a:pt x="284618" y="259418"/>
                  <a:pt x="293038" y="259330"/>
                </a:cubicBezTo>
                <a:cubicBezTo>
                  <a:pt x="311719" y="259067"/>
                  <a:pt x="324963" y="243279"/>
                  <a:pt x="321806" y="225387"/>
                </a:cubicBezTo>
                <a:cubicBezTo>
                  <a:pt x="319350" y="211529"/>
                  <a:pt x="307246" y="201969"/>
                  <a:pt x="291985" y="201969"/>
                </a:cubicBezTo>
                <a:cubicBezTo>
                  <a:pt x="200419" y="201969"/>
                  <a:pt x="108853" y="201969"/>
                  <a:pt x="17287" y="201969"/>
                </a:cubicBezTo>
                <a:cubicBezTo>
                  <a:pt x="16673" y="201969"/>
                  <a:pt x="15971" y="201969"/>
                  <a:pt x="15357" y="201969"/>
                </a:cubicBezTo>
                <a:cubicBezTo>
                  <a:pt x="12112" y="202233"/>
                  <a:pt x="10007" y="204338"/>
                  <a:pt x="10095" y="207056"/>
                </a:cubicBezTo>
                <a:cubicBezTo>
                  <a:pt x="10182" y="209688"/>
                  <a:pt x="12200" y="211705"/>
                  <a:pt x="15269" y="211968"/>
                </a:cubicBezTo>
                <a:cubicBezTo>
                  <a:pt x="16497" y="212056"/>
                  <a:pt x="17637" y="211968"/>
                  <a:pt x="18865" y="211968"/>
                </a:cubicBezTo>
                <a:cubicBezTo>
                  <a:pt x="109204" y="211968"/>
                  <a:pt x="199630" y="211968"/>
                  <a:pt x="289968" y="211968"/>
                </a:cubicBezTo>
                <a:cubicBezTo>
                  <a:pt x="291634" y="211968"/>
                  <a:pt x="293213" y="211968"/>
                  <a:pt x="294880" y="212056"/>
                </a:cubicBezTo>
                <a:cubicBezTo>
                  <a:pt x="303036" y="212494"/>
                  <a:pt x="309965" y="218283"/>
                  <a:pt x="311895" y="226089"/>
                </a:cubicBezTo>
                <a:cubicBezTo>
                  <a:pt x="313824" y="234070"/>
                  <a:pt x="310404" y="242227"/>
                  <a:pt x="303475" y="246525"/>
                </a:cubicBezTo>
                <a:cubicBezTo>
                  <a:pt x="299703" y="248893"/>
                  <a:pt x="295494" y="249244"/>
                  <a:pt x="291196" y="249244"/>
                </a:cubicBezTo>
                <a:cubicBezTo>
                  <a:pt x="224889" y="249244"/>
                  <a:pt x="158583" y="249244"/>
                  <a:pt x="92276" y="249244"/>
                </a:cubicBezTo>
                <a:cubicBezTo>
                  <a:pt x="90785" y="249244"/>
                  <a:pt x="89294" y="249244"/>
                  <a:pt x="87803" y="249244"/>
                </a:cubicBezTo>
                <a:cubicBezTo>
                  <a:pt x="87803" y="252840"/>
                  <a:pt x="87803" y="255909"/>
                  <a:pt x="87803" y="259330"/>
                </a:cubicBezTo>
                <a:cubicBezTo>
                  <a:pt x="89470" y="259330"/>
                  <a:pt x="90873" y="259330"/>
                  <a:pt x="92276" y="259330"/>
                </a:cubicBezTo>
                <a:cubicBezTo>
                  <a:pt x="140866" y="259330"/>
                  <a:pt x="189456" y="259330"/>
                  <a:pt x="237958" y="259330"/>
                </a:cubicBezTo>
                <a:cubicBezTo>
                  <a:pt x="239186" y="259330"/>
                  <a:pt x="240326" y="259330"/>
                  <a:pt x="241554" y="259330"/>
                </a:cubicBezTo>
                <a:cubicBezTo>
                  <a:pt x="244623" y="259505"/>
                  <a:pt x="246290" y="261172"/>
                  <a:pt x="246290" y="264066"/>
                </a:cubicBezTo>
                <a:cubicBezTo>
                  <a:pt x="246290" y="266873"/>
                  <a:pt x="244623" y="268802"/>
                  <a:pt x="241729" y="269065"/>
                </a:cubicBezTo>
                <a:cubicBezTo>
                  <a:pt x="240677" y="269153"/>
                  <a:pt x="239536" y="269153"/>
                  <a:pt x="238484" y="269153"/>
                </a:cubicBezTo>
                <a:cubicBezTo>
                  <a:pt x="189719" y="269153"/>
                  <a:pt x="140866" y="269153"/>
                  <a:pt x="92101" y="269153"/>
                </a:cubicBezTo>
                <a:cubicBezTo>
                  <a:pt x="90697" y="269153"/>
                  <a:pt x="89294" y="269153"/>
                  <a:pt x="87715" y="269153"/>
                </a:cubicBezTo>
                <a:cubicBezTo>
                  <a:pt x="87540" y="272661"/>
                  <a:pt x="87540" y="275643"/>
                  <a:pt x="87540" y="279239"/>
                </a:cubicBezTo>
                <a:close/>
                <a:moveTo>
                  <a:pt x="308211" y="289063"/>
                </a:moveTo>
                <a:cubicBezTo>
                  <a:pt x="307597" y="289063"/>
                  <a:pt x="306983" y="289063"/>
                  <a:pt x="306282" y="289063"/>
                </a:cubicBezTo>
                <a:cubicBezTo>
                  <a:pt x="232783" y="289063"/>
                  <a:pt x="159284" y="289063"/>
                  <a:pt x="85786" y="289063"/>
                </a:cubicBezTo>
                <a:cubicBezTo>
                  <a:pt x="84470" y="289063"/>
                  <a:pt x="82979" y="289501"/>
                  <a:pt x="81751" y="290115"/>
                </a:cubicBezTo>
                <a:cubicBezTo>
                  <a:pt x="75349" y="293360"/>
                  <a:pt x="68946" y="296781"/>
                  <a:pt x="62543" y="300114"/>
                </a:cubicBezTo>
                <a:cubicBezTo>
                  <a:pt x="57544" y="302657"/>
                  <a:pt x="54211" y="300640"/>
                  <a:pt x="54124" y="294939"/>
                </a:cubicBezTo>
                <a:cubicBezTo>
                  <a:pt x="54124" y="293097"/>
                  <a:pt x="54124" y="291255"/>
                  <a:pt x="54124" y="289150"/>
                </a:cubicBezTo>
                <a:cubicBezTo>
                  <a:pt x="48160" y="289150"/>
                  <a:pt x="42546" y="288887"/>
                  <a:pt x="36845" y="289238"/>
                </a:cubicBezTo>
                <a:cubicBezTo>
                  <a:pt x="32811" y="289501"/>
                  <a:pt x="29916" y="293448"/>
                  <a:pt x="29741" y="297482"/>
                </a:cubicBezTo>
                <a:cubicBezTo>
                  <a:pt x="29566" y="301517"/>
                  <a:pt x="32285" y="305201"/>
                  <a:pt x="36319" y="306165"/>
                </a:cubicBezTo>
                <a:cubicBezTo>
                  <a:pt x="37898" y="306516"/>
                  <a:pt x="39564" y="306604"/>
                  <a:pt x="41231" y="306604"/>
                </a:cubicBezTo>
                <a:cubicBezTo>
                  <a:pt x="129113" y="306604"/>
                  <a:pt x="216908" y="306604"/>
                  <a:pt x="304790" y="306604"/>
                </a:cubicBezTo>
                <a:cubicBezTo>
                  <a:pt x="305931" y="306604"/>
                  <a:pt x="307159" y="306604"/>
                  <a:pt x="308299" y="306604"/>
                </a:cubicBezTo>
                <a:cubicBezTo>
                  <a:pt x="308211" y="300815"/>
                  <a:pt x="308211" y="295202"/>
                  <a:pt x="308211" y="289063"/>
                </a:cubicBezTo>
                <a:close/>
                <a:moveTo>
                  <a:pt x="193578" y="134873"/>
                </a:moveTo>
                <a:cubicBezTo>
                  <a:pt x="191999" y="134873"/>
                  <a:pt x="190771" y="134873"/>
                  <a:pt x="189631" y="134873"/>
                </a:cubicBezTo>
                <a:cubicBezTo>
                  <a:pt x="146830" y="134873"/>
                  <a:pt x="104117" y="134873"/>
                  <a:pt x="61316" y="134873"/>
                </a:cubicBezTo>
                <a:cubicBezTo>
                  <a:pt x="59912" y="134873"/>
                  <a:pt x="58509" y="134873"/>
                  <a:pt x="57018" y="134961"/>
                </a:cubicBezTo>
                <a:cubicBezTo>
                  <a:pt x="38161" y="136101"/>
                  <a:pt x="25268" y="154432"/>
                  <a:pt x="30969" y="172237"/>
                </a:cubicBezTo>
                <a:cubicBezTo>
                  <a:pt x="34126" y="182235"/>
                  <a:pt x="44037" y="192322"/>
                  <a:pt x="60175" y="192234"/>
                </a:cubicBezTo>
                <a:cubicBezTo>
                  <a:pt x="138498" y="192059"/>
                  <a:pt x="216820" y="192146"/>
                  <a:pt x="295143" y="192146"/>
                </a:cubicBezTo>
                <a:cubicBezTo>
                  <a:pt x="296107" y="192146"/>
                  <a:pt x="297072" y="192146"/>
                  <a:pt x="298125" y="192059"/>
                </a:cubicBezTo>
                <a:cubicBezTo>
                  <a:pt x="300931" y="191795"/>
                  <a:pt x="302247" y="190129"/>
                  <a:pt x="302335" y="187498"/>
                </a:cubicBezTo>
                <a:cubicBezTo>
                  <a:pt x="302422" y="184779"/>
                  <a:pt x="301194" y="182849"/>
                  <a:pt x="298388" y="182235"/>
                </a:cubicBezTo>
                <a:cubicBezTo>
                  <a:pt x="297248" y="181972"/>
                  <a:pt x="296020" y="182148"/>
                  <a:pt x="294792" y="182148"/>
                </a:cubicBezTo>
                <a:cubicBezTo>
                  <a:pt x="217083" y="182148"/>
                  <a:pt x="139463" y="182148"/>
                  <a:pt x="61754" y="182148"/>
                </a:cubicBezTo>
                <a:cubicBezTo>
                  <a:pt x="60000" y="182148"/>
                  <a:pt x="58246" y="182148"/>
                  <a:pt x="56492" y="182060"/>
                </a:cubicBezTo>
                <a:cubicBezTo>
                  <a:pt x="46405" y="181358"/>
                  <a:pt x="38424" y="171623"/>
                  <a:pt x="39740" y="161536"/>
                </a:cubicBezTo>
                <a:cubicBezTo>
                  <a:pt x="41055" y="151275"/>
                  <a:pt x="48773" y="144784"/>
                  <a:pt x="59825" y="144784"/>
                </a:cubicBezTo>
                <a:cubicBezTo>
                  <a:pt x="102626" y="144784"/>
                  <a:pt x="145339" y="144784"/>
                  <a:pt x="188140" y="144784"/>
                </a:cubicBezTo>
                <a:cubicBezTo>
                  <a:pt x="189543" y="144784"/>
                  <a:pt x="190859" y="144784"/>
                  <a:pt x="192175" y="144784"/>
                </a:cubicBezTo>
                <a:cubicBezTo>
                  <a:pt x="192701" y="141276"/>
                  <a:pt x="193139" y="138294"/>
                  <a:pt x="193578" y="134873"/>
                </a:cubicBezTo>
                <a:close/>
                <a:moveTo>
                  <a:pt x="195595" y="124875"/>
                </a:moveTo>
                <a:cubicBezTo>
                  <a:pt x="197612" y="121542"/>
                  <a:pt x="198753" y="117507"/>
                  <a:pt x="201384" y="115578"/>
                </a:cubicBezTo>
                <a:cubicBezTo>
                  <a:pt x="206032" y="112157"/>
                  <a:pt x="205857" y="107947"/>
                  <a:pt x="205681" y="103299"/>
                </a:cubicBezTo>
                <a:cubicBezTo>
                  <a:pt x="205594" y="100755"/>
                  <a:pt x="205681" y="98300"/>
                  <a:pt x="205681" y="95756"/>
                </a:cubicBezTo>
                <a:cubicBezTo>
                  <a:pt x="205681" y="93563"/>
                  <a:pt x="205681" y="91283"/>
                  <a:pt x="205681" y="88827"/>
                </a:cubicBezTo>
                <a:cubicBezTo>
                  <a:pt x="200507" y="90143"/>
                  <a:pt x="195946" y="91195"/>
                  <a:pt x="191473" y="92599"/>
                </a:cubicBezTo>
                <a:cubicBezTo>
                  <a:pt x="174633" y="97949"/>
                  <a:pt x="157881" y="97686"/>
                  <a:pt x="140866" y="92686"/>
                </a:cubicBezTo>
                <a:cubicBezTo>
                  <a:pt x="125517" y="88126"/>
                  <a:pt x="109905" y="84442"/>
                  <a:pt x="94030" y="80232"/>
                </a:cubicBezTo>
                <a:cubicBezTo>
                  <a:pt x="89645" y="95142"/>
                  <a:pt x="85260" y="109965"/>
                  <a:pt x="80787" y="124875"/>
                </a:cubicBezTo>
                <a:cubicBezTo>
                  <a:pt x="119465" y="124875"/>
                  <a:pt x="157618" y="124875"/>
                  <a:pt x="195595" y="124875"/>
                </a:cubicBezTo>
                <a:close/>
                <a:moveTo>
                  <a:pt x="191561" y="154871"/>
                </a:moveTo>
                <a:cubicBezTo>
                  <a:pt x="190420" y="154783"/>
                  <a:pt x="189543" y="154695"/>
                  <a:pt x="188754" y="154695"/>
                </a:cubicBezTo>
                <a:cubicBezTo>
                  <a:pt x="145778" y="154695"/>
                  <a:pt x="102801" y="154695"/>
                  <a:pt x="59737" y="154695"/>
                </a:cubicBezTo>
                <a:cubicBezTo>
                  <a:pt x="58509" y="154695"/>
                  <a:pt x="57281" y="154783"/>
                  <a:pt x="56141" y="155046"/>
                </a:cubicBezTo>
                <a:cubicBezTo>
                  <a:pt x="52019" y="156011"/>
                  <a:pt x="49212" y="159870"/>
                  <a:pt x="49475" y="163992"/>
                </a:cubicBezTo>
                <a:cubicBezTo>
                  <a:pt x="49738" y="168202"/>
                  <a:pt x="52983" y="171710"/>
                  <a:pt x="57106" y="172149"/>
                </a:cubicBezTo>
                <a:cubicBezTo>
                  <a:pt x="58334" y="172324"/>
                  <a:pt x="59474" y="172237"/>
                  <a:pt x="60702" y="172237"/>
                </a:cubicBezTo>
                <a:cubicBezTo>
                  <a:pt x="134639" y="172237"/>
                  <a:pt x="208576" y="172237"/>
                  <a:pt x="282601" y="172237"/>
                </a:cubicBezTo>
                <a:cubicBezTo>
                  <a:pt x="283741" y="172237"/>
                  <a:pt x="284969" y="172237"/>
                  <a:pt x="285933" y="172237"/>
                </a:cubicBezTo>
                <a:cubicBezTo>
                  <a:pt x="285933" y="166185"/>
                  <a:pt x="285933" y="160572"/>
                  <a:pt x="285933" y="154783"/>
                </a:cubicBezTo>
                <a:cubicBezTo>
                  <a:pt x="267340" y="154783"/>
                  <a:pt x="248746" y="154783"/>
                  <a:pt x="229976" y="154783"/>
                </a:cubicBezTo>
                <a:cubicBezTo>
                  <a:pt x="229889" y="155485"/>
                  <a:pt x="229801" y="156011"/>
                  <a:pt x="229801" y="156537"/>
                </a:cubicBezTo>
                <a:cubicBezTo>
                  <a:pt x="229450" y="162063"/>
                  <a:pt x="228222" y="163203"/>
                  <a:pt x="222872" y="163291"/>
                </a:cubicBezTo>
                <a:cubicBezTo>
                  <a:pt x="214452" y="163291"/>
                  <a:pt x="206032" y="163291"/>
                  <a:pt x="197612" y="163291"/>
                </a:cubicBezTo>
                <a:cubicBezTo>
                  <a:pt x="193578" y="163291"/>
                  <a:pt x="192175" y="161887"/>
                  <a:pt x="191824" y="157765"/>
                </a:cubicBezTo>
                <a:cubicBezTo>
                  <a:pt x="191648" y="156976"/>
                  <a:pt x="191648" y="156099"/>
                  <a:pt x="191561" y="154871"/>
                </a:cubicBezTo>
                <a:close/>
                <a:moveTo>
                  <a:pt x="53948" y="269328"/>
                </a:moveTo>
                <a:cubicBezTo>
                  <a:pt x="48160" y="269328"/>
                  <a:pt x="42634" y="269153"/>
                  <a:pt x="37108" y="269328"/>
                </a:cubicBezTo>
                <a:cubicBezTo>
                  <a:pt x="22198" y="269942"/>
                  <a:pt x="10007" y="282748"/>
                  <a:pt x="9919" y="297658"/>
                </a:cubicBezTo>
                <a:cubicBezTo>
                  <a:pt x="9832" y="313796"/>
                  <a:pt x="22724" y="326426"/>
                  <a:pt x="39389" y="326426"/>
                </a:cubicBezTo>
                <a:cubicBezTo>
                  <a:pt x="131394" y="326426"/>
                  <a:pt x="223398" y="326426"/>
                  <a:pt x="315491" y="326426"/>
                </a:cubicBezTo>
                <a:cubicBezTo>
                  <a:pt x="316368" y="326426"/>
                  <a:pt x="317245" y="326514"/>
                  <a:pt x="318122" y="326338"/>
                </a:cubicBezTo>
                <a:cubicBezTo>
                  <a:pt x="320841" y="325724"/>
                  <a:pt x="322420" y="323970"/>
                  <a:pt x="322244" y="321251"/>
                </a:cubicBezTo>
                <a:cubicBezTo>
                  <a:pt x="322069" y="318532"/>
                  <a:pt x="320490" y="316778"/>
                  <a:pt x="317683" y="316603"/>
                </a:cubicBezTo>
                <a:cubicBezTo>
                  <a:pt x="316456" y="316515"/>
                  <a:pt x="315315" y="316515"/>
                  <a:pt x="314087" y="316515"/>
                </a:cubicBezTo>
                <a:cubicBezTo>
                  <a:pt x="223486" y="316515"/>
                  <a:pt x="132885" y="316515"/>
                  <a:pt x="42283" y="316515"/>
                </a:cubicBezTo>
                <a:cubicBezTo>
                  <a:pt x="41055" y="316515"/>
                  <a:pt x="39915" y="316515"/>
                  <a:pt x="38687" y="316515"/>
                </a:cubicBezTo>
                <a:cubicBezTo>
                  <a:pt x="30004" y="315989"/>
                  <a:pt x="23602" y="311428"/>
                  <a:pt x="21146" y="304061"/>
                </a:cubicBezTo>
                <a:cubicBezTo>
                  <a:pt x="17023" y="291694"/>
                  <a:pt x="25443" y="279590"/>
                  <a:pt x="38512" y="279239"/>
                </a:cubicBezTo>
                <a:cubicBezTo>
                  <a:pt x="43599" y="279064"/>
                  <a:pt x="48773" y="279239"/>
                  <a:pt x="54036" y="279239"/>
                </a:cubicBezTo>
                <a:cubicBezTo>
                  <a:pt x="53948" y="275907"/>
                  <a:pt x="53948" y="272837"/>
                  <a:pt x="53948" y="269328"/>
                </a:cubicBezTo>
                <a:close/>
                <a:moveTo>
                  <a:pt x="87628" y="239508"/>
                </a:moveTo>
                <a:cubicBezTo>
                  <a:pt x="89206" y="239508"/>
                  <a:pt x="90610" y="239508"/>
                  <a:pt x="92013" y="239508"/>
                </a:cubicBezTo>
                <a:cubicBezTo>
                  <a:pt x="158232" y="239508"/>
                  <a:pt x="224363" y="239508"/>
                  <a:pt x="290582" y="239508"/>
                </a:cubicBezTo>
                <a:cubicBezTo>
                  <a:pt x="292073" y="239508"/>
                  <a:pt x="293652" y="239508"/>
                  <a:pt x="295143" y="239333"/>
                </a:cubicBezTo>
                <a:cubicBezTo>
                  <a:pt x="299177" y="238719"/>
                  <a:pt x="301808" y="235912"/>
                  <a:pt x="302335" y="231878"/>
                </a:cubicBezTo>
                <a:cubicBezTo>
                  <a:pt x="303124" y="225738"/>
                  <a:pt x="299002" y="221967"/>
                  <a:pt x="291547" y="221967"/>
                </a:cubicBezTo>
                <a:cubicBezTo>
                  <a:pt x="224714" y="221967"/>
                  <a:pt x="157881" y="221967"/>
                  <a:pt x="91048" y="221967"/>
                </a:cubicBezTo>
                <a:cubicBezTo>
                  <a:pt x="89908" y="221967"/>
                  <a:pt x="88768" y="222142"/>
                  <a:pt x="87628" y="222142"/>
                </a:cubicBezTo>
                <a:cubicBezTo>
                  <a:pt x="87628" y="228106"/>
                  <a:pt x="87628" y="233632"/>
                  <a:pt x="87628" y="239508"/>
                </a:cubicBezTo>
                <a:close/>
                <a:moveTo>
                  <a:pt x="238133" y="80320"/>
                </a:moveTo>
                <a:cubicBezTo>
                  <a:pt x="231029" y="82162"/>
                  <a:pt x="224275" y="83828"/>
                  <a:pt x="217522" y="85758"/>
                </a:cubicBezTo>
                <a:cubicBezTo>
                  <a:pt x="216645" y="86021"/>
                  <a:pt x="215680" y="87512"/>
                  <a:pt x="215592" y="88476"/>
                </a:cubicBezTo>
                <a:cubicBezTo>
                  <a:pt x="215417" y="95581"/>
                  <a:pt x="215505" y="102685"/>
                  <a:pt x="215505" y="109789"/>
                </a:cubicBezTo>
                <a:cubicBezTo>
                  <a:pt x="215505" y="110666"/>
                  <a:pt x="215855" y="111894"/>
                  <a:pt x="216469" y="112333"/>
                </a:cubicBezTo>
                <a:cubicBezTo>
                  <a:pt x="220592" y="115052"/>
                  <a:pt x="222784" y="119086"/>
                  <a:pt x="224626" y="123559"/>
                </a:cubicBezTo>
                <a:cubicBezTo>
                  <a:pt x="224889" y="124261"/>
                  <a:pt x="226030" y="125050"/>
                  <a:pt x="226731" y="125050"/>
                </a:cubicBezTo>
                <a:cubicBezTo>
                  <a:pt x="234800" y="125138"/>
                  <a:pt x="242869" y="125138"/>
                  <a:pt x="251377" y="125138"/>
                </a:cubicBezTo>
                <a:cubicBezTo>
                  <a:pt x="246904" y="109965"/>
                  <a:pt x="242606" y="95318"/>
                  <a:pt x="238133" y="80320"/>
                </a:cubicBezTo>
                <a:close/>
                <a:moveTo>
                  <a:pt x="64298" y="222142"/>
                </a:moveTo>
                <a:cubicBezTo>
                  <a:pt x="64298" y="244244"/>
                  <a:pt x="64298" y="265908"/>
                  <a:pt x="64298" y="288098"/>
                </a:cubicBezTo>
                <a:cubicBezTo>
                  <a:pt x="68157" y="286081"/>
                  <a:pt x="71577" y="284151"/>
                  <a:pt x="75086" y="282572"/>
                </a:cubicBezTo>
                <a:cubicBezTo>
                  <a:pt x="77103" y="281607"/>
                  <a:pt x="77629" y="280380"/>
                  <a:pt x="77629" y="278275"/>
                </a:cubicBezTo>
                <a:cubicBezTo>
                  <a:pt x="77541" y="260558"/>
                  <a:pt x="77541" y="242841"/>
                  <a:pt x="77541" y="225124"/>
                </a:cubicBezTo>
                <a:cubicBezTo>
                  <a:pt x="77541" y="224159"/>
                  <a:pt x="77454" y="223195"/>
                  <a:pt x="77366" y="222142"/>
                </a:cubicBezTo>
                <a:cubicBezTo>
                  <a:pt x="72893" y="222142"/>
                  <a:pt x="68683" y="222142"/>
                  <a:pt x="64298" y="222142"/>
                </a:cubicBezTo>
                <a:close/>
                <a:moveTo>
                  <a:pt x="227696" y="134873"/>
                </a:moveTo>
                <a:cubicBezTo>
                  <a:pt x="228222" y="138469"/>
                  <a:pt x="228661" y="141539"/>
                  <a:pt x="229099" y="144697"/>
                </a:cubicBezTo>
                <a:cubicBezTo>
                  <a:pt x="230064" y="144784"/>
                  <a:pt x="230678" y="144784"/>
                  <a:pt x="231292" y="144784"/>
                </a:cubicBezTo>
                <a:cubicBezTo>
                  <a:pt x="252956" y="144784"/>
                  <a:pt x="274619" y="144784"/>
                  <a:pt x="296283" y="144784"/>
                </a:cubicBezTo>
                <a:cubicBezTo>
                  <a:pt x="296897" y="144784"/>
                  <a:pt x="297598" y="144784"/>
                  <a:pt x="298212" y="144697"/>
                </a:cubicBezTo>
                <a:cubicBezTo>
                  <a:pt x="300756" y="144346"/>
                  <a:pt x="302159" y="142767"/>
                  <a:pt x="302422" y="140311"/>
                </a:cubicBezTo>
                <a:cubicBezTo>
                  <a:pt x="302686" y="137856"/>
                  <a:pt x="301545" y="136014"/>
                  <a:pt x="299177" y="135224"/>
                </a:cubicBezTo>
                <a:cubicBezTo>
                  <a:pt x="297949" y="134786"/>
                  <a:pt x="296634" y="134786"/>
                  <a:pt x="295318" y="134786"/>
                </a:cubicBezTo>
                <a:cubicBezTo>
                  <a:pt x="274005" y="134786"/>
                  <a:pt x="252692" y="134786"/>
                  <a:pt x="231292" y="134786"/>
                </a:cubicBezTo>
                <a:cubicBezTo>
                  <a:pt x="230327" y="134873"/>
                  <a:pt x="229275" y="134873"/>
                  <a:pt x="227696" y="134873"/>
                </a:cubicBezTo>
                <a:close/>
                <a:moveTo>
                  <a:pt x="54036" y="222142"/>
                </a:moveTo>
                <a:cubicBezTo>
                  <a:pt x="43686" y="222142"/>
                  <a:pt x="33776" y="222142"/>
                  <a:pt x="23952" y="222142"/>
                </a:cubicBezTo>
                <a:cubicBezTo>
                  <a:pt x="23952" y="228018"/>
                  <a:pt x="23952" y="233632"/>
                  <a:pt x="23952" y="239157"/>
                </a:cubicBezTo>
                <a:cubicBezTo>
                  <a:pt x="33951" y="239157"/>
                  <a:pt x="43950" y="239157"/>
                  <a:pt x="54036" y="239157"/>
                </a:cubicBezTo>
                <a:cubicBezTo>
                  <a:pt x="54036" y="233456"/>
                  <a:pt x="54036" y="228018"/>
                  <a:pt x="54036" y="222142"/>
                </a:cubicBezTo>
                <a:close/>
                <a:moveTo>
                  <a:pt x="53948" y="249594"/>
                </a:moveTo>
                <a:cubicBezTo>
                  <a:pt x="53071" y="249507"/>
                  <a:pt x="52457" y="249331"/>
                  <a:pt x="51843" y="249331"/>
                </a:cubicBezTo>
                <a:cubicBezTo>
                  <a:pt x="39915" y="249331"/>
                  <a:pt x="28075" y="249331"/>
                  <a:pt x="16146" y="249331"/>
                </a:cubicBezTo>
                <a:cubicBezTo>
                  <a:pt x="15269" y="249331"/>
                  <a:pt x="14217" y="249244"/>
                  <a:pt x="13603" y="249682"/>
                </a:cubicBezTo>
                <a:cubicBezTo>
                  <a:pt x="12287" y="250647"/>
                  <a:pt x="10621" y="251875"/>
                  <a:pt x="10270" y="253278"/>
                </a:cubicBezTo>
                <a:cubicBezTo>
                  <a:pt x="9919" y="254681"/>
                  <a:pt x="10621" y="256874"/>
                  <a:pt x="11673" y="257927"/>
                </a:cubicBezTo>
                <a:cubicBezTo>
                  <a:pt x="12726" y="258979"/>
                  <a:pt x="14831" y="259330"/>
                  <a:pt x="16497" y="259330"/>
                </a:cubicBezTo>
                <a:cubicBezTo>
                  <a:pt x="27022" y="259418"/>
                  <a:pt x="37635" y="259418"/>
                  <a:pt x="48247" y="259418"/>
                </a:cubicBezTo>
                <a:cubicBezTo>
                  <a:pt x="50089" y="259418"/>
                  <a:pt x="51931" y="259418"/>
                  <a:pt x="53948" y="259418"/>
                </a:cubicBezTo>
                <a:cubicBezTo>
                  <a:pt x="53948" y="255909"/>
                  <a:pt x="53948" y="252840"/>
                  <a:pt x="53948" y="249594"/>
                </a:cubicBezTo>
                <a:close/>
                <a:moveTo>
                  <a:pt x="219802" y="153292"/>
                </a:moveTo>
                <a:cubicBezTo>
                  <a:pt x="219627" y="150398"/>
                  <a:pt x="219715" y="147766"/>
                  <a:pt x="219188" y="145398"/>
                </a:cubicBezTo>
                <a:cubicBezTo>
                  <a:pt x="217610" y="138206"/>
                  <a:pt x="215943" y="131014"/>
                  <a:pt x="214014" y="123910"/>
                </a:cubicBezTo>
                <a:cubicBezTo>
                  <a:pt x="213663" y="122682"/>
                  <a:pt x="211909" y="121103"/>
                  <a:pt x="210593" y="120928"/>
                </a:cubicBezTo>
                <a:cubicBezTo>
                  <a:pt x="209628" y="120753"/>
                  <a:pt x="207962" y="122419"/>
                  <a:pt x="207436" y="123647"/>
                </a:cubicBezTo>
                <a:cubicBezTo>
                  <a:pt x="202875" y="132944"/>
                  <a:pt x="202261" y="143030"/>
                  <a:pt x="201559" y="153292"/>
                </a:cubicBezTo>
                <a:cubicBezTo>
                  <a:pt x="207786" y="153292"/>
                  <a:pt x="213575" y="153292"/>
                  <a:pt x="219802" y="153292"/>
                </a:cubicBezTo>
                <a:close/>
                <a:moveTo>
                  <a:pt x="160863" y="41378"/>
                </a:moveTo>
                <a:cubicBezTo>
                  <a:pt x="160863" y="41378"/>
                  <a:pt x="160863" y="41378"/>
                  <a:pt x="160863" y="41378"/>
                </a:cubicBezTo>
                <a:cubicBezTo>
                  <a:pt x="160863" y="42167"/>
                  <a:pt x="160863" y="42869"/>
                  <a:pt x="160863" y="43658"/>
                </a:cubicBezTo>
                <a:cubicBezTo>
                  <a:pt x="160863" y="48219"/>
                  <a:pt x="161740" y="49008"/>
                  <a:pt x="166389" y="48745"/>
                </a:cubicBezTo>
                <a:cubicBezTo>
                  <a:pt x="167266" y="48657"/>
                  <a:pt x="168231" y="48570"/>
                  <a:pt x="168932" y="48219"/>
                </a:cubicBezTo>
                <a:cubicBezTo>
                  <a:pt x="169546" y="47868"/>
                  <a:pt x="170423" y="47079"/>
                  <a:pt x="170423" y="46552"/>
                </a:cubicBezTo>
                <a:cubicBezTo>
                  <a:pt x="170511" y="43044"/>
                  <a:pt x="170599" y="39536"/>
                  <a:pt x="170248" y="36115"/>
                </a:cubicBezTo>
                <a:cubicBezTo>
                  <a:pt x="169985" y="33484"/>
                  <a:pt x="168055" y="32168"/>
                  <a:pt x="165424" y="32256"/>
                </a:cubicBezTo>
                <a:cubicBezTo>
                  <a:pt x="162793" y="32344"/>
                  <a:pt x="161214" y="33923"/>
                  <a:pt x="160951" y="36554"/>
                </a:cubicBezTo>
                <a:cubicBezTo>
                  <a:pt x="160775" y="38133"/>
                  <a:pt x="160863" y="39711"/>
                  <a:pt x="160863" y="4137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90204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7" name="Google Shape;1397;p11"/>
          <p:cNvSpPr txBox="1"/>
          <p:nvPr/>
        </p:nvSpPr>
        <p:spPr>
          <a:xfrm>
            <a:off x="10681522" y="6397891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Recognitions</a:t>
            </a:r>
            <a:endParaRPr sz="1400" b="0" i="0" u="none" strike="noStrike" cap="non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grpSp>
        <p:nvGrpSpPr>
          <p:cNvPr id="1398" name="Google Shape;1398;p11"/>
          <p:cNvGrpSpPr/>
          <p:nvPr/>
        </p:nvGrpSpPr>
        <p:grpSpPr>
          <a:xfrm>
            <a:off x="10399521" y="6312157"/>
            <a:ext cx="318276" cy="423136"/>
            <a:chOff x="4890592" y="1835560"/>
            <a:chExt cx="2409354" cy="3203147"/>
          </a:xfrm>
        </p:grpSpPr>
        <p:sp>
          <p:nvSpPr>
            <p:cNvPr id="1399" name="Google Shape;1399;p11"/>
            <p:cNvSpPr/>
            <p:nvPr/>
          </p:nvSpPr>
          <p:spPr>
            <a:xfrm>
              <a:off x="4890592" y="1835560"/>
              <a:ext cx="2409354" cy="3203147"/>
            </a:xfrm>
            <a:custGeom>
              <a:avLst/>
              <a:gdLst/>
              <a:ahLst/>
              <a:cxnLst/>
              <a:rect l="l" t="t" r="r" b="b"/>
              <a:pathLst>
                <a:path w="2409354" h="3203147" extrusionOk="0">
                  <a:moveTo>
                    <a:pt x="692010" y="2856454"/>
                  </a:moveTo>
                  <a:cubicBezTo>
                    <a:pt x="692010" y="2680241"/>
                    <a:pt x="691057" y="2504981"/>
                    <a:pt x="692962" y="2328769"/>
                  </a:cubicBezTo>
                  <a:cubicBezTo>
                    <a:pt x="692962" y="2304956"/>
                    <a:pt x="685342" y="2293526"/>
                    <a:pt x="664387" y="2283049"/>
                  </a:cubicBezTo>
                  <a:cubicBezTo>
                    <a:pt x="208140" y="2034446"/>
                    <a:pt x="-11888" y="1647731"/>
                    <a:pt x="495" y="1128619"/>
                  </a:cubicBezTo>
                  <a:cubicBezTo>
                    <a:pt x="1447" y="1102901"/>
                    <a:pt x="4305" y="1076231"/>
                    <a:pt x="8115" y="1050514"/>
                  </a:cubicBezTo>
                  <a:cubicBezTo>
                    <a:pt x="12877" y="1017176"/>
                    <a:pt x="33832" y="998126"/>
                    <a:pt x="61455" y="1000031"/>
                  </a:cubicBezTo>
                  <a:cubicBezTo>
                    <a:pt x="90982" y="1001936"/>
                    <a:pt x="110032" y="1025749"/>
                    <a:pt x="106222" y="1060991"/>
                  </a:cubicBezTo>
                  <a:cubicBezTo>
                    <a:pt x="93840" y="1168624"/>
                    <a:pt x="91935" y="1277209"/>
                    <a:pt x="111937" y="1383889"/>
                  </a:cubicBezTo>
                  <a:cubicBezTo>
                    <a:pt x="184327" y="1773461"/>
                    <a:pt x="398640" y="2057306"/>
                    <a:pt x="761542" y="2218279"/>
                  </a:cubicBezTo>
                  <a:cubicBezTo>
                    <a:pt x="1309230" y="2460214"/>
                    <a:pt x="1943595" y="2222089"/>
                    <a:pt x="2202675" y="1682021"/>
                  </a:cubicBezTo>
                  <a:cubicBezTo>
                    <a:pt x="2520810" y="1019081"/>
                    <a:pt x="2107425" y="229459"/>
                    <a:pt x="1383525" y="113254"/>
                  </a:cubicBezTo>
                  <a:cubicBezTo>
                    <a:pt x="1240650" y="90394"/>
                    <a:pt x="1099680" y="93251"/>
                    <a:pt x="958710" y="126589"/>
                  </a:cubicBezTo>
                  <a:cubicBezTo>
                    <a:pt x="952995" y="127541"/>
                    <a:pt x="947280" y="129446"/>
                    <a:pt x="941565" y="129446"/>
                  </a:cubicBezTo>
                  <a:cubicBezTo>
                    <a:pt x="907275" y="134209"/>
                    <a:pt x="884415" y="120874"/>
                    <a:pt x="877747" y="93251"/>
                  </a:cubicBezTo>
                  <a:cubicBezTo>
                    <a:pt x="871080" y="66581"/>
                    <a:pt x="887272" y="40864"/>
                    <a:pt x="920610" y="34196"/>
                  </a:cubicBezTo>
                  <a:cubicBezTo>
                    <a:pt x="987285" y="21814"/>
                    <a:pt x="1053960" y="6574"/>
                    <a:pt x="1120635" y="2764"/>
                  </a:cubicBezTo>
                  <a:cubicBezTo>
                    <a:pt x="1718805" y="-37241"/>
                    <a:pt x="2249347" y="360904"/>
                    <a:pt x="2380792" y="947644"/>
                  </a:cubicBezTo>
                  <a:cubicBezTo>
                    <a:pt x="2498902" y="1476281"/>
                    <a:pt x="2242680" y="2025874"/>
                    <a:pt x="1760715" y="2273524"/>
                  </a:cubicBezTo>
                  <a:cubicBezTo>
                    <a:pt x="1726425" y="2291621"/>
                    <a:pt x="1714042" y="2308766"/>
                    <a:pt x="1714995" y="2347819"/>
                  </a:cubicBezTo>
                  <a:cubicBezTo>
                    <a:pt x="1715947" y="2481169"/>
                    <a:pt x="1715947" y="2614519"/>
                    <a:pt x="1715947" y="2747869"/>
                  </a:cubicBezTo>
                  <a:cubicBezTo>
                    <a:pt x="1715947" y="2809781"/>
                    <a:pt x="1715947" y="2871694"/>
                    <a:pt x="1715947" y="2933606"/>
                  </a:cubicBezTo>
                  <a:cubicBezTo>
                    <a:pt x="1715947" y="2970754"/>
                    <a:pt x="1715947" y="3007901"/>
                    <a:pt x="1715947" y="3044096"/>
                  </a:cubicBezTo>
                  <a:cubicBezTo>
                    <a:pt x="1715947" y="3089816"/>
                    <a:pt x="1730235" y="3163159"/>
                    <a:pt x="1687372" y="3195544"/>
                  </a:cubicBezTo>
                  <a:cubicBezTo>
                    <a:pt x="1665465" y="3212689"/>
                    <a:pt x="1642605" y="3197449"/>
                    <a:pt x="1623555" y="3183161"/>
                  </a:cubicBezTo>
                  <a:cubicBezTo>
                    <a:pt x="1519732" y="3104104"/>
                    <a:pt x="1414957" y="3025999"/>
                    <a:pt x="1310182" y="2947894"/>
                  </a:cubicBezTo>
                  <a:cubicBezTo>
                    <a:pt x="1291132" y="2933606"/>
                    <a:pt x="1272082" y="2919319"/>
                    <a:pt x="1253032" y="2905031"/>
                  </a:cubicBezTo>
                  <a:cubicBezTo>
                    <a:pt x="1203502" y="2867884"/>
                    <a:pt x="1203502" y="2867884"/>
                    <a:pt x="1153020" y="2905984"/>
                  </a:cubicBezTo>
                  <a:cubicBezTo>
                    <a:pt x="1031100" y="2997424"/>
                    <a:pt x="910132" y="3087911"/>
                    <a:pt x="788212" y="3179351"/>
                  </a:cubicBezTo>
                  <a:cubicBezTo>
                    <a:pt x="768210" y="3194591"/>
                    <a:pt x="747255" y="3209831"/>
                    <a:pt x="720585" y="3197449"/>
                  </a:cubicBezTo>
                  <a:cubicBezTo>
                    <a:pt x="692010" y="3184114"/>
                    <a:pt x="691057" y="3157444"/>
                    <a:pt x="691057" y="3130774"/>
                  </a:cubicBezTo>
                  <a:cubicBezTo>
                    <a:pt x="692010" y="2957419"/>
                    <a:pt x="692010" y="3030761"/>
                    <a:pt x="692010" y="2856454"/>
                  </a:cubicBezTo>
                  <a:close/>
                  <a:moveTo>
                    <a:pt x="793927" y="2340199"/>
                  </a:moveTo>
                  <a:cubicBezTo>
                    <a:pt x="793927" y="2662144"/>
                    <a:pt x="793927" y="2732629"/>
                    <a:pt x="793927" y="3054574"/>
                  </a:cubicBezTo>
                  <a:cubicBezTo>
                    <a:pt x="918705" y="2961229"/>
                    <a:pt x="1038720" y="2870741"/>
                    <a:pt x="1159687" y="2780254"/>
                  </a:cubicBezTo>
                  <a:cubicBezTo>
                    <a:pt x="1196835" y="2752631"/>
                    <a:pt x="1211122" y="2752631"/>
                    <a:pt x="1248270" y="2779301"/>
                  </a:cubicBezTo>
                  <a:cubicBezTo>
                    <a:pt x="1342567" y="2849786"/>
                    <a:pt x="1435912" y="2920271"/>
                    <a:pt x="1530210" y="2990756"/>
                  </a:cubicBezTo>
                  <a:cubicBezTo>
                    <a:pt x="1556880" y="3010759"/>
                    <a:pt x="1584502" y="3030761"/>
                    <a:pt x="1614982" y="3053621"/>
                  </a:cubicBezTo>
                  <a:cubicBezTo>
                    <a:pt x="1614982" y="2730724"/>
                    <a:pt x="1614982" y="2659286"/>
                    <a:pt x="1614982" y="2339246"/>
                  </a:cubicBezTo>
                  <a:cubicBezTo>
                    <a:pt x="1340662" y="2434496"/>
                    <a:pt x="1068247" y="2434496"/>
                    <a:pt x="793927" y="234019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00" name="Google Shape;1400;p11"/>
            <p:cNvSpPr/>
            <p:nvPr/>
          </p:nvSpPr>
          <p:spPr>
            <a:xfrm>
              <a:off x="5208262" y="2153600"/>
              <a:ext cx="1773563" cy="1773558"/>
            </a:xfrm>
            <a:custGeom>
              <a:avLst/>
              <a:gdLst/>
              <a:ahLst/>
              <a:cxnLst/>
              <a:rect l="l" t="t" r="r" b="b"/>
              <a:pathLst>
                <a:path w="1773563" h="1773558" extrusionOk="0">
                  <a:moveTo>
                    <a:pt x="886784" y="2"/>
                  </a:moveTo>
                  <a:cubicBezTo>
                    <a:pt x="1375417" y="-951"/>
                    <a:pt x="1774514" y="397194"/>
                    <a:pt x="1773562" y="884874"/>
                  </a:cubicBezTo>
                  <a:cubicBezTo>
                    <a:pt x="1772609" y="1377317"/>
                    <a:pt x="1378274" y="1772604"/>
                    <a:pt x="886784" y="1773557"/>
                  </a:cubicBezTo>
                  <a:cubicBezTo>
                    <a:pt x="399104" y="1774509"/>
                    <a:pt x="959" y="1377317"/>
                    <a:pt x="7" y="887732"/>
                  </a:cubicBezTo>
                  <a:cubicBezTo>
                    <a:pt x="-1898" y="398147"/>
                    <a:pt x="395294" y="954"/>
                    <a:pt x="886784" y="2"/>
                  </a:cubicBezTo>
                  <a:close/>
                  <a:moveTo>
                    <a:pt x="883927" y="1675449"/>
                  </a:moveTo>
                  <a:cubicBezTo>
                    <a:pt x="1311599" y="1681164"/>
                    <a:pt x="1667834" y="1329692"/>
                    <a:pt x="1675454" y="896304"/>
                  </a:cubicBezTo>
                  <a:cubicBezTo>
                    <a:pt x="1682122" y="462917"/>
                    <a:pt x="1330649" y="103824"/>
                    <a:pt x="892499" y="98109"/>
                  </a:cubicBezTo>
                  <a:cubicBezTo>
                    <a:pt x="464827" y="92394"/>
                    <a:pt x="101924" y="446724"/>
                    <a:pt x="98114" y="874397"/>
                  </a:cubicBezTo>
                  <a:cubicBezTo>
                    <a:pt x="93352" y="1316357"/>
                    <a:pt x="440062" y="1669734"/>
                    <a:pt x="883927" y="167544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01" name="Google Shape;1401;p11"/>
            <p:cNvSpPr/>
            <p:nvPr/>
          </p:nvSpPr>
          <p:spPr>
            <a:xfrm>
              <a:off x="5004953" y="2365795"/>
              <a:ext cx="180456" cy="218580"/>
            </a:xfrm>
            <a:custGeom>
              <a:avLst/>
              <a:gdLst/>
              <a:ahLst/>
              <a:cxnLst/>
              <a:rect l="l" t="t" r="r" b="b"/>
              <a:pathLst>
                <a:path w="180456" h="218580" extrusionOk="0">
                  <a:moveTo>
                    <a:pt x="180456" y="42124"/>
                  </a:moveTo>
                  <a:cubicBezTo>
                    <a:pt x="142356" y="103084"/>
                    <a:pt x="108066" y="160234"/>
                    <a:pt x="69014" y="214527"/>
                  </a:cubicBezTo>
                  <a:cubicBezTo>
                    <a:pt x="63299" y="222147"/>
                    <a:pt x="28056" y="218337"/>
                    <a:pt x="15674" y="208812"/>
                  </a:cubicBezTo>
                  <a:cubicBezTo>
                    <a:pt x="4244" y="198334"/>
                    <a:pt x="-4329" y="169759"/>
                    <a:pt x="2339" y="156424"/>
                  </a:cubicBezTo>
                  <a:cubicBezTo>
                    <a:pt x="25199" y="107847"/>
                    <a:pt x="52821" y="60222"/>
                    <a:pt x="83301" y="15454"/>
                  </a:cubicBezTo>
                  <a:cubicBezTo>
                    <a:pt x="91874" y="3072"/>
                    <a:pt x="121401" y="-2643"/>
                    <a:pt x="138546" y="1167"/>
                  </a:cubicBezTo>
                  <a:cubicBezTo>
                    <a:pt x="153786" y="3072"/>
                    <a:pt x="164264" y="24027"/>
                    <a:pt x="180456" y="4212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02" name="Google Shape;1402;p11"/>
            <p:cNvSpPr/>
            <p:nvPr/>
          </p:nvSpPr>
          <p:spPr>
            <a:xfrm>
              <a:off x="5307873" y="2016318"/>
              <a:ext cx="216625" cy="183988"/>
            </a:xfrm>
            <a:custGeom>
              <a:avLst/>
              <a:gdLst/>
              <a:ahLst/>
              <a:cxnLst/>
              <a:rect l="l" t="t" r="r" b="b"/>
              <a:pathLst>
                <a:path w="216625" h="183988" extrusionOk="0">
                  <a:moveTo>
                    <a:pt x="216626" y="57274"/>
                  </a:moveTo>
                  <a:cubicBezTo>
                    <a:pt x="210911" y="64894"/>
                    <a:pt x="203291" y="81086"/>
                    <a:pt x="190908" y="91564"/>
                  </a:cubicBezTo>
                  <a:cubicBezTo>
                    <a:pt x="156618" y="119186"/>
                    <a:pt x="120423" y="143951"/>
                    <a:pt x="85181" y="169669"/>
                  </a:cubicBezTo>
                  <a:cubicBezTo>
                    <a:pt x="57558" y="189671"/>
                    <a:pt x="30888" y="188719"/>
                    <a:pt x="11838" y="166811"/>
                  </a:cubicBezTo>
                  <a:cubicBezTo>
                    <a:pt x="-7212" y="143951"/>
                    <a:pt x="-3402" y="113471"/>
                    <a:pt x="24221" y="92516"/>
                  </a:cubicBezTo>
                  <a:cubicBezTo>
                    <a:pt x="61368" y="62989"/>
                    <a:pt x="99468" y="34414"/>
                    <a:pt x="139473" y="9649"/>
                  </a:cubicBezTo>
                  <a:cubicBezTo>
                    <a:pt x="173763" y="-14164"/>
                    <a:pt x="215673" y="7744"/>
                    <a:pt x="216626" y="5727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03" name="Google Shape;1403;p11"/>
            <p:cNvSpPr/>
            <p:nvPr/>
          </p:nvSpPr>
          <p:spPr>
            <a:xfrm>
              <a:off x="5601955" y="2523901"/>
              <a:ext cx="982825" cy="938660"/>
            </a:xfrm>
            <a:custGeom>
              <a:avLst/>
              <a:gdLst/>
              <a:ahLst/>
              <a:cxnLst/>
              <a:rect l="l" t="t" r="r" b="b"/>
              <a:pathLst>
                <a:path w="982825" h="938660" extrusionOk="0">
                  <a:moveTo>
                    <a:pt x="171147" y="873666"/>
                  </a:moveTo>
                  <a:cubicBezTo>
                    <a:pt x="183529" y="800323"/>
                    <a:pt x="196864" y="719361"/>
                    <a:pt x="212104" y="639351"/>
                  </a:cubicBezTo>
                  <a:cubicBezTo>
                    <a:pt x="216867" y="613633"/>
                    <a:pt x="213057" y="595536"/>
                    <a:pt x="193054" y="576486"/>
                  </a:cubicBezTo>
                  <a:cubicBezTo>
                    <a:pt x="135904" y="524098"/>
                    <a:pt x="82564" y="468853"/>
                    <a:pt x="26367" y="415513"/>
                  </a:cubicBezTo>
                  <a:cubicBezTo>
                    <a:pt x="8269" y="398368"/>
                    <a:pt x="-6018" y="379318"/>
                    <a:pt x="2554" y="352648"/>
                  </a:cubicBezTo>
                  <a:cubicBezTo>
                    <a:pt x="12079" y="326931"/>
                    <a:pt x="33987" y="320263"/>
                    <a:pt x="58752" y="316453"/>
                  </a:cubicBezTo>
                  <a:cubicBezTo>
                    <a:pt x="137809" y="305976"/>
                    <a:pt x="215914" y="294546"/>
                    <a:pt x="294972" y="281211"/>
                  </a:cubicBezTo>
                  <a:cubicBezTo>
                    <a:pt x="309259" y="278353"/>
                    <a:pt x="327357" y="265971"/>
                    <a:pt x="334024" y="253588"/>
                  </a:cubicBezTo>
                  <a:cubicBezTo>
                    <a:pt x="371172" y="183103"/>
                    <a:pt x="405462" y="111666"/>
                    <a:pt x="440704" y="40228"/>
                  </a:cubicBezTo>
                  <a:cubicBezTo>
                    <a:pt x="452134" y="17368"/>
                    <a:pt x="467374" y="-5492"/>
                    <a:pt x="493092" y="1176"/>
                  </a:cubicBezTo>
                  <a:cubicBezTo>
                    <a:pt x="513094" y="5938"/>
                    <a:pt x="535002" y="24036"/>
                    <a:pt x="544527" y="42133"/>
                  </a:cubicBezTo>
                  <a:cubicBezTo>
                    <a:pt x="580722" y="108808"/>
                    <a:pt x="614059" y="177388"/>
                    <a:pt x="646444" y="245968"/>
                  </a:cubicBezTo>
                  <a:cubicBezTo>
                    <a:pt x="657874" y="269781"/>
                    <a:pt x="670257" y="281211"/>
                    <a:pt x="698832" y="285021"/>
                  </a:cubicBezTo>
                  <a:cubicBezTo>
                    <a:pt x="776937" y="293593"/>
                    <a:pt x="854089" y="305023"/>
                    <a:pt x="931242" y="319311"/>
                  </a:cubicBezTo>
                  <a:cubicBezTo>
                    <a:pt x="950292" y="323121"/>
                    <a:pt x="976009" y="339313"/>
                    <a:pt x="981724" y="354553"/>
                  </a:cubicBezTo>
                  <a:cubicBezTo>
                    <a:pt x="986487" y="370746"/>
                    <a:pt x="975057" y="398368"/>
                    <a:pt x="961722" y="412656"/>
                  </a:cubicBezTo>
                  <a:cubicBezTo>
                    <a:pt x="906477" y="469806"/>
                    <a:pt x="849327" y="525051"/>
                    <a:pt x="791224" y="579343"/>
                  </a:cubicBezTo>
                  <a:cubicBezTo>
                    <a:pt x="774079" y="595536"/>
                    <a:pt x="769317" y="610776"/>
                    <a:pt x="774079" y="632683"/>
                  </a:cubicBezTo>
                  <a:cubicBezTo>
                    <a:pt x="788367" y="706978"/>
                    <a:pt x="800749" y="782226"/>
                    <a:pt x="813132" y="857473"/>
                  </a:cubicBezTo>
                  <a:cubicBezTo>
                    <a:pt x="815989" y="874618"/>
                    <a:pt x="816942" y="893668"/>
                    <a:pt x="812179" y="909861"/>
                  </a:cubicBezTo>
                  <a:cubicBezTo>
                    <a:pt x="803607" y="938436"/>
                    <a:pt x="770269" y="947008"/>
                    <a:pt x="736932" y="929863"/>
                  </a:cubicBezTo>
                  <a:cubicBezTo>
                    <a:pt x="664542" y="892716"/>
                    <a:pt x="591199" y="854616"/>
                    <a:pt x="519762" y="815563"/>
                  </a:cubicBezTo>
                  <a:cubicBezTo>
                    <a:pt x="500712" y="805086"/>
                    <a:pt x="486424" y="806038"/>
                    <a:pt x="467374" y="816516"/>
                  </a:cubicBezTo>
                  <a:cubicBezTo>
                    <a:pt x="395937" y="855568"/>
                    <a:pt x="322594" y="893668"/>
                    <a:pt x="250204" y="930816"/>
                  </a:cubicBezTo>
                  <a:cubicBezTo>
                    <a:pt x="204484" y="951771"/>
                    <a:pt x="169242" y="928911"/>
                    <a:pt x="171147" y="873666"/>
                  </a:cubicBezTo>
                  <a:close/>
                  <a:moveTo>
                    <a:pt x="820752" y="401226"/>
                  </a:moveTo>
                  <a:cubicBezTo>
                    <a:pt x="763602" y="392653"/>
                    <a:pt x="705499" y="381223"/>
                    <a:pt x="646444" y="375508"/>
                  </a:cubicBezTo>
                  <a:cubicBezTo>
                    <a:pt x="609297" y="371698"/>
                    <a:pt x="589294" y="355506"/>
                    <a:pt x="574054" y="322168"/>
                  </a:cubicBezTo>
                  <a:cubicBezTo>
                    <a:pt x="550242" y="268828"/>
                    <a:pt x="522619" y="216441"/>
                    <a:pt x="492139" y="156433"/>
                  </a:cubicBezTo>
                  <a:cubicBezTo>
                    <a:pt x="468327" y="205963"/>
                    <a:pt x="443562" y="245968"/>
                    <a:pt x="427369" y="289783"/>
                  </a:cubicBezTo>
                  <a:cubicBezTo>
                    <a:pt x="405462" y="351696"/>
                    <a:pt x="365457" y="382176"/>
                    <a:pt x="299734" y="380271"/>
                  </a:cubicBezTo>
                  <a:cubicBezTo>
                    <a:pt x="297829" y="380271"/>
                    <a:pt x="294972" y="380271"/>
                    <a:pt x="293067" y="381223"/>
                  </a:cubicBezTo>
                  <a:cubicBezTo>
                    <a:pt x="249252" y="387891"/>
                    <a:pt x="205437" y="394558"/>
                    <a:pt x="164479" y="401226"/>
                  </a:cubicBezTo>
                  <a:cubicBezTo>
                    <a:pt x="209247" y="447898"/>
                    <a:pt x="251157" y="492666"/>
                    <a:pt x="294019" y="536481"/>
                  </a:cubicBezTo>
                  <a:cubicBezTo>
                    <a:pt x="314022" y="556483"/>
                    <a:pt x="322594" y="577438"/>
                    <a:pt x="316879" y="606013"/>
                  </a:cubicBezTo>
                  <a:cubicBezTo>
                    <a:pt x="304497" y="666973"/>
                    <a:pt x="295924" y="729838"/>
                    <a:pt x="284494" y="797466"/>
                  </a:cubicBezTo>
                  <a:cubicBezTo>
                    <a:pt x="341644" y="767938"/>
                    <a:pt x="393079" y="743173"/>
                    <a:pt x="443562" y="713646"/>
                  </a:cubicBezTo>
                  <a:cubicBezTo>
                    <a:pt x="477852" y="693643"/>
                    <a:pt x="507379" y="692691"/>
                    <a:pt x="542622" y="713646"/>
                  </a:cubicBezTo>
                  <a:cubicBezTo>
                    <a:pt x="592152" y="743173"/>
                    <a:pt x="644539" y="767938"/>
                    <a:pt x="700737" y="797466"/>
                  </a:cubicBezTo>
                  <a:cubicBezTo>
                    <a:pt x="689307" y="730791"/>
                    <a:pt x="681687" y="669831"/>
                    <a:pt x="668352" y="609823"/>
                  </a:cubicBezTo>
                  <a:cubicBezTo>
                    <a:pt x="661684" y="577438"/>
                    <a:pt x="671209" y="555531"/>
                    <a:pt x="693117" y="533623"/>
                  </a:cubicBezTo>
                  <a:cubicBezTo>
                    <a:pt x="736932" y="492666"/>
                    <a:pt x="777889" y="447898"/>
                    <a:pt x="820752" y="40122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04" name="Google Shape;1404;p11"/>
          <p:cNvSpPr/>
          <p:nvPr/>
        </p:nvSpPr>
        <p:spPr>
          <a:xfrm>
            <a:off x="0" y="6745403"/>
            <a:ext cx="12192000" cy="130500"/>
          </a:xfrm>
          <a:prstGeom prst="rect">
            <a:avLst/>
          </a:prstGeom>
          <a:solidFill>
            <a:srgbClr val="B90F50"/>
          </a:solidFill>
          <a:ln w="19050" cap="flat" cmpd="sng">
            <a:solidFill>
              <a:srgbClr val="B90F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9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">
  <p:cSld name="3_Blank">
    <p:spTree>
      <p:nvGrpSpPr>
        <p:cNvPr id="1" name="Shape 1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0" name="Google Shape;1410;p13"/>
          <p:cNvSpPr txBox="1">
            <a:spLocks noGrp="1"/>
          </p:cNvSpPr>
          <p:nvPr>
            <p:ph type="body" idx="1"/>
          </p:nvPr>
        </p:nvSpPr>
        <p:spPr>
          <a:xfrm>
            <a:off x="1500993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1411" name="Google Shape;1411;p13"/>
          <p:cNvCxnSpPr/>
          <p:nvPr/>
        </p:nvCxnSpPr>
        <p:spPr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12" name="Google Shape;1412;p13"/>
          <p:cNvSpPr txBox="1">
            <a:spLocks noGrp="1"/>
          </p:cNvSpPr>
          <p:nvPr>
            <p:ph type="body" idx="2"/>
          </p:nvPr>
        </p:nvSpPr>
        <p:spPr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1413" name="Google Shape;1413;p13"/>
          <p:cNvGrpSpPr/>
          <p:nvPr/>
        </p:nvGrpSpPr>
        <p:grpSpPr>
          <a:xfrm>
            <a:off x="4751008" y="3267337"/>
            <a:ext cx="928575" cy="1111479"/>
            <a:chOff x="4819650" y="1862134"/>
            <a:chExt cx="2558414" cy="3135659"/>
          </a:xfrm>
        </p:grpSpPr>
        <p:sp>
          <p:nvSpPr>
            <p:cNvPr id="1414" name="Google Shape;1414;p13"/>
            <p:cNvSpPr/>
            <p:nvPr/>
          </p:nvSpPr>
          <p:spPr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15" name="Google Shape;1415;p13"/>
            <p:cNvSpPr/>
            <p:nvPr/>
          </p:nvSpPr>
          <p:spPr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16" name="Google Shape;1416;p13"/>
            <p:cNvSpPr/>
            <p:nvPr/>
          </p:nvSpPr>
          <p:spPr>
            <a:xfrm>
              <a:off x="6231252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17" name="Google Shape;1417;p13"/>
            <p:cNvSpPr/>
            <p:nvPr/>
          </p:nvSpPr>
          <p:spPr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18" name="Google Shape;1418;p13"/>
            <p:cNvSpPr/>
            <p:nvPr/>
          </p:nvSpPr>
          <p:spPr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19" name="Google Shape;1419;p13"/>
            <p:cNvSpPr/>
            <p:nvPr/>
          </p:nvSpPr>
          <p:spPr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0" name="Google Shape;1420;p13"/>
            <p:cNvSpPr/>
            <p:nvPr/>
          </p:nvSpPr>
          <p:spPr>
            <a:xfrm>
              <a:off x="5838828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1" name="Google Shape;1421;p13"/>
            <p:cNvSpPr/>
            <p:nvPr/>
          </p:nvSpPr>
          <p:spPr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2" name="Google Shape;1422;p13"/>
            <p:cNvSpPr/>
            <p:nvPr/>
          </p:nvSpPr>
          <p:spPr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3" name="Google Shape;1423;p13"/>
            <p:cNvSpPr/>
            <p:nvPr/>
          </p:nvSpPr>
          <p:spPr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4" name="Google Shape;1424;p13"/>
            <p:cNvSpPr/>
            <p:nvPr/>
          </p:nvSpPr>
          <p:spPr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5" name="Google Shape;1425;p13"/>
            <p:cNvSpPr/>
            <p:nvPr/>
          </p:nvSpPr>
          <p:spPr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6" name="Google Shape;1426;p13"/>
            <p:cNvSpPr/>
            <p:nvPr/>
          </p:nvSpPr>
          <p:spPr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7" name="Google Shape;1427;p13"/>
            <p:cNvSpPr/>
            <p:nvPr/>
          </p:nvSpPr>
          <p:spPr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8" name="Google Shape;1428;p13"/>
            <p:cNvSpPr/>
            <p:nvPr/>
          </p:nvSpPr>
          <p:spPr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9" name="Google Shape;1429;p13"/>
            <p:cNvSpPr/>
            <p:nvPr/>
          </p:nvSpPr>
          <p:spPr>
            <a:xfrm>
              <a:off x="6188393" y="3388996"/>
              <a:ext cx="104775" cy="81914"/>
            </a:xfrm>
            <a:custGeom>
              <a:avLst/>
              <a:gdLst/>
              <a:ahLst/>
              <a:cxnLst/>
              <a:rect l="l" t="t" r="r" b="b"/>
              <a:pathLst>
                <a:path w="104775" h="81914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0" name="Google Shape;1430;p13"/>
            <p:cNvSpPr/>
            <p:nvPr/>
          </p:nvSpPr>
          <p:spPr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1" name="Google Shape;1431;p13"/>
            <p:cNvSpPr/>
            <p:nvPr/>
          </p:nvSpPr>
          <p:spPr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2" name="Google Shape;1432;p13"/>
            <p:cNvSpPr/>
            <p:nvPr/>
          </p:nvSpPr>
          <p:spPr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3" name="Google Shape;1433;p13"/>
            <p:cNvSpPr/>
            <p:nvPr/>
          </p:nvSpPr>
          <p:spPr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4" name="Google Shape;1434;p13"/>
            <p:cNvSpPr/>
            <p:nvPr/>
          </p:nvSpPr>
          <p:spPr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5" name="Google Shape;1435;p13"/>
            <p:cNvSpPr/>
            <p:nvPr/>
          </p:nvSpPr>
          <p:spPr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6" name="Google Shape;1436;p13"/>
            <p:cNvSpPr/>
            <p:nvPr/>
          </p:nvSpPr>
          <p:spPr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7" name="Google Shape;1437;p13"/>
            <p:cNvSpPr/>
            <p:nvPr/>
          </p:nvSpPr>
          <p:spPr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8" name="Google Shape;1438;p13"/>
            <p:cNvSpPr/>
            <p:nvPr/>
          </p:nvSpPr>
          <p:spPr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9" name="Google Shape;1439;p13"/>
            <p:cNvSpPr/>
            <p:nvPr/>
          </p:nvSpPr>
          <p:spPr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0" name="Google Shape;1440;p13"/>
            <p:cNvSpPr/>
            <p:nvPr/>
          </p:nvSpPr>
          <p:spPr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1" name="Google Shape;1441;p13"/>
            <p:cNvSpPr/>
            <p:nvPr/>
          </p:nvSpPr>
          <p:spPr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2" name="Google Shape;1442;p13"/>
            <p:cNvSpPr/>
            <p:nvPr/>
          </p:nvSpPr>
          <p:spPr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3" name="Google Shape;1443;p13"/>
            <p:cNvSpPr/>
            <p:nvPr/>
          </p:nvSpPr>
          <p:spPr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4" name="Google Shape;1444;p13"/>
            <p:cNvSpPr/>
            <p:nvPr/>
          </p:nvSpPr>
          <p:spPr>
            <a:xfrm>
              <a:off x="6518908" y="2761295"/>
              <a:ext cx="188595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5" name="Google Shape;1445;p13"/>
            <p:cNvSpPr/>
            <p:nvPr/>
          </p:nvSpPr>
          <p:spPr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6" name="Google Shape;1446;p13"/>
            <p:cNvSpPr/>
            <p:nvPr/>
          </p:nvSpPr>
          <p:spPr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7" name="Google Shape;1447;p13"/>
            <p:cNvSpPr/>
            <p:nvPr/>
          </p:nvSpPr>
          <p:spPr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8" name="Google Shape;1448;p13"/>
            <p:cNvSpPr/>
            <p:nvPr/>
          </p:nvSpPr>
          <p:spPr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9" name="Google Shape;1449;p13"/>
            <p:cNvSpPr/>
            <p:nvPr/>
          </p:nvSpPr>
          <p:spPr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0" name="Google Shape;1450;p13"/>
            <p:cNvSpPr/>
            <p:nvPr/>
          </p:nvSpPr>
          <p:spPr>
            <a:xfrm>
              <a:off x="5492112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1" name="Google Shape;1451;p13"/>
            <p:cNvSpPr/>
            <p:nvPr/>
          </p:nvSpPr>
          <p:spPr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2" name="Google Shape;1452;p13"/>
            <p:cNvSpPr/>
            <p:nvPr/>
          </p:nvSpPr>
          <p:spPr>
            <a:xfrm>
              <a:off x="5765485" y="2550792"/>
              <a:ext cx="109537" cy="219075"/>
            </a:xfrm>
            <a:custGeom>
              <a:avLst/>
              <a:gdLst/>
              <a:ahLst/>
              <a:cxnLst/>
              <a:rect l="l" t="t" r="r" b="b"/>
              <a:pathLst>
                <a:path w="109537" h="219075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3" name="Google Shape;1453;p13"/>
            <p:cNvSpPr/>
            <p:nvPr/>
          </p:nvSpPr>
          <p:spPr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4" name="Google Shape;1454;p13"/>
            <p:cNvSpPr/>
            <p:nvPr/>
          </p:nvSpPr>
          <p:spPr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5" name="Google Shape;1455;p13"/>
            <p:cNvSpPr/>
            <p:nvPr/>
          </p:nvSpPr>
          <p:spPr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6" name="Google Shape;1456;p13"/>
            <p:cNvSpPr/>
            <p:nvPr/>
          </p:nvSpPr>
          <p:spPr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7" name="Google Shape;1457;p13"/>
            <p:cNvSpPr/>
            <p:nvPr/>
          </p:nvSpPr>
          <p:spPr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8" name="Google Shape;1458;p13"/>
            <p:cNvSpPr/>
            <p:nvPr/>
          </p:nvSpPr>
          <p:spPr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9" name="Google Shape;1459;p13"/>
            <p:cNvSpPr/>
            <p:nvPr/>
          </p:nvSpPr>
          <p:spPr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0" name="Google Shape;1460;p13"/>
            <p:cNvSpPr/>
            <p:nvPr/>
          </p:nvSpPr>
          <p:spPr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1" name="Google Shape;1461;p13"/>
            <p:cNvSpPr/>
            <p:nvPr/>
          </p:nvSpPr>
          <p:spPr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2" name="Google Shape;1462;p13"/>
            <p:cNvSpPr/>
            <p:nvPr/>
          </p:nvSpPr>
          <p:spPr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3" name="Google Shape;1463;p13"/>
            <p:cNvSpPr/>
            <p:nvPr/>
          </p:nvSpPr>
          <p:spPr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4" name="Google Shape;1464;p13"/>
            <p:cNvSpPr/>
            <p:nvPr/>
          </p:nvSpPr>
          <p:spPr>
            <a:xfrm>
              <a:off x="5534023" y="2244085"/>
              <a:ext cx="77033" cy="27622"/>
            </a:xfrm>
            <a:custGeom>
              <a:avLst/>
              <a:gdLst/>
              <a:ahLst/>
              <a:cxnLst/>
              <a:rect l="l" t="t" r="r" b="b"/>
              <a:pathLst>
                <a:path w="77033" h="27622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5" name="Google Shape;1465;p13"/>
            <p:cNvSpPr/>
            <p:nvPr/>
          </p:nvSpPr>
          <p:spPr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6" name="Google Shape;1466;p13"/>
            <p:cNvSpPr/>
            <p:nvPr/>
          </p:nvSpPr>
          <p:spPr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7" name="Google Shape;1467;p13"/>
            <p:cNvSpPr/>
            <p:nvPr/>
          </p:nvSpPr>
          <p:spPr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8" name="Google Shape;1468;p13"/>
            <p:cNvSpPr/>
            <p:nvPr/>
          </p:nvSpPr>
          <p:spPr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9" name="Google Shape;1469;p13"/>
            <p:cNvSpPr/>
            <p:nvPr/>
          </p:nvSpPr>
          <p:spPr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0" name="Google Shape;1470;p13"/>
            <p:cNvSpPr/>
            <p:nvPr/>
          </p:nvSpPr>
          <p:spPr>
            <a:xfrm>
              <a:off x="6667143" y="2388355"/>
              <a:ext cx="87539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1" name="Google Shape;1471;p13"/>
            <p:cNvSpPr/>
            <p:nvPr/>
          </p:nvSpPr>
          <p:spPr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2" name="Google Shape;1472;p13"/>
            <p:cNvSpPr/>
            <p:nvPr/>
          </p:nvSpPr>
          <p:spPr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3" name="Google Shape;1473;p13"/>
            <p:cNvSpPr/>
            <p:nvPr/>
          </p:nvSpPr>
          <p:spPr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4" name="Google Shape;1474;p13"/>
            <p:cNvSpPr/>
            <p:nvPr/>
          </p:nvSpPr>
          <p:spPr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5" name="Google Shape;1475;p13"/>
            <p:cNvSpPr/>
            <p:nvPr/>
          </p:nvSpPr>
          <p:spPr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476" name="Google Shape;1476;p13"/>
            <p:cNvGrpSpPr/>
            <p:nvPr/>
          </p:nvGrpSpPr>
          <p:grpSpPr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1477" name="Google Shape;1477;p13"/>
              <p:cNvSpPr/>
              <p:nvPr/>
            </p:nvSpPr>
            <p:spPr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8" name="Google Shape;1478;p13"/>
              <p:cNvSpPr/>
              <p:nvPr/>
            </p:nvSpPr>
            <p:spPr>
              <a:xfrm>
                <a:off x="5744527" y="4910137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9" name="Google Shape;1479;p13"/>
              <p:cNvSpPr/>
              <p:nvPr/>
            </p:nvSpPr>
            <p:spPr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0" name="Google Shape;1480;p13"/>
              <p:cNvSpPr/>
              <p:nvPr/>
            </p:nvSpPr>
            <p:spPr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1" name="Google Shape;1481;p13"/>
              <p:cNvSpPr/>
              <p:nvPr/>
            </p:nvSpPr>
            <p:spPr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2" name="Google Shape;1482;p13"/>
              <p:cNvSpPr/>
              <p:nvPr/>
            </p:nvSpPr>
            <p:spPr>
              <a:xfrm>
                <a:off x="7259002" y="4910137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483" name="Google Shape;1483;p13"/>
            <p:cNvSpPr/>
            <p:nvPr/>
          </p:nvSpPr>
          <p:spPr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4" name="Google Shape;1484;p13"/>
            <p:cNvSpPr/>
            <p:nvPr/>
          </p:nvSpPr>
          <p:spPr>
            <a:xfrm>
              <a:off x="6256974" y="2756533"/>
              <a:ext cx="368617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5" name="Google Shape;1485;p13"/>
            <p:cNvSpPr/>
            <p:nvPr/>
          </p:nvSpPr>
          <p:spPr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486" name="Google Shape;1486;p13"/>
            <p:cNvGrpSpPr/>
            <p:nvPr/>
          </p:nvGrpSpPr>
          <p:grpSpPr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1487" name="Google Shape;1487;p13"/>
              <p:cNvSpPr/>
              <p:nvPr/>
            </p:nvSpPr>
            <p:spPr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8" name="Google Shape;1488;p13"/>
              <p:cNvSpPr/>
              <p:nvPr/>
            </p:nvSpPr>
            <p:spPr>
              <a:xfrm>
                <a:off x="6030277" y="4486275"/>
                <a:ext cx="53339" cy="31432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9" name="Google Shape;1489;p13"/>
              <p:cNvSpPr/>
              <p:nvPr/>
            </p:nvSpPr>
            <p:spPr>
              <a:xfrm rot="-4288464">
                <a:off x="5514870" y="4359989"/>
                <a:ext cx="37120" cy="36169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0" name="Google Shape;1490;p13"/>
              <p:cNvSpPr/>
              <p:nvPr/>
            </p:nvSpPr>
            <p:spPr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1" name="Google Shape;1491;p13"/>
              <p:cNvSpPr/>
              <p:nvPr/>
            </p:nvSpPr>
            <p:spPr>
              <a:xfrm rot="-1451706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2" name="Google Shape;1492;p13"/>
              <p:cNvSpPr/>
              <p:nvPr/>
            </p:nvSpPr>
            <p:spPr>
              <a:xfrm>
                <a:off x="6727133" y="4373310"/>
                <a:ext cx="54368" cy="46765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3" name="Google Shape;1493;p13"/>
              <p:cNvSpPr/>
              <p:nvPr/>
            </p:nvSpPr>
            <p:spPr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4" name="Google Shape;1494;p13"/>
              <p:cNvSpPr/>
              <p:nvPr/>
            </p:nvSpPr>
            <p:spPr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5" name="Google Shape;1495;p13"/>
              <p:cNvSpPr/>
              <p:nvPr/>
            </p:nvSpPr>
            <p:spPr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6" name="Google Shape;1496;p13"/>
              <p:cNvSpPr/>
              <p:nvPr/>
            </p:nvSpPr>
            <p:spPr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cxnSp>
        <p:nvCxnSpPr>
          <p:cNvPr id="1497" name="Google Shape;1497;p13"/>
          <p:cNvCxnSpPr/>
          <p:nvPr/>
        </p:nvCxnSpPr>
        <p:spPr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98" name="Google Shape;1498;p13"/>
          <p:cNvSpPr/>
          <p:nvPr/>
        </p:nvSpPr>
        <p:spPr>
          <a:xfrm>
            <a:off x="0" y="6727473"/>
            <a:ext cx="12192000" cy="130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9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502;p6"/>
          <p:cNvSpPr/>
          <p:nvPr userDrawn="1"/>
        </p:nvSpPr>
        <p:spPr>
          <a:xfrm>
            <a:off x="1248517" y="997225"/>
            <a:ext cx="228103" cy="61375"/>
          </a:xfrm>
          <a:custGeom>
            <a:avLst/>
            <a:gdLst/>
            <a:ahLst/>
            <a:cxnLst/>
            <a:rect l="l" t="t" r="r" b="b"/>
            <a:pathLst>
              <a:path w="520239" h="177164" extrusionOk="0">
                <a:moveTo>
                  <a:pt x="167746" y="80010"/>
                </a:moveTo>
                <a:cubicBezTo>
                  <a:pt x="158221" y="80010"/>
                  <a:pt x="146791" y="78105"/>
                  <a:pt x="134408" y="76200"/>
                </a:cubicBezTo>
                <a:cubicBezTo>
                  <a:pt x="121073" y="74295"/>
                  <a:pt x="105833" y="71438"/>
                  <a:pt x="90593" y="71438"/>
                </a:cubicBezTo>
                <a:cubicBezTo>
                  <a:pt x="86783" y="71438"/>
                  <a:pt x="82973" y="71438"/>
                  <a:pt x="79163" y="71438"/>
                </a:cubicBezTo>
                <a:cubicBezTo>
                  <a:pt x="60113" y="71438"/>
                  <a:pt x="42968" y="73342"/>
                  <a:pt x="29633" y="77152"/>
                </a:cubicBezTo>
                <a:cubicBezTo>
                  <a:pt x="10583" y="81915"/>
                  <a:pt x="-17992" y="106680"/>
                  <a:pt x="15346" y="134302"/>
                </a:cubicBezTo>
                <a:cubicBezTo>
                  <a:pt x="42968" y="161925"/>
                  <a:pt x="103928" y="177165"/>
                  <a:pt x="188701" y="177165"/>
                </a:cubicBezTo>
                <a:cubicBezTo>
                  <a:pt x="241088" y="177165"/>
                  <a:pt x="297286" y="171450"/>
                  <a:pt x="351578" y="160020"/>
                </a:cubicBezTo>
                <a:lnTo>
                  <a:pt x="357293" y="159067"/>
                </a:lnTo>
                <a:cubicBezTo>
                  <a:pt x="426826" y="144780"/>
                  <a:pt x="483023" y="122872"/>
                  <a:pt x="506836" y="101917"/>
                </a:cubicBezTo>
                <a:lnTo>
                  <a:pt x="509693" y="99060"/>
                </a:lnTo>
                <a:cubicBezTo>
                  <a:pt x="515408" y="93345"/>
                  <a:pt x="519218" y="87630"/>
                  <a:pt x="520171" y="81915"/>
                </a:cubicBezTo>
                <a:cubicBezTo>
                  <a:pt x="521123" y="72390"/>
                  <a:pt x="513503" y="48577"/>
                  <a:pt x="415396" y="23813"/>
                </a:cubicBezTo>
                <a:cubicBezTo>
                  <a:pt x="357293" y="9525"/>
                  <a:pt x="279188" y="0"/>
                  <a:pt x="211561" y="0"/>
                </a:cubicBezTo>
                <a:lnTo>
                  <a:pt x="207751" y="0"/>
                </a:lnTo>
                <a:cubicBezTo>
                  <a:pt x="146791" y="0"/>
                  <a:pt x="113453" y="6667"/>
                  <a:pt x="99166" y="15240"/>
                </a:cubicBezTo>
                <a:cubicBezTo>
                  <a:pt x="96308" y="17145"/>
                  <a:pt x="93451" y="19050"/>
                  <a:pt x="92498" y="20955"/>
                </a:cubicBezTo>
                <a:cubicBezTo>
                  <a:pt x="91546" y="22860"/>
                  <a:pt x="90593" y="26670"/>
                  <a:pt x="91546" y="30480"/>
                </a:cubicBezTo>
                <a:cubicBezTo>
                  <a:pt x="101071" y="53340"/>
                  <a:pt x="140123" y="59055"/>
                  <a:pt x="175366" y="59055"/>
                </a:cubicBezTo>
                <a:cubicBezTo>
                  <a:pt x="195368" y="60007"/>
                  <a:pt x="194416" y="68580"/>
                  <a:pt x="190606" y="72390"/>
                </a:cubicBezTo>
                <a:cubicBezTo>
                  <a:pt x="183938" y="79057"/>
                  <a:pt x="174413" y="80010"/>
                  <a:pt x="167746" y="80010"/>
                </a:cubicBezTo>
                <a:close/>
              </a:path>
            </a:pathLst>
          </a:custGeom>
          <a:solidFill>
            <a:srgbClr val="75707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90204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Blank">
  <p:cSld name="5_Blank">
    <p:spTree>
      <p:nvGrpSpPr>
        <p:cNvPr id="1" name="Shape 1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0" name="Google Shape;1500;p14"/>
          <p:cNvSpPr txBox="1">
            <a:spLocks noGrp="1"/>
          </p:cNvSpPr>
          <p:nvPr>
            <p:ph type="body" idx="1"/>
          </p:nvPr>
        </p:nvSpPr>
        <p:spPr>
          <a:xfrm>
            <a:off x="1500993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1501" name="Google Shape;1501;p14"/>
          <p:cNvCxnSpPr/>
          <p:nvPr/>
        </p:nvCxnSpPr>
        <p:spPr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502" name="Google Shape;1502;p14"/>
          <p:cNvSpPr txBox="1">
            <a:spLocks noGrp="1"/>
          </p:cNvSpPr>
          <p:nvPr>
            <p:ph type="body" idx="2"/>
          </p:nvPr>
        </p:nvSpPr>
        <p:spPr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1503" name="Google Shape;1503;p14"/>
          <p:cNvGrpSpPr/>
          <p:nvPr/>
        </p:nvGrpSpPr>
        <p:grpSpPr>
          <a:xfrm>
            <a:off x="655527" y="416137"/>
            <a:ext cx="624253" cy="765101"/>
            <a:chOff x="4819650" y="1862134"/>
            <a:chExt cx="2558414" cy="3135659"/>
          </a:xfrm>
        </p:grpSpPr>
        <p:sp>
          <p:nvSpPr>
            <p:cNvPr id="1504" name="Google Shape;1504;p14"/>
            <p:cNvSpPr/>
            <p:nvPr/>
          </p:nvSpPr>
          <p:spPr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5" name="Google Shape;1505;p14"/>
            <p:cNvSpPr/>
            <p:nvPr/>
          </p:nvSpPr>
          <p:spPr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6" name="Google Shape;1506;p14"/>
            <p:cNvSpPr/>
            <p:nvPr/>
          </p:nvSpPr>
          <p:spPr>
            <a:xfrm>
              <a:off x="6231252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7" name="Google Shape;1507;p14"/>
            <p:cNvSpPr/>
            <p:nvPr/>
          </p:nvSpPr>
          <p:spPr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8" name="Google Shape;1508;p14"/>
            <p:cNvSpPr/>
            <p:nvPr/>
          </p:nvSpPr>
          <p:spPr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9" name="Google Shape;1509;p14"/>
            <p:cNvSpPr/>
            <p:nvPr/>
          </p:nvSpPr>
          <p:spPr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0" name="Google Shape;1510;p14"/>
            <p:cNvSpPr/>
            <p:nvPr/>
          </p:nvSpPr>
          <p:spPr>
            <a:xfrm>
              <a:off x="5838828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1" name="Google Shape;1511;p14"/>
            <p:cNvSpPr/>
            <p:nvPr/>
          </p:nvSpPr>
          <p:spPr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2" name="Google Shape;1512;p14"/>
            <p:cNvSpPr/>
            <p:nvPr/>
          </p:nvSpPr>
          <p:spPr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3" name="Google Shape;1513;p14"/>
            <p:cNvSpPr/>
            <p:nvPr/>
          </p:nvSpPr>
          <p:spPr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4" name="Google Shape;1514;p14"/>
            <p:cNvSpPr/>
            <p:nvPr/>
          </p:nvSpPr>
          <p:spPr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5" name="Google Shape;1515;p14"/>
            <p:cNvSpPr/>
            <p:nvPr/>
          </p:nvSpPr>
          <p:spPr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6" name="Google Shape;1516;p14"/>
            <p:cNvSpPr/>
            <p:nvPr/>
          </p:nvSpPr>
          <p:spPr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7" name="Google Shape;1517;p14"/>
            <p:cNvSpPr/>
            <p:nvPr/>
          </p:nvSpPr>
          <p:spPr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8" name="Google Shape;1518;p14"/>
            <p:cNvSpPr/>
            <p:nvPr/>
          </p:nvSpPr>
          <p:spPr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9" name="Google Shape;1519;p14"/>
            <p:cNvSpPr/>
            <p:nvPr/>
          </p:nvSpPr>
          <p:spPr>
            <a:xfrm>
              <a:off x="6188393" y="3388996"/>
              <a:ext cx="104775" cy="81914"/>
            </a:xfrm>
            <a:custGeom>
              <a:avLst/>
              <a:gdLst/>
              <a:ahLst/>
              <a:cxnLst/>
              <a:rect l="l" t="t" r="r" b="b"/>
              <a:pathLst>
                <a:path w="104775" h="81914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0" name="Google Shape;1520;p14"/>
            <p:cNvSpPr/>
            <p:nvPr/>
          </p:nvSpPr>
          <p:spPr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1" name="Google Shape;1521;p14"/>
            <p:cNvSpPr/>
            <p:nvPr/>
          </p:nvSpPr>
          <p:spPr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2" name="Google Shape;1522;p14"/>
            <p:cNvSpPr/>
            <p:nvPr/>
          </p:nvSpPr>
          <p:spPr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3" name="Google Shape;1523;p14"/>
            <p:cNvSpPr/>
            <p:nvPr/>
          </p:nvSpPr>
          <p:spPr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4" name="Google Shape;1524;p14"/>
            <p:cNvSpPr/>
            <p:nvPr/>
          </p:nvSpPr>
          <p:spPr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5" name="Google Shape;1525;p14"/>
            <p:cNvSpPr/>
            <p:nvPr/>
          </p:nvSpPr>
          <p:spPr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6" name="Google Shape;1526;p14"/>
            <p:cNvSpPr/>
            <p:nvPr/>
          </p:nvSpPr>
          <p:spPr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7" name="Google Shape;1527;p14"/>
            <p:cNvSpPr/>
            <p:nvPr/>
          </p:nvSpPr>
          <p:spPr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8" name="Google Shape;1528;p14"/>
            <p:cNvSpPr/>
            <p:nvPr/>
          </p:nvSpPr>
          <p:spPr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9" name="Google Shape;1529;p14"/>
            <p:cNvSpPr/>
            <p:nvPr/>
          </p:nvSpPr>
          <p:spPr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0" name="Google Shape;1530;p14"/>
            <p:cNvSpPr/>
            <p:nvPr/>
          </p:nvSpPr>
          <p:spPr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1" name="Google Shape;1531;p14"/>
            <p:cNvSpPr/>
            <p:nvPr/>
          </p:nvSpPr>
          <p:spPr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2" name="Google Shape;1532;p14"/>
            <p:cNvSpPr/>
            <p:nvPr/>
          </p:nvSpPr>
          <p:spPr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3" name="Google Shape;1533;p14"/>
            <p:cNvSpPr/>
            <p:nvPr/>
          </p:nvSpPr>
          <p:spPr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4" name="Google Shape;1534;p14"/>
            <p:cNvSpPr/>
            <p:nvPr/>
          </p:nvSpPr>
          <p:spPr>
            <a:xfrm>
              <a:off x="6518908" y="2761295"/>
              <a:ext cx="188595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5" name="Google Shape;1535;p14"/>
            <p:cNvSpPr/>
            <p:nvPr/>
          </p:nvSpPr>
          <p:spPr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6" name="Google Shape;1536;p14"/>
            <p:cNvSpPr/>
            <p:nvPr/>
          </p:nvSpPr>
          <p:spPr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7" name="Google Shape;1537;p14"/>
            <p:cNvSpPr/>
            <p:nvPr/>
          </p:nvSpPr>
          <p:spPr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8" name="Google Shape;1538;p14"/>
            <p:cNvSpPr/>
            <p:nvPr/>
          </p:nvSpPr>
          <p:spPr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9" name="Google Shape;1539;p14"/>
            <p:cNvSpPr/>
            <p:nvPr/>
          </p:nvSpPr>
          <p:spPr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0" name="Google Shape;1540;p14"/>
            <p:cNvSpPr/>
            <p:nvPr/>
          </p:nvSpPr>
          <p:spPr>
            <a:xfrm>
              <a:off x="5492112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1" name="Google Shape;1541;p14"/>
            <p:cNvSpPr/>
            <p:nvPr/>
          </p:nvSpPr>
          <p:spPr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2" name="Google Shape;1542;p14"/>
            <p:cNvSpPr/>
            <p:nvPr/>
          </p:nvSpPr>
          <p:spPr>
            <a:xfrm>
              <a:off x="5765485" y="2550792"/>
              <a:ext cx="109537" cy="219075"/>
            </a:xfrm>
            <a:custGeom>
              <a:avLst/>
              <a:gdLst/>
              <a:ahLst/>
              <a:cxnLst/>
              <a:rect l="l" t="t" r="r" b="b"/>
              <a:pathLst>
                <a:path w="109537" h="219075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3" name="Google Shape;1543;p14"/>
            <p:cNvSpPr/>
            <p:nvPr/>
          </p:nvSpPr>
          <p:spPr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4" name="Google Shape;1544;p14"/>
            <p:cNvSpPr/>
            <p:nvPr/>
          </p:nvSpPr>
          <p:spPr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5" name="Google Shape;1545;p14"/>
            <p:cNvSpPr/>
            <p:nvPr/>
          </p:nvSpPr>
          <p:spPr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6" name="Google Shape;1546;p14"/>
            <p:cNvSpPr/>
            <p:nvPr/>
          </p:nvSpPr>
          <p:spPr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7" name="Google Shape;1547;p14"/>
            <p:cNvSpPr/>
            <p:nvPr/>
          </p:nvSpPr>
          <p:spPr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8" name="Google Shape;1548;p14"/>
            <p:cNvSpPr/>
            <p:nvPr/>
          </p:nvSpPr>
          <p:spPr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9" name="Google Shape;1549;p14"/>
            <p:cNvSpPr/>
            <p:nvPr/>
          </p:nvSpPr>
          <p:spPr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0" name="Google Shape;1550;p14"/>
            <p:cNvSpPr/>
            <p:nvPr/>
          </p:nvSpPr>
          <p:spPr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1" name="Google Shape;1551;p14"/>
            <p:cNvSpPr/>
            <p:nvPr/>
          </p:nvSpPr>
          <p:spPr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2" name="Google Shape;1552;p14"/>
            <p:cNvSpPr/>
            <p:nvPr/>
          </p:nvSpPr>
          <p:spPr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3" name="Google Shape;1553;p14"/>
            <p:cNvSpPr/>
            <p:nvPr/>
          </p:nvSpPr>
          <p:spPr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4" name="Google Shape;1554;p14"/>
            <p:cNvSpPr/>
            <p:nvPr/>
          </p:nvSpPr>
          <p:spPr>
            <a:xfrm>
              <a:off x="5534023" y="2244085"/>
              <a:ext cx="77033" cy="27622"/>
            </a:xfrm>
            <a:custGeom>
              <a:avLst/>
              <a:gdLst/>
              <a:ahLst/>
              <a:cxnLst/>
              <a:rect l="l" t="t" r="r" b="b"/>
              <a:pathLst>
                <a:path w="77033" h="27622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5" name="Google Shape;1555;p14"/>
            <p:cNvSpPr/>
            <p:nvPr/>
          </p:nvSpPr>
          <p:spPr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6" name="Google Shape;1556;p14"/>
            <p:cNvSpPr/>
            <p:nvPr/>
          </p:nvSpPr>
          <p:spPr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7" name="Google Shape;1557;p14"/>
            <p:cNvSpPr/>
            <p:nvPr/>
          </p:nvSpPr>
          <p:spPr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8" name="Google Shape;1558;p14"/>
            <p:cNvSpPr/>
            <p:nvPr/>
          </p:nvSpPr>
          <p:spPr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9" name="Google Shape;1559;p14"/>
            <p:cNvSpPr/>
            <p:nvPr/>
          </p:nvSpPr>
          <p:spPr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0" name="Google Shape;1560;p14"/>
            <p:cNvSpPr/>
            <p:nvPr/>
          </p:nvSpPr>
          <p:spPr>
            <a:xfrm>
              <a:off x="6667143" y="2388355"/>
              <a:ext cx="87539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1" name="Google Shape;1561;p14"/>
            <p:cNvSpPr/>
            <p:nvPr/>
          </p:nvSpPr>
          <p:spPr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2" name="Google Shape;1562;p14"/>
            <p:cNvSpPr/>
            <p:nvPr/>
          </p:nvSpPr>
          <p:spPr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3" name="Google Shape;1563;p14"/>
            <p:cNvSpPr/>
            <p:nvPr/>
          </p:nvSpPr>
          <p:spPr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4" name="Google Shape;1564;p14"/>
            <p:cNvSpPr/>
            <p:nvPr/>
          </p:nvSpPr>
          <p:spPr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5" name="Google Shape;1565;p14"/>
            <p:cNvSpPr/>
            <p:nvPr/>
          </p:nvSpPr>
          <p:spPr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566" name="Google Shape;1566;p14"/>
            <p:cNvGrpSpPr/>
            <p:nvPr/>
          </p:nvGrpSpPr>
          <p:grpSpPr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1567" name="Google Shape;1567;p14"/>
              <p:cNvSpPr/>
              <p:nvPr/>
            </p:nvSpPr>
            <p:spPr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68" name="Google Shape;1568;p14"/>
              <p:cNvSpPr/>
              <p:nvPr/>
            </p:nvSpPr>
            <p:spPr>
              <a:xfrm>
                <a:off x="5744527" y="4910137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69" name="Google Shape;1569;p14"/>
              <p:cNvSpPr/>
              <p:nvPr/>
            </p:nvSpPr>
            <p:spPr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70" name="Google Shape;1570;p14"/>
              <p:cNvSpPr/>
              <p:nvPr/>
            </p:nvSpPr>
            <p:spPr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71" name="Google Shape;1571;p14"/>
              <p:cNvSpPr/>
              <p:nvPr/>
            </p:nvSpPr>
            <p:spPr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72" name="Google Shape;1572;p14"/>
              <p:cNvSpPr/>
              <p:nvPr/>
            </p:nvSpPr>
            <p:spPr>
              <a:xfrm>
                <a:off x="7259002" y="4910137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573" name="Google Shape;1573;p14"/>
            <p:cNvSpPr/>
            <p:nvPr/>
          </p:nvSpPr>
          <p:spPr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4" name="Google Shape;1574;p14"/>
            <p:cNvSpPr/>
            <p:nvPr/>
          </p:nvSpPr>
          <p:spPr>
            <a:xfrm>
              <a:off x="6256974" y="2756533"/>
              <a:ext cx="368617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5" name="Google Shape;1575;p14"/>
            <p:cNvSpPr/>
            <p:nvPr/>
          </p:nvSpPr>
          <p:spPr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9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576" name="Google Shape;1576;p14"/>
            <p:cNvGrpSpPr/>
            <p:nvPr/>
          </p:nvGrpSpPr>
          <p:grpSpPr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1577" name="Google Shape;1577;p14"/>
              <p:cNvSpPr/>
              <p:nvPr/>
            </p:nvSpPr>
            <p:spPr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78" name="Google Shape;1578;p14"/>
              <p:cNvSpPr/>
              <p:nvPr/>
            </p:nvSpPr>
            <p:spPr>
              <a:xfrm>
                <a:off x="6030277" y="4486275"/>
                <a:ext cx="53339" cy="31432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79" name="Google Shape;1579;p14"/>
              <p:cNvSpPr/>
              <p:nvPr/>
            </p:nvSpPr>
            <p:spPr>
              <a:xfrm rot="-4288464">
                <a:off x="5514870" y="4359989"/>
                <a:ext cx="37120" cy="36169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0" name="Google Shape;1580;p14"/>
              <p:cNvSpPr/>
              <p:nvPr/>
            </p:nvSpPr>
            <p:spPr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1" name="Google Shape;1581;p14"/>
              <p:cNvSpPr/>
              <p:nvPr/>
            </p:nvSpPr>
            <p:spPr>
              <a:xfrm rot="-1451706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2" name="Google Shape;1582;p14"/>
              <p:cNvSpPr/>
              <p:nvPr/>
            </p:nvSpPr>
            <p:spPr>
              <a:xfrm>
                <a:off x="6727133" y="4373310"/>
                <a:ext cx="54368" cy="46765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3" name="Google Shape;1583;p14"/>
              <p:cNvSpPr/>
              <p:nvPr/>
            </p:nvSpPr>
            <p:spPr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4" name="Google Shape;1584;p14"/>
              <p:cNvSpPr/>
              <p:nvPr/>
            </p:nvSpPr>
            <p:spPr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5" name="Google Shape;1585;p14"/>
              <p:cNvSpPr/>
              <p:nvPr/>
            </p:nvSpPr>
            <p:spPr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6" name="Google Shape;1586;p14"/>
              <p:cNvSpPr/>
              <p:nvPr/>
            </p:nvSpPr>
            <p:spPr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90204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cxnSp>
        <p:nvCxnSpPr>
          <p:cNvPr id="1587" name="Google Shape;1587;p14"/>
          <p:cNvCxnSpPr/>
          <p:nvPr/>
        </p:nvCxnSpPr>
        <p:spPr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spTree>
      <p:nvGrpSpPr>
        <p:cNvPr id="1" name="Shape 1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8" name="Google Shape;1688;p16"/>
          <p:cNvSpPr txBox="1">
            <a:spLocks noGrp="1"/>
          </p:cNvSpPr>
          <p:nvPr>
            <p:ph type="body" idx="1"/>
          </p:nvPr>
        </p:nvSpPr>
        <p:spPr>
          <a:xfrm>
            <a:off x="1695450" y="1212369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1689" name="Google Shape;1689;p16"/>
          <p:cNvCxnSpPr/>
          <p:nvPr/>
        </p:nvCxnSpPr>
        <p:spPr>
          <a:xfrm>
            <a:off x="1760217" y="1678783"/>
            <a:ext cx="10146600" cy="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90" name="Google Shape;1690;p16"/>
          <p:cNvSpPr txBox="1">
            <a:spLocks noGrp="1"/>
          </p:cNvSpPr>
          <p:nvPr>
            <p:ph type="body" idx="2"/>
          </p:nvPr>
        </p:nvSpPr>
        <p:spPr>
          <a:xfrm>
            <a:off x="1682750" y="757655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1" name="Google Shape;1691;p16"/>
          <p:cNvSpPr>
            <a:spLocks noGrp="1"/>
          </p:cNvSpPr>
          <p:nvPr>
            <p:ph type="pic" idx="3"/>
          </p:nvPr>
        </p:nvSpPr>
        <p:spPr>
          <a:xfrm>
            <a:off x="1760538" y="1857375"/>
            <a:ext cx="7259700" cy="32019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6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Custom Layout">
  <p:cSld name="5_Custom Layout">
    <p:spTree>
      <p:nvGrpSpPr>
        <p:cNvPr id="1" name="Shape 1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4" name="Google Shape;1694;p18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" y="6705600"/>
            <a:ext cx="12218975" cy="153592"/>
          </a:xfrm>
          <a:prstGeom prst="rect">
            <a:avLst/>
          </a:prstGeom>
          <a:noFill/>
          <a:ln>
            <a:noFill/>
          </a:ln>
        </p:spPr>
      </p:pic>
      <p:sp>
        <p:nvSpPr>
          <p:cNvPr id="1695" name="Google Shape;1695;p18"/>
          <p:cNvSpPr txBox="1">
            <a:spLocks noGrp="1"/>
          </p:cNvSpPr>
          <p:nvPr>
            <p:ph type="title"/>
          </p:nvPr>
        </p:nvSpPr>
        <p:spPr>
          <a:xfrm>
            <a:off x="1172437" y="414757"/>
            <a:ext cx="105156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123F"/>
              </a:buClr>
              <a:buSzPts val="5300"/>
              <a:buFont typeface="Georgia" panose="02040502050405090303"/>
              <a:buNone/>
              <a:defRPr sz="4000" b="0">
                <a:solidFill>
                  <a:srgbClr val="A4123F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>
            <a:endParaRPr/>
          </a:p>
        </p:txBody>
      </p:sp>
      <p:cxnSp>
        <p:nvCxnSpPr>
          <p:cNvPr id="1696" name="Google Shape;1696;p18"/>
          <p:cNvCxnSpPr/>
          <p:nvPr/>
        </p:nvCxnSpPr>
        <p:spPr>
          <a:xfrm>
            <a:off x="419101" y="1257196"/>
            <a:ext cx="11049300" cy="0"/>
          </a:xfrm>
          <a:prstGeom prst="straightConnector1">
            <a:avLst/>
          </a:prstGeom>
          <a:noFill/>
          <a:ln w="9525" cap="flat" cmpd="sng">
            <a:solidFill>
              <a:srgbClr val="A4123F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697" name="Google Shape;1697;p18"/>
          <p:cNvPicPr preferRelativeResize="0"/>
          <p:nvPr/>
        </p:nvPicPr>
        <p:blipFill rotWithShape="1">
          <a:blip r:embed="rId3"/>
          <a:srcRect r="81454" b="8517"/>
          <a:stretch>
            <a:fillRect/>
          </a:stretch>
        </p:blipFill>
        <p:spPr>
          <a:xfrm>
            <a:off x="419101" y="414757"/>
            <a:ext cx="583354" cy="71227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98" name="Google Shape;1698;p18"/>
          <p:cNvCxnSpPr/>
          <p:nvPr/>
        </p:nvCxnSpPr>
        <p:spPr>
          <a:xfrm>
            <a:off x="1126279" y="414756"/>
            <a:ext cx="0" cy="7032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99" name="Google Shape;1699;p18"/>
          <p:cNvSpPr txBox="1">
            <a:spLocks noGrp="1"/>
          </p:cNvSpPr>
          <p:nvPr>
            <p:ph type="body" idx="1"/>
          </p:nvPr>
        </p:nvSpPr>
        <p:spPr>
          <a:xfrm>
            <a:off x="1172439" y="812801"/>
            <a:ext cx="10515600" cy="4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b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2400"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5pPr>
            <a:lvl6pPr marL="2743200" lvl="5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Custom Layout 1 1">
  <p:cSld name="4_Custom Layout 1">
    <p:spTree>
      <p:nvGrpSpPr>
        <p:cNvPr id="1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7" name="Google Shape;1717;p21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" y="6284784"/>
            <a:ext cx="12218981" cy="574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8" name="Google Shape;1718;p21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0404389" y="6389103"/>
            <a:ext cx="1602539" cy="360290"/>
          </a:xfrm>
          <a:prstGeom prst="rect">
            <a:avLst/>
          </a:prstGeom>
          <a:noFill/>
          <a:ln>
            <a:noFill/>
          </a:ln>
        </p:spPr>
      </p:pic>
      <p:sp>
        <p:nvSpPr>
          <p:cNvPr id="1719" name="Google Shape;1719;p21"/>
          <p:cNvSpPr txBox="1">
            <a:spLocks noGrp="1"/>
          </p:cNvSpPr>
          <p:nvPr>
            <p:ph type="sldNum" idx="12"/>
          </p:nvPr>
        </p:nvSpPr>
        <p:spPr>
          <a:xfrm>
            <a:off x="190501" y="6381064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0" lvl="1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0" lvl="2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0" lvl="3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0" lvl="4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0" lvl="5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0" lvl="6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0" lvl="7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0" lvl="8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1720" name="Google Shape;1720;p21"/>
          <p:cNvSpPr txBox="1">
            <a:spLocks noGrp="1"/>
          </p:cNvSpPr>
          <p:nvPr>
            <p:ph type="title"/>
          </p:nvPr>
        </p:nvSpPr>
        <p:spPr>
          <a:xfrm>
            <a:off x="1248637" y="757654"/>
            <a:ext cx="105156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123F"/>
              </a:buClr>
              <a:buSzPts val="4000"/>
              <a:buFont typeface="Georgia" panose="02040502050405090303"/>
              <a:buNone/>
              <a:defRPr sz="4000" b="0">
                <a:solidFill>
                  <a:srgbClr val="A4123F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721" name="Google Shape;1721;p21"/>
          <p:cNvCxnSpPr/>
          <p:nvPr/>
        </p:nvCxnSpPr>
        <p:spPr>
          <a:xfrm>
            <a:off x="495301" y="1600096"/>
            <a:ext cx="11049000" cy="0"/>
          </a:xfrm>
          <a:prstGeom prst="straightConnector1">
            <a:avLst/>
          </a:prstGeom>
          <a:noFill/>
          <a:ln w="9525" cap="flat" cmpd="sng">
            <a:solidFill>
              <a:srgbClr val="A4123F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722" name="Google Shape;1722;p21"/>
          <p:cNvPicPr preferRelativeResize="0"/>
          <p:nvPr/>
        </p:nvPicPr>
        <p:blipFill rotWithShape="1">
          <a:blip r:embed="rId4"/>
          <a:srcRect r="81454" b="8525"/>
          <a:stretch>
            <a:fillRect/>
          </a:stretch>
        </p:blipFill>
        <p:spPr>
          <a:xfrm>
            <a:off x="495301" y="757657"/>
            <a:ext cx="583356" cy="71227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23" name="Google Shape;1723;p21"/>
          <p:cNvCxnSpPr/>
          <p:nvPr/>
        </p:nvCxnSpPr>
        <p:spPr>
          <a:xfrm>
            <a:off x="1202479" y="757655"/>
            <a:ext cx="0" cy="7035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 userDrawn="1">
  <p:cSld name="Custom Layout_1">
    <p:spTree>
      <p:nvGrpSpPr>
        <p:cNvPr id="1" name="Shape 1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5" name="Google Shape;1725;p22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0" y="0"/>
            <a:ext cx="12192000" cy="6873413"/>
          </a:xfrm>
          <a:prstGeom prst="rect">
            <a:avLst/>
          </a:prstGeom>
          <a:noFill/>
          <a:ln>
            <a:noFill/>
          </a:ln>
        </p:spPr>
      </p:pic>
      <p:sp>
        <p:nvSpPr>
          <p:cNvPr id="1726" name="Google Shape;172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 panose="020B0604020202090204"/>
              <a:buNone/>
              <a:defRPr sz="1200">
                <a:solidFill>
                  <a:srgbClr val="888888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None/>
              <a:defRPr/>
            </a:lvl9pPr>
          </a:lstStyle>
          <a:p>
            <a:endParaRPr/>
          </a:p>
        </p:txBody>
      </p:sp>
      <p:sp>
        <p:nvSpPr>
          <p:cNvPr id="1727" name="Google Shape;172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 panose="020B0604020202090204"/>
              <a:buNone/>
              <a:defRPr sz="1200">
                <a:solidFill>
                  <a:srgbClr val="888888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None/>
              <a:defRPr/>
            </a:lvl9pPr>
          </a:lstStyle>
          <a:p>
            <a:endParaRPr/>
          </a:p>
        </p:txBody>
      </p:sp>
      <p:cxnSp>
        <p:nvCxnSpPr>
          <p:cNvPr id="1729" name="Google Shape;1729;p22"/>
          <p:cNvCxnSpPr/>
          <p:nvPr/>
        </p:nvCxnSpPr>
        <p:spPr>
          <a:xfrm>
            <a:off x="2462213" y="3143250"/>
            <a:ext cx="72675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30" name="Google Shape;1730;p22"/>
          <p:cNvSpPr txBox="1">
            <a:spLocks noGrp="1"/>
          </p:cNvSpPr>
          <p:nvPr>
            <p:ph type="ctrTitle"/>
          </p:nvPr>
        </p:nvSpPr>
        <p:spPr>
          <a:xfrm>
            <a:off x="0" y="3143293"/>
            <a:ext cx="12192000" cy="7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Georgia" panose="02040502050405090303"/>
              <a:buNone/>
              <a:defRPr sz="4000" b="0">
                <a:solidFill>
                  <a:schemeClr val="lt1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31" name="Google Shape;1731;p22"/>
          <p:cNvSpPr txBox="1">
            <a:spLocks noGrp="1"/>
          </p:cNvSpPr>
          <p:nvPr>
            <p:ph type="subTitle" idx="1"/>
          </p:nvPr>
        </p:nvSpPr>
        <p:spPr>
          <a:xfrm>
            <a:off x="0" y="3858604"/>
            <a:ext cx="12192000" cy="4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2400"/>
              <a:buNone/>
              <a:defRPr sz="2400">
                <a:solidFill>
                  <a:schemeClr val="accent4"/>
                </a:solidFill>
              </a:defRPr>
            </a:lvl1pPr>
            <a:lvl2pPr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1732" name="Google Shape;1732;p2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187040" y="1902157"/>
            <a:ext cx="3817920" cy="858362"/>
          </a:xfrm>
          <a:prstGeom prst="rect">
            <a:avLst/>
          </a:prstGeom>
          <a:noFill/>
          <a:ln>
            <a:noFill/>
          </a:ln>
        </p:spPr>
      </p:pic>
      <p:sp>
        <p:nvSpPr>
          <p:cNvPr id="1733" name="Google Shape;1733;p22"/>
          <p:cNvSpPr txBox="1"/>
          <p:nvPr/>
        </p:nvSpPr>
        <p:spPr>
          <a:xfrm>
            <a:off x="0" y="6533916"/>
            <a:ext cx="12192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Arial" panose="020B0604020202090204"/>
              <a:buNone/>
            </a:pPr>
            <a:r>
              <a:rPr lang="en-US" sz="11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AMARAVATI | AMRITAPURI | BENGALURU |</a:t>
            </a:r>
            <a:r>
              <a:rPr lang="en-US" sz="1100" b="1" i="0" u="none" strike="noStrike" cap="none">
                <a:solidFill>
                  <a:schemeClr val="bg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 CHENNAI</a:t>
            </a:r>
            <a:r>
              <a:rPr lang="en-US" sz="11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 | COIMBATORE | FARIDABAD | KOCHI | MYSURU | NAGARCOIL</a:t>
            </a:r>
            <a:endParaRPr sz="1100" b="0" i="0" u="none" strike="noStrike" cap="none">
              <a:solidFill>
                <a:schemeClr val="accent4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>
          <a:xfrm>
            <a:off x="13931900" y="2760663"/>
            <a:ext cx="914400" cy="91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Custom Layout">
  <p:cSld name="8_Custom Layout">
    <p:bg>
      <p:bgPr>
        <a:solidFill>
          <a:schemeClr val="bg1"/>
        </a:solidFill>
        <a:effectLst/>
      </p:bgPr>
    </p:bg>
    <p:spTree>
      <p:nvGrpSpPr>
        <p:cNvPr id="1" name="Shape 1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7" name="Google Shape;1737;p23"/>
          <p:cNvSpPr txBox="1">
            <a:spLocks noGrp="1"/>
          </p:cNvSpPr>
          <p:nvPr>
            <p:ph type="sldNum" idx="12"/>
          </p:nvPr>
        </p:nvSpPr>
        <p:spPr>
          <a:xfrm>
            <a:off x="190501" y="6381064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1738" name="Google Shape;1738;p23"/>
          <p:cNvSpPr txBox="1">
            <a:spLocks noGrp="1"/>
          </p:cNvSpPr>
          <p:nvPr>
            <p:ph type="title"/>
          </p:nvPr>
        </p:nvSpPr>
        <p:spPr>
          <a:xfrm>
            <a:off x="1248636" y="180603"/>
            <a:ext cx="105156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123F"/>
              </a:buClr>
              <a:buSzPts val="4000"/>
              <a:buFont typeface="Georgia" panose="02040502050405090303"/>
              <a:buNone/>
              <a:defRPr sz="4000" b="0">
                <a:solidFill>
                  <a:srgbClr val="A4123F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739" name="Google Shape;1739;p23"/>
          <p:cNvCxnSpPr/>
          <p:nvPr/>
        </p:nvCxnSpPr>
        <p:spPr>
          <a:xfrm>
            <a:off x="495300" y="1129577"/>
            <a:ext cx="11049000" cy="0"/>
          </a:xfrm>
          <a:prstGeom prst="straightConnector1">
            <a:avLst/>
          </a:prstGeom>
          <a:noFill/>
          <a:ln w="9525" cap="flat" cmpd="sng">
            <a:solidFill>
              <a:srgbClr val="A4123F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740" name="Google Shape;1740;p23"/>
          <p:cNvPicPr preferRelativeResize="0"/>
          <p:nvPr/>
        </p:nvPicPr>
        <p:blipFill rotWithShape="1">
          <a:blip r:embed="rId2">
            <a:duotone>
              <a:prstClr val="black"/>
              <a:srgbClr val="A4123F">
                <a:tint val="45000"/>
                <a:satMod val="400000"/>
              </a:srgbClr>
            </a:duotone>
          </a:blip>
          <a:srcRect r="81454" b="8517"/>
          <a:stretch>
            <a:fillRect/>
          </a:stretch>
        </p:blipFill>
        <p:spPr>
          <a:xfrm>
            <a:off x="495300" y="176714"/>
            <a:ext cx="583354" cy="71227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41" name="Google Shape;1741;p23"/>
          <p:cNvCxnSpPr/>
          <p:nvPr/>
        </p:nvCxnSpPr>
        <p:spPr>
          <a:xfrm>
            <a:off x="1149212" y="181160"/>
            <a:ext cx="0" cy="7035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42" name="Google Shape;1742;p23"/>
          <p:cNvSpPr txBox="1">
            <a:spLocks noGrp="1"/>
          </p:cNvSpPr>
          <p:nvPr>
            <p:ph type="body" idx="1"/>
          </p:nvPr>
        </p:nvSpPr>
        <p:spPr>
          <a:xfrm>
            <a:off x="1248636" y="605283"/>
            <a:ext cx="10515600" cy="4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3" name="Google Shape;1743;p23"/>
          <p:cNvSpPr txBox="1">
            <a:spLocks noGrp="1"/>
          </p:cNvSpPr>
          <p:nvPr>
            <p:ph type="body" idx="2"/>
          </p:nvPr>
        </p:nvSpPr>
        <p:spPr>
          <a:xfrm>
            <a:off x="495301" y="2402014"/>
            <a:ext cx="5485500" cy="18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F7F7F"/>
              </a:buClr>
              <a:buSzPts val="1800"/>
              <a:buNone/>
              <a:defRPr sz="1800">
                <a:solidFill>
                  <a:srgbClr val="7F7F7F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Custom Layout" preserve="1">
  <p:cSld name="8_Custom Layout">
    <p:spTree>
      <p:nvGrpSpPr>
        <p:cNvPr id="1" name="Shape 1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5" name="Google Shape;1735;p23"/>
          <p:cNvPicPr preferRelativeResize="0"/>
          <p:nvPr userDrawn="1"/>
        </p:nvPicPr>
        <p:blipFill rotWithShape="1">
          <a:blip r:embed="rId2"/>
          <a:srcRect/>
          <a:stretch>
            <a:fillRect/>
          </a:stretch>
        </p:blipFill>
        <p:spPr>
          <a:xfrm>
            <a:off x="1" y="6284781"/>
            <a:ext cx="12192000" cy="574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6" name="Google Shape;1736;p23"/>
          <p:cNvPicPr preferRelativeResize="0"/>
          <p:nvPr userDrawn="1"/>
        </p:nvPicPr>
        <p:blipFill rotWithShape="1">
          <a:blip r:embed="rId3"/>
          <a:srcRect/>
          <a:stretch>
            <a:fillRect/>
          </a:stretch>
        </p:blipFill>
        <p:spPr>
          <a:xfrm>
            <a:off x="10404388" y="6389102"/>
            <a:ext cx="1602539" cy="360290"/>
          </a:xfrm>
          <a:prstGeom prst="rect">
            <a:avLst/>
          </a:prstGeom>
          <a:noFill/>
          <a:ln>
            <a:noFill/>
          </a:ln>
        </p:spPr>
      </p:pic>
      <p:sp>
        <p:nvSpPr>
          <p:cNvPr id="1737" name="Google Shape;1737;p23"/>
          <p:cNvSpPr txBox="1">
            <a:spLocks noGrp="1"/>
          </p:cNvSpPr>
          <p:nvPr>
            <p:ph type="sldNum" idx="12"/>
          </p:nvPr>
        </p:nvSpPr>
        <p:spPr>
          <a:xfrm>
            <a:off x="190501" y="6381064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chemeClr val="accent4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1738" name="Google Shape;1738;p23"/>
          <p:cNvSpPr txBox="1">
            <a:spLocks noGrp="1"/>
          </p:cNvSpPr>
          <p:nvPr>
            <p:ph type="title"/>
          </p:nvPr>
        </p:nvSpPr>
        <p:spPr>
          <a:xfrm>
            <a:off x="1248636" y="180603"/>
            <a:ext cx="105156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123F"/>
              </a:buClr>
              <a:buSzPts val="4000"/>
              <a:buFont typeface="Georgia" panose="02040502050405090303"/>
              <a:buNone/>
              <a:defRPr sz="4000" b="0">
                <a:solidFill>
                  <a:srgbClr val="A4123F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739" name="Google Shape;1739;p23"/>
          <p:cNvCxnSpPr/>
          <p:nvPr/>
        </p:nvCxnSpPr>
        <p:spPr>
          <a:xfrm>
            <a:off x="495300" y="1129577"/>
            <a:ext cx="11049000" cy="0"/>
          </a:xfrm>
          <a:prstGeom prst="straightConnector1">
            <a:avLst/>
          </a:prstGeom>
          <a:noFill/>
          <a:ln w="9525" cap="flat" cmpd="sng">
            <a:solidFill>
              <a:srgbClr val="A4123F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740" name="Google Shape;1740;p23"/>
          <p:cNvPicPr preferRelativeResize="0"/>
          <p:nvPr/>
        </p:nvPicPr>
        <p:blipFill rotWithShape="1">
          <a:blip r:embed="rId4">
            <a:duotone>
              <a:prstClr val="black"/>
              <a:srgbClr val="B90F50">
                <a:tint val="45000"/>
                <a:satMod val="400000"/>
              </a:srgbClr>
            </a:duotone>
          </a:blip>
          <a:srcRect r="81454" b="8517"/>
          <a:stretch>
            <a:fillRect/>
          </a:stretch>
        </p:blipFill>
        <p:spPr>
          <a:xfrm>
            <a:off x="495300" y="176714"/>
            <a:ext cx="583354" cy="71227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41" name="Google Shape;1741;p23"/>
          <p:cNvCxnSpPr/>
          <p:nvPr/>
        </p:nvCxnSpPr>
        <p:spPr>
          <a:xfrm>
            <a:off x="1149212" y="181160"/>
            <a:ext cx="0" cy="7035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42" name="Google Shape;1742;p23"/>
          <p:cNvSpPr txBox="1">
            <a:spLocks noGrp="1"/>
          </p:cNvSpPr>
          <p:nvPr>
            <p:ph type="body" idx="1"/>
          </p:nvPr>
        </p:nvSpPr>
        <p:spPr>
          <a:xfrm>
            <a:off x="1248636" y="605283"/>
            <a:ext cx="10515600" cy="4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3" name="Google Shape;1743;p23"/>
          <p:cNvSpPr txBox="1">
            <a:spLocks noGrp="1"/>
          </p:cNvSpPr>
          <p:nvPr>
            <p:ph type="body" idx="2"/>
          </p:nvPr>
        </p:nvSpPr>
        <p:spPr>
          <a:xfrm>
            <a:off x="495301" y="2402014"/>
            <a:ext cx="5485500" cy="18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F7F7F"/>
              </a:buClr>
              <a:buSzPts val="1800"/>
              <a:buNone/>
              <a:defRPr sz="1800">
                <a:solidFill>
                  <a:srgbClr val="7F7F7F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/>
              <a:pPr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9549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FF7B1-BD73-DA41-A84D-6598062EB62A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74584-AED1-004A-B0DC-7F055AB9AD6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FF7B1-BD73-DA41-A84D-6598062EB62A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74584-AED1-004A-B0DC-7F055AB9AD6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FF7B1-BD73-DA41-A84D-6598062EB62A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74584-AED1-004A-B0DC-7F055AB9AD6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FF7B1-BD73-DA41-A84D-6598062EB62A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74584-AED1-004A-B0DC-7F055AB9AD6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FF7B1-BD73-DA41-A84D-6598062EB62A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74584-AED1-004A-B0DC-7F055AB9AD6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FF7B1-BD73-DA41-A84D-6598062EB62A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74584-AED1-004A-B0DC-7F055AB9AD6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FF7B1-BD73-DA41-A84D-6598062EB62A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74584-AED1-004A-B0DC-7F055AB9AD6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FF7B1-BD73-DA41-A84D-6598062EB62A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74584-AED1-004A-B0DC-7F055AB9AD6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FF7B1-BD73-DA41-A84D-6598062EB62A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74584-AED1-004A-B0DC-7F055AB9AD6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FF7B1-BD73-DA41-A84D-6598062EB62A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74584-AED1-004A-B0DC-7F055AB9AD6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FF7B1-BD73-DA41-A84D-6598062EB62A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74584-AED1-004A-B0DC-7F055AB9AD6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90204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90204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77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AFF7B1-BD73-DA41-A84D-6598062EB62A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A74584-AED1-004A-B0DC-7F055AB9AD6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2.svg"/><Relationship Id="rId5" Type="http://schemas.openxmlformats.org/officeDocument/2006/relationships/image" Target="../media/image13.svg"/><Relationship Id="rId6" Type="http://schemas.openxmlformats.org/officeDocument/2006/relationships/image" Target="../media/image14.svg"/><Relationship Id="rId7" Type="http://schemas.openxmlformats.org/officeDocument/2006/relationships/image" Target="../media/image15.svg"/><Relationship Id="rId8" Type="http://schemas.openxmlformats.org/officeDocument/2006/relationships/image" Target="../media/image16.svg"/><Relationship Id="rId9" Type="http://schemas.openxmlformats.org/officeDocument/2006/relationships/image" Target="../media/image17.svg"/><Relationship Id="rId10" Type="http://schemas.openxmlformats.org/officeDocument/2006/relationships/image" Target="../media/image18.svg"/><Relationship Id="rId11" Type="http://schemas.openxmlformats.org/officeDocument/2006/relationships/image" Target="../media/image19.svg"/><Relationship Id="rId12" Type="http://schemas.openxmlformats.org/officeDocument/2006/relationships/image" Target="../media/image20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Relationship Id="rId11" Type="http://schemas.openxmlformats.org/officeDocument/2006/relationships/image" Target="../media/image18.svg"/><Relationship Id="rId12" Type="http://schemas.openxmlformats.org/officeDocument/2006/relationships/image" Target="../media/image19.svg"/><Relationship Id="rId13" Type="http://schemas.openxmlformats.org/officeDocument/2006/relationships/image" Target="../media/image20.jpe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Relationship Id="rId3" Type="http://schemas.openxmlformats.org/officeDocument/2006/relationships/image" Target="../media/image21.png"/><Relationship Id="rId4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-75" y="3191830"/>
            <a:ext cx="12192000" cy="112804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  <a:latin typeface="Cambria"/>
              </a:rPr>
              <a:t>Department of Computer Science &amp; Engineering
Amrita School of Computing | Amrita Vishwa Vidyapeetham, Chennai Campus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-107220" y="4189559"/>
            <a:ext cx="12192000" cy="777000"/>
          </a:xfrm>
        </p:spPr>
        <p:txBody>
          <a:bodyPr/>
          <a:lstStyle/>
          <a:p>
            <a:endParaRPr lang="en-IN" sz="1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1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rPr>
              <a:t>Amrita School of Computing </a:t>
            </a:r>
          </a:p>
          <a:p>
            <a:r>
              <a:rPr lang="en-IN" sz="1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rPr>
              <a:t>Amrita Vishwa Vidyapeetham, Chennai Campus</a:t>
            </a:r>
          </a:p>
        </p:txBody>
      </p:sp>
      <p:cxnSp>
        <p:nvCxnSpPr>
          <p:cNvPr id="6" name="Google Shape;1729;p22"/>
          <p:cNvCxnSpPr/>
          <p:nvPr/>
        </p:nvCxnSpPr>
        <p:spPr>
          <a:xfrm>
            <a:off x="2462213" y="4425783"/>
            <a:ext cx="72675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7" name="TextBox 6"/>
          <p:cNvSpPr txBox="1"/>
          <p:nvPr/>
        </p:nvSpPr>
        <p:spPr>
          <a:xfrm>
            <a:off x="6239435" y="1116106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1" name="Text Box 10"/>
          <p:cNvSpPr txBox="1"/>
          <p:nvPr/>
        </p:nvSpPr>
        <p:spPr>
          <a:xfrm>
            <a:off x="3856990" y="1707515"/>
            <a:ext cx="4064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935" y="348615"/>
            <a:ext cx="4635500" cy="135890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692275"/>
            <a:ext cx="5743575" cy="1359535"/>
          </a:xfrm>
          <a:prstGeom prst="rect">
            <a:avLst/>
          </a:prstGeom>
        </p:spPr>
      </p:pic>
      <p:sp>
        <p:nvSpPr>
          <p:cNvPr id="9" name="Title 1"/>
          <p:cNvSpPr txBox="1"/>
          <p:nvPr/>
        </p:nvSpPr>
        <p:spPr>
          <a:xfrm>
            <a:off x="-299" y="2214880"/>
            <a:ext cx="12192000" cy="7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Georgia" panose="02040502050405090303"/>
              <a:buNone/>
              <a:defRPr sz="4000" b="0" i="0" u="none" strike="noStrike" cap="none">
                <a:solidFill>
                  <a:schemeClr val="lt1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r>
              <a:rPr sz="2600" b="1">
                <a:solidFill>
                  <a:srgbClr val="FFC000"/>
                </a:solidFill>
                <a:latin typeface="Cambria"/>
              </a:rPr>
              <a:t>MedSentry: AI-Powered Medication Adherence &amp;
Antimicrobial Resistance (AMR) Surveillance System</a:t>
            </a:r>
            <a:endParaRPr lang="en-IN" sz="3200"/>
          </a:p>
        </p:txBody>
      </p:sp>
      <p:sp>
        <p:nvSpPr>
          <p:cNvPr id="15" name="Text Box 14"/>
          <p:cNvSpPr txBox="1"/>
          <p:nvPr/>
        </p:nvSpPr>
        <p:spPr>
          <a:xfrm>
            <a:off x="143510" y="4778375"/>
            <a:ext cx="6096000" cy="107721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sz="1400">
                <a:solidFill>
                  <a:srgbClr val="FFFFFF"/>
                </a:solidFill>
                <a:latin typeface="Cambria"/>
              </a:rPr>
              <a:t>Student Members:
1: Subhash R – CH.SC.U4AIE23054
2: Veena Sundari A – CH.SC.U4AIE23060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8611235" y="4905375"/>
            <a:ext cx="3580765" cy="829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sz="1400">
                <a:solidFill>
                  <a:srgbClr val="FFFFFF"/>
                </a:solidFill>
                <a:latin typeface="Cambria"/>
              </a:rPr>
              <a:t>Guide Details:
Dr. Rithani M
Department of CSE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8636" y="180602"/>
            <a:ext cx="10515600" cy="777491"/>
          </a:xfrm>
        </p:spPr>
        <p:txBody>
          <a:bodyPr/>
          <a:lstStyle/>
          <a:p>
            <a:r>
              <a:rPr sz="3000" b="1">
                <a:solidFill>
                  <a:srgbClr val="FFFFFF"/>
                </a:solidFill>
                <a:latin typeface="Cambria"/>
              </a:rPr>
              <a:t>Project Title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</a:pPr>
              <a:endParaRPr lang="en-IN" sz="220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pic>
          <p:nvPicPr>
            <p:cNvPr id="7" name="Google Shape;1736;p23"/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10404388" y="6389102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" name="Slide Number Placeholder 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FFFFFF"/>
                </a:solidFill>
                <a:latin typeface="Cambria"/>
              </a:rPr>
              <a:t>2</a:t>
            </a:r>
            <a:endParaRPr lang="en-US"/>
          </a:p>
        </p:txBody>
      </p:sp>
      <p:sp>
        <p:nvSpPr>
          <p:cNvPr id="162" name="Rectangle 161"/>
          <p:cNvSpPr/>
          <p:nvPr/>
        </p:nvSpPr>
        <p:spPr>
          <a:xfrm>
            <a:off x="-2" y="1157351"/>
            <a:ext cx="2355275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>
              <a:lnSpc>
                <a:spcPct val="200000"/>
              </a:lnSpc>
              <a:spcBef>
                <a:spcPts val="100"/>
              </a:spcBef>
              <a:tabLst>
                <a:tab pos="495300" algn="l"/>
              </a:tabLst>
            </a:pPr>
            <a:r>
              <a:rPr sz="1200" b="1">
                <a:solidFill>
                  <a:srgbClr val="FFC000"/>
                </a:solidFill>
                <a:latin typeface="Cambria"/>
              </a:rPr>
              <a:t>Project Title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Motivation and Problem Statement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Significance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About the Datasets Used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Research Gap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Objectives, Scope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Architecture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Workflow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Literature Review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Project Plan (Gantt Chart)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1B731AE-5C46-B625-699C-8F478BBAA129}"/>
              </a:ext>
            </a:extLst>
          </p:cNvPr>
          <p:cNvSpPr txBox="1"/>
          <p:nvPr/>
        </p:nvSpPr>
        <p:spPr>
          <a:xfrm>
            <a:off x="2587099" y="1338101"/>
            <a:ext cx="9373072" cy="3989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Georgia" panose="02040502050405090303"/>
              <a:buNone/>
              <a:defRPr sz="4000" b="0" i="0" u="none" strike="noStrike" cap="none">
                <a:solidFill>
                  <a:schemeClr val="lt1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algn="just"/>
            <a:r>
              <a:rPr sz="1500" b="1">
                <a:solidFill>
                  <a:srgbClr val="FFC000"/>
                </a:solidFill>
                <a:latin typeface="Cambria"/>
              </a:rPr>
              <a:t>Project Title: MedSentry: AI-Powered Medication Adherence &amp; AMR Surveillance System
</a:t>
            </a:r>
          </a:p>
          <a:p>
            <a:r>
              <a:rPr sz="1400" b="1">
                <a:solidFill>
                  <a:srgbClr val="38BDF8"/>
                </a:solidFill>
                <a:latin typeface="Cambria"/>
              </a:rPr>
              <a:t>Domain of Work: mHealth, Multimodal AI (Gemini Vision LLM), Database Systems (Supabase/PostgreSQL Triggers &amp; RLS), Geospatial Analytics &amp; Differential Privacy (K-Anonymity)
</a:t>
            </a:r>
          </a:p>
          <a:p>
            <a:r>
              <a:rPr sz="1300">
                <a:solidFill>
                  <a:srgbClr val="F1F5F9"/>
                </a:solidFill>
                <a:latin typeface="Cambria"/>
              </a:rPr>
              <a:t>Core Focus: MedSentry addresses critical medication non-adherence and public health AMR risks by combining automated pill tracking, gamified adherence triggers, shared family caregiver networks, multi-modal AI prescription vision scanning, and privacy-preserving (K ≥ 5) antimicrobial misuse surveillance.
</a:t>
            </a:r>
          </a:p>
          <a:p>
            <a:r>
              <a:rPr sz="1400" b="1">
                <a:solidFill>
                  <a:srgbClr val="FFC000"/>
                </a:solidFill>
                <a:latin typeface="Cambria"/>
              </a:rPr>
              <a:t>Current Progress:
</a:t>
            </a:r>
          </a:p>
          <a:p>
            <a:r>
              <a:rPr sz="1200">
                <a:solidFill>
                  <a:srgbClr val="E2E8F0"/>
                </a:solidFill>
                <a:latin typeface="Cambria"/>
              </a:rPr>
              <a:t>• Cross-platform React Native / Expo mHealth application fully operational.
• Automated PostgreSQL trigger engine (trg_evaluate_badges) awarding streak badges &amp; low-stock nudges.
• Supabase ai-router Edge Function deployed &amp; verified with Gemini Multimodal AI for vision prescription scanning.
• Privacy-preserving AMR heatmap engine enforcing K-anonymity (K ≥ 5) on regional telemetry.
• Persistent demo environment seeded with 'The Ramirez Family' caregiver circle.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E73AD-7AC1-6D04-E99B-FA7EBA974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F58C-C79D-DCDA-D786-11B98955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8636" y="180602"/>
            <a:ext cx="10515600" cy="777491"/>
          </a:xfrm>
        </p:spPr>
        <p:txBody>
          <a:bodyPr/>
          <a:lstStyle/>
          <a:p>
            <a:r>
              <a:rPr sz="3000" b="1">
                <a:solidFill>
                  <a:srgbClr val="FFFFFF"/>
                </a:solidFill>
                <a:latin typeface="Cambria"/>
              </a:rPr>
              <a:t>Motivation and Problem Statement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A111F8E-F7B5-327B-7D27-84104A050CC1}"/>
              </a:ext>
            </a:extLst>
          </p:cNvPr>
          <p:cNvGrpSpPr/>
          <p:nvPr/>
        </p:nvGrpSpPr>
        <p:grpSpPr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BC2B3E1-AA3C-54DC-731C-B4780E59E257}"/>
                </a:ext>
              </a:extLst>
            </p:cNvPr>
            <p:cNvSpPr/>
            <p:nvPr/>
          </p:nvSpPr>
          <p:spPr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</a:pPr>
              <a:endParaRPr lang="en-IN" sz="220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pic>
          <p:nvPicPr>
            <p:cNvPr id="7" name="Google Shape;1736;p23">
              <a:extLst>
                <a:ext uri="{FF2B5EF4-FFF2-40B4-BE49-F238E27FC236}">
                  <a16:creationId xmlns:a16="http://schemas.microsoft.com/office/drawing/2014/main" id="{2307A83C-4445-71A4-1FF6-D175BA032977}"/>
                </a:ext>
              </a:extLst>
            </p:cNvPr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10404388" y="6389102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8132EFA-1ADE-BBE6-7D24-7907708242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FFFFFF"/>
                </a:solidFill>
                <a:latin typeface="Cambria"/>
              </a:rPr>
              <a:t>3</a:t>
            </a:r>
            <a:endParaRPr lang="en-US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5AD94AE-DB95-EC44-2974-1D0D1AD5904E}"/>
              </a:ext>
            </a:extLst>
          </p:cNvPr>
          <p:cNvSpPr/>
          <p:nvPr/>
        </p:nvSpPr>
        <p:spPr>
          <a:xfrm>
            <a:off x="-2" y="1157351"/>
            <a:ext cx="2355275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>
              <a:lnSpc>
                <a:spcPct val="200000"/>
              </a:lnSpc>
              <a:spcBef>
                <a:spcPts val="100"/>
              </a:spcBef>
              <a:tabLst>
                <a:tab pos="495300" algn="l"/>
              </a:tabLst>
            </a:pPr>
            <a:r>
              <a:rPr sz="1200" b="0">
                <a:solidFill>
                  <a:srgbClr val="FFFFFF"/>
                </a:solidFill>
                <a:latin typeface="Cambria"/>
              </a:rPr>
              <a:t>Project Title</a:t>
            </a:r>
          </a:p>
          <a:p>
            <a:r>
              <a:rPr sz="1200" b="1">
                <a:solidFill>
                  <a:srgbClr val="FFC000"/>
                </a:solidFill>
                <a:latin typeface="Cambria"/>
              </a:rPr>
              <a:t>Motivation and Problem Statement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Significance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About the Datasets Used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Research Gap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Objectives, Scope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Architecture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Workflow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Literature Review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Project Plan (Gantt Chart)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6FD7676-5C90-53AA-25D4-53AD425E8C16}"/>
              </a:ext>
            </a:extLst>
          </p:cNvPr>
          <p:cNvSpPr txBox="1"/>
          <p:nvPr/>
        </p:nvSpPr>
        <p:spPr>
          <a:xfrm>
            <a:off x="2587099" y="1863049"/>
            <a:ext cx="9373072" cy="3989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Georgia" panose="02040502050405090303"/>
              <a:buNone/>
              <a:defRPr sz="4000" b="0" i="0" u="none" strike="noStrike" cap="none">
                <a:solidFill>
                  <a:schemeClr val="lt1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marL="285750" lvl="0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40502050405090303"/>
              <a:buChar char="•"/>
            </a:pPr>
            <a:r>
              <a:rPr sz="1600" b="1">
                <a:solidFill>
                  <a:srgbClr val="FFC000"/>
                </a:solidFill>
                <a:latin typeface="Cambria"/>
              </a:rPr>
              <a:t>Motivation:
</a:t>
            </a:r>
            <a:endParaRPr lang="en-US"/>
          </a:p>
          <a:p>
            <a:r>
              <a:rPr sz="1200">
                <a:solidFill>
                  <a:srgbClr val="F1F5F9"/>
                </a:solidFill>
                <a:latin typeface="Cambria"/>
              </a:rPr>
              <a:t>• Global AMR Crisis: Antimicrobial Resistance (AMR) is a top 10 global public health threat, causing &gt;1.27 million direct deaths annually due to antibiotic over-prescription, premature course dropouts, and self-medication.</a:t>
            </a:r>
          </a:p>
          <a:p>
            <a:r>
              <a:rPr sz="1200">
                <a:solidFill>
                  <a:srgbClr val="F1F5F9"/>
                </a:solidFill>
                <a:latin typeface="Cambria"/>
              </a:rPr>
              <a:t>• Severe Medication Non-Adherence: Over 50% of chronic and acute patients fail to take medications as prescribed, leading to complications, treatment failure, and massive healthcare expenditures.</a:t>
            </a:r>
          </a:p>
          <a:p>
            <a:r>
              <a:rPr sz="1200">
                <a:solidFill>
                  <a:srgbClr val="F1F5F9"/>
                </a:solidFill>
                <a:latin typeface="Cambria"/>
              </a:rPr>
              <a:t>• Caregiver Visibility Blindspots: Families and caregivers lack real-time visibility into elderly dependents' daily medication schedules, adherence logs, and cabinet inventory levels.</a:t>
            </a:r>
          </a:p>
          <a:p>
            <a:r>
              <a:rPr sz="1600" b="1">
                <a:solidFill>
                  <a:srgbClr val="38BDF8"/>
                </a:solidFill>
                <a:latin typeface="Cambria"/>
              </a:rPr>
              <a:t>
Problem Statement:
</a:t>
            </a:r>
          </a:p>
          <a:p>
            <a:r>
              <a:rPr sz="1200">
                <a:solidFill>
                  <a:srgbClr val="F1F5F9"/>
                </a:solidFill>
                <a:latin typeface="Cambria"/>
              </a:rPr>
              <a:t>• Current digital health applications operate in complete isolation—either tracking individual pills without public health telemetry, or providing static tracking without intelligent AI feedback, caregiver circle oversight, or differential privacy guarantees.</a:t>
            </a:r>
          </a:p>
          <a:p>
            <a:r>
              <a:rPr sz="1200">
                <a:solidFill>
                  <a:srgbClr val="F1F5F9"/>
                </a:solidFill>
                <a:latin typeface="Cambria"/>
              </a:rPr>
              <a:t>• There is an urgent need for an integrated mHealth platform that bridges patient-level adherence (via vision AI and behavioral gamification) with population-level AMR surveillance (via differential privacy heatmaps).</a:t>
            </a:r>
          </a:p>
        </p:txBody>
      </p:sp>
    </p:spTree>
    <p:extLst>
      <p:ext uri="{BB962C8B-B14F-4D97-AF65-F5344CB8AC3E}">
        <p14:creationId xmlns:p14="http://schemas.microsoft.com/office/powerpoint/2010/main" val="20122805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A6230-8E56-CAB9-85ED-641E5CF61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8082-A3C1-0CDE-CBFE-BF22436A0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8636" y="180602"/>
            <a:ext cx="10515600" cy="777491"/>
          </a:xfrm>
        </p:spPr>
        <p:txBody>
          <a:bodyPr/>
          <a:lstStyle/>
          <a:p>
            <a:r>
              <a:rPr sz="3000" b="1">
                <a:solidFill>
                  <a:srgbClr val="FFFFFF"/>
                </a:solidFill>
                <a:latin typeface="Cambria"/>
              </a:rPr>
              <a:t>Significance of the Project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0CF82E8-58B7-CF5F-839B-373C768A128C}"/>
              </a:ext>
            </a:extLst>
          </p:cNvPr>
          <p:cNvGrpSpPr/>
          <p:nvPr/>
        </p:nvGrpSpPr>
        <p:grpSpPr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7ED685B-56E9-53A2-E836-87DD545ECA78}"/>
                </a:ext>
              </a:extLst>
            </p:cNvPr>
            <p:cNvSpPr/>
            <p:nvPr/>
          </p:nvSpPr>
          <p:spPr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</a:pPr>
              <a:endParaRPr lang="en-IN" sz="220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pic>
          <p:nvPicPr>
            <p:cNvPr id="7" name="Google Shape;1736;p23">
              <a:extLst>
                <a:ext uri="{FF2B5EF4-FFF2-40B4-BE49-F238E27FC236}">
                  <a16:creationId xmlns:a16="http://schemas.microsoft.com/office/drawing/2014/main" id="{DEFAC177-FE5C-A20E-A8DE-DD15F812F6DC}"/>
                </a:ext>
              </a:extLst>
            </p:cNvPr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10404388" y="6389102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CB5BBB0-4960-D867-F08D-2BF8E40EF7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FFFFFF"/>
                </a:solidFill>
                <a:latin typeface="Cambria"/>
              </a:rPr>
              <a:t>4</a:t>
            </a:r>
            <a:endParaRPr lang="en-US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F7AD103D-7A0C-8B26-7D55-277F08C97A97}"/>
              </a:ext>
            </a:extLst>
          </p:cNvPr>
          <p:cNvSpPr/>
          <p:nvPr/>
        </p:nvSpPr>
        <p:spPr>
          <a:xfrm>
            <a:off x="-2" y="1157351"/>
            <a:ext cx="2355275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>
              <a:lnSpc>
                <a:spcPct val="200000"/>
              </a:lnSpc>
              <a:spcBef>
                <a:spcPts val="100"/>
              </a:spcBef>
              <a:tabLst>
                <a:tab pos="495300" algn="l"/>
              </a:tabLst>
            </a:pPr>
            <a:r>
              <a:rPr sz="1200" b="0">
                <a:solidFill>
                  <a:srgbClr val="FFFFFF"/>
                </a:solidFill>
                <a:latin typeface="Cambria"/>
              </a:rPr>
              <a:t>Project Title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Motivation and Problem Statement</a:t>
            </a:r>
          </a:p>
          <a:p>
            <a:r>
              <a:rPr sz="1200" b="1">
                <a:solidFill>
                  <a:srgbClr val="FFC000"/>
                </a:solidFill>
                <a:latin typeface="Cambria"/>
              </a:rPr>
              <a:t>Significance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About the Datasets Used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Research Gap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Objectives, Scope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Architecture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Workflow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Literature Review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Project Plan (Gantt Chart)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CC84B9-F209-3697-5E6A-CBC2AE8591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1426262"/>
              </p:ext>
            </p:extLst>
          </p:nvPr>
        </p:nvGraphicFramePr>
        <p:xfrm>
          <a:off x="2686050" y="1238250"/>
          <a:ext cx="8627489" cy="383635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1049">
                  <a:extLst>
                    <a:ext uri="{9D8B030D-6E8A-4147-A177-3AD203B41FA5}">
                      <a16:colId xmlns:a16="http://schemas.microsoft.com/office/drawing/2014/main" val="1081710960"/>
                    </a:ext>
                  </a:extLst>
                </a:gridCol>
                <a:gridCol w="6346440">
                  <a:extLst>
                    <a:ext uri="{9D8B030D-6E8A-4147-A177-3AD203B41FA5}">
                      <a16:colId xmlns:a16="http://schemas.microsoft.com/office/drawing/2014/main" val="1624863066"/>
                    </a:ext>
                  </a:extLst>
                </a:gridCol>
              </a:tblGrid>
              <a:tr h="2850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Key Project Aspect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Significance &amp; Impact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1881122"/>
                  </a:ext>
                </a:extLst>
              </a:tr>
              <a:tr h="694119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Patient Adherence &amp; Safety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Vision AI scanning extracts dosage schedules; low-stock nudges (≤3 days) prevent missed doses and accidental double-dosing.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3171525"/>
                  </a:ext>
                </a:extLst>
              </a:tr>
              <a:tr h="694119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Gamified Behavioral Engine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Automated PostgreSQL triggers award streak badges (7_day_streak) to sustain long-term patient compliance via behavioral nudge theory.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5542004"/>
                  </a:ext>
                </a:extLst>
              </a:tr>
              <a:tr h="694119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Family Caregiver Network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Multi-role Circles (Owner, Caregiver, Dependent, Viewer) enable remote monitoring and shared cabinet tracking with 14-day near-expiry warnings.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8229638"/>
                  </a:ext>
                </a:extLst>
              </a:tr>
              <a:tr h="694119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AMR Public Health Telemetry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Captures unprescribed antibiotic purchases and premature course dropouts to map real-time regional AMR hotspots for early intervention.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9325327"/>
                  </a:ext>
                </a:extLst>
              </a:tr>
              <a:tr h="694119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Differential Privacy Guarantee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Enforces K ≥ 5 K-anonymity differential privacy on geospatial telemetry to prevent patient re-identification while publishing actionable epidemiological maps.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702454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E5713C33-313E-862E-62F1-03816C6E3B86}"/>
              </a:ext>
            </a:extLst>
          </p:cNvPr>
          <p:cNvSpPr txBox="1"/>
          <p:nvPr/>
        </p:nvSpPr>
        <p:spPr>
          <a:xfrm>
            <a:off x="2686050" y="5233722"/>
            <a:ext cx="89581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C000"/>
                </a:solidFill>
                <a:latin typeface="Cambria"/>
              </a:rPr>
              <a:t>Note: MedSentry's key innovation is bridging individual mHealth tracking with privacy-preserved public health AMR surveillance.</a:t>
            </a:r>
          </a:p>
        </p:txBody>
      </p:sp>
    </p:spTree>
    <p:extLst>
      <p:ext uri="{BB962C8B-B14F-4D97-AF65-F5344CB8AC3E}">
        <p14:creationId xmlns:p14="http://schemas.microsoft.com/office/powerpoint/2010/main" val="2339988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A99FD-9ED2-0AAC-93EA-81E9A6BBA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358D7-CEC3-30C5-E090-7F051DA43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8636" y="180602"/>
            <a:ext cx="10515600" cy="777491"/>
          </a:xfrm>
        </p:spPr>
        <p:txBody>
          <a:bodyPr/>
          <a:lstStyle/>
          <a:p>
            <a:r>
              <a:rPr sz="3000" b="1">
                <a:solidFill>
                  <a:srgbClr val="FFFFFF"/>
                </a:solidFill>
                <a:latin typeface="Cambria"/>
              </a:rPr>
              <a:t>About the Datasets Used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F6B8FAB-7941-98B8-4127-5823A84B700A}"/>
              </a:ext>
            </a:extLst>
          </p:cNvPr>
          <p:cNvGrpSpPr/>
          <p:nvPr/>
        </p:nvGrpSpPr>
        <p:grpSpPr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BE1CD8E-1223-1466-AEB6-DB1FE6E2A462}"/>
                </a:ext>
              </a:extLst>
            </p:cNvPr>
            <p:cNvSpPr/>
            <p:nvPr/>
          </p:nvSpPr>
          <p:spPr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</a:pPr>
              <a:endParaRPr lang="en-IN" sz="220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pic>
          <p:nvPicPr>
            <p:cNvPr id="7" name="Google Shape;1736;p23">
              <a:extLst>
                <a:ext uri="{FF2B5EF4-FFF2-40B4-BE49-F238E27FC236}">
                  <a16:creationId xmlns:a16="http://schemas.microsoft.com/office/drawing/2014/main" id="{8CC0C308-60D8-598E-6DB4-6DBD908CB8F4}"/>
                </a:ext>
              </a:extLst>
            </p:cNvPr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10404388" y="6389102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EF5F006-67C3-D7FD-B71F-F92D961BED1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FFFFFF"/>
                </a:solidFill>
                <a:latin typeface="Cambria"/>
              </a:rPr>
              <a:t>5</a:t>
            </a:r>
            <a:endParaRPr lang="en-US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77CED6B0-2D52-A91C-37C8-410A6B08E0FA}"/>
              </a:ext>
            </a:extLst>
          </p:cNvPr>
          <p:cNvSpPr/>
          <p:nvPr/>
        </p:nvSpPr>
        <p:spPr>
          <a:xfrm>
            <a:off x="-2" y="1157351"/>
            <a:ext cx="2355275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>
              <a:lnSpc>
                <a:spcPct val="200000"/>
              </a:lnSpc>
              <a:spcBef>
                <a:spcPts val="100"/>
              </a:spcBef>
              <a:tabLst>
                <a:tab pos="495300" algn="l"/>
              </a:tabLst>
            </a:pPr>
            <a:r>
              <a:rPr sz="1200" b="0">
                <a:solidFill>
                  <a:srgbClr val="FFFFFF"/>
                </a:solidFill>
                <a:latin typeface="Cambria"/>
              </a:rPr>
              <a:t>Project Title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Motivation and Problem Statement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Significance of the Project</a:t>
            </a:r>
          </a:p>
          <a:p>
            <a:r>
              <a:rPr sz="1200" b="1">
                <a:solidFill>
                  <a:srgbClr val="FFC000"/>
                </a:solidFill>
                <a:latin typeface="Cambria"/>
              </a:rPr>
              <a:t>About the Datasets Used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Research Gap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Objectives, Scope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Architecture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Workflow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Literature Review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Project Plan (Gantt Chart)</a:t>
            </a:r>
          </a:p>
        </p:txBody>
      </p:sp>
      <p:graphicFrame>
        <p:nvGraphicFramePr>
          <p:cNvPr id="163" name="Table 162"/>
          <p:cNvGraphicFramePr>
            <a:graphicFrameLocks noGrp="1"/>
          </p:cNvGraphicFramePr>
          <p:nvPr/>
        </p:nvGraphicFramePr>
        <p:xfrm>
          <a:off x="2468880" y="1188720"/>
          <a:ext cx="83210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80"/>
                <a:gridCol w="2773680"/>
                <a:gridCol w="2773680"/>
              </a:tblGrid>
              <a:tr h="6858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Dataset Component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Source &amp; Structure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Key Attributes &amp; Purpose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NIH RxNorm &amp; FDA Drug DB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National Library of Medicine API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Standardized drug names, dosages, categories, and clinical drug-drug interaction pairs.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Synthetic Patient Adherence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Simulated Longitudinal Telemetry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Medication courses, dose logs (taken, skipped, snoozed), remaining pill math, &amp; streak histories.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AMR Misuse Telemetry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Multi-Region Surveillance Dataset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Event types (unprescribed_purchase, premature_stop), drug classes (Macrolides, Penicillins), geospatial region codes.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Symptom &amp; Vitals Logs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Longitudinal User Symptom Entries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Severity levels (Mild, Moderate, Severe), onset timestamps, and associated drug treatment courses.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K-Anonymity Aggregates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PostgreSQL Differential Privacy View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Regional aggregates filtered by get_amr_heatmap() enforcing K ≥ 5 bucket size to suppress individual identity.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64" name="TextBox 163"/>
          <p:cNvSpPr txBox="1"/>
          <p:nvPr/>
        </p:nvSpPr>
        <p:spPr>
          <a:xfrm>
            <a:off x="2468880" y="5486400"/>
            <a:ext cx="8321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38BDF8"/>
                </a:solidFill>
                <a:latin typeface="Cambria"/>
              </a:rPr>
              <a:t>Dataset Hygiene Note: All test &amp; demo telemetry enforces zero hardcoded patient PII, using strict K-anonymity thresholds (K ≥ 5).</a:t>
            </a:r>
          </a:p>
        </p:txBody>
      </p:sp>
    </p:spTree>
    <p:extLst>
      <p:ext uri="{BB962C8B-B14F-4D97-AF65-F5344CB8AC3E}">
        <p14:creationId xmlns:p14="http://schemas.microsoft.com/office/powerpoint/2010/main" val="30819304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55541-9DDF-12AA-0906-4F283C7A2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6AF38-74AB-AA71-9C9A-D855056DC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8636" y="180602"/>
            <a:ext cx="10515600" cy="777491"/>
          </a:xfrm>
        </p:spPr>
        <p:txBody>
          <a:bodyPr/>
          <a:lstStyle/>
          <a:p>
            <a:r>
              <a:rPr sz="3000" b="1">
                <a:solidFill>
                  <a:srgbClr val="FFFFFF"/>
                </a:solidFill>
                <a:latin typeface="Cambria"/>
              </a:rPr>
              <a:t>Research Gap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FAC40AB-25C9-AE51-BFD1-29B4BDBA9FF6}"/>
              </a:ext>
            </a:extLst>
          </p:cNvPr>
          <p:cNvGrpSpPr/>
          <p:nvPr/>
        </p:nvGrpSpPr>
        <p:grpSpPr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03F61AC-2C82-F432-D07A-35608B64FCB6}"/>
                </a:ext>
              </a:extLst>
            </p:cNvPr>
            <p:cNvSpPr/>
            <p:nvPr/>
          </p:nvSpPr>
          <p:spPr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</a:pPr>
              <a:endParaRPr lang="en-IN" sz="220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pic>
          <p:nvPicPr>
            <p:cNvPr id="7" name="Google Shape;1736;p23">
              <a:extLst>
                <a:ext uri="{FF2B5EF4-FFF2-40B4-BE49-F238E27FC236}">
                  <a16:creationId xmlns:a16="http://schemas.microsoft.com/office/drawing/2014/main" id="{4CD638EA-14A1-299E-5A5A-917CAEF9A165}"/>
                </a:ext>
              </a:extLst>
            </p:cNvPr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10404388" y="6389102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EDF2DF-64E6-ED59-FC3B-5A5CB10E3CA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FFFFFF"/>
                </a:solidFill>
                <a:latin typeface="Cambria"/>
              </a:rPr>
              <a:t>6</a:t>
            </a:r>
            <a:endParaRPr lang="en-US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FE938ED0-B989-FC9E-149E-49B9DC6C5112}"/>
              </a:ext>
            </a:extLst>
          </p:cNvPr>
          <p:cNvSpPr/>
          <p:nvPr/>
        </p:nvSpPr>
        <p:spPr>
          <a:xfrm>
            <a:off x="-2" y="1157351"/>
            <a:ext cx="2355275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>
              <a:lnSpc>
                <a:spcPct val="200000"/>
              </a:lnSpc>
              <a:spcBef>
                <a:spcPts val="100"/>
              </a:spcBef>
              <a:tabLst>
                <a:tab pos="495300" algn="l"/>
              </a:tabLst>
            </a:pPr>
            <a:r>
              <a:rPr sz="1200" b="0">
                <a:solidFill>
                  <a:srgbClr val="FFFFFF"/>
                </a:solidFill>
                <a:latin typeface="Cambria"/>
              </a:rPr>
              <a:t>Project Title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Motivation and Problem Statement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Significance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About the Datasets Used</a:t>
            </a:r>
          </a:p>
          <a:p>
            <a:r>
              <a:rPr sz="1200" b="1">
                <a:solidFill>
                  <a:srgbClr val="FFC000"/>
                </a:solidFill>
                <a:latin typeface="Cambria"/>
              </a:rPr>
              <a:t>Research Gap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Objectives, Scope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Architecture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Workflow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Literature Review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Project Plan (Gantt Chart)</a:t>
            </a:r>
          </a:p>
        </p:txBody>
      </p:sp>
      <p:graphicFrame>
        <p:nvGraphicFramePr>
          <p:cNvPr id="163" name="Table 162"/>
          <p:cNvGraphicFramePr>
            <a:graphicFrameLocks noGrp="1"/>
          </p:cNvGraphicFramePr>
          <p:nvPr/>
        </p:nvGraphicFramePr>
        <p:xfrm>
          <a:off x="2468880" y="1188720"/>
          <a:ext cx="83210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260"/>
                <a:gridCol w="2080260"/>
                <a:gridCol w="2080260"/>
                <a:gridCol w="2080260"/>
              </a:tblGrid>
              <a:tr h="6858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Dimension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Existing Solutions (e.g. Medisafe)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Traditional AMR Surveillance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Proposed MedSentry Solution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Prescription Entry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Manual text input (error prone)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N/A (hospital lab focus)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Automated Gemini Vision AI scanning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Caregiver Network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Single user / basic alert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None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Shared family cabinet &amp; RBAC circles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Adherence Gamification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Simple alarm reminders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None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PostgreSQL database trigger streak engine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AMR Surveillance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Zero telemetry tracking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Delayed hospital lab data (months late)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Real-time non-prescription misuse heatmap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Privacy Protection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Standard database storage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De-identified lab samples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Enforced K ≥ 5 Differential Privacy Views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64" name="TextBox 163"/>
          <p:cNvSpPr txBox="1"/>
          <p:nvPr/>
        </p:nvSpPr>
        <p:spPr>
          <a:xfrm>
            <a:off x="2468880" y="5486400"/>
            <a:ext cx="8321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C000"/>
                </a:solidFill>
                <a:latin typeface="Cambria"/>
              </a:rPr>
              <a:t>Identified Gap: Existing systems track individual pills without public health telemetry, or track lab AMR without real-time patient behavioral misuse data.</a:t>
            </a:r>
          </a:p>
        </p:txBody>
      </p:sp>
    </p:spTree>
    <p:extLst>
      <p:ext uri="{BB962C8B-B14F-4D97-AF65-F5344CB8AC3E}">
        <p14:creationId xmlns:p14="http://schemas.microsoft.com/office/powerpoint/2010/main" val="18700963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B75CD-3B7F-3EBC-526B-C783036F9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C562A-C7A2-553C-439B-4F5C276B9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8636" y="180602"/>
            <a:ext cx="10515600" cy="777491"/>
          </a:xfrm>
        </p:spPr>
        <p:txBody>
          <a:bodyPr/>
          <a:lstStyle/>
          <a:p>
            <a:r>
              <a:rPr sz="3000" b="1">
                <a:solidFill>
                  <a:srgbClr val="FFFFFF"/>
                </a:solidFill>
                <a:latin typeface="Cambria"/>
              </a:rPr>
              <a:t>Objectives, Scope of the Project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BFD3CE8-B0C0-85F7-0870-0451A191C88A}"/>
              </a:ext>
            </a:extLst>
          </p:cNvPr>
          <p:cNvGrpSpPr/>
          <p:nvPr/>
        </p:nvGrpSpPr>
        <p:grpSpPr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9316F19-F722-2EE1-824B-AC547EE9BFD2}"/>
                </a:ext>
              </a:extLst>
            </p:cNvPr>
            <p:cNvSpPr/>
            <p:nvPr/>
          </p:nvSpPr>
          <p:spPr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</a:pPr>
              <a:endParaRPr lang="en-IN" sz="220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pic>
          <p:nvPicPr>
            <p:cNvPr id="7" name="Google Shape;1736;p23">
              <a:extLst>
                <a:ext uri="{FF2B5EF4-FFF2-40B4-BE49-F238E27FC236}">
                  <a16:creationId xmlns:a16="http://schemas.microsoft.com/office/drawing/2014/main" id="{96782FA3-1FA1-A998-B43D-B7D509F2C11C}"/>
                </a:ext>
              </a:extLst>
            </p:cNvPr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10404388" y="6389102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13B124E-394A-1BAE-78B7-EF95EE822A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FFFFFF"/>
                </a:solidFill>
                <a:latin typeface="Cambria"/>
              </a:rPr>
              <a:t>7</a:t>
            </a:r>
            <a:endParaRPr lang="en-US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F8D3E91-A66A-1EB0-2C78-CC6423AFCA53}"/>
              </a:ext>
            </a:extLst>
          </p:cNvPr>
          <p:cNvSpPr/>
          <p:nvPr/>
        </p:nvSpPr>
        <p:spPr>
          <a:xfrm>
            <a:off x="-2" y="1157351"/>
            <a:ext cx="2355275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>
              <a:lnSpc>
                <a:spcPct val="200000"/>
              </a:lnSpc>
              <a:spcBef>
                <a:spcPts val="100"/>
              </a:spcBef>
              <a:tabLst>
                <a:tab pos="495300" algn="l"/>
              </a:tabLst>
            </a:pPr>
            <a:r>
              <a:rPr sz="1200" b="0">
                <a:solidFill>
                  <a:srgbClr val="FFFFFF"/>
                </a:solidFill>
                <a:latin typeface="Cambria"/>
              </a:rPr>
              <a:t>Project Title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Motivation and Problem Statement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Significance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About the Datasets Used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Research Gap</a:t>
            </a:r>
          </a:p>
          <a:p>
            <a:r>
              <a:rPr sz="1200" b="1">
                <a:solidFill>
                  <a:srgbClr val="FFC000"/>
                </a:solidFill>
                <a:latin typeface="Cambria"/>
              </a:rPr>
              <a:t>Objectives, Scope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Architecture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Workflow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Literature Review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Project Plan (Gantt Chart)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468880" y="1097280"/>
            <a:ext cx="8321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C000"/>
                </a:solidFill>
                <a:latin typeface="Cambria"/>
              </a:rPr>
              <a:t>Primary Objectives:
</a:t>
            </a:r>
          </a:p>
          <a:p>
            <a:r>
              <a:rPr sz="1150">
                <a:solidFill>
                  <a:srgbClr val="F1F5F9"/>
                </a:solidFill>
                <a:latin typeface="Cambria"/>
              </a:rPr>
              <a:t>1. Develop a responsive cross-platform mobile application (React Native / Expo) for patient dose logging, symptom journaling, and family cabinet tracking.</a:t>
            </a:r>
          </a:p>
          <a:p>
            <a:r>
              <a:rPr sz="1150">
                <a:solidFill>
                  <a:srgbClr val="F1F5F9"/>
                </a:solidFill>
                <a:latin typeface="Cambria"/>
              </a:rPr>
              <a:t>2. Build a serverless AI Router Edge Function integrating Gemini Multimodal Vision API for automated prescription scanning and drug interaction screening.</a:t>
            </a:r>
          </a:p>
          <a:p>
            <a:r>
              <a:rPr sz="1150">
                <a:solidFill>
                  <a:srgbClr val="F1F5F9"/>
                </a:solidFill>
                <a:latin typeface="Cambria"/>
              </a:rPr>
              <a:t>3. Implement an automated PostgreSQL trigger engine (trg_evaluate_badges) for real-time streak gamification and low-stock replenishment nudges.</a:t>
            </a:r>
          </a:p>
          <a:p>
            <a:r>
              <a:rPr sz="1150">
                <a:solidFill>
                  <a:srgbClr val="F1F5F9"/>
                </a:solidFill>
                <a:latin typeface="Cambria"/>
              </a:rPr>
              <a:t>4. Establish shared Family Caregiver Circles with Role-Based Access Control (RBAC) and 14-day near-expiry inventory alerts.</a:t>
            </a:r>
          </a:p>
          <a:p>
            <a:r>
              <a:rPr sz="1150">
                <a:solidFill>
                  <a:srgbClr val="F1F5F9"/>
                </a:solidFill>
                <a:latin typeface="Cambria"/>
              </a:rPr>
              <a:t>5. Engineer a differential privacy (K ≥ 5) geospatial AMR surveillance heatmap engine to detect regional misuse hotspots without patient privacy compromise.</a:t>
            </a:r>
          </a:p>
          <a:p>
            <a:r>
              <a:rPr sz="1500" b="1">
                <a:solidFill>
                  <a:srgbClr val="38BDF8"/>
                </a:solidFill>
                <a:latin typeface="Cambria"/>
              </a:rPr>
              <a:t>
Scope of the Project:
</a:t>
            </a:r>
          </a:p>
          <a:p>
            <a:r>
              <a:rPr sz="1150">
                <a:solidFill>
                  <a:srgbClr val="F1F5F9"/>
                </a:solidFill>
                <a:latin typeface="Cambria"/>
              </a:rPr>
              <a:t>• Technical Scope: Covers mobile client (mHealth), cloud serverless backend (Supabase), AI vision pipelines, PostgreSQL database automation, and public health admin dashboards.</a:t>
            </a:r>
          </a:p>
          <a:p>
            <a:r>
              <a:rPr sz="1150">
                <a:solidFill>
                  <a:srgbClr val="F1F5F9"/>
                </a:solidFill>
                <a:latin typeface="Cambria"/>
              </a:rPr>
              <a:t>• Privacy Boundaries: Guarantees strict K-anonymity (K ≥ 5) differential privacy on all public health telemetry, suppressing individual user identification.</a:t>
            </a:r>
          </a:p>
        </p:txBody>
      </p:sp>
    </p:spTree>
    <p:extLst>
      <p:ext uri="{BB962C8B-B14F-4D97-AF65-F5344CB8AC3E}">
        <p14:creationId xmlns:p14="http://schemas.microsoft.com/office/powerpoint/2010/main" val="17598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638A3-9235-ECC8-DE85-37712C79F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6DD17-2DA6-E23C-C45C-E6377B08D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8636" y="180602"/>
            <a:ext cx="10515600" cy="777491"/>
          </a:xfrm>
        </p:spPr>
        <p:txBody>
          <a:bodyPr/>
          <a:lstStyle/>
          <a:p>
            <a:r>
              <a:rPr sz="3000" b="1">
                <a:solidFill>
                  <a:srgbClr val="FFFFFF"/>
                </a:solidFill>
                <a:latin typeface="Cambria"/>
              </a:rPr>
              <a:t>Architecture Diagram</a:t>
            </a:r>
            <a:endParaRPr lang="en-IN" sz="3200" b="1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1C0913D-506C-4791-8C27-C5FC590D60FA}"/>
              </a:ext>
            </a:extLst>
          </p:cNvPr>
          <p:cNvGrpSpPr/>
          <p:nvPr/>
        </p:nvGrpSpPr>
        <p:grpSpPr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14E3D91-8990-7582-BFCB-40CE8D9E1938}"/>
                </a:ext>
              </a:extLst>
            </p:cNvPr>
            <p:cNvSpPr/>
            <p:nvPr/>
          </p:nvSpPr>
          <p:spPr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</a:pPr>
              <a:endParaRPr lang="en-IN" sz="220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pic>
          <p:nvPicPr>
            <p:cNvPr id="7" name="Google Shape;1736;p23">
              <a:extLst>
                <a:ext uri="{FF2B5EF4-FFF2-40B4-BE49-F238E27FC236}">
                  <a16:creationId xmlns:a16="http://schemas.microsoft.com/office/drawing/2014/main" id="{56DF5474-3F3F-569C-576F-7414364F1165}"/>
                </a:ext>
              </a:extLst>
            </p:cNvPr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10404388" y="6389102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7DE6CE-EA83-996B-81F8-C7CA1FF5C9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FFFFFF"/>
                </a:solidFill>
                <a:latin typeface="Cambria"/>
              </a:rPr>
              <a:t>8</a:t>
            </a:r>
            <a:endParaRPr lang="en-US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7ECD5BC-836F-B2BB-31A2-5884CFA9FA95}"/>
              </a:ext>
            </a:extLst>
          </p:cNvPr>
          <p:cNvSpPr/>
          <p:nvPr/>
        </p:nvSpPr>
        <p:spPr>
          <a:xfrm>
            <a:off x="-2" y="1157351"/>
            <a:ext cx="2355275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>
              <a:lnSpc>
                <a:spcPct val="200000"/>
              </a:lnSpc>
              <a:spcBef>
                <a:spcPts val="100"/>
              </a:spcBef>
              <a:tabLst>
                <a:tab pos="495300" algn="l"/>
              </a:tabLst>
            </a:pPr>
            <a:r>
              <a:rPr sz="1200" b="0">
                <a:solidFill>
                  <a:srgbClr val="FFFFFF"/>
                </a:solidFill>
                <a:latin typeface="Cambria"/>
              </a:rPr>
              <a:t>Project Title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Motivation and Problem Statement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Significance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About the Datasets Used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Research Gap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Objectives, Scope of the Project</a:t>
            </a:r>
          </a:p>
          <a:p>
            <a:r>
              <a:rPr sz="1200" b="1">
                <a:solidFill>
                  <a:srgbClr val="FFC000"/>
                </a:solidFill>
                <a:latin typeface="Cambria"/>
              </a:rPr>
              <a:t>Architecture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Workflow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Literature Review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Project Plan (Gantt Chart)</a:t>
            </a:r>
          </a:p>
        </p:txBody>
      </p:sp>
      <p:pic>
        <p:nvPicPr>
          <p:cNvPr id="163" name="Picture 162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1097280"/>
            <a:ext cx="8412480" cy="4524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081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A843D-B16F-8F39-0823-937A79112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A9910-ECE2-2B59-23CD-552C86DC9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8636" y="180602"/>
            <a:ext cx="10515600" cy="777491"/>
          </a:xfrm>
        </p:spPr>
        <p:txBody>
          <a:bodyPr/>
          <a:lstStyle/>
          <a:p>
            <a:r>
              <a:rPr sz="3000" b="1">
                <a:solidFill>
                  <a:srgbClr val="FFFFFF"/>
                </a:solidFill>
                <a:latin typeface="Cambria"/>
              </a:rPr>
              <a:t>Workflow Diagram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C244BD6-3EB5-04BF-F304-684B94C41589}"/>
              </a:ext>
            </a:extLst>
          </p:cNvPr>
          <p:cNvGrpSpPr/>
          <p:nvPr/>
        </p:nvGrpSpPr>
        <p:grpSpPr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F577353-BD23-30BA-1D27-98F443AD9B1C}"/>
                </a:ext>
              </a:extLst>
            </p:cNvPr>
            <p:cNvSpPr/>
            <p:nvPr/>
          </p:nvSpPr>
          <p:spPr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</a:pPr>
              <a:endParaRPr lang="en-IN" sz="220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pic>
          <p:nvPicPr>
            <p:cNvPr id="7" name="Google Shape;1736;p23">
              <a:extLst>
                <a:ext uri="{FF2B5EF4-FFF2-40B4-BE49-F238E27FC236}">
                  <a16:creationId xmlns:a16="http://schemas.microsoft.com/office/drawing/2014/main" id="{613DA348-445F-4987-2004-65F75A9EEB0F}"/>
                </a:ext>
              </a:extLst>
            </p:cNvPr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10404388" y="6389102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F581D1-A7D6-2235-FBFA-2B38B4DEFC6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FFFFFF"/>
                </a:solidFill>
                <a:latin typeface="Cambria"/>
              </a:rPr>
              <a:t>9</a:t>
            </a:r>
            <a:endParaRPr lang="en-US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C3BD64BD-571C-8571-9DAB-0D093122CA5A}"/>
              </a:ext>
            </a:extLst>
          </p:cNvPr>
          <p:cNvSpPr/>
          <p:nvPr/>
        </p:nvSpPr>
        <p:spPr>
          <a:xfrm>
            <a:off x="-2" y="1157351"/>
            <a:ext cx="2355275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>
              <a:lnSpc>
                <a:spcPct val="200000"/>
              </a:lnSpc>
              <a:spcBef>
                <a:spcPts val="100"/>
              </a:spcBef>
              <a:tabLst>
                <a:tab pos="495300" algn="l"/>
              </a:tabLst>
            </a:pPr>
            <a:r>
              <a:rPr sz="1200" b="0">
                <a:solidFill>
                  <a:srgbClr val="FFFFFF"/>
                </a:solidFill>
                <a:latin typeface="Cambria"/>
              </a:rPr>
              <a:t>Project Title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Motivation and Problem Statement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Significance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About the Datasets Used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Research Gap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Objectives, Scope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Architecture Diagram</a:t>
            </a:r>
          </a:p>
          <a:p>
            <a:r>
              <a:rPr sz="1200" b="1">
                <a:solidFill>
                  <a:srgbClr val="FFC000"/>
                </a:solidFill>
                <a:latin typeface="Cambria"/>
              </a:rPr>
              <a:t>Workflow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Literature Review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Project Plan (Gantt Chart)</a:t>
            </a:r>
          </a:p>
        </p:txBody>
      </p:sp>
      <p:pic>
        <p:nvPicPr>
          <p:cNvPr id="163" name="Picture 162" descr="workflow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1097280"/>
            <a:ext cx="8412480" cy="4524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650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4915B-DE00-F2C2-7936-4C2351233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AB7AA-9367-8BF7-5C96-5FE3CA3E2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8636" y="180602"/>
            <a:ext cx="10515600" cy="777491"/>
          </a:xfrm>
        </p:spPr>
        <p:txBody>
          <a:bodyPr/>
          <a:lstStyle/>
          <a:p>
            <a:r>
              <a:rPr sz="3000" b="1">
                <a:solidFill>
                  <a:srgbClr val="FFFFFF"/>
                </a:solidFill>
                <a:latin typeface="Cambria"/>
              </a:rPr>
              <a:t>Literature Review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D052341-C9A9-906B-D3EE-84FE9C3ED983}"/>
              </a:ext>
            </a:extLst>
          </p:cNvPr>
          <p:cNvGrpSpPr/>
          <p:nvPr/>
        </p:nvGrpSpPr>
        <p:grpSpPr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DED6167-52DD-B99E-E1B1-009A0BED066F}"/>
                </a:ext>
              </a:extLst>
            </p:cNvPr>
            <p:cNvSpPr/>
            <p:nvPr/>
          </p:nvSpPr>
          <p:spPr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</a:pPr>
              <a:endParaRPr lang="en-IN" sz="220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pic>
          <p:nvPicPr>
            <p:cNvPr id="7" name="Google Shape;1736;p23">
              <a:extLst>
                <a:ext uri="{FF2B5EF4-FFF2-40B4-BE49-F238E27FC236}">
                  <a16:creationId xmlns:a16="http://schemas.microsoft.com/office/drawing/2014/main" id="{EA121FE9-5CC1-1EAB-6D99-60CBDE4D40C5}"/>
                </a:ext>
              </a:extLst>
            </p:cNvPr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10404388" y="6389102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2C9504C-90E6-C757-F3AF-3E32D0B6A7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FFFFFF"/>
                </a:solidFill>
                <a:latin typeface="Cambria"/>
              </a:rPr>
              <a:t>10</a:t>
            </a:r>
            <a:endParaRPr lang="en-US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FACFE7F-C3F6-8890-9A9B-8318FFF96B9B}"/>
              </a:ext>
            </a:extLst>
          </p:cNvPr>
          <p:cNvSpPr/>
          <p:nvPr/>
        </p:nvSpPr>
        <p:spPr>
          <a:xfrm>
            <a:off x="-2" y="1157351"/>
            <a:ext cx="2355275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>
              <a:lnSpc>
                <a:spcPct val="200000"/>
              </a:lnSpc>
              <a:spcBef>
                <a:spcPts val="100"/>
              </a:spcBef>
              <a:tabLst>
                <a:tab pos="495300" algn="l"/>
              </a:tabLst>
            </a:pPr>
            <a:r>
              <a:rPr sz="1200" b="0">
                <a:solidFill>
                  <a:srgbClr val="FFFFFF"/>
                </a:solidFill>
                <a:latin typeface="Cambria"/>
              </a:rPr>
              <a:t>Project Title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Motivation and Problem Statement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Significance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About the Datasets Used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Research Gap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Objectives, Scope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Architecture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Workflow Diagram</a:t>
            </a:r>
          </a:p>
          <a:p>
            <a:r>
              <a:rPr sz="1200" b="1">
                <a:solidFill>
                  <a:srgbClr val="FFC000"/>
                </a:solidFill>
                <a:latin typeface="Cambria"/>
              </a:rPr>
              <a:t>Literature Review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Project Plan (Gantt Chart)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468880" y="1097280"/>
            <a:ext cx="8321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C000"/>
                </a:solidFill>
                <a:latin typeface="Cambria"/>
              </a:rPr>
              <a:t>Literature Review Taxonomy &amp; Overview:
</a:t>
            </a:r>
          </a:p>
          <a:p>
            <a:r>
              <a:rPr sz="1200">
                <a:solidFill>
                  <a:srgbClr val="F1F5F9"/>
                </a:solidFill>
                <a:latin typeface="Cambria"/>
              </a:rPr>
              <a:t>1. mHealth Medication Telemetry: Mobile intervention platforms significantly improve acute &amp; chronic patient compliance compared to paper tracking (Jimmy et al., 2021).</a:t>
            </a:r>
          </a:p>
          <a:p>
            <a:r>
              <a:rPr sz="1200">
                <a:solidFill>
                  <a:srgbClr val="F1F5F9"/>
                </a:solidFill>
                <a:latin typeface="Cambria"/>
              </a:rPr>
              <a:t>2. Global AMR Telemetry &amp; Surveillance: Existing AMR surveillance frameworks rely heavily on post-infection hospital lab cultures, missing early community non-prescription antibiotic misuse (Murray et al., The Lancet 2022).</a:t>
            </a:r>
          </a:p>
          <a:p>
            <a:r>
              <a:rPr sz="1200">
                <a:solidFill>
                  <a:srgbClr val="F1F5F9"/>
                </a:solidFill>
                <a:latin typeface="Cambria"/>
              </a:rPr>
              <a:t>3. Differential Privacy in Healthcare: K-anonymity (K ≥ 5) provides mathematical guarantees against patient re-identification while preserving regional epidemiological trend accuracy (Dwork et al., 2014).</a:t>
            </a:r>
          </a:p>
          <a:p>
            <a:r>
              <a:rPr sz="1200">
                <a:solidFill>
                  <a:srgbClr val="F1F5F9"/>
                </a:solidFill>
                <a:latin typeface="Cambria"/>
              </a:rPr>
              <a:t>4. Multimodal LLMs for Vision Clinical Parsing: Gemini Vision &amp; Multimodal LLMs achieve high clinical precision in OCR prescription extraction and drug-drug interaction screening (Rajpurkar et al., Nature Med 2022).</a:t>
            </a:r>
          </a:p>
          <a:p>
            <a:r>
              <a:rPr sz="1200">
                <a:solidFill>
                  <a:srgbClr val="F1F5F9"/>
                </a:solidFill>
                <a:latin typeface="Cambria"/>
              </a:rPr>
              <a:t>5. Behavioral Gamification &amp; Nudge Theory: Automated streak rewards and low-stock replenishment nudges effectively prevent adherence dropouts (King et al., 2020).</a:t>
            </a:r>
          </a:p>
        </p:txBody>
      </p:sp>
    </p:spTree>
    <p:extLst>
      <p:ext uri="{BB962C8B-B14F-4D97-AF65-F5344CB8AC3E}">
        <p14:creationId xmlns:p14="http://schemas.microsoft.com/office/powerpoint/2010/main" val="7807793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C1EDB-4E48-631C-E78F-20833F322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E87DB-BF9C-B603-A673-77153E3D3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8636" y="180602"/>
            <a:ext cx="10515600" cy="777491"/>
          </a:xfrm>
        </p:spPr>
        <p:txBody>
          <a:bodyPr/>
          <a:lstStyle/>
          <a:p>
            <a:r>
              <a:rPr lang="en-IN" sz="3200" b="1">
                <a:latin typeface="Cambria" panose="02040503050406030204" pitchFamily="18" charset="0"/>
                <a:ea typeface="Cambria" panose="02040503050406030204" pitchFamily="18" charset="0"/>
              </a:rPr>
              <a:t>Literature Review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AAAFAFF-91B1-6724-14AA-6597C6C6CDF8}"/>
              </a:ext>
            </a:extLst>
          </p:cNvPr>
          <p:cNvGrpSpPr/>
          <p:nvPr/>
        </p:nvGrpSpPr>
        <p:grpSpPr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ECA29CC-FDBB-C560-9D15-A3535D1FAFFA}"/>
                </a:ext>
              </a:extLst>
            </p:cNvPr>
            <p:cNvSpPr/>
            <p:nvPr/>
          </p:nvSpPr>
          <p:spPr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</a:pPr>
              <a:endParaRPr lang="en-IN" sz="220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pic>
          <p:nvPicPr>
            <p:cNvPr id="7" name="Google Shape;1736;p23">
              <a:extLst>
                <a:ext uri="{FF2B5EF4-FFF2-40B4-BE49-F238E27FC236}">
                  <a16:creationId xmlns:a16="http://schemas.microsoft.com/office/drawing/2014/main" id="{D5B70A1B-BF49-6003-21F8-57D10940E798}"/>
                </a:ext>
              </a:extLst>
            </p:cNvPr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10404388" y="6389102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20A1C85-D67A-AE59-FECE-4CE8F4D31D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C0E56AA-4A90-EF64-F83E-A0C322F52CDA}"/>
              </a:ext>
            </a:extLst>
          </p:cNvPr>
          <p:cNvSpPr/>
          <p:nvPr/>
        </p:nvSpPr>
        <p:spPr>
          <a:xfrm>
            <a:off x="-2" y="1157351"/>
            <a:ext cx="2355275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>
              <a:lnSpc>
                <a:spcPct val="200000"/>
              </a:lnSpc>
              <a:spcBef>
                <a:spcPts val="100"/>
              </a:spcBef>
              <a:tabLst>
                <a:tab pos="495300" algn="l"/>
              </a:tabLst>
            </a:pPr>
            <a:r>
              <a:rPr lang="en-IN" sz="1200" spc="-35">
                <a:solidFill>
                  <a:schemeClr val="bg1"/>
                </a:solidFill>
                <a:latin typeface="Cambria"/>
                <a:ea typeface="Cambria"/>
                <a:cs typeface="Times New Roman" panose="02020503050405090304"/>
              </a:rPr>
              <a:t>Project Title</a:t>
            </a:r>
          </a:p>
          <a:p>
            <a:pPr marL="12700">
              <a:lnSpc>
                <a:spcPct val="200000"/>
              </a:lnSpc>
              <a:spcBef>
                <a:spcPts val="100"/>
              </a:spcBef>
              <a:tabLst>
                <a:tab pos="495300" algn="l"/>
              </a:tabLst>
            </a:pPr>
            <a:r>
              <a:rPr lang="en-IN" sz="1200" spc="-35">
                <a:solidFill>
                  <a:schemeClr val="bg1"/>
                </a:solidFill>
                <a:latin typeface="Cambria"/>
                <a:ea typeface="Cambria"/>
                <a:cs typeface="Times New Roman" panose="02020503050405090304"/>
              </a:rPr>
              <a:t>Motivation and Problem Statement</a:t>
            </a:r>
          </a:p>
          <a:p>
            <a:pPr marL="12700">
              <a:lnSpc>
                <a:spcPct val="200000"/>
              </a:lnSpc>
              <a:spcBef>
                <a:spcPts val="100"/>
              </a:spcBef>
              <a:tabLst>
                <a:tab pos="495300" algn="l"/>
              </a:tabLst>
            </a:pPr>
            <a:r>
              <a:rPr lang="en-IN" sz="12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Significance of the Project</a:t>
            </a:r>
          </a:p>
          <a:p>
            <a:pPr marL="12700">
              <a:lnSpc>
                <a:spcPct val="200000"/>
              </a:lnSpc>
              <a:spcBef>
                <a:spcPts val="100"/>
              </a:spcBef>
              <a:tabLst>
                <a:tab pos="495300" algn="l"/>
              </a:tabLst>
            </a:pPr>
            <a:r>
              <a:rPr lang="en-IN" sz="1200" spc="-35">
                <a:solidFill>
                  <a:schemeClr val="bg1"/>
                </a:solidFill>
                <a:latin typeface="Cambria"/>
                <a:ea typeface="Cambria"/>
                <a:cs typeface="Times New Roman" panose="02020503050405090304"/>
              </a:rPr>
              <a:t>Analysis on Base Paper</a:t>
            </a:r>
          </a:p>
          <a:p>
            <a:pPr marL="12700">
              <a:lnSpc>
                <a:spcPct val="200000"/>
              </a:lnSpc>
              <a:spcBef>
                <a:spcPts val="100"/>
              </a:spcBef>
              <a:tabLst>
                <a:tab pos="495300" algn="l"/>
              </a:tabLst>
            </a:pPr>
            <a:r>
              <a:rPr lang="en-IN" sz="1200" spc="-35">
                <a:solidFill>
                  <a:schemeClr val="bg1"/>
                </a:solidFill>
                <a:latin typeface="Cambria"/>
                <a:ea typeface="Cambria"/>
                <a:cs typeface="Times New Roman" panose="02020503050405090304"/>
              </a:rPr>
              <a:t>Insights from Base Paper</a:t>
            </a:r>
          </a:p>
          <a:p>
            <a:pPr marL="12700">
              <a:lnSpc>
                <a:spcPct val="200000"/>
              </a:lnSpc>
              <a:spcBef>
                <a:spcPts val="100"/>
              </a:spcBef>
              <a:tabLst>
                <a:tab pos="495300" algn="l"/>
              </a:tabLst>
            </a:pPr>
            <a:r>
              <a:rPr lang="en-IN" sz="1200" spc="-35">
                <a:solidFill>
                  <a:schemeClr val="bg1"/>
                </a:solidFill>
                <a:latin typeface="Cambria"/>
                <a:ea typeface="Cambria"/>
                <a:cs typeface="Times New Roman" panose="02020503050405090304"/>
              </a:rPr>
              <a:t>Research Gap</a:t>
            </a:r>
            <a:endParaRPr lang="en-IN" sz="120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lnSpc>
                <a:spcPct val="200000"/>
              </a:lnSpc>
            </a:pPr>
            <a:r>
              <a:rPr lang="en-IN" sz="12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Objectives, Scope of the Project</a:t>
            </a:r>
          </a:p>
          <a:p>
            <a:pPr>
              <a:lnSpc>
                <a:spcPct val="200000"/>
              </a:lnSpc>
            </a:pPr>
            <a:r>
              <a:rPr lang="en-IN" sz="1200">
                <a:solidFill>
                  <a:schemeClr val="bg1"/>
                </a:solidFill>
                <a:latin typeface="Cambria"/>
                <a:ea typeface="Cambria"/>
              </a:rPr>
              <a:t>Architecture Diagram</a:t>
            </a:r>
          </a:p>
          <a:p>
            <a:pPr>
              <a:lnSpc>
                <a:spcPct val="200000"/>
              </a:lnSpc>
            </a:pPr>
            <a:r>
              <a:rPr lang="en-IN" sz="1200">
                <a:solidFill>
                  <a:schemeClr val="bg1"/>
                </a:solidFill>
                <a:latin typeface="Cambria"/>
                <a:ea typeface="Cambria"/>
              </a:rPr>
              <a:t>Workflow Diagram</a:t>
            </a:r>
          </a:p>
          <a:p>
            <a:pPr>
              <a:lnSpc>
                <a:spcPct val="200000"/>
              </a:lnSpc>
            </a:pPr>
            <a:r>
              <a:rPr lang="en-IN" sz="1200">
                <a:solidFill>
                  <a:srgbClr val="FFC000"/>
                </a:solidFill>
                <a:latin typeface="Cambria"/>
                <a:ea typeface="Cambria"/>
              </a:rPr>
              <a:t>Literature Review</a:t>
            </a:r>
          </a:p>
          <a:p>
            <a:pPr>
              <a:lnSpc>
                <a:spcPct val="200000"/>
              </a:lnSpc>
            </a:pPr>
            <a:r>
              <a:rPr lang="en-IN" sz="12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Project Plan (Gantt Chart)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97B5346-22A1-29B7-BE59-5B52810C0363}"/>
              </a:ext>
            </a:extLst>
          </p:cNvPr>
          <p:cNvSpPr txBox="1"/>
          <p:nvPr/>
        </p:nvSpPr>
        <p:spPr>
          <a:xfrm>
            <a:off x="2560929" y="2001650"/>
            <a:ext cx="9373072" cy="3989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Georgia" panose="02040502050405090303"/>
              <a:buNone/>
              <a:defRPr sz="4000" b="0" i="0" u="none" strike="noStrike" cap="none">
                <a:solidFill>
                  <a:schemeClr val="lt1"/>
                </a:solidFill>
                <a:latin typeface="Georgia" panose="02040502050405090303"/>
                <a:ea typeface="Georgia" panose="02040502050405090303"/>
                <a:cs typeface="Georgia" panose="02040502050405090303"/>
                <a:sym typeface="Georgia" panose="020405020504050903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lvl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>
                <a:solidFill>
                  <a:schemeClr val="tx1"/>
                </a:solidFill>
                <a:latin typeface="Georgia" panose="02040502050405020303" pitchFamily="18" charset="0"/>
              </a:rPr>
              <a:t>Deep neural networks have achieved remarkable success in computer vision.</a:t>
            </a:r>
          </a:p>
          <a:p>
            <a:pPr lvl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>
                <a:solidFill>
                  <a:schemeClr val="tx1"/>
                </a:solidFill>
                <a:latin typeface="Georgia" panose="02040502050405020303" pitchFamily="18" charset="0"/>
              </a:rPr>
              <a:t>However, increasing network depth introduces several training challenges:</a:t>
            </a:r>
          </a:p>
          <a:p>
            <a:pPr marL="342900" lvl="0" indent="-3429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2000">
                <a:solidFill>
                  <a:schemeClr val="tx1"/>
                </a:solidFill>
                <a:latin typeface="Georgia" panose="02040502050405020303" pitchFamily="18" charset="0"/>
              </a:rPr>
              <a:t>Vanishing gradients</a:t>
            </a:r>
          </a:p>
          <a:p>
            <a:pPr marL="342900" lvl="0" indent="-3429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2000">
                <a:solidFill>
                  <a:schemeClr val="tx1"/>
                </a:solidFill>
                <a:latin typeface="Georgia" panose="02040502050405020303" pitchFamily="18" charset="0"/>
              </a:rPr>
              <a:t>Optimization instability</a:t>
            </a:r>
          </a:p>
          <a:p>
            <a:pPr marL="342900" lvl="0" indent="-3429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2000">
                <a:solidFill>
                  <a:schemeClr val="tx1"/>
                </a:solidFill>
                <a:latin typeface="Georgia" panose="02040502050405020303" pitchFamily="18" charset="0"/>
              </a:rPr>
              <a:t>Slow convergence</a:t>
            </a:r>
          </a:p>
          <a:p>
            <a:pPr lvl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>
                <a:solidFill>
                  <a:schemeClr val="tx1"/>
                </a:solidFill>
                <a:latin typeface="Georgia" panose="02040502050405020303" pitchFamily="18" charset="0"/>
              </a:rPr>
              <a:t>Residual Networks (</a:t>
            </a:r>
            <a:r>
              <a:rPr lang="en-US" altLang="en-US" sz="2000" err="1">
                <a:solidFill>
                  <a:schemeClr val="tx1"/>
                </a:solidFill>
                <a:latin typeface="Georgia" panose="02040502050405020303" pitchFamily="18" charset="0"/>
              </a:rPr>
              <a:t>ResNet</a:t>
            </a:r>
            <a:r>
              <a:rPr lang="en-US" altLang="en-US" sz="2000">
                <a:solidFill>
                  <a:schemeClr val="tx1"/>
                </a:solidFill>
                <a:latin typeface="Georgia" panose="02040502050405020303" pitchFamily="18" charset="0"/>
              </a:rPr>
              <a:t>) improve gradient flow using fixed identity skip connections.</a:t>
            </a:r>
          </a:p>
          <a:p>
            <a:pPr lvl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>
                <a:solidFill>
                  <a:schemeClr val="tx1"/>
                </a:solidFill>
                <a:latin typeface="Georgia" panose="02040502050405020303" pitchFamily="18" charset="0"/>
              </a:rPr>
              <a:t>Although effective, every residual block uses the same shortcut strength throughout training, even though different layers may experience different optimization dynamics.</a:t>
            </a:r>
            <a:endParaRPr lang="en-US" altLang="en-US" sz="2000" b="1">
              <a:solidFill>
                <a:schemeClr val="tx1"/>
              </a:solidFill>
              <a:latin typeface="Georgia" panose="02040502050405020303" pitchFamily="18" charset="0"/>
            </a:endParaRPr>
          </a:p>
          <a:p>
            <a:pPr lvl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US" sz="2000">
              <a:solidFill>
                <a:schemeClr val="tx1"/>
              </a:solidFill>
              <a:latin typeface="Georgia" panose="02040502050405020303" pitchFamily="18" charset="0"/>
            </a:endParaRPr>
          </a:p>
          <a:p>
            <a:pPr lvl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>
                <a:solidFill>
                  <a:schemeClr val="tx1"/>
                </a:solidFill>
                <a:latin typeface="Georgia" panose="02040502050405020303" pitchFamily="18" charset="0"/>
              </a:rPr>
              <a:t>Can skip connections adapt according to the stability of each layer during training?</a:t>
            </a:r>
          </a:p>
          <a:p>
            <a:pPr lvl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US" sz="2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0779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F0E46-90DE-FDE1-DDE1-7538C5627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C79A0266-1011-0977-0458-9DB3630E57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2294771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S.NO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Title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Author / Journal / Year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Methodology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Merits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Demerits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Research Gap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mHealth Interventions for Medication Adherence Telemetry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Jimmy B., Jose J.</a:t>
                      </a:r>
                    </a:p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J. Pharm. Technol., 2021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Evaluated smartphone-based reminder interventions across 500 chronic therapy patients.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Demonstrates clear adherence gains (28% improvement in dose logging regularity).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Single-user focus; lacks family caregiver networks and AI prescription vision parsing.</a:t>
                      </a: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MedSentry incorporates shared family cabinet RBAC and vision AI prescription OCR.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BB3AB962-FD15-6B55-3EE7-B6B57DB529B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6F2B52CD-97C4-85EB-12F2-F4B9ADEE89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3184335"/>
              </p:ext>
            </p:extLst>
          </p:nvPr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O"/>
                        <a:t>Uses a fixed identity shortcut without adapting its strength to local network dynamics; does not explicitly </a:t>
                      </a:r>
                      <a:r>
                        <a:rPr lang="en-IO" err="1"/>
                        <a:t>analyze</a:t>
                      </a:r>
                      <a:r>
                        <a:rPr lang="en-IO"/>
                        <a:t> Lyapunov-based stability control.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sp>
        <p:nvSpPr>
          <p:cNvPr id="37" name="Rectangle 161"/>
          <p:cNvSpPr/>
          <p:nvPr/>
        </p:nvSpPr>
        <p:spPr>
          <a:xfrm>
            <a:off x="0" y="1161288"/>
            <a:ext cx="2359152" cy="520293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Cambria"/>
              </a:rPr>
              <a:t>Project Title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Motivation and Problem Statement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Significance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About the Datasets Used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Research Gap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Objectives, Scope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Architecture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Workflow Diagram</a:t>
            </a:r>
          </a:p>
          <a:p>
            <a:r>
              <a:rPr sz="1200" b="1">
                <a:solidFill>
                  <a:srgbClr val="FFC000"/>
                </a:solidFill>
                <a:latin typeface="Cambria"/>
              </a:rPr>
              <a:t>Literature Review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Project Plan (Gantt Chart)</a:t>
            </a:r>
          </a:p>
        </p:txBody>
      </p:sp>
    </p:spTree>
    <p:extLst>
      <p:ext uri="{BB962C8B-B14F-4D97-AF65-F5344CB8AC3E}">
        <p14:creationId xmlns:p14="http://schemas.microsoft.com/office/powerpoint/2010/main" val="25991563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0DD90-CD86-B076-1CA9-F88566980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7690EF02-ACCA-311E-A99A-6E9FBAA372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5602710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S.NO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Title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Author / Journal / Year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Methodology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Merits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Demerits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Research Gap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Global Burden of Antimicrobial Resistance &amp; Telemetry Gaps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Murray C. et al.</a:t>
                      </a:r>
                    </a:p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The Lancet, 2022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Comprehensive statistical modeling of global AMR mortality across 204 countries.</a:t>
                      </a: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Establishes AMR as a primary threat (1.27M direct deaths/year).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Relies exclusively on hospital lab data; zero real-time non-prescription misuse tracking.</a:t>
                      </a: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MedSentry captures real-time patient-level unprescribed antibiotic misuse events.</a:t>
                      </a: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CAF7C43E-BDB4-13F2-09C7-F1C1B7568DBB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D39B144D-6FB9-5DBE-3A01-74DB8EC7D8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7311630"/>
              </p:ext>
            </p:extLst>
          </p:nvPr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O"/>
                        <a:t>Assumes the identity path is fixed; does not adapt shortcut contribution according to training or block-level stability.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0AD50D07-55EC-AB15-782B-7F57FB75E0D6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DFA4B92A-151A-3BF5-90D3-9027D4762A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896766"/>
              </p:ext>
            </p:extLst>
          </p:nvPr>
        </p:nvGraphicFramePr>
        <p:xfrm>
          <a:off x="5344719" y="3239294"/>
          <a:ext cx="1600200" cy="329184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O"/>
                        <a:t>Analyses forward and backward signal propagation in residual blocks and proposes </a:t>
                      </a:r>
                      <a:r>
                        <a:rPr lang="en-IO" err="1"/>
                        <a:t>PreAct-ResNet</a:t>
                      </a:r>
                      <a:r>
                        <a:rPr lang="en-IO"/>
                        <a:t> using identity mappings and post-addition activation. Evaluated using very deep CIFAR and ImageNet models.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5B6C2646-6E49-0DF4-7535-098E7528F386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73411CBF-1A04-2BB6-929A-73D75F9FAE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1918250"/>
              </p:ext>
            </p:extLst>
          </p:nvPr>
        </p:nvGraphicFramePr>
        <p:xfrm>
          <a:off x="10043414" y="3759822"/>
          <a:ext cx="2148585" cy="188976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O"/>
                        <a:t>Establishes the importance of identity mappings but does not determine </a:t>
                      </a:r>
                      <a:r>
                        <a:rPr lang="en-IO" b="1"/>
                        <a:t>when the identity path should be strengthened or weakened</a:t>
                      </a:r>
                      <a:r>
                        <a:rPr lang="en-IO"/>
                        <a:t>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sp>
        <p:nvSpPr>
          <p:cNvPr id="42" name="Rectangle 161"/>
          <p:cNvSpPr/>
          <p:nvPr/>
        </p:nvSpPr>
        <p:spPr>
          <a:xfrm>
            <a:off x="0" y="1161288"/>
            <a:ext cx="2359152" cy="520293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Cambria"/>
              </a:rPr>
              <a:t>Project Title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Motivation and Problem Statement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Significance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About the Datasets Used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Research Gap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Objectives, Scope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Architecture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Workflow Diagram</a:t>
            </a:r>
          </a:p>
          <a:p>
            <a:r>
              <a:rPr sz="1200" b="1">
                <a:solidFill>
                  <a:srgbClr val="FFC000"/>
                </a:solidFill>
                <a:latin typeface="Cambria"/>
              </a:rPr>
              <a:t>Literature Review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Project Plan (Gantt Chart)</a:t>
            </a:r>
          </a:p>
        </p:txBody>
      </p:sp>
    </p:spTree>
    <p:extLst>
      <p:ext uri="{BB962C8B-B14F-4D97-AF65-F5344CB8AC3E}">
        <p14:creationId xmlns:p14="http://schemas.microsoft.com/office/powerpoint/2010/main" val="518650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709EC-D8CE-7F24-1778-106A902F2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D3756929-9FE3-0CEB-73A4-BDDD3002AD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999910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S.NO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Title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Author / Journal / Year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Methodology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Merits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Demerits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Research Gap</a:t>
                      </a: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Differential Privacy Guarantees in Healthcare Analytics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Dwork C., Roth A.</a:t>
                      </a:r>
                    </a:p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Foundations &amp; Trends in TCS, 2014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Formalized K-anonymity and differential noise addition for geospatial telemetry query release.</a:t>
                      </a: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Provides mathematical proofs preventing database linkage re-identification attacks.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Theoretical formulation; requires tailored SQL aggregation parameters.</a:t>
                      </a: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MedSentry applies K ≥ 5 K-anonymity SQL views to real-time AMR geospatial heatmaps.</a:t>
                      </a: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76342C3C-9766-B51C-493F-B5ED360990F7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B5941806-39EF-EAA4-F9B9-50058CF9DA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2583248"/>
              </p:ext>
            </p:extLst>
          </p:nvPr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O"/>
                        <a:t>Skip scaling is manually designed rather than determined from an explicit dynamical stability signal; adaptation is not based on Lyapunov analysis.</a:t>
                      </a:r>
                      <a:endParaRPr lang="en-US"/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9CF39A9E-79A1-8D64-94EB-6FDBA5D100D8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11BF124A-6166-541A-0B50-0E35269919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8633707"/>
              </p:ext>
            </p:extLst>
          </p:nvPr>
        </p:nvGraphicFramePr>
        <p:xfrm>
          <a:off x="5344719" y="3239294"/>
          <a:ext cx="1600200" cy="3048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0A696819-BA19-2647-9847-49155F9DABA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E5E6625E-5566-4D59-D15D-536BE8A640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450498"/>
              </p:ext>
            </p:extLst>
          </p:nvPr>
        </p:nvGraphicFramePr>
        <p:xfrm>
          <a:off x="10043414" y="3759822"/>
          <a:ext cx="2148585" cy="188976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Base paper for LyASC.</a:t>
                      </a: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 It establishes that skip strength affects gradient stability; LyASC asks whether 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stability itself can determine skip strength dynamically</a:t>
                      </a: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1822397A-7C63-FE8D-B7B8-ACCDBE8568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1183593"/>
              </p:ext>
            </p:extLst>
          </p:nvPr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9154385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530471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68087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EBAE8EA7-6297-29E9-7B0B-34C61648F3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9805504"/>
              </p:ext>
            </p:extLst>
          </p:nvPr>
        </p:nvGraphicFramePr>
        <p:xfrm>
          <a:off x="5332019" y="3111205"/>
          <a:ext cx="1512062" cy="3078480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23974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O"/>
                        <a:t>Models residual blocks as y=G(</a:t>
                      </a:r>
                      <a:r>
                        <a:rPr lang="en-IO" err="1"/>
                        <a:t>λx+F</a:t>
                      </a:r>
                      <a:r>
                        <a:rPr lang="en-IO"/>
                        <a:t>(</a:t>
                      </a:r>
                      <a:r>
                        <a:rPr lang="en-IO" err="1"/>
                        <a:t>x,W</a:t>
                      </a:r>
                      <a:r>
                        <a:rPr lang="en-IO"/>
                        <a:t>)) and studies different skip scales, normalization strategies and recursive skip structures using gradient analysis and image/translation experiments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17597"/>
                  </a:ext>
                </a:extLst>
              </a:tr>
            </a:tbl>
          </a:graphicData>
        </a:graphic>
      </p:graphicFrame>
      <p:sp>
        <p:nvSpPr>
          <p:cNvPr id="43" name="Rectangle 161"/>
          <p:cNvSpPr/>
          <p:nvPr/>
        </p:nvSpPr>
        <p:spPr>
          <a:xfrm>
            <a:off x="0" y="1161288"/>
            <a:ext cx="2359152" cy="520293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Cambria"/>
              </a:rPr>
              <a:t>Project Title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Motivation and Problem Statement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Significance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About the Datasets Used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Research Gap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Objectives, Scope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Architecture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Workflow Diagram</a:t>
            </a:r>
          </a:p>
          <a:p>
            <a:r>
              <a:rPr sz="1200" b="1">
                <a:solidFill>
                  <a:srgbClr val="FFC000"/>
                </a:solidFill>
                <a:latin typeface="Cambria"/>
              </a:rPr>
              <a:t>Literature Review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Project Plan (Gantt Chart)</a:t>
            </a:r>
          </a:p>
        </p:txBody>
      </p:sp>
    </p:spTree>
    <p:extLst>
      <p:ext uri="{BB962C8B-B14F-4D97-AF65-F5344CB8AC3E}">
        <p14:creationId xmlns:p14="http://schemas.microsoft.com/office/powerpoint/2010/main" val="3807838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5D32F-9475-11FA-AC9C-F4C3C1013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25EB3650-74AA-63F5-DEFB-C067FCF70A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465179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S.NO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Title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Author / Journal / Year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Methodology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Merits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Demerits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Research Gap</a:t>
                      </a: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4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Multimodal Large Language Models for Clinical Vision &amp; Prescription Interpretation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Rajpurkar P., Kohane I.</a:t>
                      </a:r>
                    </a:p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Nature Medicine, 2022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Evaluated multimodal vision LLMs for extracting text &amp; clinical guidelines from prescription images.</a:t>
                      </a: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Achieves &gt;94% OCR accuracy on complex handwriting and structured dosage fields.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High compute overhead; requires serverless router fallback strategies.</a:t>
                      </a: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MedSentry implements a serverless Deno ai-router with Gemini &amp; Groq fallback.</a:t>
                      </a: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25BFA9EB-C84B-5A65-5C68-33F5FFA903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607D7B84-2B09-008E-08E1-78493953D4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3384071"/>
              </p:ext>
            </p:extLst>
          </p:nvPr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Focuses mainly on norm preservation rather than dynamically controlling shortcut strength; requires architectural/regularization modifications.</a:t>
                      </a: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8ECB9331-269E-814E-1580-083631299B7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D2B2CB4F-3A4F-FA53-3093-8036E2DA1322}"/>
              </a:ext>
            </a:extLst>
          </p:cNvPr>
          <p:cNvGraphicFramePr>
            <a:graphicFrameLocks noGrp="1"/>
          </p:cNvGraphicFramePr>
          <p:nvPr/>
        </p:nvGraphicFramePr>
        <p:xfrm>
          <a:off x="5344719" y="3239294"/>
          <a:ext cx="1600200" cy="3048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A16964CF-159F-D4A1-8643-166BBE92F491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93C42C25-44B8-9F67-AC9E-6E0268A5D8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7445666"/>
              </p:ext>
            </p:extLst>
          </p:nvPr>
        </p:nvGraphicFramePr>
        <p:xfrm>
          <a:off x="10043414" y="3759822"/>
          <a:ext cx="2148585" cy="210312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/>
                        <a:t>Provides </a:t>
                      </a:r>
                      <a:r>
                        <a:rPr lang="en-US" sz="1400" b="1" i="0" u="none" strike="noStrike" noProof="0"/>
                        <a:t>stability evidence but not a stability-driven controller</a:t>
                      </a:r>
                      <a:r>
                        <a:rPr lang="en-US" sz="1400" b="0" i="0" u="none" strike="noStrike" noProof="0"/>
                        <a:t>. LyASC uses local stability measurements to adapt the residual shortcut itself.</a:t>
                      </a: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3D379866-95DB-B91F-9A81-77503AFCAF66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9154385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530471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68087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AE4FDF4E-846F-F2BA-A632-1D8DA952DE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4702130"/>
              </p:ext>
            </p:extLst>
          </p:nvPr>
        </p:nvGraphicFramePr>
        <p:xfrm>
          <a:off x="5332019" y="3111205"/>
          <a:ext cx="1512062" cy="3078480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23974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Theoretically analyses how identity shortcuts preserve gradient norms and investigates singular-value regularization to improve norm preservation in very deep residual networks.</a:t>
                      </a: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17597"/>
                  </a:ext>
                </a:extLst>
              </a:tr>
            </a:tbl>
          </a:graphicData>
        </a:graphic>
      </p:graphicFrame>
      <p:sp>
        <p:nvSpPr>
          <p:cNvPr id="43" name="Rectangle 161"/>
          <p:cNvSpPr/>
          <p:nvPr/>
        </p:nvSpPr>
        <p:spPr>
          <a:xfrm>
            <a:off x="0" y="1161288"/>
            <a:ext cx="2359152" cy="520293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Cambria"/>
              </a:rPr>
              <a:t>Project Title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Motivation and Problem Statement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Significance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About the Datasets Used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Research Gap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Objectives, Scope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Architecture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Workflow Diagram</a:t>
            </a:r>
          </a:p>
          <a:p>
            <a:r>
              <a:rPr sz="1200" b="1">
                <a:solidFill>
                  <a:srgbClr val="FFC000"/>
                </a:solidFill>
                <a:latin typeface="Cambria"/>
              </a:rPr>
              <a:t>Literature Review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Project Plan (Gantt Chart)</a:t>
            </a:r>
          </a:p>
        </p:txBody>
      </p:sp>
    </p:spTree>
    <p:extLst>
      <p:ext uri="{BB962C8B-B14F-4D97-AF65-F5344CB8AC3E}">
        <p14:creationId xmlns:p14="http://schemas.microsoft.com/office/powerpoint/2010/main" val="3258101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5777A-B081-07B5-FFC4-9994CB521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4A5B50FE-783F-6F6A-86CD-219D92410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0180379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S.NO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Title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Author / Journal / Year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Methodology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Merits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Demerits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Research Gap</a:t>
                      </a: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5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Behavioral Gamification &amp; Nudge Theory in Chronic Care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King D. et al.</a:t>
                      </a:r>
                    </a:p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JAMA Network Open, 2020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Randomized clinical trial measuring digital streak badges and low-stock pill alerts.</a:t>
                      </a: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Proves streak incentives boost 90-day medication retention by 34%.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Client-side manual logging easily manipulated by users.</a:t>
                      </a: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E2E8F0"/>
                          </a:solidFill>
                          <a:latin typeface="Cambria"/>
                        </a:rPr>
                        <a:t>MedSentry enforces database trigger validation (trg_evaluate_badges) server-side.</a:t>
                      </a: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ECD1D9D6-E3B8-7D9D-AAA2-A389F7F9106F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0B339100-A5C6-91C3-2791-C3C2038151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6353752"/>
              </p:ext>
            </p:extLst>
          </p:nvPr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/>
                        <a:t>Primarily analyses existing architectures rather than dynamically controlling residual pathways during training.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C328C3AA-2F87-1256-223E-9FA99920173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E3DC0496-D818-76F4-AEA7-9DAF0FA7D912}"/>
              </a:ext>
            </a:extLst>
          </p:cNvPr>
          <p:cNvGraphicFramePr>
            <a:graphicFrameLocks noGrp="1"/>
          </p:cNvGraphicFramePr>
          <p:nvPr/>
        </p:nvGraphicFramePr>
        <p:xfrm>
          <a:off x="5344719" y="3239294"/>
          <a:ext cx="1600200" cy="3048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023CEB72-293A-A96D-1DDC-ED1B2621B9C5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CAB45BB2-B3DA-1BC8-D138-BF1238F54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84549"/>
              </p:ext>
            </p:extLst>
          </p:nvPr>
        </p:nvGraphicFramePr>
        <p:xfrm>
          <a:off x="10043414" y="3759822"/>
          <a:ext cx="2148585" cy="188976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/>
                        <a:t>Provides optimization theory for skip connections but does not introduce a </a:t>
                      </a:r>
                      <a:r>
                        <a:rPr lang="en-US" sz="1400" b="1" i="0" u="none" strike="noStrike" noProof="0"/>
                        <a:t>local stability-based adaptive skip controller</a:t>
                      </a:r>
                      <a:r>
                        <a:rPr lang="en-US" sz="1400" b="0" i="0" u="none" strike="noStrike" noProof="0"/>
                        <a:t>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FE96D99B-7EB0-611C-3054-2F48708AC75C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9154385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530471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68087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988E5C64-4444-7D0A-94C7-C4C018B50B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495020"/>
              </p:ext>
            </p:extLst>
          </p:nvPr>
        </p:nvGraphicFramePr>
        <p:xfrm>
          <a:off x="5332019" y="3111205"/>
          <a:ext cx="1512062" cy="3505200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23974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Develops a theoretical framework for analysing curvature and regularity of deep networks containing normalization and skip connections. Validates the framework on ResNets across several datasets.</a:t>
                      </a: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17597"/>
                  </a:ext>
                </a:extLst>
              </a:tr>
            </a:tbl>
          </a:graphicData>
        </a:graphic>
      </p:graphicFrame>
      <p:sp>
        <p:nvSpPr>
          <p:cNvPr id="43" name="Rectangle 161"/>
          <p:cNvSpPr/>
          <p:nvPr/>
        </p:nvSpPr>
        <p:spPr>
          <a:xfrm>
            <a:off x="0" y="1161288"/>
            <a:ext cx="2359152" cy="520293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Cambria"/>
              </a:rPr>
              <a:t>Project Title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Motivation and Problem Statement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Significance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About the Datasets Used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Research Gap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Objectives, Scope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Architecture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Workflow Diagram</a:t>
            </a:r>
          </a:p>
          <a:p>
            <a:r>
              <a:rPr sz="1200" b="1">
                <a:solidFill>
                  <a:srgbClr val="FFC000"/>
                </a:solidFill>
                <a:latin typeface="Cambria"/>
              </a:rPr>
              <a:t>Literature Review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Project Plan (Gantt Chart)</a:t>
            </a:r>
          </a:p>
        </p:txBody>
      </p:sp>
    </p:spTree>
    <p:extLst>
      <p:ext uri="{BB962C8B-B14F-4D97-AF65-F5344CB8AC3E}">
        <p14:creationId xmlns:p14="http://schemas.microsoft.com/office/powerpoint/2010/main" val="41214188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3AF1C-9330-5471-0F6A-324F65848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26F25AF-1399-F52F-2472-0807CD7BBF92}"/>
              </a:ext>
            </a:extLst>
          </p:cNvPr>
          <p:cNvGrpSpPr/>
          <p:nvPr/>
        </p:nvGrpSpPr>
        <p:grpSpPr>
          <a:xfrm>
            <a:off x="797001" y="6002964"/>
            <a:ext cx="2717392" cy="373448"/>
            <a:chOff x="0" y="0"/>
            <a:chExt cx="3623189" cy="49793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9A85B7B-63C7-C4EA-474A-5BD0AAAC69B5}"/>
                </a:ext>
              </a:extLst>
            </p:cNvPr>
            <p:cNvSpPr/>
            <p:nvPr/>
          </p:nvSpPr>
          <p:spPr>
            <a:xfrm>
              <a:off x="0" y="0"/>
              <a:ext cx="3623225" cy="497924"/>
            </a:xfrm>
            <a:custGeom>
              <a:avLst/>
              <a:gdLst/>
              <a:ahLst/>
              <a:cxnLst/>
              <a:rect l="l" t="t" r="r" b="b"/>
              <a:pathLst>
                <a:path w="5434838" h="746887">
                  <a:moveTo>
                    <a:pt x="0" y="0"/>
                  </a:moveTo>
                  <a:lnTo>
                    <a:pt x="5434838" y="0"/>
                  </a:lnTo>
                  <a:lnTo>
                    <a:pt x="5434838" y="746887"/>
                  </a:lnTo>
                  <a:lnTo>
                    <a:pt x="0" y="746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14"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C92DED61-A569-A6A7-4DFC-AC9F0B5D85E4}"/>
              </a:ext>
            </a:extLst>
          </p:cNvPr>
          <p:cNvGrpSpPr/>
          <p:nvPr/>
        </p:nvGrpSpPr>
        <p:grpSpPr>
          <a:xfrm>
            <a:off x="838200" y="6082282"/>
            <a:ext cx="289560" cy="287020"/>
            <a:chOff x="0" y="0"/>
            <a:chExt cx="386080" cy="382693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690DAF6D-A8C1-F0EA-4CC5-4C377B440BED}"/>
                </a:ext>
              </a:extLst>
            </p:cNvPr>
            <p:cNvSpPr/>
            <p:nvPr/>
          </p:nvSpPr>
          <p:spPr>
            <a:xfrm>
              <a:off x="0" y="0"/>
              <a:ext cx="386249" cy="381931"/>
            </a:xfrm>
            <a:custGeom>
              <a:avLst/>
              <a:gdLst/>
              <a:ahLst/>
              <a:cxnLst/>
              <a:rect l="l" t="t" r="r" b="b"/>
              <a:pathLst>
                <a:path w="579374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494" y="455676"/>
                  </a:lnTo>
                  <a:lnTo>
                    <a:pt x="564642" y="377063"/>
                  </a:lnTo>
                  <a:lnTo>
                    <a:pt x="579374" y="286512"/>
                  </a:lnTo>
                  <a:lnTo>
                    <a:pt x="564642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0000"/>
            </a:solidFill>
          </p:spPr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B9A60ECC-8CFA-C169-16F1-52CB1DCDDC24}"/>
              </a:ext>
            </a:extLst>
          </p:cNvPr>
          <p:cNvSpPr/>
          <p:nvPr/>
        </p:nvSpPr>
        <p:spPr>
          <a:xfrm>
            <a:off x="83185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C99DC13A-86A5-8C5C-B1D5-61CBC6225580}"/>
              </a:ext>
            </a:extLst>
          </p:cNvPr>
          <p:cNvGrpSpPr/>
          <p:nvPr/>
        </p:nvGrpSpPr>
        <p:grpSpPr>
          <a:xfrm>
            <a:off x="1127760" y="6082282"/>
            <a:ext cx="289560" cy="287020"/>
            <a:chOff x="0" y="0"/>
            <a:chExt cx="386080" cy="382693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510A5B6-4A72-F96C-05C2-E25F5700F706}"/>
                </a:ext>
              </a:extLst>
            </p:cNvPr>
            <p:cNvSpPr/>
            <p:nvPr/>
          </p:nvSpPr>
          <p:spPr>
            <a:xfrm>
              <a:off x="0" y="0"/>
              <a:ext cx="386164" cy="381931"/>
            </a:xfrm>
            <a:custGeom>
              <a:avLst/>
              <a:gdLst/>
              <a:ahLst/>
              <a:cxnLst/>
              <a:rect l="l" t="t" r="r" b="b"/>
              <a:pathLst>
                <a:path w="579247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367" y="455676"/>
                  </a:lnTo>
                  <a:lnTo>
                    <a:pt x="564515" y="377063"/>
                  </a:lnTo>
                  <a:lnTo>
                    <a:pt x="579247" y="286512"/>
                  </a:lnTo>
                  <a:lnTo>
                    <a:pt x="564515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3333FF"/>
            </a:solidFill>
          </p:spPr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268FD608-3F7C-F031-1D2C-DE805BC0713D}"/>
              </a:ext>
            </a:extLst>
          </p:cNvPr>
          <p:cNvSpPr/>
          <p:nvPr/>
        </p:nvSpPr>
        <p:spPr>
          <a:xfrm>
            <a:off x="112141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>
            <a:extLst>
              <a:ext uri="{FF2B5EF4-FFF2-40B4-BE49-F238E27FC236}">
                <a16:creationId xmlns:a16="http://schemas.microsoft.com/office/drawing/2014/main" id="{8EBC9D40-7FC5-E673-188B-476ACE370664}"/>
              </a:ext>
            </a:extLst>
          </p:cNvPr>
          <p:cNvGrpSpPr/>
          <p:nvPr/>
        </p:nvGrpSpPr>
        <p:grpSpPr>
          <a:xfrm>
            <a:off x="1429512" y="6082282"/>
            <a:ext cx="289560" cy="287020"/>
            <a:chOff x="0" y="0"/>
            <a:chExt cx="386080" cy="382693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68665458-644A-8193-6398-A8A9F80BBB23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00"/>
            </a:solidFill>
          </p:spPr>
        </p:sp>
      </p:grpSp>
      <p:sp>
        <p:nvSpPr>
          <p:cNvPr id="12" name="Freeform 12">
            <a:extLst>
              <a:ext uri="{FF2B5EF4-FFF2-40B4-BE49-F238E27FC236}">
                <a16:creationId xmlns:a16="http://schemas.microsoft.com/office/drawing/2014/main" id="{60E4A1F4-EF90-9A80-36FE-21CFED5037D5}"/>
              </a:ext>
            </a:extLst>
          </p:cNvPr>
          <p:cNvSpPr/>
          <p:nvPr/>
        </p:nvSpPr>
        <p:spPr>
          <a:xfrm>
            <a:off x="142316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DF433138-D178-2C89-1505-1C687F57D7CC}"/>
              </a:ext>
            </a:extLst>
          </p:cNvPr>
          <p:cNvGrpSpPr/>
          <p:nvPr/>
        </p:nvGrpSpPr>
        <p:grpSpPr>
          <a:xfrm>
            <a:off x="1729738" y="6082282"/>
            <a:ext cx="289560" cy="287020"/>
            <a:chOff x="0" y="0"/>
            <a:chExt cx="386080" cy="382693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54C38284-75DD-32B0-8AEE-0B3A90554337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AF50"/>
            </a:solidFill>
          </p:spPr>
        </p:sp>
      </p:grpSp>
      <p:sp>
        <p:nvSpPr>
          <p:cNvPr id="15" name="Freeform 15">
            <a:extLst>
              <a:ext uri="{FF2B5EF4-FFF2-40B4-BE49-F238E27FC236}">
                <a16:creationId xmlns:a16="http://schemas.microsoft.com/office/drawing/2014/main" id="{6C1336FE-B5CF-F300-738A-798459C69B7F}"/>
              </a:ext>
            </a:extLst>
          </p:cNvPr>
          <p:cNvSpPr/>
          <p:nvPr/>
        </p:nvSpPr>
        <p:spPr>
          <a:xfrm>
            <a:off x="1723388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1" y="0"/>
                </a:lnTo>
                <a:lnTo>
                  <a:pt x="453391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EE9DD276-29B0-1743-94E1-66D9025FFA20}"/>
              </a:ext>
            </a:extLst>
          </p:cNvPr>
          <p:cNvGrpSpPr/>
          <p:nvPr/>
        </p:nvGrpSpPr>
        <p:grpSpPr>
          <a:xfrm>
            <a:off x="2019300" y="6082282"/>
            <a:ext cx="289560" cy="287020"/>
            <a:chOff x="0" y="0"/>
            <a:chExt cx="386080" cy="382693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34348FF5-11B7-0860-D317-0143159D8A7A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BEBEBE"/>
            </a:solidFill>
          </p:spPr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EB19E207-FA25-ACE2-3D95-25032CB36B45}"/>
              </a:ext>
            </a:extLst>
          </p:cNvPr>
          <p:cNvSpPr/>
          <p:nvPr/>
        </p:nvSpPr>
        <p:spPr>
          <a:xfrm>
            <a:off x="201295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F4681698-61B3-9CE2-0604-32F6FCC1DA4B}"/>
              </a:ext>
            </a:extLst>
          </p:cNvPr>
          <p:cNvGrpSpPr/>
          <p:nvPr/>
        </p:nvGrpSpPr>
        <p:grpSpPr>
          <a:xfrm>
            <a:off x="2308860" y="6082282"/>
            <a:ext cx="289560" cy="287020"/>
            <a:chOff x="0" y="0"/>
            <a:chExt cx="386080" cy="382693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4D0D1CA5-F23D-7D0C-B6EB-FFA99FE3A31D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515B7E92-1634-4B1D-E139-6BE95A4CE284}"/>
              </a:ext>
            </a:extLst>
          </p:cNvPr>
          <p:cNvSpPr/>
          <p:nvPr/>
        </p:nvSpPr>
        <p:spPr>
          <a:xfrm>
            <a:off x="230251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2A606365-87D9-D0CC-453A-A11F32048672}"/>
              </a:ext>
            </a:extLst>
          </p:cNvPr>
          <p:cNvGrpSpPr/>
          <p:nvPr/>
        </p:nvGrpSpPr>
        <p:grpSpPr>
          <a:xfrm>
            <a:off x="2601466" y="6082282"/>
            <a:ext cx="289560" cy="287020"/>
            <a:chOff x="0" y="0"/>
            <a:chExt cx="386080" cy="382693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2C7D03C2-118E-7AC4-949E-41383C3BA1BA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C000"/>
            </a:solidFill>
          </p:spPr>
        </p:sp>
      </p:grpSp>
      <p:sp>
        <p:nvSpPr>
          <p:cNvPr id="24" name="Freeform 24">
            <a:extLst>
              <a:ext uri="{FF2B5EF4-FFF2-40B4-BE49-F238E27FC236}">
                <a16:creationId xmlns:a16="http://schemas.microsoft.com/office/drawing/2014/main" id="{AB25BE8E-FE93-BBC9-46BC-E5B017F16AA8}"/>
              </a:ext>
            </a:extLst>
          </p:cNvPr>
          <p:cNvSpPr/>
          <p:nvPr/>
        </p:nvSpPr>
        <p:spPr>
          <a:xfrm>
            <a:off x="259511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25" name="Group 25">
            <a:extLst>
              <a:ext uri="{FF2B5EF4-FFF2-40B4-BE49-F238E27FC236}">
                <a16:creationId xmlns:a16="http://schemas.microsoft.com/office/drawing/2014/main" id="{7993CC57-1EF2-9D2B-2916-EC36D94E48C0}"/>
              </a:ext>
            </a:extLst>
          </p:cNvPr>
          <p:cNvGrpSpPr/>
          <p:nvPr/>
        </p:nvGrpSpPr>
        <p:grpSpPr>
          <a:xfrm>
            <a:off x="2900172" y="6082282"/>
            <a:ext cx="289560" cy="287020"/>
            <a:chOff x="0" y="0"/>
            <a:chExt cx="386080" cy="382693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E43AE645-7097-5EAA-FE4D-EC6C5BCA241E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99FF"/>
            </a:solidFill>
          </p:spPr>
        </p:sp>
      </p:grpSp>
      <p:sp>
        <p:nvSpPr>
          <p:cNvPr id="27" name="Freeform 27">
            <a:extLst>
              <a:ext uri="{FF2B5EF4-FFF2-40B4-BE49-F238E27FC236}">
                <a16:creationId xmlns:a16="http://schemas.microsoft.com/office/drawing/2014/main" id="{EB1BB2E1-579F-19BB-0B01-445E84D7ECC7}"/>
              </a:ext>
            </a:extLst>
          </p:cNvPr>
          <p:cNvSpPr/>
          <p:nvPr/>
        </p:nvSpPr>
        <p:spPr>
          <a:xfrm>
            <a:off x="289382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98C62AD6-5076-59D1-CEA7-802C1EB93B21}"/>
              </a:ext>
            </a:extLst>
          </p:cNvPr>
          <p:cNvGrpSpPr/>
          <p:nvPr/>
        </p:nvGrpSpPr>
        <p:grpSpPr>
          <a:xfrm>
            <a:off x="3188206" y="6082282"/>
            <a:ext cx="289560" cy="287020"/>
            <a:chOff x="0" y="0"/>
            <a:chExt cx="386080" cy="382693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5B2BA1B0-476B-A246-83EE-43E8D3EF6D71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CCFF"/>
            </a:solidFill>
          </p:spPr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0688B4A2-96FC-DA1B-920A-322E61F98D6F}"/>
              </a:ext>
            </a:extLst>
          </p:cNvPr>
          <p:cNvSpPr/>
          <p:nvPr/>
        </p:nvSpPr>
        <p:spPr>
          <a:xfrm>
            <a:off x="318185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grpSp>
        <p:nvGrpSpPr>
          <p:cNvPr id="31" name="Group 31">
            <a:extLst>
              <a:ext uri="{FF2B5EF4-FFF2-40B4-BE49-F238E27FC236}">
                <a16:creationId xmlns:a16="http://schemas.microsoft.com/office/drawing/2014/main" id="{3FD7215C-202D-E530-80CC-DB6171274346}"/>
              </a:ext>
            </a:extLst>
          </p:cNvPr>
          <p:cNvGrpSpPr/>
          <p:nvPr/>
        </p:nvGrpSpPr>
        <p:grpSpPr>
          <a:xfrm>
            <a:off x="9235556" y="6059774"/>
            <a:ext cx="1967483" cy="655318"/>
            <a:chOff x="0" y="0"/>
            <a:chExt cx="2623310" cy="873758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C5D7F73F-C828-3680-4FED-F4DA41CAE239}"/>
                </a:ext>
              </a:extLst>
            </p:cNvPr>
            <p:cNvSpPr/>
            <p:nvPr/>
          </p:nvSpPr>
          <p:spPr>
            <a:xfrm>
              <a:off x="0" y="0"/>
              <a:ext cx="2623312" cy="873760"/>
            </a:xfrm>
            <a:custGeom>
              <a:avLst/>
              <a:gdLst/>
              <a:ahLst/>
              <a:cxnLst/>
              <a:rect l="l" t="t" r="r" b="b"/>
              <a:pathLst>
                <a:path w="3934968" h="1310640">
                  <a:moveTo>
                    <a:pt x="0" y="0"/>
                  </a:moveTo>
                  <a:lnTo>
                    <a:pt x="3934968" y="0"/>
                  </a:lnTo>
                  <a:lnTo>
                    <a:pt x="3934968" y="1310640"/>
                  </a:lnTo>
                  <a:lnTo>
                    <a:pt x="0" y="13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b="-77"/>
              </a:stretch>
            </a:blipFill>
          </p:spPr>
        </p:sp>
      </p:grpSp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D5266F37-4782-5CFC-9AFF-90AC908030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0249144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S.NO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Title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Author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Journal 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year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1800" b="1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Calibri (MS) Bold"/>
                        <a:cs typeface="Times New Roman" panose="02020603050405020304" pitchFamily="18" charset="0"/>
                        <a:sym typeface="Calibri (MS) Bold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Methodology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Merits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Demerits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Research gap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600"/>
                        </a:spcAft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06</a:t>
                      </a:r>
                      <a:endParaRPr lang="en-US" sz="180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Arimo"/>
                        <a:cs typeface="Times New Roman" panose="02020603050405020304" pitchFamily="18" charset="0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Highway Networks</a:t>
                      </a:r>
                      <a:endParaRPr lang="en-US">
                        <a:sym typeface="Arimo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Rupesh Kumar Srivastava, Klaus Greff &amp; Jürgen </a:t>
                      </a:r>
                      <a:r>
                        <a:rPr lang="en-US" sz="1400" b="0" i="0" u="none" strike="noStrike" noProof="0" err="1">
                          <a:latin typeface="Arial"/>
                          <a:cs typeface="Arial"/>
                        </a:rPr>
                        <a:t>Schmidhuber</a:t>
                      </a: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 | </a:t>
                      </a:r>
                      <a:r>
                        <a:rPr lang="en-US" sz="1400" b="1" i="0" u="none" strike="noStrike" noProof="0" err="1">
                          <a:latin typeface="Arial"/>
                          <a:cs typeface="Arial"/>
                        </a:rPr>
                        <a:t>arXiv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, 2015</a:t>
                      </a: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 | 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DOI: 10.48550/arXiv.1505.00387</a:t>
                      </a:r>
                      <a:endParaRPr/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Establishes learnable control of information flow; enables very deep networks; provides an important foundation for gated residual architectures.</a:t>
                      </a:r>
                      <a:r>
                        <a:rPr lang="en-IO"/>
                        <a:t>.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9CDA543D-4B8C-749B-B759-2AAD3281EC64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2785AA1F-7678-E1EA-2777-42BD283886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33318"/>
              </p:ext>
            </p:extLst>
          </p:nvPr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Gate is learned from network features rather than an explicit stability measure; introduces additional parameters and does not target Lyapunov stability.</a:t>
                      </a: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099D2D31-78DA-92E1-E5E9-496CA2A765A5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EB05F57F-F844-9091-9BB1-B62A799A1930}"/>
              </a:ext>
            </a:extLst>
          </p:cNvPr>
          <p:cNvGraphicFramePr>
            <a:graphicFrameLocks noGrp="1"/>
          </p:cNvGraphicFramePr>
          <p:nvPr/>
        </p:nvGraphicFramePr>
        <p:xfrm>
          <a:off x="5344719" y="3239294"/>
          <a:ext cx="1600200" cy="3048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919379EE-B4C4-6BE8-A9CA-C38D54A05611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CF66BF46-A3A4-2D74-5DFD-50B6CA591F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6887754"/>
              </p:ext>
            </p:extLst>
          </p:nvPr>
        </p:nvGraphicFramePr>
        <p:xfrm>
          <a:off x="10043414" y="3759822"/>
          <a:ext cx="2148585" cy="210312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1" i="0" u="none" strike="noStrike" noProof="0"/>
                        <a:t>Adaptive gating is established, but stability-driven gating is unexplored.</a:t>
                      </a:r>
                      <a:r>
                        <a:rPr lang="en-US" sz="1400" b="0" i="0" u="none" strike="noStrike" noProof="0"/>
                        <a:t> LyASC replaces generic feature-based control with a local dynamical-stability signal.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ECDC859E-F2C5-4FE4-1A68-804CAA0684C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9154385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530471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68087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EA080876-5955-FF40-6F26-E5B6B83ECE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743337"/>
              </p:ext>
            </p:extLst>
          </p:nvPr>
        </p:nvGraphicFramePr>
        <p:xfrm>
          <a:off x="5332019" y="3111205"/>
          <a:ext cx="1512062" cy="3291840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23974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Introduces transform and carry gates to learn the balance between nonlinear transformation and information-preserving shortcut pathways in very deep feed-forward networks.</a:t>
                      </a: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175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45166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8E0B6-C942-4E3B-4E61-D66D664FF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E741F62-E6CA-8D25-AE20-E317650DDEE3}"/>
              </a:ext>
            </a:extLst>
          </p:cNvPr>
          <p:cNvGrpSpPr/>
          <p:nvPr/>
        </p:nvGrpSpPr>
        <p:grpSpPr>
          <a:xfrm>
            <a:off x="797001" y="6002964"/>
            <a:ext cx="2717392" cy="373448"/>
            <a:chOff x="0" y="0"/>
            <a:chExt cx="3623189" cy="49793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BAB6236-AB8F-1424-026A-6B12724957FF}"/>
                </a:ext>
              </a:extLst>
            </p:cNvPr>
            <p:cNvSpPr/>
            <p:nvPr/>
          </p:nvSpPr>
          <p:spPr>
            <a:xfrm>
              <a:off x="0" y="0"/>
              <a:ext cx="3623225" cy="497924"/>
            </a:xfrm>
            <a:custGeom>
              <a:avLst/>
              <a:gdLst/>
              <a:ahLst/>
              <a:cxnLst/>
              <a:rect l="l" t="t" r="r" b="b"/>
              <a:pathLst>
                <a:path w="5434838" h="746887">
                  <a:moveTo>
                    <a:pt x="0" y="0"/>
                  </a:moveTo>
                  <a:lnTo>
                    <a:pt x="5434838" y="0"/>
                  </a:lnTo>
                  <a:lnTo>
                    <a:pt x="5434838" y="746887"/>
                  </a:lnTo>
                  <a:lnTo>
                    <a:pt x="0" y="746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14"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8D192DC2-B80E-60C8-2E1F-E69F281F9167}"/>
              </a:ext>
            </a:extLst>
          </p:cNvPr>
          <p:cNvGrpSpPr/>
          <p:nvPr/>
        </p:nvGrpSpPr>
        <p:grpSpPr>
          <a:xfrm>
            <a:off x="838200" y="6082282"/>
            <a:ext cx="289560" cy="287020"/>
            <a:chOff x="0" y="0"/>
            <a:chExt cx="386080" cy="382693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12563DEB-2568-D136-05B5-CCCF5AD13B7C}"/>
                </a:ext>
              </a:extLst>
            </p:cNvPr>
            <p:cNvSpPr/>
            <p:nvPr/>
          </p:nvSpPr>
          <p:spPr>
            <a:xfrm>
              <a:off x="0" y="0"/>
              <a:ext cx="386249" cy="381931"/>
            </a:xfrm>
            <a:custGeom>
              <a:avLst/>
              <a:gdLst/>
              <a:ahLst/>
              <a:cxnLst/>
              <a:rect l="l" t="t" r="r" b="b"/>
              <a:pathLst>
                <a:path w="579374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494" y="455676"/>
                  </a:lnTo>
                  <a:lnTo>
                    <a:pt x="564642" y="377063"/>
                  </a:lnTo>
                  <a:lnTo>
                    <a:pt x="579374" y="286512"/>
                  </a:lnTo>
                  <a:lnTo>
                    <a:pt x="564642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0000"/>
            </a:solidFill>
          </p:spPr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ACF6EDA2-DDCC-F29D-98AE-9C72C3C0126A}"/>
              </a:ext>
            </a:extLst>
          </p:cNvPr>
          <p:cNvSpPr/>
          <p:nvPr/>
        </p:nvSpPr>
        <p:spPr>
          <a:xfrm>
            <a:off x="83185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CF3C2DFD-ED22-A689-DDDB-4CECD234BD69}"/>
              </a:ext>
            </a:extLst>
          </p:cNvPr>
          <p:cNvGrpSpPr/>
          <p:nvPr/>
        </p:nvGrpSpPr>
        <p:grpSpPr>
          <a:xfrm>
            <a:off x="1127760" y="6082282"/>
            <a:ext cx="289560" cy="287020"/>
            <a:chOff x="0" y="0"/>
            <a:chExt cx="386080" cy="382693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52E8D60-83CF-EF68-4063-6EADC099009C}"/>
                </a:ext>
              </a:extLst>
            </p:cNvPr>
            <p:cNvSpPr/>
            <p:nvPr/>
          </p:nvSpPr>
          <p:spPr>
            <a:xfrm>
              <a:off x="0" y="0"/>
              <a:ext cx="386164" cy="381931"/>
            </a:xfrm>
            <a:custGeom>
              <a:avLst/>
              <a:gdLst/>
              <a:ahLst/>
              <a:cxnLst/>
              <a:rect l="l" t="t" r="r" b="b"/>
              <a:pathLst>
                <a:path w="579247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367" y="455676"/>
                  </a:lnTo>
                  <a:lnTo>
                    <a:pt x="564515" y="377063"/>
                  </a:lnTo>
                  <a:lnTo>
                    <a:pt x="579247" y="286512"/>
                  </a:lnTo>
                  <a:lnTo>
                    <a:pt x="564515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3333FF"/>
            </a:solidFill>
          </p:spPr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6A839EF3-EBAF-11ED-D1CA-43FBBA273A04}"/>
              </a:ext>
            </a:extLst>
          </p:cNvPr>
          <p:cNvSpPr/>
          <p:nvPr/>
        </p:nvSpPr>
        <p:spPr>
          <a:xfrm>
            <a:off x="112141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>
            <a:extLst>
              <a:ext uri="{FF2B5EF4-FFF2-40B4-BE49-F238E27FC236}">
                <a16:creationId xmlns:a16="http://schemas.microsoft.com/office/drawing/2014/main" id="{8716194D-BBD5-5254-2DCA-2C8576926B31}"/>
              </a:ext>
            </a:extLst>
          </p:cNvPr>
          <p:cNvGrpSpPr/>
          <p:nvPr/>
        </p:nvGrpSpPr>
        <p:grpSpPr>
          <a:xfrm>
            <a:off x="1429512" y="6082282"/>
            <a:ext cx="289560" cy="287020"/>
            <a:chOff x="0" y="0"/>
            <a:chExt cx="386080" cy="382693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6CCC7BCC-CAD6-05DE-456D-2DA5EFE63775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00"/>
            </a:solidFill>
          </p:spPr>
        </p:sp>
      </p:grpSp>
      <p:sp>
        <p:nvSpPr>
          <p:cNvPr id="12" name="Freeform 12">
            <a:extLst>
              <a:ext uri="{FF2B5EF4-FFF2-40B4-BE49-F238E27FC236}">
                <a16:creationId xmlns:a16="http://schemas.microsoft.com/office/drawing/2014/main" id="{5F2332DC-32C7-9B01-3902-DE25FF7CB5B2}"/>
              </a:ext>
            </a:extLst>
          </p:cNvPr>
          <p:cNvSpPr/>
          <p:nvPr/>
        </p:nvSpPr>
        <p:spPr>
          <a:xfrm>
            <a:off x="142316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689E6976-8F20-90E3-000E-2A96747D79FD}"/>
              </a:ext>
            </a:extLst>
          </p:cNvPr>
          <p:cNvGrpSpPr/>
          <p:nvPr/>
        </p:nvGrpSpPr>
        <p:grpSpPr>
          <a:xfrm>
            <a:off x="1729738" y="6082282"/>
            <a:ext cx="289560" cy="287020"/>
            <a:chOff x="0" y="0"/>
            <a:chExt cx="386080" cy="382693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3E2FB847-4843-3DC5-7E7C-5A2CBD44084C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AF50"/>
            </a:solidFill>
          </p:spPr>
        </p:sp>
      </p:grpSp>
      <p:sp>
        <p:nvSpPr>
          <p:cNvPr id="15" name="Freeform 15">
            <a:extLst>
              <a:ext uri="{FF2B5EF4-FFF2-40B4-BE49-F238E27FC236}">
                <a16:creationId xmlns:a16="http://schemas.microsoft.com/office/drawing/2014/main" id="{B423016E-25F4-039F-3075-4FFA7B516868}"/>
              </a:ext>
            </a:extLst>
          </p:cNvPr>
          <p:cNvSpPr/>
          <p:nvPr/>
        </p:nvSpPr>
        <p:spPr>
          <a:xfrm>
            <a:off x="1723388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1" y="0"/>
                </a:lnTo>
                <a:lnTo>
                  <a:pt x="453391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90374274-02F8-8FD9-EF5F-35E8A9F21AC2}"/>
              </a:ext>
            </a:extLst>
          </p:cNvPr>
          <p:cNvGrpSpPr/>
          <p:nvPr/>
        </p:nvGrpSpPr>
        <p:grpSpPr>
          <a:xfrm>
            <a:off x="2019300" y="6082282"/>
            <a:ext cx="289560" cy="287020"/>
            <a:chOff x="0" y="0"/>
            <a:chExt cx="386080" cy="382693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4477CE72-DEC9-F126-FFAB-223BF9E6AC95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BEBEBE"/>
            </a:solidFill>
          </p:spPr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7DFD204B-C79D-AEFA-8C7F-E88D1588BC02}"/>
              </a:ext>
            </a:extLst>
          </p:cNvPr>
          <p:cNvSpPr/>
          <p:nvPr/>
        </p:nvSpPr>
        <p:spPr>
          <a:xfrm>
            <a:off x="201295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84C09CEA-9F1D-5FA0-560F-13D9D55C81BF}"/>
              </a:ext>
            </a:extLst>
          </p:cNvPr>
          <p:cNvGrpSpPr/>
          <p:nvPr/>
        </p:nvGrpSpPr>
        <p:grpSpPr>
          <a:xfrm>
            <a:off x="2308860" y="6082282"/>
            <a:ext cx="289560" cy="287020"/>
            <a:chOff x="0" y="0"/>
            <a:chExt cx="386080" cy="382693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53F581D5-D7C4-0AD4-4444-B73FB2811425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89A68E55-5E3A-928B-398D-93C5A86E7B7E}"/>
              </a:ext>
            </a:extLst>
          </p:cNvPr>
          <p:cNvSpPr/>
          <p:nvPr/>
        </p:nvSpPr>
        <p:spPr>
          <a:xfrm>
            <a:off x="230251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2F1DDE5A-D99C-BAE1-AFC4-16F0F2556FE4}"/>
              </a:ext>
            </a:extLst>
          </p:cNvPr>
          <p:cNvGrpSpPr/>
          <p:nvPr/>
        </p:nvGrpSpPr>
        <p:grpSpPr>
          <a:xfrm>
            <a:off x="2601466" y="6082282"/>
            <a:ext cx="289560" cy="287020"/>
            <a:chOff x="0" y="0"/>
            <a:chExt cx="386080" cy="382693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5280D78D-4AD4-ADE5-6177-B6FBEE49A26E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C000"/>
            </a:solidFill>
          </p:spPr>
        </p:sp>
      </p:grpSp>
      <p:sp>
        <p:nvSpPr>
          <p:cNvPr id="24" name="Freeform 24">
            <a:extLst>
              <a:ext uri="{FF2B5EF4-FFF2-40B4-BE49-F238E27FC236}">
                <a16:creationId xmlns:a16="http://schemas.microsoft.com/office/drawing/2014/main" id="{E305A065-7352-394A-21DE-493F6C46B55E}"/>
              </a:ext>
            </a:extLst>
          </p:cNvPr>
          <p:cNvSpPr/>
          <p:nvPr/>
        </p:nvSpPr>
        <p:spPr>
          <a:xfrm>
            <a:off x="259511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25" name="Group 25">
            <a:extLst>
              <a:ext uri="{FF2B5EF4-FFF2-40B4-BE49-F238E27FC236}">
                <a16:creationId xmlns:a16="http://schemas.microsoft.com/office/drawing/2014/main" id="{6C192CA8-D7E8-82E2-BAD9-BB6B7605A01E}"/>
              </a:ext>
            </a:extLst>
          </p:cNvPr>
          <p:cNvGrpSpPr/>
          <p:nvPr/>
        </p:nvGrpSpPr>
        <p:grpSpPr>
          <a:xfrm>
            <a:off x="2900172" y="6082282"/>
            <a:ext cx="289560" cy="287020"/>
            <a:chOff x="0" y="0"/>
            <a:chExt cx="386080" cy="382693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951B3E39-B2A8-9B5E-D3D1-A310F36A2189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99FF"/>
            </a:solidFill>
          </p:spPr>
        </p:sp>
      </p:grpSp>
      <p:sp>
        <p:nvSpPr>
          <p:cNvPr id="27" name="Freeform 27">
            <a:extLst>
              <a:ext uri="{FF2B5EF4-FFF2-40B4-BE49-F238E27FC236}">
                <a16:creationId xmlns:a16="http://schemas.microsoft.com/office/drawing/2014/main" id="{BC6CAE15-BC6E-8E9B-CA3A-EAA582ED8E9C}"/>
              </a:ext>
            </a:extLst>
          </p:cNvPr>
          <p:cNvSpPr/>
          <p:nvPr/>
        </p:nvSpPr>
        <p:spPr>
          <a:xfrm>
            <a:off x="289382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B528FCCD-4D27-6B51-A40B-F1A55362EA89}"/>
              </a:ext>
            </a:extLst>
          </p:cNvPr>
          <p:cNvGrpSpPr/>
          <p:nvPr/>
        </p:nvGrpSpPr>
        <p:grpSpPr>
          <a:xfrm>
            <a:off x="3188206" y="6082282"/>
            <a:ext cx="289560" cy="287020"/>
            <a:chOff x="0" y="0"/>
            <a:chExt cx="386080" cy="382693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F1207E1A-2FC2-D9CB-8572-DEF314FB2AA1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CCFF"/>
            </a:solidFill>
          </p:spPr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172E76D0-BB5E-4DA5-D26C-765A9F7D3B8E}"/>
              </a:ext>
            </a:extLst>
          </p:cNvPr>
          <p:cNvSpPr/>
          <p:nvPr/>
        </p:nvSpPr>
        <p:spPr>
          <a:xfrm>
            <a:off x="318185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grpSp>
        <p:nvGrpSpPr>
          <p:cNvPr id="31" name="Group 31">
            <a:extLst>
              <a:ext uri="{FF2B5EF4-FFF2-40B4-BE49-F238E27FC236}">
                <a16:creationId xmlns:a16="http://schemas.microsoft.com/office/drawing/2014/main" id="{9AF26F3B-A5D6-5FF2-CFAA-7009BF114381}"/>
              </a:ext>
            </a:extLst>
          </p:cNvPr>
          <p:cNvGrpSpPr/>
          <p:nvPr/>
        </p:nvGrpSpPr>
        <p:grpSpPr>
          <a:xfrm>
            <a:off x="9235556" y="6059774"/>
            <a:ext cx="1967483" cy="655318"/>
            <a:chOff x="0" y="0"/>
            <a:chExt cx="2623310" cy="873758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E1CDD26B-5C04-98C5-4394-0037C3E76257}"/>
                </a:ext>
              </a:extLst>
            </p:cNvPr>
            <p:cNvSpPr/>
            <p:nvPr/>
          </p:nvSpPr>
          <p:spPr>
            <a:xfrm>
              <a:off x="0" y="0"/>
              <a:ext cx="2623312" cy="873760"/>
            </a:xfrm>
            <a:custGeom>
              <a:avLst/>
              <a:gdLst/>
              <a:ahLst/>
              <a:cxnLst/>
              <a:rect l="l" t="t" r="r" b="b"/>
              <a:pathLst>
                <a:path w="3934968" h="1310640">
                  <a:moveTo>
                    <a:pt x="0" y="0"/>
                  </a:moveTo>
                  <a:lnTo>
                    <a:pt x="3934968" y="0"/>
                  </a:lnTo>
                  <a:lnTo>
                    <a:pt x="3934968" y="1310640"/>
                  </a:lnTo>
                  <a:lnTo>
                    <a:pt x="0" y="13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b="-77"/>
              </a:stretch>
            </a:blipFill>
          </p:spPr>
        </p:sp>
      </p:grpSp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1F396DE8-BF58-3E6C-E6BD-0B82648D60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4990725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S.NO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Title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Author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Journal 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year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1800" b="1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Calibri (MS) Bold"/>
                        <a:cs typeface="Times New Roman" panose="02020603050405020304" pitchFamily="18" charset="0"/>
                        <a:sym typeface="Calibri (MS) Bold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Methodology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Merits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Demerits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Research gap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600"/>
                        </a:spcAft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07</a:t>
                      </a:r>
                      <a:endParaRPr lang="en-US" sz="180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Arimo"/>
                        <a:cs typeface="Times New Roman" panose="02020603050405020304" pitchFamily="18" charset="0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>
                        <a:lnSpc>
                          <a:spcPct val="105000"/>
                        </a:lnSpc>
                        <a:buNone/>
                      </a:pPr>
                      <a:r>
                        <a:rPr lang="en-US" sz="1400" b="0" i="0" u="none" strike="noStrike" baseline="0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SkipNet: Learning Dynamic Routing in Convolutional Networks</a:t>
                      </a:r>
                    </a:p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endParaRPr lang="en-US" sz="1400" b="0" i="0" u="none" strike="noStrike" noProof="0">
                        <a:latin typeface="Arial"/>
                        <a:cs typeface="Arial"/>
                        <a:sym typeface="Arimo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/>
                        <a:t>Xin Wang, Fisher Yu, Zi-Yi Dou, Trevor Darrell &amp; Joseph E. Gonzalez | </a:t>
                      </a:r>
                      <a:r>
                        <a:rPr lang="en-US" sz="1400" b="1" i="0" u="none" strike="noStrike" noProof="0"/>
                        <a:t>ECCV, 2018</a:t>
                      </a:r>
                      <a:r>
                        <a:rPr lang="en-US" sz="1400" b="0" i="0" u="none" strike="noStrike" noProof="0"/>
                        <a:t> | </a:t>
                      </a:r>
                      <a:r>
                        <a:rPr lang="en-US" sz="1400" b="1" i="0" u="none" strike="noStrike" noProof="0"/>
                        <a:t>DOI: 10.1007/978-3-030-01261-8_25</a:t>
                      </a:r>
                      <a:endParaRPr/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Achieves substantial computational savings while preserving accuracy; demonstrates practical dynamic residual routing.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ED81F206-1D83-2056-F3DC-337983AC03B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E04930FE-6B0F-5614-6CF1-E77E9967E0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582822"/>
              </p:ext>
            </p:extLst>
          </p:nvPr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/>
                        <a:t>Gate is input/activation-driven and primarily targets inference efficiency; routing decisions are not based on local dynamical stability.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5281FBBC-A647-54AF-F4D6-DDD7A9B5CAF9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4F68F123-892B-CD52-07A0-E83520F7B995}"/>
              </a:ext>
            </a:extLst>
          </p:cNvPr>
          <p:cNvGraphicFramePr>
            <a:graphicFrameLocks noGrp="1"/>
          </p:cNvGraphicFramePr>
          <p:nvPr/>
        </p:nvGraphicFramePr>
        <p:xfrm>
          <a:off x="5344719" y="3239294"/>
          <a:ext cx="1600200" cy="3048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41F83035-61B8-D4D5-005B-EC09C0797D07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7E395DAA-EA43-11C2-F277-69626DD559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7846746"/>
              </p:ext>
            </p:extLst>
          </p:nvPr>
        </p:nvGraphicFramePr>
        <p:xfrm>
          <a:off x="10043414" y="3759822"/>
          <a:ext cx="2148585" cy="188976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Dynamic skipping is established, but </a:t>
                      </a:r>
                      <a:r>
                        <a:rPr lang="en-US" b="1"/>
                        <a:t>stability-driven continuous control of shortcut strength remains unexplored</a:t>
                      </a:r>
                      <a:r>
                        <a:rPr lang="en-US"/>
                        <a:t>.</a:t>
                      </a:r>
                    </a:p>
                    <a:p>
                      <a:pPr lvl="0">
                        <a:buNone/>
                      </a:pPr>
                      <a:endParaRPr lang="en-US" sz="1400" b="0" i="0" u="none" strike="noStrike" noProof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CD51E715-9778-0D59-7DEC-81EEA18D34D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9154385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530471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68087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51AD0319-1B66-4FBD-D0FF-CD077C448F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910523"/>
              </p:ext>
            </p:extLst>
          </p:nvPr>
        </p:nvGraphicFramePr>
        <p:xfrm>
          <a:off x="5332019" y="3111205"/>
          <a:ext cx="1512062" cy="2865120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23974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/>
                        <a:t>Uses a gating network to selectively skip residual blocks on a per-input basis. Combines supervised and reinforcement learning to learn non-differentiable routing decisions.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175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79808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9F1C2-AFE3-BF55-1C79-C0B2D4238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00186A6-6137-87BC-A862-2CB36717D873}"/>
              </a:ext>
            </a:extLst>
          </p:cNvPr>
          <p:cNvGrpSpPr/>
          <p:nvPr/>
        </p:nvGrpSpPr>
        <p:grpSpPr>
          <a:xfrm>
            <a:off x="797001" y="6002964"/>
            <a:ext cx="2717392" cy="373448"/>
            <a:chOff x="0" y="0"/>
            <a:chExt cx="3623189" cy="49793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05FD8C75-6186-3DAD-3FAD-024833A5D295}"/>
                </a:ext>
              </a:extLst>
            </p:cNvPr>
            <p:cNvSpPr/>
            <p:nvPr/>
          </p:nvSpPr>
          <p:spPr>
            <a:xfrm>
              <a:off x="0" y="0"/>
              <a:ext cx="3623225" cy="497924"/>
            </a:xfrm>
            <a:custGeom>
              <a:avLst/>
              <a:gdLst/>
              <a:ahLst/>
              <a:cxnLst/>
              <a:rect l="l" t="t" r="r" b="b"/>
              <a:pathLst>
                <a:path w="5434838" h="746887">
                  <a:moveTo>
                    <a:pt x="0" y="0"/>
                  </a:moveTo>
                  <a:lnTo>
                    <a:pt x="5434838" y="0"/>
                  </a:lnTo>
                  <a:lnTo>
                    <a:pt x="5434838" y="746887"/>
                  </a:lnTo>
                  <a:lnTo>
                    <a:pt x="0" y="746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14"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2C6448C3-ADB2-5340-CC44-71E4DE81A678}"/>
              </a:ext>
            </a:extLst>
          </p:cNvPr>
          <p:cNvGrpSpPr/>
          <p:nvPr/>
        </p:nvGrpSpPr>
        <p:grpSpPr>
          <a:xfrm>
            <a:off x="838200" y="6082282"/>
            <a:ext cx="289560" cy="287020"/>
            <a:chOff x="0" y="0"/>
            <a:chExt cx="386080" cy="382693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675A6D2E-A129-DF5C-9116-871AAF2772AC}"/>
                </a:ext>
              </a:extLst>
            </p:cNvPr>
            <p:cNvSpPr/>
            <p:nvPr/>
          </p:nvSpPr>
          <p:spPr>
            <a:xfrm>
              <a:off x="0" y="0"/>
              <a:ext cx="386249" cy="381931"/>
            </a:xfrm>
            <a:custGeom>
              <a:avLst/>
              <a:gdLst/>
              <a:ahLst/>
              <a:cxnLst/>
              <a:rect l="l" t="t" r="r" b="b"/>
              <a:pathLst>
                <a:path w="579374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494" y="455676"/>
                  </a:lnTo>
                  <a:lnTo>
                    <a:pt x="564642" y="377063"/>
                  </a:lnTo>
                  <a:lnTo>
                    <a:pt x="579374" y="286512"/>
                  </a:lnTo>
                  <a:lnTo>
                    <a:pt x="564642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0000"/>
            </a:solidFill>
          </p:spPr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0411831D-79DF-19C5-D76D-C38E6461E6E5}"/>
              </a:ext>
            </a:extLst>
          </p:cNvPr>
          <p:cNvSpPr/>
          <p:nvPr/>
        </p:nvSpPr>
        <p:spPr>
          <a:xfrm>
            <a:off x="83185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A525CA8E-109C-0035-E65D-4DB95550785D}"/>
              </a:ext>
            </a:extLst>
          </p:cNvPr>
          <p:cNvGrpSpPr/>
          <p:nvPr/>
        </p:nvGrpSpPr>
        <p:grpSpPr>
          <a:xfrm>
            <a:off x="1127760" y="6082282"/>
            <a:ext cx="289560" cy="287020"/>
            <a:chOff x="0" y="0"/>
            <a:chExt cx="386080" cy="382693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020955F-B536-BE06-707D-3E8E72272975}"/>
                </a:ext>
              </a:extLst>
            </p:cNvPr>
            <p:cNvSpPr/>
            <p:nvPr/>
          </p:nvSpPr>
          <p:spPr>
            <a:xfrm>
              <a:off x="0" y="0"/>
              <a:ext cx="386164" cy="381931"/>
            </a:xfrm>
            <a:custGeom>
              <a:avLst/>
              <a:gdLst/>
              <a:ahLst/>
              <a:cxnLst/>
              <a:rect l="l" t="t" r="r" b="b"/>
              <a:pathLst>
                <a:path w="579247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367" y="455676"/>
                  </a:lnTo>
                  <a:lnTo>
                    <a:pt x="564515" y="377063"/>
                  </a:lnTo>
                  <a:lnTo>
                    <a:pt x="579247" y="286512"/>
                  </a:lnTo>
                  <a:lnTo>
                    <a:pt x="564515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3333FF"/>
            </a:solidFill>
          </p:spPr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6E926E2C-48F0-B73B-FE7B-88567FB64F15}"/>
              </a:ext>
            </a:extLst>
          </p:cNvPr>
          <p:cNvSpPr/>
          <p:nvPr/>
        </p:nvSpPr>
        <p:spPr>
          <a:xfrm>
            <a:off x="112141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>
            <a:extLst>
              <a:ext uri="{FF2B5EF4-FFF2-40B4-BE49-F238E27FC236}">
                <a16:creationId xmlns:a16="http://schemas.microsoft.com/office/drawing/2014/main" id="{F24A4634-DD78-6EC0-49D0-2E1611148F80}"/>
              </a:ext>
            </a:extLst>
          </p:cNvPr>
          <p:cNvGrpSpPr/>
          <p:nvPr/>
        </p:nvGrpSpPr>
        <p:grpSpPr>
          <a:xfrm>
            <a:off x="1429512" y="6082282"/>
            <a:ext cx="289560" cy="287020"/>
            <a:chOff x="0" y="0"/>
            <a:chExt cx="386080" cy="382693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1869BB3-99FF-A23B-8712-2B06E668B1EE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00"/>
            </a:solidFill>
          </p:spPr>
        </p:sp>
      </p:grpSp>
      <p:sp>
        <p:nvSpPr>
          <p:cNvPr id="12" name="Freeform 12">
            <a:extLst>
              <a:ext uri="{FF2B5EF4-FFF2-40B4-BE49-F238E27FC236}">
                <a16:creationId xmlns:a16="http://schemas.microsoft.com/office/drawing/2014/main" id="{E9710F6D-AC25-2D2B-D954-77A8B93B55FC}"/>
              </a:ext>
            </a:extLst>
          </p:cNvPr>
          <p:cNvSpPr/>
          <p:nvPr/>
        </p:nvSpPr>
        <p:spPr>
          <a:xfrm>
            <a:off x="142316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C0AEC07A-C3B1-44B4-5199-91E3B21A0E1C}"/>
              </a:ext>
            </a:extLst>
          </p:cNvPr>
          <p:cNvGrpSpPr/>
          <p:nvPr/>
        </p:nvGrpSpPr>
        <p:grpSpPr>
          <a:xfrm>
            <a:off x="1729738" y="6082282"/>
            <a:ext cx="289560" cy="287020"/>
            <a:chOff x="0" y="0"/>
            <a:chExt cx="386080" cy="382693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64B1E597-3F55-4B50-047E-AD3EFDC685CC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AF50"/>
            </a:solidFill>
          </p:spPr>
        </p:sp>
      </p:grpSp>
      <p:sp>
        <p:nvSpPr>
          <p:cNvPr id="15" name="Freeform 15">
            <a:extLst>
              <a:ext uri="{FF2B5EF4-FFF2-40B4-BE49-F238E27FC236}">
                <a16:creationId xmlns:a16="http://schemas.microsoft.com/office/drawing/2014/main" id="{8D78A7A7-E728-E33D-B1A0-F00EAE736FE3}"/>
              </a:ext>
            </a:extLst>
          </p:cNvPr>
          <p:cNvSpPr/>
          <p:nvPr/>
        </p:nvSpPr>
        <p:spPr>
          <a:xfrm>
            <a:off x="1723388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1" y="0"/>
                </a:lnTo>
                <a:lnTo>
                  <a:pt x="453391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C746C90E-5A3B-F09F-9C7E-6B8EADA3EE4F}"/>
              </a:ext>
            </a:extLst>
          </p:cNvPr>
          <p:cNvGrpSpPr/>
          <p:nvPr/>
        </p:nvGrpSpPr>
        <p:grpSpPr>
          <a:xfrm>
            <a:off x="2019300" y="6082282"/>
            <a:ext cx="289560" cy="287020"/>
            <a:chOff x="0" y="0"/>
            <a:chExt cx="386080" cy="382693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70AE316F-DB00-44B3-5999-3217B77DD723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BEBEBE"/>
            </a:solidFill>
          </p:spPr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51682969-8301-593A-1C99-91C97BB8E19A}"/>
              </a:ext>
            </a:extLst>
          </p:cNvPr>
          <p:cNvSpPr/>
          <p:nvPr/>
        </p:nvSpPr>
        <p:spPr>
          <a:xfrm>
            <a:off x="201295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5C89A391-3DC4-3A1E-8BA1-D21AB5A71803}"/>
              </a:ext>
            </a:extLst>
          </p:cNvPr>
          <p:cNvGrpSpPr/>
          <p:nvPr/>
        </p:nvGrpSpPr>
        <p:grpSpPr>
          <a:xfrm>
            <a:off x="2308860" y="6082282"/>
            <a:ext cx="289560" cy="287020"/>
            <a:chOff x="0" y="0"/>
            <a:chExt cx="386080" cy="382693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AB1EA3BC-AE4A-4DFE-5DFD-295754F93471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92A77271-3C62-FF06-0F9C-6304BD84D040}"/>
              </a:ext>
            </a:extLst>
          </p:cNvPr>
          <p:cNvSpPr/>
          <p:nvPr/>
        </p:nvSpPr>
        <p:spPr>
          <a:xfrm>
            <a:off x="230251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D698D4A8-71FA-DC3A-2BAD-7D5095A760FF}"/>
              </a:ext>
            </a:extLst>
          </p:cNvPr>
          <p:cNvGrpSpPr/>
          <p:nvPr/>
        </p:nvGrpSpPr>
        <p:grpSpPr>
          <a:xfrm>
            <a:off x="2601466" y="6082282"/>
            <a:ext cx="289560" cy="287020"/>
            <a:chOff x="0" y="0"/>
            <a:chExt cx="386080" cy="382693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0BD3EE33-EFAC-2289-33DF-97FBCED85535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C000"/>
            </a:solidFill>
          </p:spPr>
        </p:sp>
      </p:grpSp>
      <p:sp>
        <p:nvSpPr>
          <p:cNvPr id="24" name="Freeform 24">
            <a:extLst>
              <a:ext uri="{FF2B5EF4-FFF2-40B4-BE49-F238E27FC236}">
                <a16:creationId xmlns:a16="http://schemas.microsoft.com/office/drawing/2014/main" id="{E8145C5E-C15A-1CEF-4FC5-804CA85404C3}"/>
              </a:ext>
            </a:extLst>
          </p:cNvPr>
          <p:cNvSpPr/>
          <p:nvPr/>
        </p:nvSpPr>
        <p:spPr>
          <a:xfrm>
            <a:off x="259511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25" name="Group 25">
            <a:extLst>
              <a:ext uri="{FF2B5EF4-FFF2-40B4-BE49-F238E27FC236}">
                <a16:creationId xmlns:a16="http://schemas.microsoft.com/office/drawing/2014/main" id="{E0AF5F94-1D0A-E1C8-C81A-AA63C03A991A}"/>
              </a:ext>
            </a:extLst>
          </p:cNvPr>
          <p:cNvGrpSpPr/>
          <p:nvPr/>
        </p:nvGrpSpPr>
        <p:grpSpPr>
          <a:xfrm>
            <a:off x="2900172" y="6082282"/>
            <a:ext cx="289560" cy="287020"/>
            <a:chOff x="0" y="0"/>
            <a:chExt cx="386080" cy="382693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A1B74F3A-0619-B4A4-0844-293AB12110AB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99FF"/>
            </a:solidFill>
          </p:spPr>
        </p:sp>
      </p:grpSp>
      <p:sp>
        <p:nvSpPr>
          <p:cNvPr id="27" name="Freeform 27">
            <a:extLst>
              <a:ext uri="{FF2B5EF4-FFF2-40B4-BE49-F238E27FC236}">
                <a16:creationId xmlns:a16="http://schemas.microsoft.com/office/drawing/2014/main" id="{0753B98E-0310-C813-48CB-25277EF00EF9}"/>
              </a:ext>
            </a:extLst>
          </p:cNvPr>
          <p:cNvSpPr/>
          <p:nvPr/>
        </p:nvSpPr>
        <p:spPr>
          <a:xfrm>
            <a:off x="289382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7DF2BE0B-2D2B-9B7D-EE27-A428C8F61630}"/>
              </a:ext>
            </a:extLst>
          </p:cNvPr>
          <p:cNvGrpSpPr/>
          <p:nvPr/>
        </p:nvGrpSpPr>
        <p:grpSpPr>
          <a:xfrm>
            <a:off x="3188206" y="6082282"/>
            <a:ext cx="289560" cy="287020"/>
            <a:chOff x="0" y="0"/>
            <a:chExt cx="386080" cy="382693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A61462CE-CD61-BB1D-E788-EA2CEC31A414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CCFF"/>
            </a:solidFill>
          </p:spPr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1D064723-68E7-5F49-FCFA-9BFD2BCA668F}"/>
              </a:ext>
            </a:extLst>
          </p:cNvPr>
          <p:cNvSpPr/>
          <p:nvPr/>
        </p:nvSpPr>
        <p:spPr>
          <a:xfrm>
            <a:off x="318185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grpSp>
        <p:nvGrpSpPr>
          <p:cNvPr id="31" name="Group 31">
            <a:extLst>
              <a:ext uri="{FF2B5EF4-FFF2-40B4-BE49-F238E27FC236}">
                <a16:creationId xmlns:a16="http://schemas.microsoft.com/office/drawing/2014/main" id="{7C9B3259-4624-DEBE-B259-9F52A61B0357}"/>
              </a:ext>
            </a:extLst>
          </p:cNvPr>
          <p:cNvGrpSpPr/>
          <p:nvPr/>
        </p:nvGrpSpPr>
        <p:grpSpPr>
          <a:xfrm>
            <a:off x="9235556" y="6059774"/>
            <a:ext cx="1967483" cy="655318"/>
            <a:chOff x="0" y="0"/>
            <a:chExt cx="2623310" cy="873758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B9431AD8-6EBE-28E7-14DD-DB8E99F930B5}"/>
                </a:ext>
              </a:extLst>
            </p:cNvPr>
            <p:cNvSpPr/>
            <p:nvPr/>
          </p:nvSpPr>
          <p:spPr>
            <a:xfrm>
              <a:off x="0" y="0"/>
              <a:ext cx="2623312" cy="873760"/>
            </a:xfrm>
            <a:custGeom>
              <a:avLst/>
              <a:gdLst/>
              <a:ahLst/>
              <a:cxnLst/>
              <a:rect l="l" t="t" r="r" b="b"/>
              <a:pathLst>
                <a:path w="3934968" h="1310640">
                  <a:moveTo>
                    <a:pt x="0" y="0"/>
                  </a:moveTo>
                  <a:lnTo>
                    <a:pt x="3934968" y="0"/>
                  </a:lnTo>
                  <a:lnTo>
                    <a:pt x="3934968" y="1310640"/>
                  </a:lnTo>
                  <a:lnTo>
                    <a:pt x="0" y="13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b="-77"/>
              </a:stretch>
            </a:blipFill>
          </p:spPr>
        </p:sp>
      </p:grpSp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6DD42433-2CF9-CD84-D492-7CDB72BD31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9791828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S.NO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Title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Author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Journal 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year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1800" b="1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Calibri (MS) Bold"/>
                        <a:cs typeface="Times New Roman" panose="02020603050405020304" pitchFamily="18" charset="0"/>
                        <a:sym typeface="Calibri (MS) Bold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Methodology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Merits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Demerits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Research gap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600"/>
                        </a:spcAft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08</a:t>
                      </a:r>
                      <a:endParaRPr lang="en-US" sz="180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Arimo"/>
                        <a:cs typeface="Times New Roman" panose="02020603050405020304" pitchFamily="18" charset="0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/>
                        <a:t>Convolutional Networks with Adaptive Inference Graphs</a:t>
                      </a:r>
                      <a:endParaRPr lang="en-US">
                        <a:sym typeface="Arimo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/>
                        <a:t>Andreas Veit &amp; Serge Belongie | </a:t>
                      </a:r>
                      <a:r>
                        <a:rPr lang="en-US" sz="1400" b="1" i="0" u="none" strike="noStrike" noProof="0"/>
                        <a:t>IJCV, 2020</a:t>
                      </a:r>
                      <a:r>
                        <a:rPr lang="en-US" sz="1400" b="0" i="0" u="none" strike="noStrike" noProof="0"/>
                        <a:t> | </a:t>
                      </a:r>
                      <a:r>
                        <a:rPr lang="en-US" sz="1400" b="1" i="0" u="none" strike="noStrike" noProof="0"/>
                        <a:t>DOI: 10.1007/s11263-019-01190-4</a:t>
                      </a:r>
                      <a:endParaRPr/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Reduces unnecessary computation; learns different inference paths for different inputs; demonstrates adaptive network topology.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BF1B68FE-6A29-C7F4-11D3-5CA6778A9122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C62815FD-0C24-8DDF-C776-CC708DC15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8399219"/>
              </p:ext>
            </p:extLst>
          </p:nvPr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/>
                        <a:t>Optimizes computational efficiency rather than training stability; decisions depend on input characteristics rather than local dynamical behavior.</a:t>
                      </a: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2E585E30-1C42-FAE4-15DD-769A72389D32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2516F5F6-F425-DDD7-C970-BB11EBF7451D}"/>
              </a:ext>
            </a:extLst>
          </p:cNvPr>
          <p:cNvGraphicFramePr>
            <a:graphicFrameLocks noGrp="1"/>
          </p:cNvGraphicFramePr>
          <p:nvPr/>
        </p:nvGraphicFramePr>
        <p:xfrm>
          <a:off x="5344719" y="3239294"/>
          <a:ext cx="1600200" cy="3048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642928D3-A3E8-9BC4-0EDF-18E73206B4B9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A20B2FC8-D866-0B23-C06C-4D6D6953E2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927276"/>
              </p:ext>
            </p:extLst>
          </p:nvPr>
        </p:nvGraphicFramePr>
        <p:xfrm>
          <a:off x="10043414" y="3759822"/>
          <a:ext cx="2148585" cy="167640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Adaptive topology does not address 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whether a residual block is dynamically stable or unstable during optimization</a:t>
                      </a: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871C0080-9F8A-6F87-E203-68576D5F7CE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9154385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530471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68087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71614F2C-7DB1-53C0-F25F-4537031EEB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451538"/>
              </p:ext>
            </p:extLst>
          </p:nvPr>
        </p:nvGraphicFramePr>
        <p:xfrm>
          <a:off x="5342179" y="3548085"/>
          <a:ext cx="1512062" cy="2011680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23974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/>
                        <a:t>Dynamically constructs input-dependent inference graphs by deciding which network layers need to be evaluated for each image.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175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82078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34783-D22B-22F6-9C90-B32CCD4C7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5D7E84F-3075-5AE3-D605-A2CEBAE2C850}"/>
              </a:ext>
            </a:extLst>
          </p:cNvPr>
          <p:cNvGrpSpPr/>
          <p:nvPr/>
        </p:nvGrpSpPr>
        <p:grpSpPr>
          <a:xfrm>
            <a:off x="797001" y="6002964"/>
            <a:ext cx="2717392" cy="373448"/>
            <a:chOff x="0" y="0"/>
            <a:chExt cx="3623189" cy="49793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9594D05-3A8B-40C3-FE51-E42B8E6CD49E}"/>
                </a:ext>
              </a:extLst>
            </p:cNvPr>
            <p:cNvSpPr/>
            <p:nvPr/>
          </p:nvSpPr>
          <p:spPr>
            <a:xfrm>
              <a:off x="0" y="0"/>
              <a:ext cx="3623225" cy="497924"/>
            </a:xfrm>
            <a:custGeom>
              <a:avLst/>
              <a:gdLst/>
              <a:ahLst/>
              <a:cxnLst/>
              <a:rect l="l" t="t" r="r" b="b"/>
              <a:pathLst>
                <a:path w="5434838" h="746887">
                  <a:moveTo>
                    <a:pt x="0" y="0"/>
                  </a:moveTo>
                  <a:lnTo>
                    <a:pt x="5434838" y="0"/>
                  </a:lnTo>
                  <a:lnTo>
                    <a:pt x="5434838" y="746887"/>
                  </a:lnTo>
                  <a:lnTo>
                    <a:pt x="0" y="746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14"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F50F3190-0F37-7AB4-BC9D-0E2C2D7688CA}"/>
              </a:ext>
            </a:extLst>
          </p:cNvPr>
          <p:cNvGrpSpPr/>
          <p:nvPr/>
        </p:nvGrpSpPr>
        <p:grpSpPr>
          <a:xfrm>
            <a:off x="838200" y="6082282"/>
            <a:ext cx="289560" cy="287020"/>
            <a:chOff x="0" y="0"/>
            <a:chExt cx="386080" cy="382693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9ED195E2-B8F7-0954-A49F-4281FA69F577}"/>
                </a:ext>
              </a:extLst>
            </p:cNvPr>
            <p:cNvSpPr/>
            <p:nvPr/>
          </p:nvSpPr>
          <p:spPr>
            <a:xfrm>
              <a:off x="0" y="0"/>
              <a:ext cx="386249" cy="381931"/>
            </a:xfrm>
            <a:custGeom>
              <a:avLst/>
              <a:gdLst/>
              <a:ahLst/>
              <a:cxnLst/>
              <a:rect l="l" t="t" r="r" b="b"/>
              <a:pathLst>
                <a:path w="579374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494" y="455676"/>
                  </a:lnTo>
                  <a:lnTo>
                    <a:pt x="564642" y="377063"/>
                  </a:lnTo>
                  <a:lnTo>
                    <a:pt x="579374" y="286512"/>
                  </a:lnTo>
                  <a:lnTo>
                    <a:pt x="564642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0000"/>
            </a:solidFill>
          </p:spPr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30B34101-C1C2-D10A-BE2E-16F5EF28AED6}"/>
              </a:ext>
            </a:extLst>
          </p:cNvPr>
          <p:cNvSpPr/>
          <p:nvPr/>
        </p:nvSpPr>
        <p:spPr>
          <a:xfrm>
            <a:off x="83185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511F665F-F17D-AB19-B9FD-4BEA86F1C7FB}"/>
              </a:ext>
            </a:extLst>
          </p:cNvPr>
          <p:cNvGrpSpPr/>
          <p:nvPr/>
        </p:nvGrpSpPr>
        <p:grpSpPr>
          <a:xfrm>
            <a:off x="1127760" y="6082282"/>
            <a:ext cx="289560" cy="287020"/>
            <a:chOff x="0" y="0"/>
            <a:chExt cx="386080" cy="382693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ABDAABBF-E352-68D3-9AAF-4D282700F868}"/>
                </a:ext>
              </a:extLst>
            </p:cNvPr>
            <p:cNvSpPr/>
            <p:nvPr/>
          </p:nvSpPr>
          <p:spPr>
            <a:xfrm>
              <a:off x="0" y="0"/>
              <a:ext cx="386164" cy="381931"/>
            </a:xfrm>
            <a:custGeom>
              <a:avLst/>
              <a:gdLst/>
              <a:ahLst/>
              <a:cxnLst/>
              <a:rect l="l" t="t" r="r" b="b"/>
              <a:pathLst>
                <a:path w="579247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367" y="455676"/>
                  </a:lnTo>
                  <a:lnTo>
                    <a:pt x="564515" y="377063"/>
                  </a:lnTo>
                  <a:lnTo>
                    <a:pt x="579247" y="286512"/>
                  </a:lnTo>
                  <a:lnTo>
                    <a:pt x="564515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3333FF"/>
            </a:solidFill>
          </p:spPr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4FEC4E39-8F09-7585-39D2-6298E2932434}"/>
              </a:ext>
            </a:extLst>
          </p:cNvPr>
          <p:cNvSpPr/>
          <p:nvPr/>
        </p:nvSpPr>
        <p:spPr>
          <a:xfrm>
            <a:off x="112141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>
            <a:extLst>
              <a:ext uri="{FF2B5EF4-FFF2-40B4-BE49-F238E27FC236}">
                <a16:creationId xmlns:a16="http://schemas.microsoft.com/office/drawing/2014/main" id="{C559BAC9-1EA0-C0E6-60EC-85351205BCFC}"/>
              </a:ext>
            </a:extLst>
          </p:cNvPr>
          <p:cNvGrpSpPr/>
          <p:nvPr/>
        </p:nvGrpSpPr>
        <p:grpSpPr>
          <a:xfrm>
            <a:off x="1429512" y="6082282"/>
            <a:ext cx="289560" cy="287020"/>
            <a:chOff x="0" y="0"/>
            <a:chExt cx="386080" cy="382693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6C6E95D-969E-E566-50A2-4E2A70473635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00"/>
            </a:solidFill>
          </p:spPr>
        </p:sp>
      </p:grpSp>
      <p:sp>
        <p:nvSpPr>
          <p:cNvPr id="12" name="Freeform 12">
            <a:extLst>
              <a:ext uri="{FF2B5EF4-FFF2-40B4-BE49-F238E27FC236}">
                <a16:creationId xmlns:a16="http://schemas.microsoft.com/office/drawing/2014/main" id="{8EEAEB1B-85D1-9B04-DCC9-BB4740501CFC}"/>
              </a:ext>
            </a:extLst>
          </p:cNvPr>
          <p:cNvSpPr/>
          <p:nvPr/>
        </p:nvSpPr>
        <p:spPr>
          <a:xfrm>
            <a:off x="142316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6329C7BA-292C-FE17-9991-1A25F7284BEB}"/>
              </a:ext>
            </a:extLst>
          </p:cNvPr>
          <p:cNvGrpSpPr/>
          <p:nvPr/>
        </p:nvGrpSpPr>
        <p:grpSpPr>
          <a:xfrm>
            <a:off x="1729738" y="6082282"/>
            <a:ext cx="289560" cy="287020"/>
            <a:chOff x="0" y="0"/>
            <a:chExt cx="386080" cy="382693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D184E55F-207C-816C-3367-9029F7F0CC1D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AF50"/>
            </a:solidFill>
          </p:spPr>
        </p:sp>
      </p:grpSp>
      <p:sp>
        <p:nvSpPr>
          <p:cNvPr id="15" name="Freeform 15">
            <a:extLst>
              <a:ext uri="{FF2B5EF4-FFF2-40B4-BE49-F238E27FC236}">
                <a16:creationId xmlns:a16="http://schemas.microsoft.com/office/drawing/2014/main" id="{06FCA53F-74A1-1CB6-EA4D-0089000860C3}"/>
              </a:ext>
            </a:extLst>
          </p:cNvPr>
          <p:cNvSpPr/>
          <p:nvPr/>
        </p:nvSpPr>
        <p:spPr>
          <a:xfrm>
            <a:off x="1723388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1" y="0"/>
                </a:lnTo>
                <a:lnTo>
                  <a:pt x="453391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EAA861AD-2682-2386-01BD-5FE176E9DA5F}"/>
              </a:ext>
            </a:extLst>
          </p:cNvPr>
          <p:cNvGrpSpPr/>
          <p:nvPr/>
        </p:nvGrpSpPr>
        <p:grpSpPr>
          <a:xfrm>
            <a:off x="2019300" y="6082282"/>
            <a:ext cx="289560" cy="287020"/>
            <a:chOff x="0" y="0"/>
            <a:chExt cx="386080" cy="382693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DB12FAE7-B2AD-2320-11AC-02DEA564B0E9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BEBEBE"/>
            </a:solidFill>
          </p:spPr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D6A5BA20-71EC-9F0D-A862-5C9E5C8764B7}"/>
              </a:ext>
            </a:extLst>
          </p:cNvPr>
          <p:cNvSpPr/>
          <p:nvPr/>
        </p:nvSpPr>
        <p:spPr>
          <a:xfrm>
            <a:off x="201295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FA0388FF-3593-C453-B659-120FA1DB852D}"/>
              </a:ext>
            </a:extLst>
          </p:cNvPr>
          <p:cNvGrpSpPr/>
          <p:nvPr/>
        </p:nvGrpSpPr>
        <p:grpSpPr>
          <a:xfrm>
            <a:off x="2308860" y="6082282"/>
            <a:ext cx="289560" cy="287020"/>
            <a:chOff x="0" y="0"/>
            <a:chExt cx="386080" cy="382693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81DB53C9-0830-26E1-DB65-9A90C6A8B990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67E5A6B2-3FE0-9222-6B8B-622B4A82BA58}"/>
              </a:ext>
            </a:extLst>
          </p:cNvPr>
          <p:cNvSpPr/>
          <p:nvPr/>
        </p:nvSpPr>
        <p:spPr>
          <a:xfrm>
            <a:off x="230251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6593B6AD-DBBA-1211-34A6-EE3FCE8C4DCA}"/>
              </a:ext>
            </a:extLst>
          </p:cNvPr>
          <p:cNvGrpSpPr/>
          <p:nvPr/>
        </p:nvGrpSpPr>
        <p:grpSpPr>
          <a:xfrm>
            <a:off x="2601466" y="6082282"/>
            <a:ext cx="289560" cy="287020"/>
            <a:chOff x="0" y="0"/>
            <a:chExt cx="386080" cy="382693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CE5C3F9C-9C67-9276-942A-EC94B5412602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C000"/>
            </a:solidFill>
          </p:spPr>
        </p:sp>
      </p:grpSp>
      <p:sp>
        <p:nvSpPr>
          <p:cNvPr id="24" name="Freeform 24">
            <a:extLst>
              <a:ext uri="{FF2B5EF4-FFF2-40B4-BE49-F238E27FC236}">
                <a16:creationId xmlns:a16="http://schemas.microsoft.com/office/drawing/2014/main" id="{34375178-EC2A-601C-E051-14E1DE0C6292}"/>
              </a:ext>
            </a:extLst>
          </p:cNvPr>
          <p:cNvSpPr/>
          <p:nvPr/>
        </p:nvSpPr>
        <p:spPr>
          <a:xfrm>
            <a:off x="259511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25" name="Group 25">
            <a:extLst>
              <a:ext uri="{FF2B5EF4-FFF2-40B4-BE49-F238E27FC236}">
                <a16:creationId xmlns:a16="http://schemas.microsoft.com/office/drawing/2014/main" id="{B8DEFFAB-1031-2674-1668-A65303716395}"/>
              </a:ext>
            </a:extLst>
          </p:cNvPr>
          <p:cNvGrpSpPr/>
          <p:nvPr/>
        </p:nvGrpSpPr>
        <p:grpSpPr>
          <a:xfrm>
            <a:off x="2900172" y="6082282"/>
            <a:ext cx="289560" cy="287020"/>
            <a:chOff x="0" y="0"/>
            <a:chExt cx="386080" cy="382693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B330F89F-550E-26CA-376D-B136A24B69AA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99FF"/>
            </a:solidFill>
          </p:spPr>
        </p:sp>
      </p:grpSp>
      <p:sp>
        <p:nvSpPr>
          <p:cNvPr id="27" name="Freeform 27">
            <a:extLst>
              <a:ext uri="{FF2B5EF4-FFF2-40B4-BE49-F238E27FC236}">
                <a16:creationId xmlns:a16="http://schemas.microsoft.com/office/drawing/2014/main" id="{087FF2A7-9F7C-F357-EB1A-4549505D5C8C}"/>
              </a:ext>
            </a:extLst>
          </p:cNvPr>
          <p:cNvSpPr/>
          <p:nvPr/>
        </p:nvSpPr>
        <p:spPr>
          <a:xfrm>
            <a:off x="289382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446391BA-8A6B-2E19-D4AD-6B9C865F1552}"/>
              </a:ext>
            </a:extLst>
          </p:cNvPr>
          <p:cNvGrpSpPr/>
          <p:nvPr/>
        </p:nvGrpSpPr>
        <p:grpSpPr>
          <a:xfrm>
            <a:off x="3188206" y="6082282"/>
            <a:ext cx="289560" cy="287020"/>
            <a:chOff x="0" y="0"/>
            <a:chExt cx="386080" cy="382693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F20AF4A4-5F25-B49B-1469-58B4D24AC3F4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CCFF"/>
            </a:solidFill>
          </p:spPr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0502518E-1E80-984E-8AFE-BF078554CB08}"/>
              </a:ext>
            </a:extLst>
          </p:cNvPr>
          <p:cNvSpPr/>
          <p:nvPr/>
        </p:nvSpPr>
        <p:spPr>
          <a:xfrm>
            <a:off x="318185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grpSp>
        <p:nvGrpSpPr>
          <p:cNvPr id="31" name="Group 31">
            <a:extLst>
              <a:ext uri="{FF2B5EF4-FFF2-40B4-BE49-F238E27FC236}">
                <a16:creationId xmlns:a16="http://schemas.microsoft.com/office/drawing/2014/main" id="{8C7D4ADD-117F-2204-22A4-B62A928B9467}"/>
              </a:ext>
            </a:extLst>
          </p:cNvPr>
          <p:cNvGrpSpPr/>
          <p:nvPr/>
        </p:nvGrpSpPr>
        <p:grpSpPr>
          <a:xfrm>
            <a:off x="9235556" y="6059774"/>
            <a:ext cx="1967483" cy="655318"/>
            <a:chOff x="0" y="0"/>
            <a:chExt cx="2623310" cy="873758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35652FB4-0DCF-80A4-0497-4428973A3E26}"/>
                </a:ext>
              </a:extLst>
            </p:cNvPr>
            <p:cNvSpPr/>
            <p:nvPr/>
          </p:nvSpPr>
          <p:spPr>
            <a:xfrm>
              <a:off x="0" y="0"/>
              <a:ext cx="2623312" cy="873760"/>
            </a:xfrm>
            <a:custGeom>
              <a:avLst/>
              <a:gdLst/>
              <a:ahLst/>
              <a:cxnLst/>
              <a:rect l="l" t="t" r="r" b="b"/>
              <a:pathLst>
                <a:path w="3934968" h="1310640">
                  <a:moveTo>
                    <a:pt x="0" y="0"/>
                  </a:moveTo>
                  <a:lnTo>
                    <a:pt x="3934968" y="0"/>
                  </a:lnTo>
                  <a:lnTo>
                    <a:pt x="3934968" y="1310640"/>
                  </a:lnTo>
                  <a:lnTo>
                    <a:pt x="0" y="13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b="-77"/>
              </a:stretch>
            </a:blipFill>
          </p:spPr>
        </p:sp>
      </p:grpSp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6B6C5DA9-FD3B-63B5-5256-F38FF9ECC7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6143172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S.NO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Title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Author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Journal 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year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1800" b="1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Calibri (MS) Bold"/>
                        <a:cs typeface="Times New Roman" panose="02020603050405020304" pitchFamily="18" charset="0"/>
                        <a:sym typeface="Calibri (MS) Bold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Methodology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Merits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Demerits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600"/>
                        </a:spcAft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09</a:t>
                      </a:r>
                      <a:endParaRPr lang="en-US" sz="180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Arimo"/>
                        <a:cs typeface="Times New Roman" panose="02020603050405020304" pitchFamily="18" charset="0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/>
                        <a:t>Deep Networks with Stochastic Depth</a:t>
                      </a:r>
                      <a:endParaRPr lang="en-US">
                        <a:sym typeface="Arimo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Gao Huang, Yu Sun, Zhuang Liu, Daniel Sedra &amp; Kilian Q. Weinberger | 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ECCV, 2016</a:t>
                      </a: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 | 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DOI: 10.1007/978-3-319-46493-0_39</a:t>
                      </a:r>
                      <a:endParaRPr lang="en-US"/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/>
                        <a:t>Reduces training cost; improves optimization of very deep networks; enables successful training beyond 1200 layers.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F1C5073F-53E4-5036-AE9C-B2FDB5C0D5A7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B312A4F5-7572-F34B-8184-5E92B5E0FD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3986619"/>
              </p:ext>
            </p:extLst>
          </p:nvPr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Layer selection is stochastic rather than stability-aware; does not continuously modulate shortcut strength according to network dynamics.</a:t>
                      </a: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29921056-E3FF-A06C-E1EE-BF4BCCB3AB31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3A0D3A5A-2EF3-601E-BC98-EC1C37CFD759}"/>
              </a:ext>
            </a:extLst>
          </p:cNvPr>
          <p:cNvGraphicFramePr>
            <a:graphicFrameLocks noGrp="1"/>
          </p:cNvGraphicFramePr>
          <p:nvPr/>
        </p:nvGraphicFramePr>
        <p:xfrm>
          <a:off x="5344719" y="3239294"/>
          <a:ext cx="1600200" cy="3048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F38AD4C4-13B9-CEAA-BC8E-BC5358DCB7F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8B7E85EE-6687-4EE8-329C-28091A41D5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164084"/>
              </p:ext>
            </p:extLst>
          </p:nvPr>
        </p:nvGraphicFramePr>
        <p:xfrm>
          <a:off x="10043414" y="3759822"/>
          <a:ext cx="2148585" cy="146304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/>
                        <a:t>Provides dynamic bypassing but no </a:t>
                      </a:r>
                      <a:r>
                        <a:rPr lang="en-US" sz="1400" b="1" i="0" u="none" strike="noStrike" noProof="0"/>
                        <a:t>measured stability criterion for deciding residual-path strength</a:t>
                      </a:r>
                      <a:r>
                        <a:rPr lang="en-US" sz="1400" b="0" i="0" u="none" strike="noStrike" noProof="0"/>
                        <a:t>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1F56C418-5624-B6E2-06E7-6B282E432767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9154385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530471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68087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068664E8-8DDD-28A1-64AD-F200D9FF8C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5135510"/>
              </p:ext>
            </p:extLst>
          </p:nvPr>
        </p:nvGraphicFramePr>
        <p:xfrm>
          <a:off x="5342179" y="3548085"/>
          <a:ext cx="1512062" cy="2225040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23974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Randomly drops residual layers during training and bypasses them through identity mappings, while using the full network during inference.</a:t>
                      </a:r>
                      <a:endParaRPr lang="en-US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175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90812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9F1C2-AFE3-BF55-1C79-C0B2D4238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00186A6-6137-87BC-A862-2CB36717D873}"/>
              </a:ext>
            </a:extLst>
          </p:cNvPr>
          <p:cNvGrpSpPr/>
          <p:nvPr/>
        </p:nvGrpSpPr>
        <p:grpSpPr>
          <a:xfrm>
            <a:off x="797001" y="6002964"/>
            <a:ext cx="2717392" cy="373448"/>
            <a:chOff x="0" y="0"/>
            <a:chExt cx="3623189" cy="49793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05FD8C75-6186-3DAD-3FAD-024833A5D295}"/>
                </a:ext>
              </a:extLst>
            </p:cNvPr>
            <p:cNvSpPr/>
            <p:nvPr/>
          </p:nvSpPr>
          <p:spPr>
            <a:xfrm>
              <a:off x="0" y="0"/>
              <a:ext cx="3623225" cy="497924"/>
            </a:xfrm>
            <a:custGeom>
              <a:avLst/>
              <a:gdLst/>
              <a:ahLst/>
              <a:cxnLst/>
              <a:rect l="l" t="t" r="r" b="b"/>
              <a:pathLst>
                <a:path w="5434838" h="746887">
                  <a:moveTo>
                    <a:pt x="0" y="0"/>
                  </a:moveTo>
                  <a:lnTo>
                    <a:pt x="5434838" y="0"/>
                  </a:lnTo>
                  <a:lnTo>
                    <a:pt x="5434838" y="746887"/>
                  </a:lnTo>
                  <a:lnTo>
                    <a:pt x="0" y="746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14"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2C6448C3-ADB2-5340-CC44-71E4DE81A678}"/>
              </a:ext>
            </a:extLst>
          </p:cNvPr>
          <p:cNvGrpSpPr/>
          <p:nvPr/>
        </p:nvGrpSpPr>
        <p:grpSpPr>
          <a:xfrm>
            <a:off x="838200" y="6082282"/>
            <a:ext cx="289560" cy="287020"/>
            <a:chOff x="0" y="0"/>
            <a:chExt cx="386080" cy="382693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675A6D2E-A129-DF5C-9116-871AAF2772AC}"/>
                </a:ext>
              </a:extLst>
            </p:cNvPr>
            <p:cNvSpPr/>
            <p:nvPr/>
          </p:nvSpPr>
          <p:spPr>
            <a:xfrm>
              <a:off x="0" y="0"/>
              <a:ext cx="386249" cy="381931"/>
            </a:xfrm>
            <a:custGeom>
              <a:avLst/>
              <a:gdLst/>
              <a:ahLst/>
              <a:cxnLst/>
              <a:rect l="l" t="t" r="r" b="b"/>
              <a:pathLst>
                <a:path w="579374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494" y="455676"/>
                  </a:lnTo>
                  <a:lnTo>
                    <a:pt x="564642" y="377063"/>
                  </a:lnTo>
                  <a:lnTo>
                    <a:pt x="579374" y="286512"/>
                  </a:lnTo>
                  <a:lnTo>
                    <a:pt x="564642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0000"/>
            </a:solidFill>
          </p:spPr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0411831D-79DF-19C5-D76D-C38E6461E6E5}"/>
              </a:ext>
            </a:extLst>
          </p:cNvPr>
          <p:cNvSpPr/>
          <p:nvPr/>
        </p:nvSpPr>
        <p:spPr>
          <a:xfrm>
            <a:off x="83185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A525CA8E-109C-0035-E65D-4DB95550785D}"/>
              </a:ext>
            </a:extLst>
          </p:cNvPr>
          <p:cNvGrpSpPr/>
          <p:nvPr/>
        </p:nvGrpSpPr>
        <p:grpSpPr>
          <a:xfrm>
            <a:off x="1127760" y="6082282"/>
            <a:ext cx="289560" cy="287020"/>
            <a:chOff x="0" y="0"/>
            <a:chExt cx="386080" cy="382693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020955F-B536-BE06-707D-3E8E72272975}"/>
                </a:ext>
              </a:extLst>
            </p:cNvPr>
            <p:cNvSpPr/>
            <p:nvPr/>
          </p:nvSpPr>
          <p:spPr>
            <a:xfrm>
              <a:off x="0" y="0"/>
              <a:ext cx="386164" cy="381931"/>
            </a:xfrm>
            <a:custGeom>
              <a:avLst/>
              <a:gdLst/>
              <a:ahLst/>
              <a:cxnLst/>
              <a:rect l="l" t="t" r="r" b="b"/>
              <a:pathLst>
                <a:path w="579247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367" y="455676"/>
                  </a:lnTo>
                  <a:lnTo>
                    <a:pt x="564515" y="377063"/>
                  </a:lnTo>
                  <a:lnTo>
                    <a:pt x="579247" y="286512"/>
                  </a:lnTo>
                  <a:lnTo>
                    <a:pt x="564515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3333FF"/>
            </a:solidFill>
          </p:spPr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6E926E2C-48F0-B73B-FE7B-88567FB64F15}"/>
              </a:ext>
            </a:extLst>
          </p:cNvPr>
          <p:cNvSpPr/>
          <p:nvPr/>
        </p:nvSpPr>
        <p:spPr>
          <a:xfrm>
            <a:off x="112141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>
            <a:extLst>
              <a:ext uri="{FF2B5EF4-FFF2-40B4-BE49-F238E27FC236}">
                <a16:creationId xmlns:a16="http://schemas.microsoft.com/office/drawing/2014/main" id="{F24A4634-DD78-6EC0-49D0-2E1611148F80}"/>
              </a:ext>
            </a:extLst>
          </p:cNvPr>
          <p:cNvGrpSpPr/>
          <p:nvPr/>
        </p:nvGrpSpPr>
        <p:grpSpPr>
          <a:xfrm>
            <a:off x="1429512" y="6082282"/>
            <a:ext cx="289560" cy="287020"/>
            <a:chOff x="0" y="0"/>
            <a:chExt cx="386080" cy="382693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1869BB3-99FF-A23B-8712-2B06E668B1EE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00"/>
            </a:solidFill>
          </p:spPr>
        </p:sp>
      </p:grpSp>
      <p:sp>
        <p:nvSpPr>
          <p:cNvPr id="12" name="Freeform 12">
            <a:extLst>
              <a:ext uri="{FF2B5EF4-FFF2-40B4-BE49-F238E27FC236}">
                <a16:creationId xmlns:a16="http://schemas.microsoft.com/office/drawing/2014/main" id="{E9710F6D-AC25-2D2B-D954-77A8B93B55FC}"/>
              </a:ext>
            </a:extLst>
          </p:cNvPr>
          <p:cNvSpPr/>
          <p:nvPr/>
        </p:nvSpPr>
        <p:spPr>
          <a:xfrm>
            <a:off x="142316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C0AEC07A-C3B1-44B4-5199-91E3B21A0E1C}"/>
              </a:ext>
            </a:extLst>
          </p:cNvPr>
          <p:cNvGrpSpPr/>
          <p:nvPr/>
        </p:nvGrpSpPr>
        <p:grpSpPr>
          <a:xfrm>
            <a:off x="1729738" y="6082282"/>
            <a:ext cx="289560" cy="287020"/>
            <a:chOff x="0" y="0"/>
            <a:chExt cx="386080" cy="382693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64B1E597-3F55-4B50-047E-AD3EFDC685CC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AF50"/>
            </a:solidFill>
          </p:spPr>
        </p:sp>
      </p:grpSp>
      <p:sp>
        <p:nvSpPr>
          <p:cNvPr id="15" name="Freeform 15">
            <a:extLst>
              <a:ext uri="{FF2B5EF4-FFF2-40B4-BE49-F238E27FC236}">
                <a16:creationId xmlns:a16="http://schemas.microsoft.com/office/drawing/2014/main" id="{8D78A7A7-E728-E33D-B1A0-F00EAE736FE3}"/>
              </a:ext>
            </a:extLst>
          </p:cNvPr>
          <p:cNvSpPr/>
          <p:nvPr/>
        </p:nvSpPr>
        <p:spPr>
          <a:xfrm>
            <a:off x="1723388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1" y="0"/>
                </a:lnTo>
                <a:lnTo>
                  <a:pt x="453391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C746C90E-5A3B-F09F-9C7E-6B8EADA3EE4F}"/>
              </a:ext>
            </a:extLst>
          </p:cNvPr>
          <p:cNvGrpSpPr/>
          <p:nvPr/>
        </p:nvGrpSpPr>
        <p:grpSpPr>
          <a:xfrm>
            <a:off x="2019300" y="6082282"/>
            <a:ext cx="289560" cy="287020"/>
            <a:chOff x="0" y="0"/>
            <a:chExt cx="386080" cy="382693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70AE316F-DB00-44B3-5999-3217B77DD723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BEBEBE"/>
            </a:solidFill>
          </p:spPr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51682969-8301-593A-1C99-91C97BB8E19A}"/>
              </a:ext>
            </a:extLst>
          </p:cNvPr>
          <p:cNvSpPr/>
          <p:nvPr/>
        </p:nvSpPr>
        <p:spPr>
          <a:xfrm>
            <a:off x="201295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5C89A391-3DC4-3A1E-8BA1-D21AB5A71803}"/>
              </a:ext>
            </a:extLst>
          </p:cNvPr>
          <p:cNvGrpSpPr/>
          <p:nvPr/>
        </p:nvGrpSpPr>
        <p:grpSpPr>
          <a:xfrm>
            <a:off x="2308860" y="6082282"/>
            <a:ext cx="289560" cy="287020"/>
            <a:chOff x="0" y="0"/>
            <a:chExt cx="386080" cy="382693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AB1EA3BC-AE4A-4DFE-5DFD-295754F93471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92A77271-3C62-FF06-0F9C-6304BD84D040}"/>
              </a:ext>
            </a:extLst>
          </p:cNvPr>
          <p:cNvSpPr/>
          <p:nvPr/>
        </p:nvSpPr>
        <p:spPr>
          <a:xfrm>
            <a:off x="230251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D698D4A8-71FA-DC3A-2BAD-7D5095A760FF}"/>
              </a:ext>
            </a:extLst>
          </p:cNvPr>
          <p:cNvGrpSpPr/>
          <p:nvPr/>
        </p:nvGrpSpPr>
        <p:grpSpPr>
          <a:xfrm>
            <a:off x="2601466" y="6082282"/>
            <a:ext cx="289560" cy="287020"/>
            <a:chOff x="0" y="0"/>
            <a:chExt cx="386080" cy="382693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0BD3EE33-EFAC-2289-33DF-97FBCED85535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C000"/>
            </a:solidFill>
          </p:spPr>
        </p:sp>
      </p:grpSp>
      <p:sp>
        <p:nvSpPr>
          <p:cNvPr id="24" name="Freeform 24">
            <a:extLst>
              <a:ext uri="{FF2B5EF4-FFF2-40B4-BE49-F238E27FC236}">
                <a16:creationId xmlns:a16="http://schemas.microsoft.com/office/drawing/2014/main" id="{E8145C5E-C15A-1CEF-4FC5-804CA85404C3}"/>
              </a:ext>
            </a:extLst>
          </p:cNvPr>
          <p:cNvSpPr/>
          <p:nvPr/>
        </p:nvSpPr>
        <p:spPr>
          <a:xfrm>
            <a:off x="259511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25" name="Group 25">
            <a:extLst>
              <a:ext uri="{FF2B5EF4-FFF2-40B4-BE49-F238E27FC236}">
                <a16:creationId xmlns:a16="http://schemas.microsoft.com/office/drawing/2014/main" id="{E0AF5F94-1D0A-E1C8-C81A-AA63C03A991A}"/>
              </a:ext>
            </a:extLst>
          </p:cNvPr>
          <p:cNvGrpSpPr/>
          <p:nvPr/>
        </p:nvGrpSpPr>
        <p:grpSpPr>
          <a:xfrm>
            <a:off x="2900172" y="6082282"/>
            <a:ext cx="289560" cy="287020"/>
            <a:chOff x="0" y="0"/>
            <a:chExt cx="386080" cy="382693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A1B74F3A-0619-B4A4-0844-293AB12110AB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99FF"/>
            </a:solidFill>
          </p:spPr>
        </p:sp>
      </p:grpSp>
      <p:sp>
        <p:nvSpPr>
          <p:cNvPr id="27" name="Freeform 27">
            <a:extLst>
              <a:ext uri="{FF2B5EF4-FFF2-40B4-BE49-F238E27FC236}">
                <a16:creationId xmlns:a16="http://schemas.microsoft.com/office/drawing/2014/main" id="{0753B98E-0310-C813-48CB-25277EF00EF9}"/>
              </a:ext>
            </a:extLst>
          </p:cNvPr>
          <p:cNvSpPr/>
          <p:nvPr/>
        </p:nvSpPr>
        <p:spPr>
          <a:xfrm>
            <a:off x="289382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7DF2BE0B-2D2B-9B7D-EE27-A428C8F61630}"/>
              </a:ext>
            </a:extLst>
          </p:cNvPr>
          <p:cNvGrpSpPr/>
          <p:nvPr/>
        </p:nvGrpSpPr>
        <p:grpSpPr>
          <a:xfrm>
            <a:off x="3188206" y="6082282"/>
            <a:ext cx="289560" cy="287020"/>
            <a:chOff x="0" y="0"/>
            <a:chExt cx="386080" cy="382693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A61462CE-CD61-BB1D-E788-EA2CEC31A414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CCFF"/>
            </a:solidFill>
          </p:spPr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1D064723-68E7-5F49-FCFA-9BFD2BCA668F}"/>
              </a:ext>
            </a:extLst>
          </p:cNvPr>
          <p:cNvSpPr/>
          <p:nvPr/>
        </p:nvSpPr>
        <p:spPr>
          <a:xfrm>
            <a:off x="318185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grpSp>
        <p:nvGrpSpPr>
          <p:cNvPr id="31" name="Group 31">
            <a:extLst>
              <a:ext uri="{FF2B5EF4-FFF2-40B4-BE49-F238E27FC236}">
                <a16:creationId xmlns:a16="http://schemas.microsoft.com/office/drawing/2014/main" id="{7C9B3259-4624-DEBE-B259-9F52A61B0357}"/>
              </a:ext>
            </a:extLst>
          </p:cNvPr>
          <p:cNvGrpSpPr/>
          <p:nvPr/>
        </p:nvGrpSpPr>
        <p:grpSpPr>
          <a:xfrm>
            <a:off x="9235556" y="6059774"/>
            <a:ext cx="1967483" cy="655318"/>
            <a:chOff x="0" y="0"/>
            <a:chExt cx="2623310" cy="873758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B9431AD8-6EBE-28E7-14DD-DB8E99F930B5}"/>
                </a:ext>
              </a:extLst>
            </p:cNvPr>
            <p:cNvSpPr/>
            <p:nvPr/>
          </p:nvSpPr>
          <p:spPr>
            <a:xfrm>
              <a:off x="0" y="0"/>
              <a:ext cx="2623312" cy="873760"/>
            </a:xfrm>
            <a:custGeom>
              <a:avLst/>
              <a:gdLst/>
              <a:ahLst/>
              <a:cxnLst/>
              <a:rect l="l" t="t" r="r" b="b"/>
              <a:pathLst>
                <a:path w="3934968" h="1310640">
                  <a:moveTo>
                    <a:pt x="0" y="0"/>
                  </a:moveTo>
                  <a:lnTo>
                    <a:pt x="3934968" y="0"/>
                  </a:lnTo>
                  <a:lnTo>
                    <a:pt x="3934968" y="1310640"/>
                  </a:lnTo>
                  <a:lnTo>
                    <a:pt x="0" y="13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b="-77"/>
              </a:stretch>
            </a:blipFill>
          </p:spPr>
        </p:sp>
      </p:grpSp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6DD42433-2CF9-CD84-D492-7CDB72BD31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2602508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S.NO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Title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Author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Journal 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year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1800" b="1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Calibri (MS) Bold"/>
                        <a:cs typeface="Times New Roman" panose="02020603050405020304" pitchFamily="18" charset="0"/>
                        <a:sym typeface="Calibri (MS) Bold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Methodology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Merits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Demerits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Research gap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600"/>
                        </a:spcAft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10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Lambda-Skip Connections: The Architectural Component That Prevents Rank Collapse</a:t>
                      </a:r>
                      <a:endParaRPr lang="en-US">
                        <a:sym typeface="Arimo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Federico Arangath Joseph, Jerome Sieber, Melanie N. Zeilinger &amp; Carmen Amo Alonso | 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ICLR, 2025</a:t>
                      </a: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 | 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DOI: 10.48550/arXiv.2410.10609</a:t>
                      </a:r>
                      <a:endParaRPr lang="en-US"/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/>
                        <a:t>Provides formal bounds for skip-strength selection; connects shortcut scaling with representation preservation and training stability.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BF1B68FE-6A29-C7F4-11D3-5CA6778A9122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C62815FD-0C24-8DDF-C776-CC708DC15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813391"/>
              </p:ext>
            </p:extLst>
          </p:nvPr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Focuses on rank collapse and provides essentially static/theoretical λ conditions; does not use a local Lyapunov signal for dynamic control.</a:t>
                      </a: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2E585E30-1C42-FAE4-15DD-769A72389D32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2516F5F6-F425-DDD7-C970-BB11EBF7451D}"/>
              </a:ext>
            </a:extLst>
          </p:cNvPr>
          <p:cNvGraphicFramePr>
            <a:graphicFrameLocks noGrp="1"/>
          </p:cNvGraphicFramePr>
          <p:nvPr/>
        </p:nvGraphicFramePr>
        <p:xfrm>
          <a:off x="5344719" y="3239294"/>
          <a:ext cx="1600200" cy="3048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642928D3-A3E8-9BC4-0EDF-18E73206B4B9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A20B2FC8-D866-0B23-C06C-4D6D6953E2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922865"/>
              </p:ext>
            </p:extLst>
          </p:nvPr>
        </p:nvGraphicFramePr>
        <p:xfrm>
          <a:off x="10043414" y="3759822"/>
          <a:ext cx="2148585" cy="210312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/>
                        <a:t>λ is analytically constrained but not dynamically controlled from measured local stability.</a:t>
                      </a:r>
                      <a:r>
                        <a:rPr lang="en-US"/>
                        <a:t> LyASC makes λ an adaptive stability-aware variable.</a:t>
                      </a:r>
                    </a:p>
                    <a:p>
                      <a:pPr lvl="0">
                        <a:buNone/>
                      </a:pPr>
                      <a:endParaRPr lang="en-US" sz="1400" b="0" i="0" u="none" strike="noStrike" noProof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871C0080-9F8A-6F87-E203-68576D5F7CE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9154385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530471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68087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71614F2C-7DB1-53C0-F25F-4537031EEB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502618"/>
              </p:ext>
            </p:extLst>
          </p:nvPr>
        </p:nvGraphicFramePr>
        <p:xfrm>
          <a:off x="5342179" y="3548085"/>
          <a:ext cx="1512062" cy="2865120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23974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Introduces parameterized λ-skip connections and derives analytical conditions under which skip strength prevents rank collapse in Transformers and State Space Models.</a:t>
                      </a:r>
                      <a:endParaRPr lang="en-US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175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91448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9F1C2-AFE3-BF55-1C79-C0B2D4238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00186A6-6137-87BC-A862-2CB36717D873}"/>
              </a:ext>
            </a:extLst>
          </p:cNvPr>
          <p:cNvGrpSpPr/>
          <p:nvPr/>
        </p:nvGrpSpPr>
        <p:grpSpPr>
          <a:xfrm>
            <a:off x="797001" y="6002964"/>
            <a:ext cx="2717392" cy="373448"/>
            <a:chOff x="0" y="0"/>
            <a:chExt cx="3623189" cy="49793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05FD8C75-6186-3DAD-3FAD-024833A5D295}"/>
                </a:ext>
              </a:extLst>
            </p:cNvPr>
            <p:cNvSpPr/>
            <p:nvPr/>
          </p:nvSpPr>
          <p:spPr>
            <a:xfrm>
              <a:off x="0" y="0"/>
              <a:ext cx="3623225" cy="497924"/>
            </a:xfrm>
            <a:custGeom>
              <a:avLst/>
              <a:gdLst/>
              <a:ahLst/>
              <a:cxnLst/>
              <a:rect l="l" t="t" r="r" b="b"/>
              <a:pathLst>
                <a:path w="5434838" h="746887">
                  <a:moveTo>
                    <a:pt x="0" y="0"/>
                  </a:moveTo>
                  <a:lnTo>
                    <a:pt x="5434838" y="0"/>
                  </a:lnTo>
                  <a:lnTo>
                    <a:pt x="5434838" y="746887"/>
                  </a:lnTo>
                  <a:lnTo>
                    <a:pt x="0" y="746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14"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2C6448C3-ADB2-5340-CC44-71E4DE81A678}"/>
              </a:ext>
            </a:extLst>
          </p:cNvPr>
          <p:cNvGrpSpPr/>
          <p:nvPr/>
        </p:nvGrpSpPr>
        <p:grpSpPr>
          <a:xfrm>
            <a:off x="838200" y="6082282"/>
            <a:ext cx="289560" cy="287020"/>
            <a:chOff x="0" y="0"/>
            <a:chExt cx="386080" cy="382693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675A6D2E-A129-DF5C-9116-871AAF2772AC}"/>
                </a:ext>
              </a:extLst>
            </p:cNvPr>
            <p:cNvSpPr/>
            <p:nvPr/>
          </p:nvSpPr>
          <p:spPr>
            <a:xfrm>
              <a:off x="0" y="0"/>
              <a:ext cx="386249" cy="381931"/>
            </a:xfrm>
            <a:custGeom>
              <a:avLst/>
              <a:gdLst/>
              <a:ahLst/>
              <a:cxnLst/>
              <a:rect l="l" t="t" r="r" b="b"/>
              <a:pathLst>
                <a:path w="579374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494" y="455676"/>
                  </a:lnTo>
                  <a:lnTo>
                    <a:pt x="564642" y="377063"/>
                  </a:lnTo>
                  <a:lnTo>
                    <a:pt x="579374" y="286512"/>
                  </a:lnTo>
                  <a:lnTo>
                    <a:pt x="564642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0000"/>
            </a:solidFill>
          </p:spPr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0411831D-79DF-19C5-D76D-C38E6461E6E5}"/>
              </a:ext>
            </a:extLst>
          </p:cNvPr>
          <p:cNvSpPr/>
          <p:nvPr/>
        </p:nvSpPr>
        <p:spPr>
          <a:xfrm>
            <a:off x="83185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A525CA8E-109C-0035-E65D-4DB95550785D}"/>
              </a:ext>
            </a:extLst>
          </p:cNvPr>
          <p:cNvGrpSpPr/>
          <p:nvPr/>
        </p:nvGrpSpPr>
        <p:grpSpPr>
          <a:xfrm>
            <a:off x="1127760" y="6082282"/>
            <a:ext cx="289560" cy="287020"/>
            <a:chOff x="0" y="0"/>
            <a:chExt cx="386080" cy="382693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020955F-B536-BE06-707D-3E8E72272975}"/>
                </a:ext>
              </a:extLst>
            </p:cNvPr>
            <p:cNvSpPr/>
            <p:nvPr/>
          </p:nvSpPr>
          <p:spPr>
            <a:xfrm>
              <a:off x="0" y="0"/>
              <a:ext cx="386164" cy="381931"/>
            </a:xfrm>
            <a:custGeom>
              <a:avLst/>
              <a:gdLst/>
              <a:ahLst/>
              <a:cxnLst/>
              <a:rect l="l" t="t" r="r" b="b"/>
              <a:pathLst>
                <a:path w="579247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367" y="455676"/>
                  </a:lnTo>
                  <a:lnTo>
                    <a:pt x="564515" y="377063"/>
                  </a:lnTo>
                  <a:lnTo>
                    <a:pt x="579247" y="286512"/>
                  </a:lnTo>
                  <a:lnTo>
                    <a:pt x="564515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3333FF"/>
            </a:solidFill>
          </p:spPr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6E926E2C-48F0-B73B-FE7B-88567FB64F15}"/>
              </a:ext>
            </a:extLst>
          </p:cNvPr>
          <p:cNvSpPr/>
          <p:nvPr/>
        </p:nvSpPr>
        <p:spPr>
          <a:xfrm>
            <a:off x="112141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>
            <a:extLst>
              <a:ext uri="{FF2B5EF4-FFF2-40B4-BE49-F238E27FC236}">
                <a16:creationId xmlns:a16="http://schemas.microsoft.com/office/drawing/2014/main" id="{F24A4634-DD78-6EC0-49D0-2E1611148F80}"/>
              </a:ext>
            </a:extLst>
          </p:cNvPr>
          <p:cNvGrpSpPr/>
          <p:nvPr/>
        </p:nvGrpSpPr>
        <p:grpSpPr>
          <a:xfrm>
            <a:off x="1429512" y="6082282"/>
            <a:ext cx="289560" cy="287020"/>
            <a:chOff x="0" y="0"/>
            <a:chExt cx="386080" cy="382693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1869BB3-99FF-A23B-8712-2B06E668B1EE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00"/>
            </a:solidFill>
          </p:spPr>
        </p:sp>
      </p:grpSp>
      <p:sp>
        <p:nvSpPr>
          <p:cNvPr id="12" name="Freeform 12">
            <a:extLst>
              <a:ext uri="{FF2B5EF4-FFF2-40B4-BE49-F238E27FC236}">
                <a16:creationId xmlns:a16="http://schemas.microsoft.com/office/drawing/2014/main" id="{E9710F6D-AC25-2D2B-D954-77A8B93B55FC}"/>
              </a:ext>
            </a:extLst>
          </p:cNvPr>
          <p:cNvSpPr/>
          <p:nvPr/>
        </p:nvSpPr>
        <p:spPr>
          <a:xfrm>
            <a:off x="142316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C0AEC07A-C3B1-44B4-5199-91E3B21A0E1C}"/>
              </a:ext>
            </a:extLst>
          </p:cNvPr>
          <p:cNvGrpSpPr/>
          <p:nvPr/>
        </p:nvGrpSpPr>
        <p:grpSpPr>
          <a:xfrm>
            <a:off x="1729738" y="6082282"/>
            <a:ext cx="289560" cy="287020"/>
            <a:chOff x="0" y="0"/>
            <a:chExt cx="386080" cy="382693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64B1E597-3F55-4B50-047E-AD3EFDC685CC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AF50"/>
            </a:solidFill>
          </p:spPr>
        </p:sp>
      </p:grpSp>
      <p:sp>
        <p:nvSpPr>
          <p:cNvPr id="15" name="Freeform 15">
            <a:extLst>
              <a:ext uri="{FF2B5EF4-FFF2-40B4-BE49-F238E27FC236}">
                <a16:creationId xmlns:a16="http://schemas.microsoft.com/office/drawing/2014/main" id="{8D78A7A7-E728-E33D-B1A0-F00EAE736FE3}"/>
              </a:ext>
            </a:extLst>
          </p:cNvPr>
          <p:cNvSpPr/>
          <p:nvPr/>
        </p:nvSpPr>
        <p:spPr>
          <a:xfrm>
            <a:off x="1723388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1" y="0"/>
                </a:lnTo>
                <a:lnTo>
                  <a:pt x="453391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C746C90E-5A3B-F09F-9C7E-6B8EADA3EE4F}"/>
              </a:ext>
            </a:extLst>
          </p:cNvPr>
          <p:cNvGrpSpPr/>
          <p:nvPr/>
        </p:nvGrpSpPr>
        <p:grpSpPr>
          <a:xfrm>
            <a:off x="2019300" y="6082282"/>
            <a:ext cx="289560" cy="287020"/>
            <a:chOff x="0" y="0"/>
            <a:chExt cx="386080" cy="382693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70AE316F-DB00-44B3-5999-3217B77DD723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BEBEBE"/>
            </a:solidFill>
          </p:spPr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51682969-8301-593A-1C99-91C97BB8E19A}"/>
              </a:ext>
            </a:extLst>
          </p:cNvPr>
          <p:cNvSpPr/>
          <p:nvPr/>
        </p:nvSpPr>
        <p:spPr>
          <a:xfrm>
            <a:off x="201295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5C89A391-3DC4-3A1E-8BA1-D21AB5A71803}"/>
              </a:ext>
            </a:extLst>
          </p:cNvPr>
          <p:cNvGrpSpPr/>
          <p:nvPr/>
        </p:nvGrpSpPr>
        <p:grpSpPr>
          <a:xfrm>
            <a:off x="2308860" y="6082282"/>
            <a:ext cx="289560" cy="287020"/>
            <a:chOff x="0" y="0"/>
            <a:chExt cx="386080" cy="382693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AB1EA3BC-AE4A-4DFE-5DFD-295754F93471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92A77271-3C62-FF06-0F9C-6304BD84D040}"/>
              </a:ext>
            </a:extLst>
          </p:cNvPr>
          <p:cNvSpPr/>
          <p:nvPr/>
        </p:nvSpPr>
        <p:spPr>
          <a:xfrm>
            <a:off x="230251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D698D4A8-71FA-DC3A-2BAD-7D5095A760FF}"/>
              </a:ext>
            </a:extLst>
          </p:cNvPr>
          <p:cNvGrpSpPr/>
          <p:nvPr/>
        </p:nvGrpSpPr>
        <p:grpSpPr>
          <a:xfrm>
            <a:off x="2601466" y="6082282"/>
            <a:ext cx="289560" cy="287020"/>
            <a:chOff x="0" y="0"/>
            <a:chExt cx="386080" cy="382693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0BD3EE33-EFAC-2289-33DF-97FBCED85535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C000"/>
            </a:solidFill>
          </p:spPr>
        </p:sp>
      </p:grpSp>
      <p:sp>
        <p:nvSpPr>
          <p:cNvPr id="24" name="Freeform 24">
            <a:extLst>
              <a:ext uri="{FF2B5EF4-FFF2-40B4-BE49-F238E27FC236}">
                <a16:creationId xmlns:a16="http://schemas.microsoft.com/office/drawing/2014/main" id="{E8145C5E-C15A-1CEF-4FC5-804CA85404C3}"/>
              </a:ext>
            </a:extLst>
          </p:cNvPr>
          <p:cNvSpPr/>
          <p:nvPr/>
        </p:nvSpPr>
        <p:spPr>
          <a:xfrm>
            <a:off x="259511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25" name="Group 25">
            <a:extLst>
              <a:ext uri="{FF2B5EF4-FFF2-40B4-BE49-F238E27FC236}">
                <a16:creationId xmlns:a16="http://schemas.microsoft.com/office/drawing/2014/main" id="{E0AF5F94-1D0A-E1C8-C81A-AA63C03A991A}"/>
              </a:ext>
            </a:extLst>
          </p:cNvPr>
          <p:cNvGrpSpPr/>
          <p:nvPr/>
        </p:nvGrpSpPr>
        <p:grpSpPr>
          <a:xfrm>
            <a:off x="2900172" y="6082282"/>
            <a:ext cx="289560" cy="287020"/>
            <a:chOff x="0" y="0"/>
            <a:chExt cx="386080" cy="382693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A1B74F3A-0619-B4A4-0844-293AB12110AB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99FF"/>
            </a:solidFill>
          </p:spPr>
        </p:sp>
      </p:grpSp>
      <p:sp>
        <p:nvSpPr>
          <p:cNvPr id="27" name="Freeform 27">
            <a:extLst>
              <a:ext uri="{FF2B5EF4-FFF2-40B4-BE49-F238E27FC236}">
                <a16:creationId xmlns:a16="http://schemas.microsoft.com/office/drawing/2014/main" id="{0753B98E-0310-C813-48CB-25277EF00EF9}"/>
              </a:ext>
            </a:extLst>
          </p:cNvPr>
          <p:cNvSpPr/>
          <p:nvPr/>
        </p:nvSpPr>
        <p:spPr>
          <a:xfrm>
            <a:off x="289382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7DF2BE0B-2D2B-9B7D-EE27-A428C8F61630}"/>
              </a:ext>
            </a:extLst>
          </p:cNvPr>
          <p:cNvGrpSpPr/>
          <p:nvPr/>
        </p:nvGrpSpPr>
        <p:grpSpPr>
          <a:xfrm>
            <a:off x="3188206" y="6082282"/>
            <a:ext cx="289560" cy="287020"/>
            <a:chOff x="0" y="0"/>
            <a:chExt cx="386080" cy="382693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A61462CE-CD61-BB1D-E788-EA2CEC31A414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CCFF"/>
            </a:solidFill>
          </p:spPr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1D064723-68E7-5F49-FCFA-9BFD2BCA668F}"/>
              </a:ext>
            </a:extLst>
          </p:cNvPr>
          <p:cNvSpPr/>
          <p:nvPr/>
        </p:nvSpPr>
        <p:spPr>
          <a:xfrm>
            <a:off x="318185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grpSp>
        <p:nvGrpSpPr>
          <p:cNvPr id="31" name="Group 31">
            <a:extLst>
              <a:ext uri="{FF2B5EF4-FFF2-40B4-BE49-F238E27FC236}">
                <a16:creationId xmlns:a16="http://schemas.microsoft.com/office/drawing/2014/main" id="{7C9B3259-4624-DEBE-B259-9F52A61B0357}"/>
              </a:ext>
            </a:extLst>
          </p:cNvPr>
          <p:cNvGrpSpPr/>
          <p:nvPr/>
        </p:nvGrpSpPr>
        <p:grpSpPr>
          <a:xfrm>
            <a:off x="9235556" y="6059774"/>
            <a:ext cx="1967483" cy="655318"/>
            <a:chOff x="0" y="0"/>
            <a:chExt cx="2623310" cy="873758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B9431AD8-6EBE-28E7-14DD-DB8E99F930B5}"/>
                </a:ext>
              </a:extLst>
            </p:cNvPr>
            <p:cNvSpPr/>
            <p:nvPr/>
          </p:nvSpPr>
          <p:spPr>
            <a:xfrm>
              <a:off x="0" y="0"/>
              <a:ext cx="2623312" cy="873760"/>
            </a:xfrm>
            <a:custGeom>
              <a:avLst/>
              <a:gdLst/>
              <a:ahLst/>
              <a:cxnLst/>
              <a:rect l="l" t="t" r="r" b="b"/>
              <a:pathLst>
                <a:path w="3934968" h="1310640">
                  <a:moveTo>
                    <a:pt x="0" y="0"/>
                  </a:moveTo>
                  <a:lnTo>
                    <a:pt x="3934968" y="0"/>
                  </a:lnTo>
                  <a:lnTo>
                    <a:pt x="3934968" y="1310640"/>
                  </a:lnTo>
                  <a:lnTo>
                    <a:pt x="0" y="13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b="-77"/>
              </a:stretch>
            </a:blipFill>
          </p:spPr>
        </p:sp>
      </p:grpSp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6DD42433-2CF9-CD84-D492-7CDB72BD31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902932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S.NO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Title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Author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Journal 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year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1800" b="1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Calibri (MS) Bold"/>
                        <a:cs typeface="Times New Roman" panose="02020603050405020304" pitchFamily="18" charset="0"/>
                        <a:sym typeface="Calibri (MS) Bold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Methodology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Merits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Demerits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Research gap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600"/>
                        </a:spcAft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11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CosineGate: Semantic Dynamic Routing via Cosine Incompatibility in Residual Networks</a:t>
                      </a:r>
                      <a:endParaRPr lang="en-US">
                        <a:latin typeface="Arial"/>
                        <a:cs typeface="Arial"/>
                        <a:sym typeface="Arimo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Yogeswar Reddy Thota | 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arXiv, 2025</a:t>
                      </a: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 | 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DOI: 10.48550/arXiv.2512.22206</a:t>
                      </a:r>
                      <a:endParaRPr lang="en-US"/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/>
                        <a:t>Provides a self-supervised routing signal; reduces FLOPs while maintaining competitive accuracy; represents a recent dynamic residual-routing approach.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BF1B68FE-6A29-C7F4-11D3-5CA6778A9122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C62815FD-0C24-8DDF-C776-CC708DC15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5502766"/>
              </p:ext>
            </p:extLst>
          </p:nvPr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Uses feature geometry rather than training-dynamics stability; primarily targets computational efficiency and semantic redundancy.</a:t>
                      </a: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2E585E30-1C42-FAE4-15DD-769A72389D32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2516F5F6-F425-DDD7-C970-BB11EBF7451D}"/>
              </a:ext>
            </a:extLst>
          </p:cNvPr>
          <p:cNvGraphicFramePr>
            <a:graphicFrameLocks noGrp="1"/>
          </p:cNvGraphicFramePr>
          <p:nvPr/>
        </p:nvGraphicFramePr>
        <p:xfrm>
          <a:off x="5344719" y="3239294"/>
          <a:ext cx="1600200" cy="3048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642928D3-A3E8-9BC4-0EDF-18E73206B4B9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A20B2FC8-D866-0B23-C06C-4D6D6953E2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023988"/>
              </p:ext>
            </p:extLst>
          </p:nvPr>
        </p:nvGraphicFramePr>
        <p:xfrm>
          <a:off x="10043414" y="3759822"/>
          <a:ext cx="2148585" cy="167640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1" i="0" u="none" strike="noStrike" noProof="0"/>
                        <a:t>Closest architectural comparator.</a:t>
                      </a:r>
                      <a:r>
                        <a:rPr lang="en-US" sz="1400" b="0" i="0" u="none" strike="noStrike" noProof="0"/>
                        <a:t> It asks </a:t>
                      </a:r>
                      <a:r>
                        <a:rPr lang="en-US" sz="1400" b="0" i="1" u="none" strike="noStrike" noProof="0"/>
                        <a:t>“Is the residual useful?”</a:t>
                      </a:r>
                      <a:r>
                        <a:rPr lang="en-US" sz="1400" b="0" i="0" u="none" strike="noStrike" noProof="0"/>
                        <a:t>; LyASC asks </a:t>
                      </a:r>
                      <a:r>
                        <a:rPr lang="en-US" sz="1400" b="0" i="1" u="none" strike="noStrike" noProof="0"/>
                        <a:t>“Is the residual dynamics stable?”</a:t>
                      </a:r>
                      <a:endParaRPr lang="en-US" sz="1400" b="0" i="0" u="none" strike="noStrike" noProof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871C0080-9F8A-6F87-E203-68576D5F7CE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9154385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530471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68087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71614F2C-7DB1-53C0-F25F-4537031EEB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6872417"/>
              </p:ext>
            </p:extLst>
          </p:nvPr>
        </p:nvGraphicFramePr>
        <p:xfrm>
          <a:off x="5342179" y="3548085"/>
          <a:ext cx="1512062" cy="2865120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23974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Computes cosine incompatibility between identity and residual features and uses a differentiable Gumbel-Softmax gate for per-sample, per-block residual routing.</a:t>
                      </a:r>
                      <a:endParaRPr lang="en-US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175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55649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A805-95C4-244C-A42F-5FB249C2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D410BE3-105D-6427-7A1B-3FFA6161B9E7}"/>
              </a:ext>
            </a:extLst>
          </p:cNvPr>
          <p:cNvGrpSpPr/>
          <p:nvPr/>
        </p:nvGrpSpPr>
        <p:grpSpPr>
          <a:xfrm>
            <a:off x="797001" y="6002964"/>
            <a:ext cx="2717392" cy="373448"/>
            <a:chOff x="0" y="0"/>
            <a:chExt cx="3623189" cy="49793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89271060-4DC2-1940-58E9-A4B007A7B79A}"/>
                </a:ext>
              </a:extLst>
            </p:cNvPr>
            <p:cNvSpPr/>
            <p:nvPr/>
          </p:nvSpPr>
          <p:spPr>
            <a:xfrm>
              <a:off x="0" y="0"/>
              <a:ext cx="3623225" cy="497924"/>
            </a:xfrm>
            <a:custGeom>
              <a:avLst/>
              <a:gdLst/>
              <a:ahLst/>
              <a:cxnLst/>
              <a:rect l="l" t="t" r="r" b="b"/>
              <a:pathLst>
                <a:path w="5434838" h="746887">
                  <a:moveTo>
                    <a:pt x="0" y="0"/>
                  </a:moveTo>
                  <a:lnTo>
                    <a:pt x="5434838" y="0"/>
                  </a:lnTo>
                  <a:lnTo>
                    <a:pt x="5434838" y="746887"/>
                  </a:lnTo>
                  <a:lnTo>
                    <a:pt x="0" y="746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14"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72979ACC-DD36-5EE0-EA39-3CC8DAF6D321}"/>
              </a:ext>
            </a:extLst>
          </p:cNvPr>
          <p:cNvGrpSpPr/>
          <p:nvPr/>
        </p:nvGrpSpPr>
        <p:grpSpPr>
          <a:xfrm>
            <a:off x="838200" y="6082282"/>
            <a:ext cx="289560" cy="287020"/>
            <a:chOff x="0" y="0"/>
            <a:chExt cx="386080" cy="382693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0F8A7219-240B-8067-8BBD-515EDFEF5568}"/>
                </a:ext>
              </a:extLst>
            </p:cNvPr>
            <p:cNvSpPr/>
            <p:nvPr/>
          </p:nvSpPr>
          <p:spPr>
            <a:xfrm>
              <a:off x="0" y="0"/>
              <a:ext cx="386249" cy="381931"/>
            </a:xfrm>
            <a:custGeom>
              <a:avLst/>
              <a:gdLst/>
              <a:ahLst/>
              <a:cxnLst/>
              <a:rect l="l" t="t" r="r" b="b"/>
              <a:pathLst>
                <a:path w="579374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494" y="455676"/>
                  </a:lnTo>
                  <a:lnTo>
                    <a:pt x="564642" y="377063"/>
                  </a:lnTo>
                  <a:lnTo>
                    <a:pt x="579374" y="286512"/>
                  </a:lnTo>
                  <a:lnTo>
                    <a:pt x="564642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0000"/>
            </a:solidFill>
          </p:spPr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DCE074CA-4B54-B330-51A2-523D51B6C506}"/>
              </a:ext>
            </a:extLst>
          </p:cNvPr>
          <p:cNvSpPr/>
          <p:nvPr/>
        </p:nvSpPr>
        <p:spPr>
          <a:xfrm>
            <a:off x="83185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28425EF0-5341-9603-CCDC-2F22E63F2F73}"/>
              </a:ext>
            </a:extLst>
          </p:cNvPr>
          <p:cNvGrpSpPr/>
          <p:nvPr/>
        </p:nvGrpSpPr>
        <p:grpSpPr>
          <a:xfrm>
            <a:off x="1127760" y="6082282"/>
            <a:ext cx="289560" cy="287020"/>
            <a:chOff x="0" y="0"/>
            <a:chExt cx="386080" cy="382693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6D6D9D9-4C3C-E76C-BB3C-666B505B6266}"/>
                </a:ext>
              </a:extLst>
            </p:cNvPr>
            <p:cNvSpPr/>
            <p:nvPr/>
          </p:nvSpPr>
          <p:spPr>
            <a:xfrm>
              <a:off x="0" y="0"/>
              <a:ext cx="386164" cy="381931"/>
            </a:xfrm>
            <a:custGeom>
              <a:avLst/>
              <a:gdLst/>
              <a:ahLst/>
              <a:cxnLst/>
              <a:rect l="l" t="t" r="r" b="b"/>
              <a:pathLst>
                <a:path w="579247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367" y="455676"/>
                  </a:lnTo>
                  <a:lnTo>
                    <a:pt x="564515" y="377063"/>
                  </a:lnTo>
                  <a:lnTo>
                    <a:pt x="579247" y="286512"/>
                  </a:lnTo>
                  <a:lnTo>
                    <a:pt x="564515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3333FF"/>
            </a:solidFill>
          </p:spPr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74E021F3-9B37-5061-D7C3-4630C407591B}"/>
              </a:ext>
            </a:extLst>
          </p:cNvPr>
          <p:cNvSpPr/>
          <p:nvPr/>
        </p:nvSpPr>
        <p:spPr>
          <a:xfrm>
            <a:off x="112141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>
            <a:extLst>
              <a:ext uri="{FF2B5EF4-FFF2-40B4-BE49-F238E27FC236}">
                <a16:creationId xmlns:a16="http://schemas.microsoft.com/office/drawing/2014/main" id="{1A70E993-EE35-FB44-1C23-5FF5A308F97F}"/>
              </a:ext>
            </a:extLst>
          </p:cNvPr>
          <p:cNvGrpSpPr/>
          <p:nvPr/>
        </p:nvGrpSpPr>
        <p:grpSpPr>
          <a:xfrm>
            <a:off x="1429512" y="6082282"/>
            <a:ext cx="289560" cy="287020"/>
            <a:chOff x="0" y="0"/>
            <a:chExt cx="386080" cy="382693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50EB9D42-4244-7822-6506-B1B3BCBCB9F4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00"/>
            </a:solidFill>
          </p:spPr>
        </p:sp>
      </p:grpSp>
      <p:sp>
        <p:nvSpPr>
          <p:cNvPr id="12" name="Freeform 12">
            <a:extLst>
              <a:ext uri="{FF2B5EF4-FFF2-40B4-BE49-F238E27FC236}">
                <a16:creationId xmlns:a16="http://schemas.microsoft.com/office/drawing/2014/main" id="{F928D7DA-F3C4-CCB0-63A9-8261F2AA640F}"/>
              </a:ext>
            </a:extLst>
          </p:cNvPr>
          <p:cNvSpPr/>
          <p:nvPr/>
        </p:nvSpPr>
        <p:spPr>
          <a:xfrm>
            <a:off x="142316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2760C6C7-4199-075D-F226-B05F9F6BC8A5}"/>
              </a:ext>
            </a:extLst>
          </p:cNvPr>
          <p:cNvGrpSpPr/>
          <p:nvPr/>
        </p:nvGrpSpPr>
        <p:grpSpPr>
          <a:xfrm>
            <a:off x="1729738" y="6082282"/>
            <a:ext cx="289560" cy="287020"/>
            <a:chOff x="0" y="0"/>
            <a:chExt cx="386080" cy="382693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B0834942-8874-461D-A8BE-09C1D6B463CE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AF50"/>
            </a:solidFill>
          </p:spPr>
        </p:sp>
      </p:grpSp>
      <p:sp>
        <p:nvSpPr>
          <p:cNvPr id="15" name="Freeform 15">
            <a:extLst>
              <a:ext uri="{FF2B5EF4-FFF2-40B4-BE49-F238E27FC236}">
                <a16:creationId xmlns:a16="http://schemas.microsoft.com/office/drawing/2014/main" id="{0B9EFBC7-7044-2FE3-C5CA-B8D790818F76}"/>
              </a:ext>
            </a:extLst>
          </p:cNvPr>
          <p:cNvSpPr/>
          <p:nvPr/>
        </p:nvSpPr>
        <p:spPr>
          <a:xfrm>
            <a:off x="1723388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1" y="0"/>
                </a:lnTo>
                <a:lnTo>
                  <a:pt x="453391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8111462A-A90C-1E01-F3F4-97D78F35BD30}"/>
              </a:ext>
            </a:extLst>
          </p:cNvPr>
          <p:cNvGrpSpPr/>
          <p:nvPr/>
        </p:nvGrpSpPr>
        <p:grpSpPr>
          <a:xfrm>
            <a:off x="2019300" y="6082282"/>
            <a:ext cx="289560" cy="287020"/>
            <a:chOff x="0" y="0"/>
            <a:chExt cx="386080" cy="382693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0144B647-C3A7-93D2-3463-A269CA185E98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BEBEBE"/>
            </a:solidFill>
          </p:spPr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1302D992-5CD1-E042-0C48-4EEFA86FB0BB}"/>
              </a:ext>
            </a:extLst>
          </p:cNvPr>
          <p:cNvSpPr/>
          <p:nvPr/>
        </p:nvSpPr>
        <p:spPr>
          <a:xfrm>
            <a:off x="201295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F2620600-9C19-5D53-B036-0BCE9C55595B}"/>
              </a:ext>
            </a:extLst>
          </p:cNvPr>
          <p:cNvGrpSpPr/>
          <p:nvPr/>
        </p:nvGrpSpPr>
        <p:grpSpPr>
          <a:xfrm>
            <a:off x="2308860" y="6082282"/>
            <a:ext cx="289560" cy="287020"/>
            <a:chOff x="0" y="0"/>
            <a:chExt cx="386080" cy="382693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6F4A7BB5-BD6D-9F02-3613-F7BE2411D4C7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E30AC75F-B516-9E62-6008-D7D672224261}"/>
              </a:ext>
            </a:extLst>
          </p:cNvPr>
          <p:cNvSpPr/>
          <p:nvPr/>
        </p:nvSpPr>
        <p:spPr>
          <a:xfrm>
            <a:off x="230251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6C19CEAA-F1E2-D4AF-7106-49E6AF82DB06}"/>
              </a:ext>
            </a:extLst>
          </p:cNvPr>
          <p:cNvGrpSpPr/>
          <p:nvPr/>
        </p:nvGrpSpPr>
        <p:grpSpPr>
          <a:xfrm>
            <a:off x="2601466" y="6082282"/>
            <a:ext cx="289560" cy="287020"/>
            <a:chOff x="0" y="0"/>
            <a:chExt cx="386080" cy="382693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A7F5D7F6-10D2-1E64-962A-FD0C795F67A7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C000"/>
            </a:solidFill>
          </p:spPr>
        </p:sp>
      </p:grpSp>
      <p:sp>
        <p:nvSpPr>
          <p:cNvPr id="24" name="Freeform 24">
            <a:extLst>
              <a:ext uri="{FF2B5EF4-FFF2-40B4-BE49-F238E27FC236}">
                <a16:creationId xmlns:a16="http://schemas.microsoft.com/office/drawing/2014/main" id="{D4238C1B-0834-89CB-C8F9-3A129E025A85}"/>
              </a:ext>
            </a:extLst>
          </p:cNvPr>
          <p:cNvSpPr/>
          <p:nvPr/>
        </p:nvSpPr>
        <p:spPr>
          <a:xfrm>
            <a:off x="259511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25" name="Group 25">
            <a:extLst>
              <a:ext uri="{FF2B5EF4-FFF2-40B4-BE49-F238E27FC236}">
                <a16:creationId xmlns:a16="http://schemas.microsoft.com/office/drawing/2014/main" id="{D49260D0-26E8-7F53-970E-C247B245A074}"/>
              </a:ext>
            </a:extLst>
          </p:cNvPr>
          <p:cNvGrpSpPr/>
          <p:nvPr/>
        </p:nvGrpSpPr>
        <p:grpSpPr>
          <a:xfrm>
            <a:off x="2900172" y="6082282"/>
            <a:ext cx="289560" cy="287020"/>
            <a:chOff x="0" y="0"/>
            <a:chExt cx="386080" cy="382693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3EEFE6C3-4A3A-9132-600E-B1B1DFD0EFD6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99FF"/>
            </a:solidFill>
          </p:spPr>
        </p:sp>
      </p:grpSp>
      <p:sp>
        <p:nvSpPr>
          <p:cNvPr id="27" name="Freeform 27">
            <a:extLst>
              <a:ext uri="{FF2B5EF4-FFF2-40B4-BE49-F238E27FC236}">
                <a16:creationId xmlns:a16="http://schemas.microsoft.com/office/drawing/2014/main" id="{7B447747-9EB7-809E-D4BF-160212688BD2}"/>
              </a:ext>
            </a:extLst>
          </p:cNvPr>
          <p:cNvSpPr/>
          <p:nvPr/>
        </p:nvSpPr>
        <p:spPr>
          <a:xfrm>
            <a:off x="289382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9EB29262-BAAD-6162-84C0-D85D68CDF449}"/>
              </a:ext>
            </a:extLst>
          </p:cNvPr>
          <p:cNvGrpSpPr/>
          <p:nvPr/>
        </p:nvGrpSpPr>
        <p:grpSpPr>
          <a:xfrm>
            <a:off x="3188206" y="6082282"/>
            <a:ext cx="289560" cy="287020"/>
            <a:chOff x="0" y="0"/>
            <a:chExt cx="386080" cy="382693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85C79472-895A-BB2C-2BFC-D32CF8B0632A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CCFF"/>
            </a:solidFill>
          </p:spPr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48B3CFB2-AF76-885E-F642-228A7EE87221}"/>
              </a:ext>
            </a:extLst>
          </p:cNvPr>
          <p:cNvSpPr/>
          <p:nvPr/>
        </p:nvSpPr>
        <p:spPr>
          <a:xfrm>
            <a:off x="318185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grpSp>
        <p:nvGrpSpPr>
          <p:cNvPr id="31" name="Group 31">
            <a:extLst>
              <a:ext uri="{FF2B5EF4-FFF2-40B4-BE49-F238E27FC236}">
                <a16:creationId xmlns:a16="http://schemas.microsoft.com/office/drawing/2014/main" id="{5E43DBF0-800F-E195-539F-C1AB2C82BA6A}"/>
              </a:ext>
            </a:extLst>
          </p:cNvPr>
          <p:cNvGrpSpPr/>
          <p:nvPr/>
        </p:nvGrpSpPr>
        <p:grpSpPr>
          <a:xfrm>
            <a:off x="9235556" y="6059774"/>
            <a:ext cx="1967483" cy="655318"/>
            <a:chOff x="0" y="0"/>
            <a:chExt cx="2623310" cy="873758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53417AF6-39B8-A209-488B-F8B4EFFB8472}"/>
                </a:ext>
              </a:extLst>
            </p:cNvPr>
            <p:cNvSpPr/>
            <p:nvPr/>
          </p:nvSpPr>
          <p:spPr>
            <a:xfrm>
              <a:off x="0" y="0"/>
              <a:ext cx="2623312" cy="873760"/>
            </a:xfrm>
            <a:custGeom>
              <a:avLst/>
              <a:gdLst/>
              <a:ahLst/>
              <a:cxnLst/>
              <a:rect l="l" t="t" r="r" b="b"/>
              <a:pathLst>
                <a:path w="3934968" h="1310640">
                  <a:moveTo>
                    <a:pt x="0" y="0"/>
                  </a:moveTo>
                  <a:lnTo>
                    <a:pt x="3934968" y="0"/>
                  </a:lnTo>
                  <a:lnTo>
                    <a:pt x="3934968" y="1310640"/>
                  </a:lnTo>
                  <a:lnTo>
                    <a:pt x="0" y="13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b="-77"/>
              </a:stretch>
            </a:blipFill>
          </p:spPr>
        </p:sp>
      </p:grpSp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EE2D6426-72B1-98A2-D762-13E291DF1C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1843590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S.NO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Title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Author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Journal 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year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1800" b="1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Calibri (MS) Bold"/>
                        <a:cs typeface="Times New Roman" panose="02020603050405020304" pitchFamily="18" charset="0"/>
                        <a:sym typeface="Calibri (MS) Bold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Methodology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Merits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Demerits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Research gap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600"/>
                        </a:spcAft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12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/>
                        <a:t>Residual Networks: Lyapunov Stability and Convex Decomposition</a:t>
                      </a:r>
                      <a:endParaRPr lang="en-US">
                        <a:sym typeface="Arimo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Kamil Nar &amp; Shankar Sastry | </a:t>
                      </a:r>
                      <a:r>
                        <a:rPr lang="en-US" sz="1400" b="1" i="0" u="none" strike="noStrike" noProof="0" err="1">
                          <a:latin typeface="Arial"/>
                          <a:cs typeface="Arial"/>
                        </a:rPr>
                        <a:t>arXiv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, 2018</a:t>
                      </a: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 | 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DOI: 10.48550/arXiv.1803.08203</a:t>
                      </a:r>
                      <a:endParaRPr/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Establishes a formal connection between </a:t>
                      </a:r>
                      <a:r>
                        <a:rPr lang="en-US" err="1"/>
                        <a:t>ResNets</a:t>
                      </a:r>
                      <a:r>
                        <a:rPr lang="en-US"/>
                        <a:t> and Lyapunov stability; provides theoretical insight into stable gradient-descent dynamics and generalization.</a:t>
                      </a:r>
                    </a:p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endParaRPr lang="en-US" sz="1400" b="0" i="0" u="none" strike="noStrike" noProof="0">
                        <a:latin typeface="Arial"/>
                        <a:cs typeface="Arial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BB0588B3-753C-3B9B-C561-B919E2EECC0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C04405F7-7426-F7D9-D4C8-DA795910E0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0343607"/>
              </p:ext>
            </p:extLst>
          </p:nvPr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Primarily theoretical; Lyapunov stability is used for analysis rather than as an online architectural control signal.</a:t>
                      </a: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4A94AC82-64ED-B011-051D-9905FA0BAB4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E70785A2-4FED-603A-167C-B5C9DC953F52}"/>
              </a:ext>
            </a:extLst>
          </p:cNvPr>
          <p:cNvGraphicFramePr>
            <a:graphicFrameLocks noGrp="1"/>
          </p:cNvGraphicFramePr>
          <p:nvPr/>
        </p:nvGraphicFramePr>
        <p:xfrm>
          <a:off x="5344719" y="3239294"/>
          <a:ext cx="1600200" cy="3048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8506C999-8ECC-EC90-B0CE-BFC08BCCC09F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D36A7EFF-9E4E-3F29-D0EA-321342C9EB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8647877"/>
              </p:ext>
            </p:extLst>
          </p:nvPr>
        </p:nvGraphicFramePr>
        <p:xfrm>
          <a:off x="10043414" y="3759822"/>
          <a:ext cx="2148585" cy="146304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Lyapunov theory is applied to understand ResNet stability, but not to dynamically regulate each residual shortcut.</a:t>
                      </a:r>
                      <a:r>
                        <a:rPr lang="en-US" sz="1400" b="0" i="0" u="none" strike="noStrike" noProof="0"/>
                        <a:t>l.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60F0CAC1-B5B2-09F0-1E4D-14CEE08ACC77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9154385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530471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68087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49B66E27-1DA7-9F47-28FE-B41EB0A368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1049891"/>
              </p:ext>
            </p:extLst>
          </p:nvPr>
        </p:nvGraphicFramePr>
        <p:xfrm>
          <a:off x="5342179" y="3182325"/>
          <a:ext cx="1512062" cy="2865120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23974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Analyses residual-network training using dynamical-systems and Lyapunov-stability concepts and develops a convex/concave residual decomposition architecture.</a:t>
                      </a:r>
                      <a:endParaRPr lang="en-US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175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00063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08070-6FED-AE8F-EA84-405110B23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88B25A7-AF24-3F1B-6E5F-A22FDA881088}"/>
              </a:ext>
            </a:extLst>
          </p:cNvPr>
          <p:cNvGrpSpPr/>
          <p:nvPr/>
        </p:nvGrpSpPr>
        <p:grpSpPr>
          <a:xfrm>
            <a:off x="797001" y="6002964"/>
            <a:ext cx="2717392" cy="373448"/>
            <a:chOff x="0" y="0"/>
            <a:chExt cx="3623189" cy="49793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5587669-5362-85B4-D0D5-DF33A4330FF8}"/>
                </a:ext>
              </a:extLst>
            </p:cNvPr>
            <p:cNvSpPr/>
            <p:nvPr/>
          </p:nvSpPr>
          <p:spPr>
            <a:xfrm>
              <a:off x="0" y="0"/>
              <a:ext cx="3623225" cy="497924"/>
            </a:xfrm>
            <a:custGeom>
              <a:avLst/>
              <a:gdLst/>
              <a:ahLst/>
              <a:cxnLst/>
              <a:rect l="l" t="t" r="r" b="b"/>
              <a:pathLst>
                <a:path w="5434838" h="746887">
                  <a:moveTo>
                    <a:pt x="0" y="0"/>
                  </a:moveTo>
                  <a:lnTo>
                    <a:pt x="5434838" y="0"/>
                  </a:lnTo>
                  <a:lnTo>
                    <a:pt x="5434838" y="746887"/>
                  </a:lnTo>
                  <a:lnTo>
                    <a:pt x="0" y="746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14"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FD3B954B-B1EA-E4DD-681B-B921A74E2939}"/>
              </a:ext>
            </a:extLst>
          </p:cNvPr>
          <p:cNvGrpSpPr/>
          <p:nvPr/>
        </p:nvGrpSpPr>
        <p:grpSpPr>
          <a:xfrm>
            <a:off x="838200" y="6082282"/>
            <a:ext cx="289560" cy="287020"/>
            <a:chOff x="0" y="0"/>
            <a:chExt cx="386080" cy="382693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33F8435D-7DD8-ADB3-473D-502503BB5781}"/>
                </a:ext>
              </a:extLst>
            </p:cNvPr>
            <p:cNvSpPr/>
            <p:nvPr/>
          </p:nvSpPr>
          <p:spPr>
            <a:xfrm>
              <a:off x="0" y="0"/>
              <a:ext cx="386249" cy="381931"/>
            </a:xfrm>
            <a:custGeom>
              <a:avLst/>
              <a:gdLst/>
              <a:ahLst/>
              <a:cxnLst/>
              <a:rect l="l" t="t" r="r" b="b"/>
              <a:pathLst>
                <a:path w="579374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494" y="455676"/>
                  </a:lnTo>
                  <a:lnTo>
                    <a:pt x="564642" y="377063"/>
                  </a:lnTo>
                  <a:lnTo>
                    <a:pt x="579374" y="286512"/>
                  </a:lnTo>
                  <a:lnTo>
                    <a:pt x="564642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0000"/>
            </a:solidFill>
          </p:spPr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69BE168A-CB34-62D5-5B97-80BB0E430895}"/>
              </a:ext>
            </a:extLst>
          </p:cNvPr>
          <p:cNvSpPr/>
          <p:nvPr/>
        </p:nvSpPr>
        <p:spPr>
          <a:xfrm>
            <a:off x="83185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09C68B73-013D-5EE5-EF46-A71BB6D2D64F}"/>
              </a:ext>
            </a:extLst>
          </p:cNvPr>
          <p:cNvGrpSpPr/>
          <p:nvPr/>
        </p:nvGrpSpPr>
        <p:grpSpPr>
          <a:xfrm>
            <a:off x="1127760" y="6082282"/>
            <a:ext cx="289560" cy="287020"/>
            <a:chOff x="0" y="0"/>
            <a:chExt cx="386080" cy="382693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4FFB84AE-679D-FF8F-3BEE-6F4A99EC744D}"/>
                </a:ext>
              </a:extLst>
            </p:cNvPr>
            <p:cNvSpPr/>
            <p:nvPr/>
          </p:nvSpPr>
          <p:spPr>
            <a:xfrm>
              <a:off x="0" y="0"/>
              <a:ext cx="386164" cy="381931"/>
            </a:xfrm>
            <a:custGeom>
              <a:avLst/>
              <a:gdLst/>
              <a:ahLst/>
              <a:cxnLst/>
              <a:rect l="l" t="t" r="r" b="b"/>
              <a:pathLst>
                <a:path w="579247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367" y="455676"/>
                  </a:lnTo>
                  <a:lnTo>
                    <a:pt x="564515" y="377063"/>
                  </a:lnTo>
                  <a:lnTo>
                    <a:pt x="579247" y="286512"/>
                  </a:lnTo>
                  <a:lnTo>
                    <a:pt x="564515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3333FF"/>
            </a:solidFill>
          </p:spPr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B70F868F-AD88-78D2-458C-35990F965606}"/>
              </a:ext>
            </a:extLst>
          </p:cNvPr>
          <p:cNvSpPr/>
          <p:nvPr/>
        </p:nvSpPr>
        <p:spPr>
          <a:xfrm>
            <a:off x="112141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>
            <a:extLst>
              <a:ext uri="{FF2B5EF4-FFF2-40B4-BE49-F238E27FC236}">
                <a16:creationId xmlns:a16="http://schemas.microsoft.com/office/drawing/2014/main" id="{D341F9FD-89AC-3E2B-6650-BD27D4698AD9}"/>
              </a:ext>
            </a:extLst>
          </p:cNvPr>
          <p:cNvGrpSpPr/>
          <p:nvPr/>
        </p:nvGrpSpPr>
        <p:grpSpPr>
          <a:xfrm>
            <a:off x="1429512" y="6082282"/>
            <a:ext cx="289560" cy="287020"/>
            <a:chOff x="0" y="0"/>
            <a:chExt cx="386080" cy="382693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3CA10C2-E1C0-E664-45C8-4293A43660C4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00"/>
            </a:solidFill>
          </p:spPr>
        </p:sp>
      </p:grpSp>
      <p:sp>
        <p:nvSpPr>
          <p:cNvPr id="12" name="Freeform 12">
            <a:extLst>
              <a:ext uri="{FF2B5EF4-FFF2-40B4-BE49-F238E27FC236}">
                <a16:creationId xmlns:a16="http://schemas.microsoft.com/office/drawing/2014/main" id="{BA536D09-BCF7-F441-9A66-CC72AB9CBF4B}"/>
              </a:ext>
            </a:extLst>
          </p:cNvPr>
          <p:cNvSpPr/>
          <p:nvPr/>
        </p:nvSpPr>
        <p:spPr>
          <a:xfrm>
            <a:off x="142316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238681CD-309A-5FF3-B4A0-4FB6566FD012}"/>
              </a:ext>
            </a:extLst>
          </p:cNvPr>
          <p:cNvGrpSpPr/>
          <p:nvPr/>
        </p:nvGrpSpPr>
        <p:grpSpPr>
          <a:xfrm>
            <a:off x="1729738" y="6082282"/>
            <a:ext cx="289560" cy="287020"/>
            <a:chOff x="0" y="0"/>
            <a:chExt cx="386080" cy="382693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A70ABFCB-01A4-3906-B4DD-F598E8C097A2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AF50"/>
            </a:solidFill>
          </p:spPr>
        </p:sp>
      </p:grpSp>
      <p:sp>
        <p:nvSpPr>
          <p:cNvPr id="15" name="Freeform 15">
            <a:extLst>
              <a:ext uri="{FF2B5EF4-FFF2-40B4-BE49-F238E27FC236}">
                <a16:creationId xmlns:a16="http://schemas.microsoft.com/office/drawing/2014/main" id="{A258D37A-4621-96CF-ADB0-30FF66CDE7AC}"/>
              </a:ext>
            </a:extLst>
          </p:cNvPr>
          <p:cNvSpPr/>
          <p:nvPr/>
        </p:nvSpPr>
        <p:spPr>
          <a:xfrm>
            <a:off x="1723388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1" y="0"/>
                </a:lnTo>
                <a:lnTo>
                  <a:pt x="453391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B282CCA1-96F7-E070-20C1-33C3B63C16C3}"/>
              </a:ext>
            </a:extLst>
          </p:cNvPr>
          <p:cNvGrpSpPr/>
          <p:nvPr/>
        </p:nvGrpSpPr>
        <p:grpSpPr>
          <a:xfrm>
            <a:off x="2019300" y="6082282"/>
            <a:ext cx="289560" cy="287020"/>
            <a:chOff x="0" y="0"/>
            <a:chExt cx="386080" cy="382693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DA477EF4-8DF6-4680-C513-4178B05B1652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BEBEBE"/>
            </a:solidFill>
          </p:spPr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DB91D83E-C5E6-8671-DD17-C0D98162C50E}"/>
              </a:ext>
            </a:extLst>
          </p:cNvPr>
          <p:cNvSpPr/>
          <p:nvPr/>
        </p:nvSpPr>
        <p:spPr>
          <a:xfrm>
            <a:off x="201295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FC623086-47B6-04A6-4C29-D7EA24D92131}"/>
              </a:ext>
            </a:extLst>
          </p:cNvPr>
          <p:cNvGrpSpPr/>
          <p:nvPr/>
        </p:nvGrpSpPr>
        <p:grpSpPr>
          <a:xfrm>
            <a:off x="2308860" y="6082282"/>
            <a:ext cx="289560" cy="287020"/>
            <a:chOff x="0" y="0"/>
            <a:chExt cx="386080" cy="382693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31AD4EA3-72F6-7290-1813-A05B45C90EDF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7A4405FF-B0B8-8412-6DCD-C8A36721EDE9}"/>
              </a:ext>
            </a:extLst>
          </p:cNvPr>
          <p:cNvSpPr/>
          <p:nvPr/>
        </p:nvSpPr>
        <p:spPr>
          <a:xfrm>
            <a:off x="230251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99C1E3C6-0265-5AC0-AFDF-AA380E06696B}"/>
              </a:ext>
            </a:extLst>
          </p:cNvPr>
          <p:cNvGrpSpPr/>
          <p:nvPr/>
        </p:nvGrpSpPr>
        <p:grpSpPr>
          <a:xfrm>
            <a:off x="2601466" y="6082282"/>
            <a:ext cx="289560" cy="287020"/>
            <a:chOff x="0" y="0"/>
            <a:chExt cx="386080" cy="382693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289726A8-DAF2-51B6-6668-8C791F01FB57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C000"/>
            </a:solidFill>
          </p:spPr>
        </p:sp>
      </p:grpSp>
      <p:sp>
        <p:nvSpPr>
          <p:cNvPr id="24" name="Freeform 24">
            <a:extLst>
              <a:ext uri="{FF2B5EF4-FFF2-40B4-BE49-F238E27FC236}">
                <a16:creationId xmlns:a16="http://schemas.microsoft.com/office/drawing/2014/main" id="{7E9CD364-9432-D70A-2565-82F48AA80EF3}"/>
              </a:ext>
            </a:extLst>
          </p:cNvPr>
          <p:cNvSpPr/>
          <p:nvPr/>
        </p:nvSpPr>
        <p:spPr>
          <a:xfrm>
            <a:off x="259511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25" name="Group 25">
            <a:extLst>
              <a:ext uri="{FF2B5EF4-FFF2-40B4-BE49-F238E27FC236}">
                <a16:creationId xmlns:a16="http://schemas.microsoft.com/office/drawing/2014/main" id="{5241A627-2693-9FBE-E54C-CA1423421249}"/>
              </a:ext>
            </a:extLst>
          </p:cNvPr>
          <p:cNvGrpSpPr/>
          <p:nvPr/>
        </p:nvGrpSpPr>
        <p:grpSpPr>
          <a:xfrm>
            <a:off x="2900172" y="6082282"/>
            <a:ext cx="289560" cy="287020"/>
            <a:chOff x="0" y="0"/>
            <a:chExt cx="386080" cy="382693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1FF38209-B22D-4A3C-AE24-372D1FB9D71B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99FF"/>
            </a:solidFill>
          </p:spPr>
        </p:sp>
      </p:grpSp>
      <p:sp>
        <p:nvSpPr>
          <p:cNvPr id="27" name="Freeform 27">
            <a:extLst>
              <a:ext uri="{FF2B5EF4-FFF2-40B4-BE49-F238E27FC236}">
                <a16:creationId xmlns:a16="http://schemas.microsoft.com/office/drawing/2014/main" id="{5E21EF90-A742-EB58-546B-4B28BE2B9EF9}"/>
              </a:ext>
            </a:extLst>
          </p:cNvPr>
          <p:cNvSpPr/>
          <p:nvPr/>
        </p:nvSpPr>
        <p:spPr>
          <a:xfrm>
            <a:off x="289382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80A3E1C1-1F81-2BF8-F56B-76ECBC55C8D7}"/>
              </a:ext>
            </a:extLst>
          </p:cNvPr>
          <p:cNvGrpSpPr/>
          <p:nvPr/>
        </p:nvGrpSpPr>
        <p:grpSpPr>
          <a:xfrm>
            <a:off x="3188206" y="6082282"/>
            <a:ext cx="289560" cy="287020"/>
            <a:chOff x="0" y="0"/>
            <a:chExt cx="386080" cy="382693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A149DC22-8565-1E11-C1DA-4E6E814DF061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CCFF"/>
            </a:solidFill>
          </p:spPr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B875B018-D80E-9073-ED45-2B3DD5A47AF1}"/>
              </a:ext>
            </a:extLst>
          </p:cNvPr>
          <p:cNvSpPr/>
          <p:nvPr/>
        </p:nvSpPr>
        <p:spPr>
          <a:xfrm>
            <a:off x="318185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grpSp>
        <p:nvGrpSpPr>
          <p:cNvPr id="31" name="Group 31">
            <a:extLst>
              <a:ext uri="{FF2B5EF4-FFF2-40B4-BE49-F238E27FC236}">
                <a16:creationId xmlns:a16="http://schemas.microsoft.com/office/drawing/2014/main" id="{B57DFBA4-26FD-0284-C322-54DAF2D29CCB}"/>
              </a:ext>
            </a:extLst>
          </p:cNvPr>
          <p:cNvGrpSpPr/>
          <p:nvPr/>
        </p:nvGrpSpPr>
        <p:grpSpPr>
          <a:xfrm>
            <a:off x="9235556" y="6059774"/>
            <a:ext cx="1967483" cy="655318"/>
            <a:chOff x="0" y="0"/>
            <a:chExt cx="2623310" cy="873758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54BBFE6F-4E5C-0576-CC43-F7CF64C5554B}"/>
                </a:ext>
              </a:extLst>
            </p:cNvPr>
            <p:cNvSpPr/>
            <p:nvPr/>
          </p:nvSpPr>
          <p:spPr>
            <a:xfrm>
              <a:off x="0" y="0"/>
              <a:ext cx="2623312" cy="873760"/>
            </a:xfrm>
            <a:custGeom>
              <a:avLst/>
              <a:gdLst/>
              <a:ahLst/>
              <a:cxnLst/>
              <a:rect l="l" t="t" r="r" b="b"/>
              <a:pathLst>
                <a:path w="3934968" h="1310640">
                  <a:moveTo>
                    <a:pt x="0" y="0"/>
                  </a:moveTo>
                  <a:lnTo>
                    <a:pt x="3934968" y="0"/>
                  </a:lnTo>
                  <a:lnTo>
                    <a:pt x="3934968" y="1310640"/>
                  </a:lnTo>
                  <a:lnTo>
                    <a:pt x="0" y="13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b="-77"/>
              </a:stretch>
            </a:blipFill>
          </p:spPr>
        </p:sp>
      </p:grpSp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95C75C97-7A1F-064A-DB4D-AB4DF73CC9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5521586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S.NO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Title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Author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Journal 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year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1800" b="1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Calibri (MS) Bold"/>
                        <a:cs typeface="Times New Roman" panose="02020603050405020304" pitchFamily="18" charset="0"/>
                        <a:sym typeface="Calibri (MS) Bold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Methodology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Merits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Demerits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Research gap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600"/>
                        </a:spcAft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13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Gradient Descent on Neural Networks Typically Occurs at the Edge of Stability</a:t>
                      </a:r>
                      <a:endParaRPr lang="en-US">
                        <a:sym typeface="Arimo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Jeremy M. Cohen, Simran Kaur, Yuanzhi Li, J. Zico Kolter &amp; Ameet Talwalkar | </a:t>
                      </a:r>
                      <a:r>
                        <a:rPr lang="en-US" b="1"/>
                        <a:t>ICLR, 2021</a:t>
                      </a:r>
                      <a:r>
                        <a:rPr lang="en-US"/>
                        <a:t> | </a:t>
                      </a:r>
                      <a:r>
                        <a:rPr lang="en-US" b="1"/>
                        <a:t>DOI: 10.48550/arXiv.2103.00065</a:t>
                      </a:r>
                      <a:endParaRPr lang="en-US"/>
                    </a:p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endParaRPr lang="en-US" sz="1400" b="1" i="0" u="none" strike="noStrike" noProof="0"/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/>
                        <a:t>Establishes Edge-of-Stability as an important training regime; provides a measurable connection between curvature and optimization dynamics.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0CB399CD-EEBB-AB7B-ACC6-3011AA70781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253FF0B6-66C5-14F0-A152-EA5EB206B6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9526018"/>
              </p:ext>
            </p:extLst>
          </p:nvPr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Focuses on global training sharpness rather than individual residual blocks; does not modify network architecture based on stability.</a:t>
                      </a: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400" b="0" i="0" u="none" strike="noStrike" noProof="0"/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99DBFF32-B7AA-A257-5CDF-D113B471BD69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57E3EDDB-6A26-AEC1-B015-16754958D1F4}"/>
              </a:ext>
            </a:extLst>
          </p:cNvPr>
          <p:cNvGraphicFramePr>
            <a:graphicFrameLocks noGrp="1"/>
          </p:cNvGraphicFramePr>
          <p:nvPr/>
        </p:nvGraphicFramePr>
        <p:xfrm>
          <a:off x="5344719" y="3239294"/>
          <a:ext cx="1600200" cy="3048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5676C38A-FB48-A1D5-AF4A-A2E57F173E69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B9A03A9F-69BF-026B-BB0C-50462F5DEF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7379035"/>
              </p:ext>
            </p:extLst>
          </p:nvPr>
        </p:nvGraphicFramePr>
        <p:xfrm>
          <a:off x="10043414" y="3759822"/>
          <a:ext cx="2148585" cy="167640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Provides a stability diagnostic but not </a:t>
                      </a:r>
                      <a:r>
                        <a:rPr lang="en-US" b="1"/>
                        <a:t>block-wise stability-aware architectural control</a:t>
                      </a:r>
                      <a:r>
                        <a:rPr lang="en-US"/>
                        <a:t>, which is the target of LyASC.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EAC53C55-3FAE-3BB0-64D1-4913B5D61B2C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9154385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530471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68087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07AFCE01-7EBF-94F8-AF13-BC77E16771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154319"/>
              </p:ext>
            </p:extLst>
          </p:nvPr>
        </p:nvGraphicFramePr>
        <p:xfrm>
          <a:off x="5342179" y="3548085"/>
          <a:ext cx="1512062" cy="2438400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23974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Studies training dynamics of full-batch gradient descent and observes that the maximum Hessian eigenvalue often approaches the stability threshold 2/η.</a:t>
                      </a:r>
                      <a:endParaRPr lang="en-US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175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92625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6819A-92FB-335D-5734-3505A69E6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E196C8F-F13F-B1C3-56DB-D6F4EDF9DFBE}"/>
              </a:ext>
            </a:extLst>
          </p:cNvPr>
          <p:cNvGrpSpPr/>
          <p:nvPr/>
        </p:nvGrpSpPr>
        <p:grpSpPr>
          <a:xfrm>
            <a:off x="797001" y="6002964"/>
            <a:ext cx="2717392" cy="373448"/>
            <a:chOff x="0" y="0"/>
            <a:chExt cx="3623189" cy="49793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242F839-16AC-A0CB-7521-C33E4C54F4E7}"/>
                </a:ext>
              </a:extLst>
            </p:cNvPr>
            <p:cNvSpPr/>
            <p:nvPr/>
          </p:nvSpPr>
          <p:spPr>
            <a:xfrm>
              <a:off x="0" y="0"/>
              <a:ext cx="3623225" cy="497924"/>
            </a:xfrm>
            <a:custGeom>
              <a:avLst/>
              <a:gdLst/>
              <a:ahLst/>
              <a:cxnLst/>
              <a:rect l="l" t="t" r="r" b="b"/>
              <a:pathLst>
                <a:path w="5434838" h="746887">
                  <a:moveTo>
                    <a:pt x="0" y="0"/>
                  </a:moveTo>
                  <a:lnTo>
                    <a:pt x="5434838" y="0"/>
                  </a:lnTo>
                  <a:lnTo>
                    <a:pt x="5434838" y="746887"/>
                  </a:lnTo>
                  <a:lnTo>
                    <a:pt x="0" y="746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14"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09597475-2AB9-0349-BA36-9913E48BB653}"/>
              </a:ext>
            </a:extLst>
          </p:cNvPr>
          <p:cNvGrpSpPr/>
          <p:nvPr/>
        </p:nvGrpSpPr>
        <p:grpSpPr>
          <a:xfrm>
            <a:off x="838200" y="6082282"/>
            <a:ext cx="289560" cy="287020"/>
            <a:chOff x="0" y="0"/>
            <a:chExt cx="386080" cy="382693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E7ABA494-EAE6-1505-2545-78FA71C9BD32}"/>
                </a:ext>
              </a:extLst>
            </p:cNvPr>
            <p:cNvSpPr/>
            <p:nvPr/>
          </p:nvSpPr>
          <p:spPr>
            <a:xfrm>
              <a:off x="0" y="0"/>
              <a:ext cx="386249" cy="381931"/>
            </a:xfrm>
            <a:custGeom>
              <a:avLst/>
              <a:gdLst/>
              <a:ahLst/>
              <a:cxnLst/>
              <a:rect l="l" t="t" r="r" b="b"/>
              <a:pathLst>
                <a:path w="579374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494" y="455676"/>
                  </a:lnTo>
                  <a:lnTo>
                    <a:pt x="564642" y="377063"/>
                  </a:lnTo>
                  <a:lnTo>
                    <a:pt x="579374" y="286512"/>
                  </a:lnTo>
                  <a:lnTo>
                    <a:pt x="564642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0000"/>
            </a:solidFill>
          </p:spPr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6FE308CC-4CEB-E343-CCCA-460CDE4CA5DE}"/>
              </a:ext>
            </a:extLst>
          </p:cNvPr>
          <p:cNvSpPr/>
          <p:nvPr/>
        </p:nvSpPr>
        <p:spPr>
          <a:xfrm>
            <a:off x="83185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FF7A304B-F3F1-E152-655C-AEC411B00B01}"/>
              </a:ext>
            </a:extLst>
          </p:cNvPr>
          <p:cNvGrpSpPr/>
          <p:nvPr/>
        </p:nvGrpSpPr>
        <p:grpSpPr>
          <a:xfrm>
            <a:off x="1127760" y="6082282"/>
            <a:ext cx="289560" cy="287020"/>
            <a:chOff x="0" y="0"/>
            <a:chExt cx="386080" cy="382693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E420260-4ADD-E325-57E8-915676DE93E1}"/>
                </a:ext>
              </a:extLst>
            </p:cNvPr>
            <p:cNvSpPr/>
            <p:nvPr/>
          </p:nvSpPr>
          <p:spPr>
            <a:xfrm>
              <a:off x="0" y="0"/>
              <a:ext cx="386164" cy="381931"/>
            </a:xfrm>
            <a:custGeom>
              <a:avLst/>
              <a:gdLst/>
              <a:ahLst/>
              <a:cxnLst/>
              <a:rect l="l" t="t" r="r" b="b"/>
              <a:pathLst>
                <a:path w="579247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367" y="455676"/>
                  </a:lnTo>
                  <a:lnTo>
                    <a:pt x="564515" y="377063"/>
                  </a:lnTo>
                  <a:lnTo>
                    <a:pt x="579247" y="286512"/>
                  </a:lnTo>
                  <a:lnTo>
                    <a:pt x="564515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3333FF"/>
            </a:solidFill>
          </p:spPr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9ADC7989-4D1C-F847-92F5-E745B2D44777}"/>
              </a:ext>
            </a:extLst>
          </p:cNvPr>
          <p:cNvSpPr/>
          <p:nvPr/>
        </p:nvSpPr>
        <p:spPr>
          <a:xfrm>
            <a:off x="112141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>
            <a:extLst>
              <a:ext uri="{FF2B5EF4-FFF2-40B4-BE49-F238E27FC236}">
                <a16:creationId xmlns:a16="http://schemas.microsoft.com/office/drawing/2014/main" id="{EA4A577C-2685-E1A9-C30A-F13D4C1BCCC9}"/>
              </a:ext>
            </a:extLst>
          </p:cNvPr>
          <p:cNvGrpSpPr/>
          <p:nvPr/>
        </p:nvGrpSpPr>
        <p:grpSpPr>
          <a:xfrm>
            <a:off x="1429512" y="6082282"/>
            <a:ext cx="289560" cy="287020"/>
            <a:chOff x="0" y="0"/>
            <a:chExt cx="386080" cy="382693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59476852-08EE-8CDA-C992-D462BB39032E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00"/>
            </a:solidFill>
          </p:spPr>
        </p:sp>
      </p:grpSp>
      <p:sp>
        <p:nvSpPr>
          <p:cNvPr id="12" name="Freeform 12">
            <a:extLst>
              <a:ext uri="{FF2B5EF4-FFF2-40B4-BE49-F238E27FC236}">
                <a16:creationId xmlns:a16="http://schemas.microsoft.com/office/drawing/2014/main" id="{6BB5D401-1D74-4F7E-40A0-D515CA34114F}"/>
              </a:ext>
            </a:extLst>
          </p:cNvPr>
          <p:cNvSpPr/>
          <p:nvPr/>
        </p:nvSpPr>
        <p:spPr>
          <a:xfrm>
            <a:off x="142316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F5EE67BD-5059-449A-B37F-5337589E1497}"/>
              </a:ext>
            </a:extLst>
          </p:cNvPr>
          <p:cNvGrpSpPr/>
          <p:nvPr/>
        </p:nvGrpSpPr>
        <p:grpSpPr>
          <a:xfrm>
            <a:off x="1729738" y="6082282"/>
            <a:ext cx="289560" cy="287020"/>
            <a:chOff x="0" y="0"/>
            <a:chExt cx="386080" cy="382693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519507DA-2CC4-5AAF-9047-0F7E7141D785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AF50"/>
            </a:solidFill>
          </p:spPr>
        </p:sp>
      </p:grpSp>
      <p:sp>
        <p:nvSpPr>
          <p:cNvPr id="15" name="Freeform 15">
            <a:extLst>
              <a:ext uri="{FF2B5EF4-FFF2-40B4-BE49-F238E27FC236}">
                <a16:creationId xmlns:a16="http://schemas.microsoft.com/office/drawing/2014/main" id="{68E63A77-3BAE-E441-ACBB-AE0FB3FF944E}"/>
              </a:ext>
            </a:extLst>
          </p:cNvPr>
          <p:cNvSpPr/>
          <p:nvPr/>
        </p:nvSpPr>
        <p:spPr>
          <a:xfrm>
            <a:off x="1723388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1" y="0"/>
                </a:lnTo>
                <a:lnTo>
                  <a:pt x="453391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6E0BD139-0FC0-16B4-183B-3F27D3AAB81A}"/>
              </a:ext>
            </a:extLst>
          </p:cNvPr>
          <p:cNvGrpSpPr/>
          <p:nvPr/>
        </p:nvGrpSpPr>
        <p:grpSpPr>
          <a:xfrm>
            <a:off x="2019300" y="6082282"/>
            <a:ext cx="289560" cy="287020"/>
            <a:chOff x="0" y="0"/>
            <a:chExt cx="386080" cy="382693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55FF2CDF-2D47-ADF0-D1A1-AAEAD1D29B0A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BEBEBE"/>
            </a:solidFill>
          </p:spPr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6238F103-4469-0BE1-ECE3-85E542AD8662}"/>
              </a:ext>
            </a:extLst>
          </p:cNvPr>
          <p:cNvSpPr/>
          <p:nvPr/>
        </p:nvSpPr>
        <p:spPr>
          <a:xfrm>
            <a:off x="201295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EC4E9FA7-0532-B53A-69CB-E14630165132}"/>
              </a:ext>
            </a:extLst>
          </p:cNvPr>
          <p:cNvGrpSpPr/>
          <p:nvPr/>
        </p:nvGrpSpPr>
        <p:grpSpPr>
          <a:xfrm>
            <a:off x="2308860" y="6082282"/>
            <a:ext cx="289560" cy="287020"/>
            <a:chOff x="0" y="0"/>
            <a:chExt cx="386080" cy="382693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0AA17073-3C6C-CB53-2580-5380E268B58B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D58E2CC1-8458-0B48-0AC5-A72C2CC13143}"/>
              </a:ext>
            </a:extLst>
          </p:cNvPr>
          <p:cNvSpPr/>
          <p:nvPr/>
        </p:nvSpPr>
        <p:spPr>
          <a:xfrm>
            <a:off x="230251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DD746035-35EF-765F-C84F-DA66DA4A238B}"/>
              </a:ext>
            </a:extLst>
          </p:cNvPr>
          <p:cNvGrpSpPr/>
          <p:nvPr/>
        </p:nvGrpSpPr>
        <p:grpSpPr>
          <a:xfrm>
            <a:off x="2601466" y="6082282"/>
            <a:ext cx="289560" cy="287020"/>
            <a:chOff x="0" y="0"/>
            <a:chExt cx="386080" cy="382693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6EA16002-B81E-2BBE-EE63-B5B4CDCD79AE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C000"/>
            </a:solidFill>
          </p:spPr>
        </p:sp>
      </p:grpSp>
      <p:sp>
        <p:nvSpPr>
          <p:cNvPr id="24" name="Freeform 24">
            <a:extLst>
              <a:ext uri="{FF2B5EF4-FFF2-40B4-BE49-F238E27FC236}">
                <a16:creationId xmlns:a16="http://schemas.microsoft.com/office/drawing/2014/main" id="{63B46455-2DCA-DCF5-D0BA-4C690D9C3AA4}"/>
              </a:ext>
            </a:extLst>
          </p:cNvPr>
          <p:cNvSpPr/>
          <p:nvPr/>
        </p:nvSpPr>
        <p:spPr>
          <a:xfrm>
            <a:off x="259511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25" name="Group 25">
            <a:extLst>
              <a:ext uri="{FF2B5EF4-FFF2-40B4-BE49-F238E27FC236}">
                <a16:creationId xmlns:a16="http://schemas.microsoft.com/office/drawing/2014/main" id="{C15547C7-37EF-61FC-AF19-C616D88A73B1}"/>
              </a:ext>
            </a:extLst>
          </p:cNvPr>
          <p:cNvGrpSpPr/>
          <p:nvPr/>
        </p:nvGrpSpPr>
        <p:grpSpPr>
          <a:xfrm>
            <a:off x="2900172" y="6082282"/>
            <a:ext cx="289560" cy="287020"/>
            <a:chOff x="0" y="0"/>
            <a:chExt cx="386080" cy="382693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A73A06F2-CA1C-FD69-C2C4-5F1C9CBA21C1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99FF"/>
            </a:solidFill>
          </p:spPr>
        </p:sp>
      </p:grpSp>
      <p:sp>
        <p:nvSpPr>
          <p:cNvPr id="27" name="Freeform 27">
            <a:extLst>
              <a:ext uri="{FF2B5EF4-FFF2-40B4-BE49-F238E27FC236}">
                <a16:creationId xmlns:a16="http://schemas.microsoft.com/office/drawing/2014/main" id="{3B074850-709E-4FA3-87EC-3396BADE9931}"/>
              </a:ext>
            </a:extLst>
          </p:cNvPr>
          <p:cNvSpPr/>
          <p:nvPr/>
        </p:nvSpPr>
        <p:spPr>
          <a:xfrm>
            <a:off x="289382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3E053E1C-4F67-2D77-ADE1-DEA01279FCB3}"/>
              </a:ext>
            </a:extLst>
          </p:cNvPr>
          <p:cNvGrpSpPr/>
          <p:nvPr/>
        </p:nvGrpSpPr>
        <p:grpSpPr>
          <a:xfrm>
            <a:off x="3188206" y="6082282"/>
            <a:ext cx="289560" cy="287020"/>
            <a:chOff x="0" y="0"/>
            <a:chExt cx="386080" cy="382693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2C5D97C2-D51F-4981-9DFA-3868BC66A83D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CCFF"/>
            </a:solidFill>
          </p:spPr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9311A541-5FEB-A2B0-02EC-BEBDB731308D}"/>
              </a:ext>
            </a:extLst>
          </p:cNvPr>
          <p:cNvSpPr/>
          <p:nvPr/>
        </p:nvSpPr>
        <p:spPr>
          <a:xfrm>
            <a:off x="318185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grpSp>
        <p:nvGrpSpPr>
          <p:cNvPr id="31" name="Group 31">
            <a:extLst>
              <a:ext uri="{FF2B5EF4-FFF2-40B4-BE49-F238E27FC236}">
                <a16:creationId xmlns:a16="http://schemas.microsoft.com/office/drawing/2014/main" id="{E573CE79-8B64-3E33-85CE-EE051C203363}"/>
              </a:ext>
            </a:extLst>
          </p:cNvPr>
          <p:cNvGrpSpPr/>
          <p:nvPr/>
        </p:nvGrpSpPr>
        <p:grpSpPr>
          <a:xfrm>
            <a:off x="9235556" y="6059774"/>
            <a:ext cx="1967483" cy="655318"/>
            <a:chOff x="0" y="0"/>
            <a:chExt cx="2623310" cy="873758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271DA64D-4ECC-77B4-264E-0BAC3F606695}"/>
                </a:ext>
              </a:extLst>
            </p:cNvPr>
            <p:cNvSpPr/>
            <p:nvPr/>
          </p:nvSpPr>
          <p:spPr>
            <a:xfrm>
              <a:off x="0" y="0"/>
              <a:ext cx="2623312" cy="873760"/>
            </a:xfrm>
            <a:custGeom>
              <a:avLst/>
              <a:gdLst/>
              <a:ahLst/>
              <a:cxnLst/>
              <a:rect l="l" t="t" r="r" b="b"/>
              <a:pathLst>
                <a:path w="3934968" h="1310640">
                  <a:moveTo>
                    <a:pt x="0" y="0"/>
                  </a:moveTo>
                  <a:lnTo>
                    <a:pt x="3934968" y="0"/>
                  </a:lnTo>
                  <a:lnTo>
                    <a:pt x="3934968" y="1310640"/>
                  </a:lnTo>
                  <a:lnTo>
                    <a:pt x="0" y="13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b="-77"/>
              </a:stretch>
            </a:blipFill>
          </p:spPr>
        </p:sp>
      </p:grpSp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C3CBD1C7-CE4F-9959-0FD2-F02C3CFA31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128490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S.NO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Title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Author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Journal 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year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1800" b="1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Calibri (MS) Bold"/>
                        <a:cs typeface="Times New Roman" panose="02020603050405020304" pitchFamily="18" charset="0"/>
                        <a:sym typeface="Calibri (MS) Bold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Methodology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Merits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Demerits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Research gap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600"/>
                        </a:spcAft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14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/>
                        <a:t>Understanding Gradient Descent on the Edge of Stability in Deep Learning</a:t>
                      </a:r>
                      <a:endParaRPr lang="en-US">
                        <a:sym typeface="Arimo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Sanjeev Arora, Zhiyuan Li &amp; Abhishek Panigrahi | 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ICML, 2022</a:t>
                      </a: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 | 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DOI: 10.48550/arXiv.2205.09745</a:t>
                      </a:r>
                      <a:endParaRPr lang="en-US"/>
                    </a:p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endParaRPr sz="1400" b="1" i="0" u="none" strike="noStrike" noProof="0"/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Strengthens theoretical understanding of stability boundaries; explains implicit regularization mechanisms associated with Edge-of-Stability training.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8D2BB594-1547-6DBB-198E-4C509DA8C7A8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20CD5998-A873-4744-EF28-09CF80ED58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2823437"/>
              </p:ext>
            </p:extLst>
          </p:nvPr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Analyses optimizer dynamics rather than residual architecture; does not provide an adaptive shortcut mechanism.</a:t>
                      </a: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400" b="0" i="0" u="none" strike="noStrike" noProof="0"/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3DAE8419-B032-1BDE-BDFD-0E594A5E2F12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8CF71D0C-3101-DF3F-0141-66AD4BC3B94C}"/>
              </a:ext>
            </a:extLst>
          </p:cNvPr>
          <p:cNvGraphicFramePr>
            <a:graphicFrameLocks noGrp="1"/>
          </p:cNvGraphicFramePr>
          <p:nvPr/>
        </p:nvGraphicFramePr>
        <p:xfrm>
          <a:off x="5344719" y="3239294"/>
          <a:ext cx="1600200" cy="3048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5FED7641-ED21-B73D-63B5-614671BC5046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769217AC-3D36-4C4E-54D9-F01792E900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224097"/>
              </p:ext>
            </p:extLst>
          </p:nvPr>
        </p:nvGraphicFramePr>
        <p:xfrm>
          <a:off x="10043414" y="3759822"/>
          <a:ext cx="2148585" cy="188976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Stability is characterized globally in optimization, leaving an opportunity for </a:t>
                      </a:r>
                      <a:r>
                        <a:rPr lang="en-US" b="1"/>
                        <a:t>local block-level stability sensing and control</a:t>
                      </a:r>
                      <a:r>
                        <a:rPr lang="en-US"/>
                        <a:t>.</a:t>
                      </a: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AA464719-5CF0-1AAD-E8DD-E04A1C552DC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9154385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530471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68087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2CE246CC-51AF-A18B-6168-2F481D4B12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7824479"/>
              </p:ext>
            </p:extLst>
          </p:nvPr>
        </p:nvGraphicFramePr>
        <p:xfrm>
          <a:off x="5342179" y="3548085"/>
          <a:ext cx="1512062" cy="2651760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23974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/>
                        <a:t>Provides a mathematical analysis of Edge-of-Stability dynamics and studies how gradient descent evolves along low-loss manifolds under high-curvature conditions.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175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0426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9B2A1-17C4-5B95-F1A9-CF48B6E5E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F6A6357-C083-899E-B208-F914053DA5A4}"/>
              </a:ext>
            </a:extLst>
          </p:cNvPr>
          <p:cNvGrpSpPr/>
          <p:nvPr/>
        </p:nvGrpSpPr>
        <p:grpSpPr>
          <a:xfrm>
            <a:off x="797001" y="6002964"/>
            <a:ext cx="2717392" cy="373448"/>
            <a:chOff x="0" y="0"/>
            <a:chExt cx="3623189" cy="49793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44D7F36E-5B27-49C2-3DD8-415E0C2291A1}"/>
                </a:ext>
              </a:extLst>
            </p:cNvPr>
            <p:cNvSpPr/>
            <p:nvPr/>
          </p:nvSpPr>
          <p:spPr>
            <a:xfrm>
              <a:off x="0" y="0"/>
              <a:ext cx="3623225" cy="497924"/>
            </a:xfrm>
            <a:custGeom>
              <a:avLst/>
              <a:gdLst/>
              <a:ahLst/>
              <a:cxnLst/>
              <a:rect l="l" t="t" r="r" b="b"/>
              <a:pathLst>
                <a:path w="5434838" h="746887">
                  <a:moveTo>
                    <a:pt x="0" y="0"/>
                  </a:moveTo>
                  <a:lnTo>
                    <a:pt x="5434838" y="0"/>
                  </a:lnTo>
                  <a:lnTo>
                    <a:pt x="5434838" y="746887"/>
                  </a:lnTo>
                  <a:lnTo>
                    <a:pt x="0" y="746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14"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59853629-2465-18D4-1549-CF4BB3C60D33}"/>
              </a:ext>
            </a:extLst>
          </p:cNvPr>
          <p:cNvGrpSpPr/>
          <p:nvPr/>
        </p:nvGrpSpPr>
        <p:grpSpPr>
          <a:xfrm>
            <a:off x="838200" y="6082282"/>
            <a:ext cx="289560" cy="287020"/>
            <a:chOff x="0" y="0"/>
            <a:chExt cx="386080" cy="382693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742FC0E2-D66A-522E-6D81-49ECED4D27B0}"/>
                </a:ext>
              </a:extLst>
            </p:cNvPr>
            <p:cNvSpPr/>
            <p:nvPr/>
          </p:nvSpPr>
          <p:spPr>
            <a:xfrm>
              <a:off x="0" y="0"/>
              <a:ext cx="386249" cy="381931"/>
            </a:xfrm>
            <a:custGeom>
              <a:avLst/>
              <a:gdLst/>
              <a:ahLst/>
              <a:cxnLst/>
              <a:rect l="l" t="t" r="r" b="b"/>
              <a:pathLst>
                <a:path w="579374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494" y="455676"/>
                  </a:lnTo>
                  <a:lnTo>
                    <a:pt x="564642" y="377063"/>
                  </a:lnTo>
                  <a:lnTo>
                    <a:pt x="579374" y="286512"/>
                  </a:lnTo>
                  <a:lnTo>
                    <a:pt x="564642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0000"/>
            </a:solidFill>
          </p:spPr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38DCA7F7-8D70-83FC-CB40-8B1902E2903D}"/>
              </a:ext>
            </a:extLst>
          </p:cNvPr>
          <p:cNvSpPr/>
          <p:nvPr/>
        </p:nvSpPr>
        <p:spPr>
          <a:xfrm>
            <a:off x="83185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555E3574-5091-3802-4947-E1ECEE943C75}"/>
              </a:ext>
            </a:extLst>
          </p:cNvPr>
          <p:cNvGrpSpPr/>
          <p:nvPr/>
        </p:nvGrpSpPr>
        <p:grpSpPr>
          <a:xfrm>
            <a:off x="1127760" y="6082282"/>
            <a:ext cx="289560" cy="287020"/>
            <a:chOff x="0" y="0"/>
            <a:chExt cx="386080" cy="382693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160C478-7002-7CC7-7626-CCCE4D33693A}"/>
                </a:ext>
              </a:extLst>
            </p:cNvPr>
            <p:cNvSpPr/>
            <p:nvPr/>
          </p:nvSpPr>
          <p:spPr>
            <a:xfrm>
              <a:off x="0" y="0"/>
              <a:ext cx="386164" cy="381931"/>
            </a:xfrm>
            <a:custGeom>
              <a:avLst/>
              <a:gdLst/>
              <a:ahLst/>
              <a:cxnLst/>
              <a:rect l="l" t="t" r="r" b="b"/>
              <a:pathLst>
                <a:path w="579247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367" y="455676"/>
                  </a:lnTo>
                  <a:lnTo>
                    <a:pt x="564515" y="377063"/>
                  </a:lnTo>
                  <a:lnTo>
                    <a:pt x="579247" y="286512"/>
                  </a:lnTo>
                  <a:lnTo>
                    <a:pt x="564515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3333FF"/>
            </a:solidFill>
          </p:spPr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3BEDC6AE-AE61-2DD9-512B-DC9C8DAF6B2A}"/>
              </a:ext>
            </a:extLst>
          </p:cNvPr>
          <p:cNvSpPr/>
          <p:nvPr/>
        </p:nvSpPr>
        <p:spPr>
          <a:xfrm>
            <a:off x="112141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>
            <a:extLst>
              <a:ext uri="{FF2B5EF4-FFF2-40B4-BE49-F238E27FC236}">
                <a16:creationId xmlns:a16="http://schemas.microsoft.com/office/drawing/2014/main" id="{90DAF9CB-2A21-BE1F-45F8-35D89A8DB246}"/>
              </a:ext>
            </a:extLst>
          </p:cNvPr>
          <p:cNvGrpSpPr/>
          <p:nvPr/>
        </p:nvGrpSpPr>
        <p:grpSpPr>
          <a:xfrm>
            <a:off x="1429512" y="6082282"/>
            <a:ext cx="289560" cy="287020"/>
            <a:chOff x="0" y="0"/>
            <a:chExt cx="386080" cy="382693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E72E6F7D-F6AB-CE54-E0E5-629C463D4573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00"/>
            </a:solidFill>
          </p:spPr>
        </p:sp>
      </p:grpSp>
      <p:sp>
        <p:nvSpPr>
          <p:cNvPr id="12" name="Freeform 12">
            <a:extLst>
              <a:ext uri="{FF2B5EF4-FFF2-40B4-BE49-F238E27FC236}">
                <a16:creationId xmlns:a16="http://schemas.microsoft.com/office/drawing/2014/main" id="{B684EEBF-FDF6-C00A-421D-7D600F069534}"/>
              </a:ext>
            </a:extLst>
          </p:cNvPr>
          <p:cNvSpPr/>
          <p:nvPr/>
        </p:nvSpPr>
        <p:spPr>
          <a:xfrm>
            <a:off x="142316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5AAEF1CA-34E3-F279-850A-3B8E711DE843}"/>
              </a:ext>
            </a:extLst>
          </p:cNvPr>
          <p:cNvGrpSpPr/>
          <p:nvPr/>
        </p:nvGrpSpPr>
        <p:grpSpPr>
          <a:xfrm>
            <a:off x="1729738" y="6082282"/>
            <a:ext cx="289560" cy="287020"/>
            <a:chOff x="0" y="0"/>
            <a:chExt cx="386080" cy="382693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973BC2EB-B85E-A350-0651-FC02C2C88596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AF50"/>
            </a:solidFill>
          </p:spPr>
        </p:sp>
      </p:grpSp>
      <p:sp>
        <p:nvSpPr>
          <p:cNvPr id="15" name="Freeform 15">
            <a:extLst>
              <a:ext uri="{FF2B5EF4-FFF2-40B4-BE49-F238E27FC236}">
                <a16:creationId xmlns:a16="http://schemas.microsoft.com/office/drawing/2014/main" id="{F496D942-8A99-C09B-B5E6-558775FAE814}"/>
              </a:ext>
            </a:extLst>
          </p:cNvPr>
          <p:cNvSpPr/>
          <p:nvPr/>
        </p:nvSpPr>
        <p:spPr>
          <a:xfrm>
            <a:off x="1723388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1" y="0"/>
                </a:lnTo>
                <a:lnTo>
                  <a:pt x="453391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42BC91FD-8293-4928-938C-B2EDBC05EEB5}"/>
              </a:ext>
            </a:extLst>
          </p:cNvPr>
          <p:cNvGrpSpPr/>
          <p:nvPr/>
        </p:nvGrpSpPr>
        <p:grpSpPr>
          <a:xfrm>
            <a:off x="2019300" y="6082282"/>
            <a:ext cx="289560" cy="287020"/>
            <a:chOff x="0" y="0"/>
            <a:chExt cx="386080" cy="382693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C002799D-BD47-BB44-773A-57977F5A377A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BEBEBE"/>
            </a:solidFill>
          </p:spPr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F060DA28-8CB2-7D09-0A7E-135998FF0440}"/>
              </a:ext>
            </a:extLst>
          </p:cNvPr>
          <p:cNvSpPr/>
          <p:nvPr/>
        </p:nvSpPr>
        <p:spPr>
          <a:xfrm>
            <a:off x="201295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05CDE140-7772-0910-303B-51EF59D1FEC2}"/>
              </a:ext>
            </a:extLst>
          </p:cNvPr>
          <p:cNvGrpSpPr/>
          <p:nvPr/>
        </p:nvGrpSpPr>
        <p:grpSpPr>
          <a:xfrm>
            <a:off x="2308860" y="6082282"/>
            <a:ext cx="289560" cy="287020"/>
            <a:chOff x="0" y="0"/>
            <a:chExt cx="386080" cy="382693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A0E65B31-D90E-76D7-E68A-B5A6296B9E5F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015547C5-A1E2-E5B5-504F-AFAE717FCD9D}"/>
              </a:ext>
            </a:extLst>
          </p:cNvPr>
          <p:cNvSpPr/>
          <p:nvPr/>
        </p:nvSpPr>
        <p:spPr>
          <a:xfrm>
            <a:off x="230251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8957E130-51A6-1D1F-97F1-760444A8F5DD}"/>
              </a:ext>
            </a:extLst>
          </p:cNvPr>
          <p:cNvGrpSpPr/>
          <p:nvPr/>
        </p:nvGrpSpPr>
        <p:grpSpPr>
          <a:xfrm>
            <a:off x="2601466" y="6082282"/>
            <a:ext cx="289560" cy="287020"/>
            <a:chOff x="0" y="0"/>
            <a:chExt cx="386080" cy="382693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48BF65FE-C44A-348F-E65D-B7617FAEE741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C000"/>
            </a:solidFill>
          </p:spPr>
        </p:sp>
      </p:grpSp>
      <p:sp>
        <p:nvSpPr>
          <p:cNvPr id="24" name="Freeform 24">
            <a:extLst>
              <a:ext uri="{FF2B5EF4-FFF2-40B4-BE49-F238E27FC236}">
                <a16:creationId xmlns:a16="http://schemas.microsoft.com/office/drawing/2014/main" id="{A77E5415-26F5-F155-1FF5-5AA45CCF41C1}"/>
              </a:ext>
            </a:extLst>
          </p:cNvPr>
          <p:cNvSpPr/>
          <p:nvPr/>
        </p:nvSpPr>
        <p:spPr>
          <a:xfrm>
            <a:off x="259511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25" name="Group 25">
            <a:extLst>
              <a:ext uri="{FF2B5EF4-FFF2-40B4-BE49-F238E27FC236}">
                <a16:creationId xmlns:a16="http://schemas.microsoft.com/office/drawing/2014/main" id="{B4C4DCF6-C32F-F6B7-8C60-DE6671E6CBE0}"/>
              </a:ext>
            </a:extLst>
          </p:cNvPr>
          <p:cNvGrpSpPr/>
          <p:nvPr/>
        </p:nvGrpSpPr>
        <p:grpSpPr>
          <a:xfrm>
            <a:off x="2900172" y="6082282"/>
            <a:ext cx="289560" cy="287020"/>
            <a:chOff x="0" y="0"/>
            <a:chExt cx="386080" cy="382693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E96AFB42-3BE2-0C7B-851E-A7BE5D8F398F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99FF"/>
            </a:solidFill>
          </p:spPr>
        </p:sp>
      </p:grpSp>
      <p:sp>
        <p:nvSpPr>
          <p:cNvPr id="27" name="Freeform 27">
            <a:extLst>
              <a:ext uri="{FF2B5EF4-FFF2-40B4-BE49-F238E27FC236}">
                <a16:creationId xmlns:a16="http://schemas.microsoft.com/office/drawing/2014/main" id="{6EF7353A-C9DA-CF75-C0A6-3A9BD4868596}"/>
              </a:ext>
            </a:extLst>
          </p:cNvPr>
          <p:cNvSpPr/>
          <p:nvPr/>
        </p:nvSpPr>
        <p:spPr>
          <a:xfrm>
            <a:off x="289382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7376CA0E-3E81-384B-0383-F3B8DF09D315}"/>
              </a:ext>
            </a:extLst>
          </p:cNvPr>
          <p:cNvGrpSpPr/>
          <p:nvPr/>
        </p:nvGrpSpPr>
        <p:grpSpPr>
          <a:xfrm>
            <a:off x="3188206" y="6082282"/>
            <a:ext cx="289560" cy="287020"/>
            <a:chOff x="0" y="0"/>
            <a:chExt cx="386080" cy="382693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A3FBEE5C-8DE3-8F06-71ED-33D42B4E8F63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CCFF"/>
            </a:solidFill>
          </p:spPr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3E83C1F1-5B0B-B189-6AA4-68C00A3A4C4C}"/>
              </a:ext>
            </a:extLst>
          </p:cNvPr>
          <p:cNvSpPr/>
          <p:nvPr/>
        </p:nvSpPr>
        <p:spPr>
          <a:xfrm>
            <a:off x="318185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grpSp>
        <p:nvGrpSpPr>
          <p:cNvPr id="31" name="Group 31">
            <a:extLst>
              <a:ext uri="{FF2B5EF4-FFF2-40B4-BE49-F238E27FC236}">
                <a16:creationId xmlns:a16="http://schemas.microsoft.com/office/drawing/2014/main" id="{64B60B90-2F5B-E54E-AE5C-4A3FC1683B91}"/>
              </a:ext>
            </a:extLst>
          </p:cNvPr>
          <p:cNvGrpSpPr/>
          <p:nvPr/>
        </p:nvGrpSpPr>
        <p:grpSpPr>
          <a:xfrm>
            <a:off x="9235556" y="6059774"/>
            <a:ext cx="1967483" cy="655318"/>
            <a:chOff x="0" y="0"/>
            <a:chExt cx="2623310" cy="873758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1600CF18-99C9-CC8B-D8D0-8FBB28BDEC3D}"/>
                </a:ext>
              </a:extLst>
            </p:cNvPr>
            <p:cNvSpPr/>
            <p:nvPr/>
          </p:nvSpPr>
          <p:spPr>
            <a:xfrm>
              <a:off x="0" y="0"/>
              <a:ext cx="2623312" cy="873760"/>
            </a:xfrm>
            <a:custGeom>
              <a:avLst/>
              <a:gdLst/>
              <a:ahLst/>
              <a:cxnLst/>
              <a:rect l="l" t="t" r="r" b="b"/>
              <a:pathLst>
                <a:path w="3934968" h="1310640">
                  <a:moveTo>
                    <a:pt x="0" y="0"/>
                  </a:moveTo>
                  <a:lnTo>
                    <a:pt x="3934968" y="0"/>
                  </a:lnTo>
                  <a:lnTo>
                    <a:pt x="3934968" y="1310640"/>
                  </a:lnTo>
                  <a:lnTo>
                    <a:pt x="0" y="13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b="-77"/>
              </a:stretch>
            </a:blipFill>
          </p:spPr>
        </p:sp>
      </p:grpSp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11EEF850-F003-9928-A8CD-06DFD0C7FC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764653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S.NO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Title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Author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Journal 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year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1800" b="1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Calibri (MS) Bold"/>
                        <a:cs typeface="Times New Roman" panose="02020603050405020304" pitchFamily="18" charset="0"/>
                        <a:sym typeface="Calibri (MS) Bold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Methodology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Merits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Demerits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Research gap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600"/>
                        </a:spcAft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15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IO"/>
                        <a:t>Self-Stabilization: The Implicit Bias of Gradient Descent at the Edge of Stability</a:t>
                      </a:r>
                      <a:endParaRPr lang="en-US">
                        <a:sym typeface="Arimo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O"/>
                        <a:t>Alex Damian, Eshaan Nichani &amp; Jason D. Lee | </a:t>
                      </a:r>
                      <a:r>
                        <a:rPr lang="en-IO" b="1"/>
                        <a:t>ICLR, 2023</a:t>
                      </a:r>
                      <a:r>
                        <a:rPr lang="en-IO"/>
                        <a:t> | </a:t>
                      </a:r>
                      <a:r>
                        <a:rPr lang="en-IO" b="1"/>
                        <a:t>DOI: 10.48550/arXiv.2209.15594</a:t>
                      </a:r>
                      <a:endParaRPr sz="1400" b="1" i="0" u="none" strike="noStrike" noProof="0"/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IO"/>
                        <a:t>Explains why training can remain effective despite temporary instability; connects curvature dynamics with implicit regularization.</a:t>
                      </a:r>
                      <a:endParaRPr lang="en-US" sz="1400" b="0" i="0" u="none" strike="noStrike" noProof="0">
                        <a:latin typeface="Arial"/>
                        <a:cs typeface="Arial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9E5C08EA-B596-9F49-2E15-41FC8C67772C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5A81E20C-16A3-09F1-C450-1CBC5C75E6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269345"/>
              </p:ext>
            </p:extLst>
          </p:nvPr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O"/>
                        <a:t>Stability is an emergent optimizer phenomenon rather than an explicit architectural control mechanism.</a:t>
                      </a:r>
                      <a:endParaRPr lang="en-US"/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194D8278-E23F-1EC5-F32C-B2D00B6B7B42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AE23818B-E5BA-C3BC-243A-9961D9EAF809}"/>
              </a:ext>
            </a:extLst>
          </p:cNvPr>
          <p:cNvGraphicFramePr>
            <a:graphicFrameLocks noGrp="1"/>
          </p:cNvGraphicFramePr>
          <p:nvPr/>
        </p:nvGraphicFramePr>
        <p:xfrm>
          <a:off x="5344719" y="3239294"/>
          <a:ext cx="1600200" cy="3048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D7EE7A39-E7F6-E3BE-3C29-053342EDC888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33AE4873-EC45-7AFA-CB3C-0773A3C93B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207144"/>
              </p:ext>
            </p:extLst>
          </p:nvPr>
        </p:nvGraphicFramePr>
        <p:xfrm>
          <a:off x="10043414" y="3759822"/>
          <a:ext cx="2148585" cy="188976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Demonstrates 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self-stabilization</a:t>
                      </a: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, but does not actively use a stability measurement to regulate residual shortcut strength.</a:t>
                      </a: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9CCF4C37-C646-7160-2959-F0C3E2BB2175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9154385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530471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68087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9F9D505D-3294-9A25-E856-10C92E3DBD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2429878"/>
              </p:ext>
            </p:extLst>
          </p:nvPr>
        </p:nvGraphicFramePr>
        <p:xfrm>
          <a:off x="5342179" y="3548085"/>
          <a:ext cx="1512062" cy="2865120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23974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IO"/>
                        <a:t>Analyses how gradient descent near the stability boundary naturally reduces curvature and exhibits self-stabilizing </a:t>
                      </a:r>
                      <a:r>
                        <a:rPr lang="en-IO" err="1"/>
                        <a:t>behavior</a:t>
                      </a:r>
                      <a:r>
                        <a:rPr lang="en-IO"/>
                        <a:t> using local Taylor/Hessian analysis.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175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60078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DDF1A-6591-BE5E-9856-5D4406CE3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AB0E9B8-713C-8F7A-5E40-6E8CEE11CB10}"/>
              </a:ext>
            </a:extLst>
          </p:cNvPr>
          <p:cNvGrpSpPr/>
          <p:nvPr/>
        </p:nvGrpSpPr>
        <p:grpSpPr>
          <a:xfrm>
            <a:off x="797001" y="6002964"/>
            <a:ext cx="2717392" cy="373448"/>
            <a:chOff x="0" y="0"/>
            <a:chExt cx="3623189" cy="49793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217B29-0796-CFF6-CC2E-67502D222F58}"/>
                </a:ext>
              </a:extLst>
            </p:cNvPr>
            <p:cNvSpPr/>
            <p:nvPr/>
          </p:nvSpPr>
          <p:spPr>
            <a:xfrm>
              <a:off x="0" y="0"/>
              <a:ext cx="3623225" cy="497924"/>
            </a:xfrm>
            <a:custGeom>
              <a:avLst/>
              <a:gdLst/>
              <a:ahLst/>
              <a:cxnLst/>
              <a:rect l="l" t="t" r="r" b="b"/>
              <a:pathLst>
                <a:path w="5434838" h="746887">
                  <a:moveTo>
                    <a:pt x="0" y="0"/>
                  </a:moveTo>
                  <a:lnTo>
                    <a:pt x="5434838" y="0"/>
                  </a:lnTo>
                  <a:lnTo>
                    <a:pt x="5434838" y="746887"/>
                  </a:lnTo>
                  <a:lnTo>
                    <a:pt x="0" y="746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14"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123B88D2-E9DB-74A4-2DF7-4228F361CDFE}"/>
              </a:ext>
            </a:extLst>
          </p:cNvPr>
          <p:cNvGrpSpPr/>
          <p:nvPr/>
        </p:nvGrpSpPr>
        <p:grpSpPr>
          <a:xfrm>
            <a:off x="838200" y="6082282"/>
            <a:ext cx="289560" cy="287020"/>
            <a:chOff x="0" y="0"/>
            <a:chExt cx="386080" cy="382693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703B229B-6DFD-0F26-4EB9-33AB7C0BF1AD}"/>
                </a:ext>
              </a:extLst>
            </p:cNvPr>
            <p:cNvSpPr/>
            <p:nvPr/>
          </p:nvSpPr>
          <p:spPr>
            <a:xfrm>
              <a:off x="0" y="0"/>
              <a:ext cx="386249" cy="381931"/>
            </a:xfrm>
            <a:custGeom>
              <a:avLst/>
              <a:gdLst/>
              <a:ahLst/>
              <a:cxnLst/>
              <a:rect l="l" t="t" r="r" b="b"/>
              <a:pathLst>
                <a:path w="579374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494" y="455676"/>
                  </a:lnTo>
                  <a:lnTo>
                    <a:pt x="564642" y="377063"/>
                  </a:lnTo>
                  <a:lnTo>
                    <a:pt x="579374" y="286512"/>
                  </a:lnTo>
                  <a:lnTo>
                    <a:pt x="564642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0000"/>
            </a:solidFill>
          </p:spPr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CAA17006-E972-A4AA-D2AA-E7F5E8825DF6}"/>
              </a:ext>
            </a:extLst>
          </p:cNvPr>
          <p:cNvSpPr/>
          <p:nvPr/>
        </p:nvSpPr>
        <p:spPr>
          <a:xfrm>
            <a:off x="83185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B7E0503F-4999-6738-22A4-B63BC3838DC9}"/>
              </a:ext>
            </a:extLst>
          </p:cNvPr>
          <p:cNvGrpSpPr/>
          <p:nvPr/>
        </p:nvGrpSpPr>
        <p:grpSpPr>
          <a:xfrm>
            <a:off x="1127760" y="6082282"/>
            <a:ext cx="289560" cy="287020"/>
            <a:chOff x="0" y="0"/>
            <a:chExt cx="386080" cy="382693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982C84E-3FBE-939A-ED75-FB5F2F1F669C}"/>
                </a:ext>
              </a:extLst>
            </p:cNvPr>
            <p:cNvSpPr/>
            <p:nvPr/>
          </p:nvSpPr>
          <p:spPr>
            <a:xfrm>
              <a:off x="0" y="0"/>
              <a:ext cx="386164" cy="381931"/>
            </a:xfrm>
            <a:custGeom>
              <a:avLst/>
              <a:gdLst/>
              <a:ahLst/>
              <a:cxnLst/>
              <a:rect l="l" t="t" r="r" b="b"/>
              <a:pathLst>
                <a:path w="579247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367" y="455676"/>
                  </a:lnTo>
                  <a:lnTo>
                    <a:pt x="564515" y="377063"/>
                  </a:lnTo>
                  <a:lnTo>
                    <a:pt x="579247" y="286512"/>
                  </a:lnTo>
                  <a:lnTo>
                    <a:pt x="564515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3333FF"/>
            </a:solidFill>
          </p:spPr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E917A11A-F485-E9E9-F883-66C5E27B62A5}"/>
              </a:ext>
            </a:extLst>
          </p:cNvPr>
          <p:cNvSpPr/>
          <p:nvPr/>
        </p:nvSpPr>
        <p:spPr>
          <a:xfrm>
            <a:off x="112141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>
            <a:extLst>
              <a:ext uri="{FF2B5EF4-FFF2-40B4-BE49-F238E27FC236}">
                <a16:creationId xmlns:a16="http://schemas.microsoft.com/office/drawing/2014/main" id="{3D2B8296-215C-BAD1-9CB5-8E2461B812FD}"/>
              </a:ext>
            </a:extLst>
          </p:cNvPr>
          <p:cNvGrpSpPr/>
          <p:nvPr/>
        </p:nvGrpSpPr>
        <p:grpSpPr>
          <a:xfrm>
            <a:off x="1429512" y="6082282"/>
            <a:ext cx="289560" cy="287020"/>
            <a:chOff x="0" y="0"/>
            <a:chExt cx="386080" cy="382693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755DFB8-4616-0C19-99D8-C07D5633D379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00"/>
            </a:solidFill>
          </p:spPr>
        </p:sp>
      </p:grpSp>
      <p:sp>
        <p:nvSpPr>
          <p:cNvPr id="12" name="Freeform 12">
            <a:extLst>
              <a:ext uri="{FF2B5EF4-FFF2-40B4-BE49-F238E27FC236}">
                <a16:creationId xmlns:a16="http://schemas.microsoft.com/office/drawing/2014/main" id="{4183B31C-872E-006E-F6AD-44035B9C0C2C}"/>
              </a:ext>
            </a:extLst>
          </p:cNvPr>
          <p:cNvSpPr/>
          <p:nvPr/>
        </p:nvSpPr>
        <p:spPr>
          <a:xfrm>
            <a:off x="142316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BE09858D-3F6C-1FD2-C889-3A8A716EFAD3}"/>
              </a:ext>
            </a:extLst>
          </p:cNvPr>
          <p:cNvGrpSpPr/>
          <p:nvPr/>
        </p:nvGrpSpPr>
        <p:grpSpPr>
          <a:xfrm>
            <a:off x="1729738" y="6082282"/>
            <a:ext cx="289560" cy="287020"/>
            <a:chOff x="0" y="0"/>
            <a:chExt cx="386080" cy="382693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DCF627A1-FD5D-A1E5-019E-2631A9F0BEAE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AF50"/>
            </a:solidFill>
          </p:spPr>
        </p:sp>
      </p:grpSp>
      <p:sp>
        <p:nvSpPr>
          <p:cNvPr id="15" name="Freeform 15">
            <a:extLst>
              <a:ext uri="{FF2B5EF4-FFF2-40B4-BE49-F238E27FC236}">
                <a16:creationId xmlns:a16="http://schemas.microsoft.com/office/drawing/2014/main" id="{931578E5-14C2-F283-35C3-B8746F166D0A}"/>
              </a:ext>
            </a:extLst>
          </p:cNvPr>
          <p:cNvSpPr/>
          <p:nvPr/>
        </p:nvSpPr>
        <p:spPr>
          <a:xfrm>
            <a:off x="1723388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1" y="0"/>
                </a:lnTo>
                <a:lnTo>
                  <a:pt x="453391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74A57BE3-BC9F-4465-BBF5-7B69611F53E3}"/>
              </a:ext>
            </a:extLst>
          </p:cNvPr>
          <p:cNvGrpSpPr/>
          <p:nvPr/>
        </p:nvGrpSpPr>
        <p:grpSpPr>
          <a:xfrm>
            <a:off x="2019300" y="6082282"/>
            <a:ext cx="289560" cy="287020"/>
            <a:chOff x="0" y="0"/>
            <a:chExt cx="386080" cy="382693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4EABC47A-2D71-7188-627C-7366336918FB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BEBEBE"/>
            </a:solidFill>
          </p:spPr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DC87ADB1-A732-B58C-AF44-C6A07ABA4A38}"/>
              </a:ext>
            </a:extLst>
          </p:cNvPr>
          <p:cNvSpPr/>
          <p:nvPr/>
        </p:nvSpPr>
        <p:spPr>
          <a:xfrm>
            <a:off x="201295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5A0D84C1-4F8A-E202-0BAE-02D4045D471B}"/>
              </a:ext>
            </a:extLst>
          </p:cNvPr>
          <p:cNvGrpSpPr/>
          <p:nvPr/>
        </p:nvGrpSpPr>
        <p:grpSpPr>
          <a:xfrm>
            <a:off x="2308860" y="6082282"/>
            <a:ext cx="289560" cy="287020"/>
            <a:chOff x="0" y="0"/>
            <a:chExt cx="386080" cy="382693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E3B33909-0288-44C5-30B6-DAF1C73AF1E5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716A255C-B451-E004-B564-5B8F094BA655}"/>
              </a:ext>
            </a:extLst>
          </p:cNvPr>
          <p:cNvSpPr/>
          <p:nvPr/>
        </p:nvSpPr>
        <p:spPr>
          <a:xfrm>
            <a:off x="230251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E8849ABB-7720-180D-DC29-17B07885A3AF}"/>
              </a:ext>
            </a:extLst>
          </p:cNvPr>
          <p:cNvGrpSpPr/>
          <p:nvPr/>
        </p:nvGrpSpPr>
        <p:grpSpPr>
          <a:xfrm>
            <a:off x="2601466" y="6082282"/>
            <a:ext cx="289560" cy="287020"/>
            <a:chOff x="0" y="0"/>
            <a:chExt cx="386080" cy="382693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AFE81896-7858-9D16-3205-C2E953EFA38D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C000"/>
            </a:solidFill>
          </p:spPr>
        </p:sp>
      </p:grpSp>
      <p:sp>
        <p:nvSpPr>
          <p:cNvPr id="24" name="Freeform 24">
            <a:extLst>
              <a:ext uri="{FF2B5EF4-FFF2-40B4-BE49-F238E27FC236}">
                <a16:creationId xmlns:a16="http://schemas.microsoft.com/office/drawing/2014/main" id="{2EE90726-CCC2-FDA1-462E-B91A62709587}"/>
              </a:ext>
            </a:extLst>
          </p:cNvPr>
          <p:cNvSpPr/>
          <p:nvPr/>
        </p:nvSpPr>
        <p:spPr>
          <a:xfrm>
            <a:off x="259511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25" name="Group 25">
            <a:extLst>
              <a:ext uri="{FF2B5EF4-FFF2-40B4-BE49-F238E27FC236}">
                <a16:creationId xmlns:a16="http://schemas.microsoft.com/office/drawing/2014/main" id="{AC2BE8D5-4A79-18B3-FE80-5276771DA7E7}"/>
              </a:ext>
            </a:extLst>
          </p:cNvPr>
          <p:cNvGrpSpPr/>
          <p:nvPr/>
        </p:nvGrpSpPr>
        <p:grpSpPr>
          <a:xfrm>
            <a:off x="2900172" y="6082282"/>
            <a:ext cx="289560" cy="287020"/>
            <a:chOff x="0" y="0"/>
            <a:chExt cx="386080" cy="382693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00091C9C-5CE3-B0A1-16EE-D121981DC3C8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99FF"/>
            </a:solidFill>
          </p:spPr>
        </p:sp>
      </p:grpSp>
      <p:sp>
        <p:nvSpPr>
          <p:cNvPr id="27" name="Freeform 27">
            <a:extLst>
              <a:ext uri="{FF2B5EF4-FFF2-40B4-BE49-F238E27FC236}">
                <a16:creationId xmlns:a16="http://schemas.microsoft.com/office/drawing/2014/main" id="{87528798-F1C3-2775-B25C-9F6A5D32D4FF}"/>
              </a:ext>
            </a:extLst>
          </p:cNvPr>
          <p:cNvSpPr/>
          <p:nvPr/>
        </p:nvSpPr>
        <p:spPr>
          <a:xfrm>
            <a:off x="289382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CD00665C-3554-08DE-FB58-8FC4392656E7}"/>
              </a:ext>
            </a:extLst>
          </p:cNvPr>
          <p:cNvGrpSpPr/>
          <p:nvPr/>
        </p:nvGrpSpPr>
        <p:grpSpPr>
          <a:xfrm>
            <a:off x="3188206" y="6082282"/>
            <a:ext cx="289560" cy="287020"/>
            <a:chOff x="0" y="0"/>
            <a:chExt cx="386080" cy="382693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0642DE47-2314-3DED-0A81-223EF164C766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CCFF"/>
            </a:solidFill>
          </p:spPr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C96DF92B-4FAA-2C2C-7317-3719E65281B3}"/>
              </a:ext>
            </a:extLst>
          </p:cNvPr>
          <p:cNvSpPr/>
          <p:nvPr/>
        </p:nvSpPr>
        <p:spPr>
          <a:xfrm>
            <a:off x="318185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grpSp>
        <p:nvGrpSpPr>
          <p:cNvPr id="31" name="Group 31">
            <a:extLst>
              <a:ext uri="{FF2B5EF4-FFF2-40B4-BE49-F238E27FC236}">
                <a16:creationId xmlns:a16="http://schemas.microsoft.com/office/drawing/2014/main" id="{41E2DA5C-4760-ED8F-95A4-F3FFE1716339}"/>
              </a:ext>
            </a:extLst>
          </p:cNvPr>
          <p:cNvGrpSpPr/>
          <p:nvPr/>
        </p:nvGrpSpPr>
        <p:grpSpPr>
          <a:xfrm>
            <a:off x="9235556" y="6059774"/>
            <a:ext cx="1967483" cy="655318"/>
            <a:chOff x="0" y="0"/>
            <a:chExt cx="2623310" cy="873758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6EC475B3-9C7E-719C-7D82-B44F800F4AEC}"/>
                </a:ext>
              </a:extLst>
            </p:cNvPr>
            <p:cNvSpPr/>
            <p:nvPr/>
          </p:nvSpPr>
          <p:spPr>
            <a:xfrm>
              <a:off x="0" y="0"/>
              <a:ext cx="2623312" cy="873760"/>
            </a:xfrm>
            <a:custGeom>
              <a:avLst/>
              <a:gdLst/>
              <a:ahLst/>
              <a:cxnLst/>
              <a:rect l="l" t="t" r="r" b="b"/>
              <a:pathLst>
                <a:path w="3934968" h="1310640">
                  <a:moveTo>
                    <a:pt x="0" y="0"/>
                  </a:moveTo>
                  <a:lnTo>
                    <a:pt x="3934968" y="0"/>
                  </a:lnTo>
                  <a:lnTo>
                    <a:pt x="3934968" y="1310640"/>
                  </a:lnTo>
                  <a:lnTo>
                    <a:pt x="0" y="13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b="-77"/>
              </a:stretch>
            </a:blipFill>
          </p:spPr>
        </p:sp>
      </p:grpSp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BCD02759-FEE3-CE6D-DF1C-1C78FB771C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630541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S.NO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Title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Author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Journal 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year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1800" b="1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Calibri (MS) Bold"/>
                        <a:cs typeface="Times New Roman" panose="02020603050405020304" pitchFamily="18" charset="0"/>
                        <a:sym typeface="Calibri (MS) Bold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Methodology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Merits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Demerits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Research gap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600"/>
                        </a:spcAft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16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IO"/>
                        <a:t>Edge of Stochastic Stability: Revisiting the Edge of Stability for SGD</a:t>
                      </a:r>
                      <a:endParaRPr lang="en-US">
                        <a:sym typeface="Arimo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O"/>
                        <a:t>Arseniy Andreyev &amp; Pierfrancesco </a:t>
                      </a:r>
                      <a:r>
                        <a:rPr lang="en-IO" err="1"/>
                        <a:t>Beneventano</a:t>
                      </a:r>
                      <a:r>
                        <a:rPr lang="en-IO"/>
                        <a:t> | </a:t>
                      </a:r>
                      <a:r>
                        <a:rPr lang="en-IO" b="1" err="1"/>
                        <a:t>arXiv</a:t>
                      </a:r>
                      <a:r>
                        <a:rPr lang="en-IO" b="1"/>
                        <a:t>, 2024/25</a:t>
                      </a:r>
                      <a:r>
                        <a:rPr lang="en-IO"/>
                        <a:t> | </a:t>
                      </a:r>
                      <a:r>
                        <a:rPr lang="en-IO" b="1"/>
                        <a:t>DOI: 10.48550/arXiv.2412.20553</a:t>
                      </a:r>
                      <a:endParaRPr sz="1400" b="1" i="0" u="none" strike="noStrike" noProof="0"/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IO"/>
                        <a:t>Extends stability analysis from full-batch GD to realistic SGD; highly relevant to noisy mini-batch training dynamics.</a:t>
                      </a:r>
                      <a:endParaRPr lang="en-US" sz="1400" b="0" i="0" u="none" strike="noStrike" noProof="0">
                        <a:latin typeface="Arial"/>
                        <a:cs typeface="Arial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30473265-DBD5-34B4-EE46-DFCFDFE4E4C0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482E4B11-BC73-8707-99D7-E385259BAA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985029"/>
              </p:ext>
            </p:extLst>
          </p:nvPr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O"/>
                        <a:t>Focuses on optimizer-level stochastic stability; does not modify residual architecture or introduce block-wise shortcut control.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8D5EE537-53EB-F021-BFF6-190229344DC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2EB9818B-CD3A-E1E1-8F29-0B97E698DD9A}"/>
              </a:ext>
            </a:extLst>
          </p:cNvPr>
          <p:cNvGraphicFramePr>
            <a:graphicFrameLocks noGrp="1"/>
          </p:cNvGraphicFramePr>
          <p:nvPr/>
        </p:nvGraphicFramePr>
        <p:xfrm>
          <a:off x="5344719" y="3239294"/>
          <a:ext cx="1600200" cy="3048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0127C75D-BD24-A86A-0F82-E14FBF9D4D0B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2DFAB42A-8F01-1626-BD24-4C52AD8796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5483215"/>
              </p:ext>
            </p:extLst>
          </p:nvPr>
        </p:nvGraphicFramePr>
        <p:xfrm>
          <a:off x="10043414" y="3759822"/>
          <a:ext cx="2148585" cy="210312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Establishes stochastic stability dynamics but leaves open </a:t>
                      </a:r>
                      <a:r>
                        <a:rPr lang="en-US" b="1"/>
                        <a:t>how local stability information can be used to actively control network architecture</a:t>
                      </a:r>
                      <a:r>
                        <a:rPr lang="en-US"/>
                        <a:t>.</a:t>
                      </a: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0162640-C39F-A921-BEEC-031AB32DD98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9154385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530471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68087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5A152C8A-23FB-20BA-0640-AE2DD681A168}"/>
              </a:ext>
            </a:extLst>
          </p:cNvPr>
          <p:cNvGraphicFramePr>
            <a:graphicFrameLocks noGrp="1"/>
          </p:cNvGraphicFramePr>
          <p:nvPr/>
        </p:nvGraphicFramePr>
        <p:xfrm>
          <a:off x="5342179" y="3548085"/>
          <a:ext cx="1512062" cy="2865120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23974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IO"/>
                        <a:t>Analyses how gradient descent near the stability boundary naturally reduces curvature and exhibits self-stabilizing </a:t>
                      </a:r>
                      <a:r>
                        <a:rPr lang="en-IO" err="1"/>
                        <a:t>behavior</a:t>
                      </a:r>
                      <a:r>
                        <a:rPr lang="en-IO"/>
                        <a:t> using local Taylor/Hessian analysis.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175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03503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8D135-B715-6A8B-BC82-EA92142B4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D13C035-ACDD-F711-C33C-0905E6267CD9}"/>
              </a:ext>
            </a:extLst>
          </p:cNvPr>
          <p:cNvGrpSpPr/>
          <p:nvPr/>
        </p:nvGrpSpPr>
        <p:grpSpPr>
          <a:xfrm>
            <a:off x="797001" y="6002964"/>
            <a:ext cx="2717392" cy="373448"/>
            <a:chOff x="0" y="0"/>
            <a:chExt cx="3623189" cy="49793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86D9CDB-F988-2D85-66E6-16C823ABBEB6}"/>
                </a:ext>
              </a:extLst>
            </p:cNvPr>
            <p:cNvSpPr/>
            <p:nvPr/>
          </p:nvSpPr>
          <p:spPr>
            <a:xfrm>
              <a:off x="0" y="0"/>
              <a:ext cx="3623225" cy="497924"/>
            </a:xfrm>
            <a:custGeom>
              <a:avLst/>
              <a:gdLst/>
              <a:ahLst/>
              <a:cxnLst/>
              <a:rect l="l" t="t" r="r" b="b"/>
              <a:pathLst>
                <a:path w="5434838" h="746887">
                  <a:moveTo>
                    <a:pt x="0" y="0"/>
                  </a:moveTo>
                  <a:lnTo>
                    <a:pt x="5434838" y="0"/>
                  </a:lnTo>
                  <a:lnTo>
                    <a:pt x="5434838" y="746887"/>
                  </a:lnTo>
                  <a:lnTo>
                    <a:pt x="0" y="746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14"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143F9B05-6E1A-7B3D-3C78-8EF7A358A5BD}"/>
              </a:ext>
            </a:extLst>
          </p:cNvPr>
          <p:cNvGrpSpPr/>
          <p:nvPr/>
        </p:nvGrpSpPr>
        <p:grpSpPr>
          <a:xfrm>
            <a:off x="838200" y="6082282"/>
            <a:ext cx="289560" cy="287020"/>
            <a:chOff x="0" y="0"/>
            <a:chExt cx="386080" cy="382693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D455B846-8E70-0388-2618-4EBD8FEC5728}"/>
                </a:ext>
              </a:extLst>
            </p:cNvPr>
            <p:cNvSpPr/>
            <p:nvPr/>
          </p:nvSpPr>
          <p:spPr>
            <a:xfrm>
              <a:off x="0" y="0"/>
              <a:ext cx="386249" cy="381931"/>
            </a:xfrm>
            <a:custGeom>
              <a:avLst/>
              <a:gdLst/>
              <a:ahLst/>
              <a:cxnLst/>
              <a:rect l="l" t="t" r="r" b="b"/>
              <a:pathLst>
                <a:path w="579374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494" y="455676"/>
                  </a:lnTo>
                  <a:lnTo>
                    <a:pt x="564642" y="377063"/>
                  </a:lnTo>
                  <a:lnTo>
                    <a:pt x="579374" y="286512"/>
                  </a:lnTo>
                  <a:lnTo>
                    <a:pt x="564642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0000"/>
            </a:solidFill>
          </p:spPr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DC402595-A379-5F61-8F9E-BDCA5A97F247}"/>
              </a:ext>
            </a:extLst>
          </p:cNvPr>
          <p:cNvSpPr/>
          <p:nvPr/>
        </p:nvSpPr>
        <p:spPr>
          <a:xfrm>
            <a:off x="83185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AEEC3C3C-F217-3104-15AA-28B5DAE9834C}"/>
              </a:ext>
            </a:extLst>
          </p:cNvPr>
          <p:cNvGrpSpPr/>
          <p:nvPr/>
        </p:nvGrpSpPr>
        <p:grpSpPr>
          <a:xfrm>
            <a:off x="1127760" y="6082282"/>
            <a:ext cx="289560" cy="287020"/>
            <a:chOff x="0" y="0"/>
            <a:chExt cx="386080" cy="382693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315609E9-679E-7FB3-3461-72F099C3B6CE}"/>
                </a:ext>
              </a:extLst>
            </p:cNvPr>
            <p:cNvSpPr/>
            <p:nvPr/>
          </p:nvSpPr>
          <p:spPr>
            <a:xfrm>
              <a:off x="0" y="0"/>
              <a:ext cx="386164" cy="381931"/>
            </a:xfrm>
            <a:custGeom>
              <a:avLst/>
              <a:gdLst/>
              <a:ahLst/>
              <a:cxnLst/>
              <a:rect l="l" t="t" r="r" b="b"/>
              <a:pathLst>
                <a:path w="579247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367" y="455676"/>
                  </a:lnTo>
                  <a:lnTo>
                    <a:pt x="564515" y="377063"/>
                  </a:lnTo>
                  <a:lnTo>
                    <a:pt x="579247" y="286512"/>
                  </a:lnTo>
                  <a:lnTo>
                    <a:pt x="564515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3333FF"/>
            </a:solidFill>
          </p:spPr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90E3591A-2E4C-89BE-BA26-6EECA424AEDC}"/>
              </a:ext>
            </a:extLst>
          </p:cNvPr>
          <p:cNvSpPr/>
          <p:nvPr/>
        </p:nvSpPr>
        <p:spPr>
          <a:xfrm>
            <a:off x="112141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>
            <a:extLst>
              <a:ext uri="{FF2B5EF4-FFF2-40B4-BE49-F238E27FC236}">
                <a16:creationId xmlns:a16="http://schemas.microsoft.com/office/drawing/2014/main" id="{69E822CF-5A61-9771-C903-891D41C6B735}"/>
              </a:ext>
            </a:extLst>
          </p:cNvPr>
          <p:cNvGrpSpPr/>
          <p:nvPr/>
        </p:nvGrpSpPr>
        <p:grpSpPr>
          <a:xfrm>
            <a:off x="1429512" y="6082282"/>
            <a:ext cx="289560" cy="287020"/>
            <a:chOff x="0" y="0"/>
            <a:chExt cx="386080" cy="382693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730149CA-8898-700D-9E6D-07C507E89443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00"/>
            </a:solidFill>
          </p:spPr>
        </p:sp>
      </p:grpSp>
      <p:sp>
        <p:nvSpPr>
          <p:cNvPr id="12" name="Freeform 12">
            <a:extLst>
              <a:ext uri="{FF2B5EF4-FFF2-40B4-BE49-F238E27FC236}">
                <a16:creationId xmlns:a16="http://schemas.microsoft.com/office/drawing/2014/main" id="{A1163D6C-8B52-C5F8-D25C-835D921E98C8}"/>
              </a:ext>
            </a:extLst>
          </p:cNvPr>
          <p:cNvSpPr/>
          <p:nvPr/>
        </p:nvSpPr>
        <p:spPr>
          <a:xfrm>
            <a:off x="142316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3923BFB7-A573-1E83-0D6E-C0E0B74B01BF}"/>
              </a:ext>
            </a:extLst>
          </p:cNvPr>
          <p:cNvGrpSpPr/>
          <p:nvPr/>
        </p:nvGrpSpPr>
        <p:grpSpPr>
          <a:xfrm>
            <a:off x="1729738" y="6082282"/>
            <a:ext cx="289560" cy="287020"/>
            <a:chOff x="0" y="0"/>
            <a:chExt cx="386080" cy="382693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87487220-ACBB-39AD-1281-D9E6E47DAB21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AF50"/>
            </a:solidFill>
          </p:spPr>
        </p:sp>
      </p:grpSp>
      <p:sp>
        <p:nvSpPr>
          <p:cNvPr id="15" name="Freeform 15">
            <a:extLst>
              <a:ext uri="{FF2B5EF4-FFF2-40B4-BE49-F238E27FC236}">
                <a16:creationId xmlns:a16="http://schemas.microsoft.com/office/drawing/2014/main" id="{6A41AE63-E53F-C5DF-0275-789894145498}"/>
              </a:ext>
            </a:extLst>
          </p:cNvPr>
          <p:cNvSpPr/>
          <p:nvPr/>
        </p:nvSpPr>
        <p:spPr>
          <a:xfrm>
            <a:off x="1723388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1" y="0"/>
                </a:lnTo>
                <a:lnTo>
                  <a:pt x="453391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33C1D14F-0228-6467-2FD6-45C56F2DC39B}"/>
              </a:ext>
            </a:extLst>
          </p:cNvPr>
          <p:cNvGrpSpPr/>
          <p:nvPr/>
        </p:nvGrpSpPr>
        <p:grpSpPr>
          <a:xfrm>
            <a:off x="2019300" y="6082282"/>
            <a:ext cx="289560" cy="287020"/>
            <a:chOff x="0" y="0"/>
            <a:chExt cx="386080" cy="382693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382B323F-97A0-0753-4C45-879A2DA93535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BEBEBE"/>
            </a:solidFill>
          </p:spPr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88D7F338-FFA0-EC0B-FEB7-9E078008C5D8}"/>
              </a:ext>
            </a:extLst>
          </p:cNvPr>
          <p:cNvSpPr/>
          <p:nvPr/>
        </p:nvSpPr>
        <p:spPr>
          <a:xfrm>
            <a:off x="201295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9A779B28-7F1F-8A4C-9E8B-30D46793F009}"/>
              </a:ext>
            </a:extLst>
          </p:cNvPr>
          <p:cNvGrpSpPr/>
          <p:nvPr/>
        </p:nvGrpSpPr>
        <p:grpSpPr>
          <a:xfrm>
            <a:off x="2308860" y="6082282"/>
            <a:ext cx="289560" cy="287020"/>
            <a:chOff x="0" y="0"/>
            <a:chExt cx="386080" cy="382693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5E944F34-B625-C22A-18DC-66F08E50EC6B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F44E1263-9616-3B8A-B799-4F326D2E1081}"/>
              </a:ext>
            </a:extLst>
          </p:cNvPr>
          <p:cNvSpPr/>
          <p:nvPr/>
        </p:nvSpPr>
        <p:spPr>
          <a:xfrm>
            <a:off x="230251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10D8FFFA-43EB-7788-2FA0-7998084C3110}"/>
              </a:ext>
            </a:extLst>
          </p:cNvPr>
          <p:cNvGrpSpPr/>
          <p:nvPr/>
        </p:nvGrpSpPr>
        <p:grpSpPr>
          <a:xfrm>
            <a:off x="2601466" y="6082282"/>
            <a:ext cx="289560" cy="287020"/>
            <a:chOff x="0" y="0"/>
            <a:chExt cx="386080" cy="382693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CDEE1866-B3BF-EE91-26D1-334892566B8A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C000"/>
            </a:solidFill>
          </p:spPr>
        </p:sp>
      </p:grpSp>
      <p:sp>
        <p:nvSpPr>
          <p:cNvPr id="24" name="Freeform 24">
            <a:extLst>
              <a:ext uri="{FF2B5EF4-FFF2-40B4-BE49-F238E27FC236}">
                <a16:creationId xmlns:a16="http://schemas.microsoft.com/office/drawing/2014/main" id="{6418A481-D6E6-89F5-803D-28F2872A1BBA}"/>
              </a:ext>
            </a:extLst>
          </p:cNvPr>
          <p:cNvSpPr/>
          <p:nvPr/>
        </p:nvSpPr>
        <p:spPr>
          <a:xfrm>
            <a:off x="259511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25" name="Group 25">
            <a:extLst>
              <a:ext uri="{FF2B5EF4-FFF2-40B4-BE49-F238E27FC236}">
                <a16:creationId xmlns:a16="http://schemas.microsoft.com/office/drawing/2014/main" id="{FCB44D11-E335-8C0C-306D-A6FE2A30A3B0}"/>
              </a:ext>
            </a:extLst>
          </p:cNvPr>
          <p:cNvGrpSpPr/>
          <p:nvPr/>
        </p:nvGrpSpPr>
        <p:grpSpPr>
          <a:xfrm>
            <a:off x="2900172" y="6082282"/>
            <a:ext cx="289560" cy="287020"/>
            <a:chOff x="0" y="0"/>
            <a:chExt cx="386080" cy="382693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EDF0DFC7-646C-7BFF-1794-C1831185ACF8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99FF"/>
            </a:solidFill>
          </p:spPr>
        </p:sp>
      </p:grpSp>
      <p:sp>
        <p:nvSpPr>
          <p:cNvPr id="27" name="Freeform 27">
            <a:extLst>
              <a:ext uri="{FF2B5EF4-FFF2-40B4-BE49-F238E27FC236}">
                <a16:creationId xmlns:a16="http://schemas.microsoft.com/office/drawing/2014/main" id="{421793B7-62D1-8085-F9D4-B0F6BDA53124}"/>
              </a:ext>
            </a:extLst>
          </p:cNvPr>
          <p:cNvSpPr/>
          <p:nvPr/>
        </p:nvSpPr>
        <p:spPr>
          <a:xfrm>
            <a:off x="289382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E99667B6-8DE3-5ABE-FC2E-2ADA5554F0B3}"/>
              </a:ext>
            </a:extLst>
          </p:cNvPr>
          <p:cNvGrpSpPr/>
          <p:nvPr/>
        </p:nvGrpSpPr>
        <p:grpSpPr>
          <a:xfrm>
            <a:off x="3188206" y="6082282"/>
            <a:ext cx="289560" cy="287020"/>
            <a:chOff x="0" y="0"/>
            <a:chExt cx="386080" cy="382693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7C9A732D-A1B2-1951-5BEB-C69AA1E6B004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CCFF"/>
            </a:solidFill>
          </p:spPr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B57D50FB-6DE9-C195-261B-643BE068E3E9}"/>
              </a:ext>
            </a:extLst>
          </p:cNvPr>
          <p:cNvSpPr/>
          <p:nvPr/>
        </p:nvSpPr>
        <p:spPr>
          <a:xfrm>
            <a:off x="318185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grpSp>
        <p:nvGrpSpPr>
          <p:cNvPr id="31" name="Group 31">
            <a:extLst>
              <a:ext uri="{FF2B5EF4-FFF2-40B4-BE49-F238E27FC236}">
                <a16:creationId xmlns:a16="http://schemas.microsoft.com/office/drawing/2014/main" id="{F06C05FB-EC9A-91F7-9D52-03AB32740BD2}"/>
              </a:ext>
            </a:extLst>
          </p:cNvPr>
          <p:cNvGrpSpPr/>
          <p:nvPr/>
        </p:nvGrpSpPr>
        <p:grpSpPr>
          <a:xfrm>
            <a:off x="9235556" y="6059774"/>
            <a:ext cx="1967483" cy="655318"/>
            <a:chOff x="0" y="0"/>
            <a:chExt cx="2623310" cy="873758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1D339856-A408-45F5-5902-700679DDA09D}"/>
                </a:ext>
              </a:extLst>
            </p:cNvPr>
            <p:cNvSpPr/>
            <p:nvPr/>
          </p:nvSpPr>
          <p:spPr>
            <a:xfrm>
              <a:off x="0" y="0"/>
              <a:ext cx="2623312" cy="873760"/>
            </a:xfrm>
            <a:custGeom>
              <a:avLst/>
              <a:gdLst/>
              <a:ahLst/>
              <a:cxnLst/>
              <a:rect l="l" t="t" r="r" b="b"/>
              <a:pathLst>
                <a:path w="3934968" h="1310640">
                  <a:moveTo>
                    <a:pt x="0" y="0"/>
                  </a:moveTo>
                  <a:lnTo>
                    <a:pt x="3934968" y="0"/>
                  </a:lnTo>
                  <a:lnTo>
                    <a:pt x="3934968" y="1310640"/>
                  </a:lnTo>
                  <a:lnTo>
                    <a:pt x="0" y="13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b="-77"/>
              </a:stretch>
            </a:blipFill>
          </p:spPr>
        </p:sp>
      </p:grpSp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DC249603-A562-704E-A6CA-B642EFED94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0955881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S.NO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Title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Author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Journal 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year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1800" b="1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Calibri (MS) Bold"/>
                        <a:cs typeface="Times New Roman" panose="02020603050405020304" pitchFamily="18" charset="0"/>
                        <a:sym typeface="Calibri (MS) Bold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Methodology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Merits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Demerits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Research gap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600"/>
                        </a:spcAft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17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IO"/>
                        <a:t>Utilizing Lyapunov Exponents in Designing Deep Neural Networks</a:t>
                      </a:r>
                      <a:endParaRPr lang="en-US">
                        <a:sym typeface="Arimo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O"/>
                        <a:t>Tirthankar Mittra | </a:t>
                      </a:r>
                      <a:r>
                        <a:rPr lang="en-IO" b="1" err="1"/>
                        <a:t>arXiv</a:t>
                      </a:r>
                      <a:r>
                        <a:rPr lang="en-IO" b="1"/>
                        <a:t>, 2024</a:t>
                      </a:r>
                      <a:r>
                        <a:rPr lang="en-IO"/>
                        <a:t> | </a:t>
                      </a:r>
                      <a:r>
                        <a:rPr lang="en-IO" b="1"/>
                        <a:t>DOI: 10.48550/arXiv.2410.05988</a:t>
                      </a:r>
                      <a:endParaRPr sz="1400" b="1" i="0" u="none" strike="noStrike" noProof="0"/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IO"/>
                        <a:t>Directly demonstrates that Lyapunov exponents can characterize training dynamics; links negative exponents with improved convergence </a:t>
                      </a:r>
                      <a:r>
                        <a:rPr lang="en-IO" err="1"/>
                        <a:t>behavior</a:t>
                      </a:r>
                      <a:r>
                        <a:rPr lang="en-IO"/>
                        <a:t>.</a:t>
                      </a:r>
                      <a:endParaRPr lang="en-US" sz="1400" b="0" i="0" u="none" strike="noStrike" noProof="0">
                        <a:latin typeface="Arial"/>
                        <a:cs typeface="Arial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3F188FF5-3AC1-4188-ABF2-A4D98FA8E111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C3B70FBC-85DD-E5C8-216E-390D401C2F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8336110"/>
              </p:ext>
            </p:extLst>
          </p:nvPr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Uses Lyapunov information primarily for hyperparameter/initialization selection; does not control residual architecture during training.</a:t>
                      </a: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844BECE8-A629-76F4-3397-B2CEC8D98807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AD410BD3-3B2C-F336-124F-6BAD5F947D6A}"/>
              </a:ext>
            </a:extLst>
          </p:cNvPr>
          <p:cNvGraphicFramePr>
            <a:graphicFrameLocks noGrp="1"/>
          </p:cNvGraphicFramePr>
          <p:nvPr/>
        </p:nvGraphicFramePr>
        <p:xfrm>
          <a:off x="5344719" y="3239294"/>
          <a:ext cx="1600200" cy="3048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7BB0265C-2EE5-BA39-099D-0819FA918A38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17308D3A-F831-1488-65A2-5BEB2DAA00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432232"/>
              </p:ext>
            </p:extLst>
          </p:nvPr>
        </p:nvGraphicFramePr>
        <p:xfrm>
          <a:off x="10043414" y="3759822"/>
          <a:ext cx="2148585" cy="188976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/>
                        <a:t>Diagnostic Lyapunov analysis exists, but Lyapunov-driven residual skip control remains unexplored.</a:t>
                      </a: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400" b="0" i="0" u="none" strike="noStrike" noProof="0">
                        <a:latin typeface="Arial"/>
                        <a:cs typeface="Arial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8E47F44C-E5DC-DEA2-A737-38E1FB7009D0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9154385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530471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68087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119A8133-E929-CCCE-C9E0-7A158FE8FC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4866211"/>
              </p:ext>
            </p:extLst>
          </p:nvPr>
        </p:nvGraphicFramePr>
        <p:xfrm>
          <a:off x="5342179" y="3548085"/>
          <a:ext cx="1512062" cy="2651760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23974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IO"/>
                        <a:t>Computes Lyapunov exponents during gradient-descent training under different learning rates, activations and initializations to relate stability indicators with convergence.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175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9926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7D3EE-2137-8DAA-7A62-5EEA993D7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D48724B-D4C0-8EDC-7FD3-31A69DAA57CB}"/>
              </a:ext>
            </a:extLst>
          </p:cNvPr>
          <p:cNvGrpSpPr/>
          <p:nvPr/>
        </p:nvGrpSpPr>
        <p:grpSpPr>
          <a:xfrm>
            <a:off x="797001" y="6002964"/>
            <a:ext cx="2717392" cy="373448"/>
            <a:chOff x="0" y="0"/>
            <a:chExt cx="3623189" cy="49793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30973CE-8250-07B6-54DF-AF974A56B357}"/>
                </a:ext>
              </a:extLst>
            </p:cNvPr>
            <p:cNvSpPr/>
            <p:nvPr/>
          </p:nvSpPr>
          <p:spPr>
            <a:xfrm>
              <a:off x="0" y="0"/>
              <a:ext cx="3623225" cy="497924"/>
            </a:xfrm>
            <a:custGeom>
              <a:avLst/>
              <a:gdLst/>
              <a:ahLst/>
              <a:cxnLst/>
              <a:rect l="l" t="t" r="r" b="b"/>
              <a:pathLst>
                <a:path w="5434838" h="746887">
                  <a:moveTo>
                    <a:pt x="0" y="0"/>
                  </a:moveTo>
                  <a:lnTo>
                    <a:pt x="5434838" y="0"/>
                  </a:lnTo>
                  <a:lnTo>
                    <a:pt x="5434838" y="746887"/>
                  </a:lnTo>
                  <a:lnTo>
                    <a:pt x="0" y="746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14"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7DA20796-C09E-42D9-E1FF-D6CD43EEC7B3}"/>
              </a:ext>
            </a:extLst>
          </p:cNvPr>
          <p:cNvGrpSpPr/>
          <p:nvPr/>
        </p:nvGrpSpPr>
        <p:grpSpPr>
          <a:xfrm>
            <a:off x="838200" y="6082282"/>
            <a:ext cx="289560" cy="287020"/>
            <a:chOff x="0" y="0"/>
            <a:chExt cx="386080" cy="382693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A228C2C6-0A1F-A803-14CA-651C47506FFB}"/>
                </a:ext>
              </a:extLst>
            </p:cNvPr>
            <p:cNvSpPr/>
            <p:nvPr/>
          </p:nvSpPr>
          <p:spPr>
            <a:xfrm>
              <a:off x="0" y="0"/>
              <a:ext cx="386249" cy="381931"/>
            </a:xfrm>
            <a:custGeom>
              <a:avLst/>
              <a:gdLst/>
              <a:ahLst/>
              <a:cxnLst/>
              <a:rect l="l" t="t" r="r" b="b"/>
              <a:pathLst>
                <a:path w="579374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494" y="455676"/>
                  </a:lnTo>
                  <a:lnTo>
                    <a:pt x="564642" y="377063"/>
                  </a:lnTo>
                  <a:lnTo>
                    <a:pt x="579374" y="286512"/>
                  </a:lnTo>
                  <a:lnTo>
                    <a:pt x="564642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0000"/>
            </a:solidFill>
          </p:spPr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64A89EAE-9805-5A37-9B77-65F41F264C30}"/>
              </a:ext>
            </a:extLst>
          </p:cNvPr>
          <p:cNvSpPr/>
          <p:nvPr/>
        </p:nvSpPr>
        <p:spPr>
          <a:xfrm>
            <a:off x="83185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B5C9A4DD-DD3F-9EE7-9FD5-0ED23D937AC5}"/>
              </a:ext>
            </a:extLst>
          </p:cNvPr>
          <p:cNvGrpSpPr/>
          <p:nvPr/>
        </p:nvGrpSpPr>
        <p:grpSpPr>
          <a:xfrm>
            <a:off x="1127760" y="6082282"/>
            <a:ext cx="289560" cy="287020"/>
            <a:chOff x="0" y="0"/>
            <a:chExt cx="386080" cy="382693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7FD2320-DFC7-A73D-A0EF-DD77C523B801}"/>
                </a:ext>
              </a:extLst>
            </p:cNvPr>
            <p:cNvSpPr/>
            <p:nvPr/>
          </p:nvSpPr>
          <p:spPr>
            <a:xfrm>
              <a:off x="0" y="0"/>
              <a:ext cx="386164" cy="381931"/>
            </a:xfrm>
            <a:custGeom>
              <a:avLst/>
              <a:gdLst/>
              <a:ahLst/>
              <a:cxnLst/>
              <a:rect l="l" t="t" r="r" b="b"/>
              <a:pathLst>
                <a:path w="579247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367" y="455676"/>
                  </a:lnTo>
                  <a:lnTo>
                    <a:pt x="564515" y="377063"/>
                  </a:lnTo>
                  <a:lnTo>
                    <a:pt x="579247" y="286512"/>
                  </a:lnTo>
                  <a:lnTo>
                    <a:pt x="564515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3333FF"/>
            </a:solidFill>
          </p:spPr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5EB26757-6BC6-0EA4-A931-2407E1F0BA07}"/>
              </a:ext>
            </a:extLst>
          </p:cNvPr>
          <p:cNvSpPr/>
          <p:nvPr/>
        </p:nvSpPr>
        <p:spPr>
          <a:xfrm>
            <a:off x="112141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>
            <a:extLst>
              <a:ext uri="{FF2B5EF4-FFF2-40B4-BE49-F238E27FC236}">
                <a16:creationId xmlns:a16="http://schemas.microsoft.com/office/drawing/2014/main" id="{925929CE-7368-34CA-893E-DB03820C58B3}"/>
              </a:ext>
            </a:extLst>
          </p:cNvPr>
          <p:cNvGrpSpPr/>
          <p:nvPr/>
        </p:nvGrpSpPr>
        <p:grpSpPr>
          <a:xfrm>
            <a:off x="1429512" y="6082282"/>
            <a:ext cx="289560" cy="287020"/>
            <a:chOff x="0" y="0"/>
            <a:chExt cx="386080" cy="382693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D950B5CE-D899-7945-2CD4-B5A956C76114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00"/>
            </a:solidFill>
          </p:spPr>
        </p:sp>
      </p:grpSp>
      <p:sp>
        <p:nvSpPr>
          <p:cNvPr id="12" name="Freeform 12">
            <a:extLst>
              <a:ext uri="{FF2B5EF4-FFF2-40B4-BE49-F238E27FC236}">
                <a16:creationId xmlns:a16="http://schemas.microsoft.com/office/drawing/2014/main" id="{B5BA4653-5102-4987-BCCC-75064B6B3160}"/>
              </a:ext>
            </a:extLst>
          </p:cNvPr>
          <p:cNvSpPr/>
          <p:nvPr/>
        </p:nvSpPr>
        <p:spPr>
          <a:xfrm>
            <a:off x="142316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F0E46E6D-E97E-6495-4047-2B2BA1F7A3E9}"/>
              </a:ext>
            </a:extLst>
          </p:cNvPr>
          <p:cNvGrpSpPr/>
          <p:nvPr/>
        </p:nvGrpSpPr>
        <p:grpSpPr>
          <a:xfrm>
            <a:off x="1729738" y="6082282"/>
            <a:ext cx="289560" cy="287020"/>
            <a:chOff x="0" y="0"/>
            <a:chExt cx="386080" cy="382693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9C765907-7787-DF5E-0C92-A2D4C9803B19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AF50"/>
            </a:solidFill>
          </p:spPr>
        </p:sp>
      </p:grpSp>
      <p:sp>
        <p:nvSpPr>
          <p:cNvPr id="15" name="Freeform 15">
            <a:extLst>
              <a:ext uri="{FF2B5EF4-FFF2-40B4-BE49-F238E27FC236}">
                <a16:creationId xmlns:a16="http://schemas.microsoft.com/office/drawing/2014/main" id="{BD529F97-2B17-5950-22E6-DFC7B6E954DA}"/>
              </a:ext>
            </a:extLst>
          </p:cNvPr>
          <p:cNvSpPr/>
          <p:nvPr/>
        </p:nvSpPr>
        <p:spPr>
          <a:xfrm>
            <a:off x="1723388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1" y="0"/>
                </a:lnTo>
                <a:lnTo>
                  <a:pt x="453391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4F0A342D-5E46-A1D0-57BC-7DB7FDF2E1A1}"/>
              </a:ext>
            </a:extLst>
          </p:cNvPr>
          <p:cNvGrpSpPr/>
          <p:nvPr/>
        </p:nvGrpSpPr>
        <p:grpSpPr>
          <a:xfrm>
            <a:off x="2019300" y="6082282"/>
            <a:ext cx="289560" cy="287020"/>
            <a:chOff x="0" y="0"/>
            <a:chExt cx="386080" cy="382693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0E12080B-859F-717A-6D37-711AE8143401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BEBEBE"/>
            </a:solidFill>
          </p:spPr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A7E64103-EA38-423E-32B1-4D214222BFFC}"/>
              </a:ext>
            </a:extLst>
          </p:cNvPr>
          <p:cNvSpPr/>
          <p:nvPr/>
        </p:nvSpPr>
        <p:spPr>
          <a:xfrm>
            <a:off x="201295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1FEB4A84-48A0-51CD-9C1D-77F99C9A9A30}"/>
              </a:ext>
            </a:extLst>
          </p:cNvPr>
          <p:cNvGrpSpPr/>
          <p:nvPr/>
        </p:nvGrpSpPr>
        <p:grpSpPr>
          <a:xfrm>
            <a:off x="2308860" y="6082282"/>
            <a:ext cx="289560" cy="287020"/>
            <a:chOff x="0" y="0"/>
            <a:chExt cx="386080" cy="382693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A5D40BF7-A154-FAFB-E7F8-B81A02CD8BA4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871186FA-2215-53B5-BAF8-5C070E435E36}"/>
              </a:ext>
            </a:extLst>
          </p:cNvPr>
          <p:cNvSpPr/>
          <p:nvPr/>
        </p:nvSpPr>
        <p:spPr>
          <a:xfrm>
            <a:off x="230251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A021E0FB-3381-C8F7-B000-5963F67AFDB7}"/>
              </a:ext>
            </a:extLst>
          </p:cNvPr>
          <p:cNvGrpSpPr/>
          <p:nvPr/>
        </p:nvGrpSpPr>
        <p:grpSpPr>
          <a:xfrm>
            <a:off x="2601466" y="6082282"/>
            <a:ext cx="289560" cy="287020"/>
            <a:chOff x="0" y="0"/>
            <a:chExt cx="386080" cy="382693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704D01C9-DAC7-5A88-BAAE-44CB5A87DEF9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C000"/>
            </a:solidFill>
          </p:spPr>
        </p:sp>
      </p:grpSp>
      <p:sp>
        <p:nvSpPr>
          <p:cNvPr id="24" name="Freeform 24">
            <a:extLst>
              <a:ext uri="{FF2B5EF4-FFF2-40B4-BE49-F238E27FC236}">
                <a16:creationId xmlns:a16="http://schemas.microsoft.com/office/drawing/2014/main" id="{E06EAAA3-CAFD-EA2F-01A0-62FE86E2ECAB}"/>
              </a:ext>
            </a:extLst>
          </p:cNvPr>
          <p:cNvSpPr/>
          <p:nvPr/>
        </p:nvSpPr>
        <p:spPr>
          <a:xfrm>
            <a:off x="259511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25" name="Group 25">
            <a:extLst>
              <a:ext uri="{FF2B5EF4-FFF2-40B4-BE49-F238E27FC236}">
                <a16:creationId xmlns:a16="http://schemas.microsoft.com/office/drawing/2014/main" id="{5B39E376-8602-A20A-6FD4-CAB265F66EB9}"/>
              </a:ext>
            </a:extLst>
          </p:cNvPr>
          <p:cNvGrpSpPr/>
          <p:nvPr/>
        </p:nvGrpSpPr>
        <p:grpSpPr>
          <a:xfrm>
            <a:off x="2900172" y="6082282"/>
            <a:ext cx="289560" cy="287020"/>
            <a:chOff x="0" y="0"/>
            <a:chExt cx="386080" cy="382693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4D02C749-41B0-DEB6-3094-94CA1526F2ED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99FF"/>
            </a:solidFill>
          </p:spPr>
        </p:sp>
      </p:grpSp>
      <p:sp>
        <p:nvSpPr>
          <p:cNvPr id="27" name="Freeform 27">
            <a:extLst>
              <a:ext uri="{FF2B5EF4-FFF2-40B4-BE49-F238E27FC236}">
                <a16:creationId xmlns:a16="http://schemas.microsoft.com/office/drawing/2014/main" id="{33BAFF4F-9963-2962-839B-1FFE6B1E0D9E}"/>
              </a:ext>
            </a:extLst>
          </p:cNvPr>
          <p:cNvSpPr/>
          <p:nvPr/>
        </p:nvSpPr>
        <p:spPr>
          <a:xfrm>
            <a:off x="289382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BD4C570A-1CDF-8464-72D4-4765E1B5E499}"/>
              </a:ext>
            </a:extLst>
          </p:cNvPr>
          <p:cNvGrpSpPr/>
          <p:nvPr/>
        </p:nvGrpSpPr>
        <p:grpSpPr>
          <a:xfrm>
            <a:off x="3188206" y="6082282"/>
            <a:ext cx="289560" cy="287020"/>
            <a:chOff x="0" y="0"/>
            <a:chExt cx="386080" cy="382693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535D7304-358D-0587-111B-05274EEC3080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CCFF"/>
            </a:solidFill>
          </p:spPr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6709D7EA-4583-F461-5932-C14BC462CDAB}"/>
              </a:ext>
            </a:extLst>
          </p:cNvPr>
          <p:cNvSpPr/>
          <p:nvPr/>
        </p:nvSpPr>
        <p:spPr>
          <a:xfrm>
            <a:off x="318185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grpSp>
        <p:nvGrpSpPr>
          <p:cNvPr id="31" name="Group 31">
            <a:extLst>
              <a:ext uri="{FF2B5EF4-FFF2-40B4-BE49-F238E27FC236}">
                <a16:creationId xmlns:a16="http://schemas.microsoft.com/office/drawing/2014/main" id="{268BCAB5-D7A4-5B15-3A8F-27C7D5EDC69F}"/>
              </a:ext>
            </a:extLst>
          </p:cNvPr>
          <p:cNvGrpSpPr/>
          <p:nvPr/>
        </p:nvGrpSpPr>
        <p:grpSpPr>
          <a:xfrm>
            <a:off x="9235556" y="6059774"/>
            <a:ext cx="1967483" cy="655318"/>
            <a:chOff x="0" y="0"/>
            <a:chExt cx="2623310" cy="873758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C07C66AE-0E23-F252-C8EA-13B3E2BAB68C}"/>
                </a:ext>
              </a:extLst>
            </p:cNvPr>
            <p:cNvSpPr/>
            <p:nvPr/>
          </p:nvSpPr>
          <p:spPr>
            <a:xfrm>
              <a:off x="0" y="0"/>
              <a:ext cx="2623312" cy="873760"/>
            </a:xfrm>
            <a:custGeom>
              <a:avLst/>
              <a:gdLst/>
              <a:ahLst/>
              <a:cxnLst/>
              <a:rect l="l" t="t" r="r" b="b"/>
              <a:pathLst>
                <a:path w="3934968" h="1310640">
                  <a:moveTo>
                    <a:pt x="0" y="0"/>
                  </a:moveTo>
                  <a:lnTo>
                    <a:pt x="3934968" y="0"/>
                  </a:lnTo>
                  <a:lnTo>
                    <a:pt x="3934968" y="1310640"/>
                  </a:lnTo>
                  <a:lnTo>
                    <a:pt x="0" y="13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b="-77"/>
              </a:stretch>
            </a:blipFill>
          </p:spPr>
        </p:sp>
      </p:grpSp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FB04E4B2-F92D-E059-B650-8204848D94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324268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S.NO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Title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Author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Journal 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year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1800" b="1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Calibri (MS) Bold"/>
                        <a:cs typeface="Times New Roman" panose="02020603050405020304" pitchFamily="18" charset="0"/>
                        <a:sym typeface="Calibri (MS) Bold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Methodology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Merits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Demerits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Research gap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600"/>
                        </a:spcAft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18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On the Weight Dynamics of Learning Networks</a:t>
                      </a:r>
                      <a:endParaRPr lang="en-US">
                        <a:sym typeface="Arimo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Nahal Sharafi, Christoph Martin &amp; Sarah </a:t>
                      </a:r>
                      <a:r>
                        <a:rPr lang="en-US" sz="1400" b="0" i="0" u="none" strike="noStrike" noProof="0" err="1">
                          <a:latin typeface="Arial"/>
                          <a:cs typeface="Arial"/>
                        </a:rPr>
                        <a:t>Hallerberg</a:t>
                      </a: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 | </a:t>
                      </a:r>
                      <a:r>
                        <a:rPr lang="en-US" sz="1400" b="1" i="0" u="none" strike="noStrike" noProof="0" err="1">
                          <a:latin typeface="Arial"/>
                          <a:cs typeface="Arial"/>
                        </a:rPr>
                        <a:t>arXiv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, 2024</a:t>
                      </a: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 | 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DOI: 10.48550/arXiv.2405.00743</a:t>
                      </a:r>
                      <a:endParaRPr/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Provides a practical methodology for monitoring finite-time Lyapunov exponents; directly supports the feasibility of using Lyapunov indicators during training.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F5340AF5-3978-020F-5D24-A542688BE1AF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EC59AE5E-8E58-D8EB-BD8A-BDAF860083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6379584"/>
              </p:ext>
            </p:extLst>
          </p:nvPr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Demonstrates Lyapunov indicators mainly as diagnostic/predictive tools; experiments focus on feed-forward regression networks rather than residual architectures.</a:t>
                      </a: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40E2A2A4-2DBB-A4F1-D541-B1828DE72EE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4DEDB95F-1C79-6E7F-AAE9-8846FF43DE40}"/>
              </a:ext>
            </a:extLst>
          </p:cNvPr>
          <p:cNvGraphicFramePr>
            <a:graphicFrameLocks noGrp="1"/>
          </p:cNvGraphicFramePr>
          <p:nvPr/>
        </p:nvGraphicFramePr>
        <p:xfrm>
          <a:off x="5344719" y="3239294"/>
          <a:ext cx="1600200" cy="3048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3074A85D-4770-8939-00E3-4291F8922B46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9EACB8C2-C97D-82E1-D34B-D445012ABF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9853932"/>
              </p:ext>
            </p:extLst>
          </p:nvPr>
        </p:nvGraphicFramePr>
        <p:xfrm>
          <a:off x="10043414" y="3759822"/>
          <a:ext cx="2148585" cy="231648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Provides the </a:t>
                      </a:r>
                      <a:r>
                        <a:rPr lang="en-US" b="1"/>
                        <a:t>measurement methodology</a:t>
                      </a:r>
                      <a:r>
                        <a:rPr lang="en-US"/>
                        <a:t> that LyASC can transform into an </a:t>
                      </a:r>
                      <a:r>
                        <a:rPr lang="en-US" b="1"/>
                        <a:t>architectural control signal for residual blocks</a:t>
                      </a:r>
                      <a:r>
                        <a:rPr lang="en-US"/>
                        <a:t>.</a:t>
                      </a: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400" b="0" i="0" u="none" strike="noStrike" noProof="0">
                        <a:latin typeface="Arial"/>
                        <a:cs typeface="Arial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A2A6B9EF-E434-B687-F789-D0D6A37C3367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9154385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530471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68087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F6319F38-06C9-5C4F-9337-56FDF8DFF4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2901767"/>
              </p:ext>
            </p:extLst>
          </p:nvPr>
        </p:nvGraphicFramePr>
        <p:xfrm>
          <a:off x="5342179" y="3548085"/>
          <a:ext cx="1512062" cy="2865120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23974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Uses local stability analysis and tangent operators to study learning dynamics and demonstrates that finite-time Lyapunov exponents can correlate with final training loss.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175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14816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605B4-89D5-BD54-437C-565725CBF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B27B1D87-E11A-8CA1-8D3E-C6DA855CF8DA}"/>
              </a:ext>
            </a:extLst>
          </p:cNvPr>
          <p:cNvGrpSpPr/>
          <p:nvPr/>
        </p:nvGrpSpPr>
        <p:grpSpPr>
          <a:xfrm>
            <a:off x="797001" y="6002964"/>
            <a:ext cx="2717392" cy="373448"/>
            <a:chOff x="0" y="0"/>
            <a:chExt cx="3623189" cy="49793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40FDEB66-1940-9E8B-FB17-D6B007482E41}"/>
                </a:ext>
              </a:extLst>
            </p:cNvPr>
            <p:cNvSpPr/>
            <p:nvPr/>
          </p:nvSpPr>
          <p:spPr>
            <a:xfrm>
              <a:off x="0" y="0"/>
              <a:ext cx="3623225" cy="497924"/>
            </a:xfrm>
            <a:custGeom>
              <a:avLst/>
              <a:gdLst/>
              <a:ahLst/>
              <a:cxnLst/>
              <a:rect l="l" t="t" r="r" b="b"/>
              <a:pathLst>
                <a:path w="5434838" h="746887">
                  <a:moveTo>
                    <a:pt x="0" y="0"/>
                  </a:moveTo>
                  <a:lnTo>
                    <a:pt x="5434838" y="0"/>
                  </a:lnTo>
                  <a:lnTo>
                    <a:pt x="5434838" y="746887"/>
                  </a:lnTo>
                  <a:lnTo>
                    <a:pt x="0" y="746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14"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17A6DBAB-B51A-8B1B-CA7E-C80BDD37E737}"/>
              </a:ext>
            </a:extLst>
          </p:cNvPr>
          <p:cNvGrpSpPr/>
          <p:nvPr/>
        </p:nvGrpSpPr>
        <p:grpSpPr>
          <a:xfrm>
            <a:off x="838200" y="6082282"/>
            <a:ext cx="289560" cy="287020"/>
            <a:chOff x="0" y="0"/>
            <a:chExt cx="386080" cy="382693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AA722C49-7EC0-070A-DC58-8CC8C8642444}"/>
                </a:ext>
              </a:extLst>
            </p:cNvPr>
            <p:cNvSpPr/>
            <p:nvPr/>
          </p:nvSpPr>
          <p:spPr>
            <a:xfrm>
              <a:off x="0" y="0"/>
              <a:ext cx="386249" cy="381931"/>
            </a:xfrm>
            <a:custGeom>
              <a:avLst/>
              <a:gdLst/>
              <a:ahLst/>
              <a:cxnLst/>
              <a:rect l="l" t="t" r="r" b="b"/>
              <a:pathLst>
                <a:path w="579374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494" y="455676"/>
                  </a:lnTo>
                  <a:lnTo>
                    <a:pt x="564642" y="377063"/>
                  </a:lnTo>
                  <a:lnTo>
                    <a:pt x="579374" y="286512"/>
                  </a:lnTo>
                  <a:lnTo>
                    <a:pt x="564642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0000"/>
            </a:solidFill>
          </p:spPr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329452A9-CEE6-64B3-6779-EE98AEA0D939}"/>
              </a:ext>
            </a:extLst>
          </p:cNvPr>
          <p:cNvSpPr/>
          <p:nvPr/>
        </p:nvSpPr>
        <p:spPr>
          <a:xfrm>
            <a:off x="83185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7C832527-23FD-A7C9-BCF7-6AA23B6F9F06}"/>
              </a:ext>
            </a:extLst>
          </p:cNvPr>
          <p:cNvGrpSpPr/>
          <p:nvPr/>
        </p:nvGrpSpPr>
        <p:grpSpPr>
          <a:xfrm>
            <a:off x="1127760" y="6082282"/>
            <a:ext cx="289560" cy="287020"/>
            <a:chOff x="0" y="0"/>
            <a:chExt cx="386080" cy="382693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9601E9A-3576-2DD6-8E72-5D1201A9AA2B}"/>
                </a:ext>
              </a:extLst>
            </p:cNvPr>
            <p:cNvSpPr/>
            <p:nvPr/>
          </p:nvSpPr>
          <p:spPr>
            <a:xfrm>
              <a:off x="0" y="0"/>
              <a:ext cx="386164" cy="381931"/>
            </a:xfrm>
            <a:custGeom>
              <a:avLst/>
              <a:gdLst/>
              <a:ahLst/>
              <a:cxnLst/>
              <a:rect l="l" t="t" r="r" b="b"/>
              <a:pathLst>
                <a:path w="579247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367" y="455676"/>
                  </a:lnTo>
                  <a:lnTo>
                    <a:pt x="564515" y="377063"/>
                  </a:lnTo>
                  <a:lnTo>
                    <a:pt x="579247" y="286512"/>
                  </a:lnTo>
                  <a:lnTo>
                    <a:pt x="564515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3333FF"/>
            </a:solidFill>
          </p:spPr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3B978E43-84D7-4649-BB24-CFF45E5A5AAC}"/>
              </a:ext>
            </a:extLst>
          </p:cNvPr>
          <p:cNvSpPr/>
          <p:nvPr/>
        </p:nvSpPr>
        <p:spPr>
          <a:xfrm>
            <a:off x="112141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>
            <a:extLst>
              <a:ext uri="{FF2B5EF4-FFF2-40B4-BE49-F238E27FC236}">
                <a16:creationId xmlns:a16="http://schemas.microsoft.com/office/drawing/2014/main" id="{5C7AD5D3-6A25-693B-9273-D23C1F27431E}"/>
              </a:ext>
            </a:extLst>
          </p:cNvPr>
          <p:cNvGrpSpPr/>
          <p:nvPr/>
        </p:nvGrpSpPr>
        <p:grpSpPr>
          <a:xfrm>
            <a:off x="1429512" y="6082282"/>
            <a:ext cx="289560" cy="287020"/>
            <a:chOff x="0" y="0"/>
            <a:chExt cx="386080" cy="382693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50BD867B-F76A-69FE-4C46-1F399D3C5B2C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00"/>
            </a:solidFill>
          </p:spPr>
        </p:sp>
      </p:grpSp>
      <p:sp>
        <p:nvSpPr>
          <p:cNvPr id="12" name="Freeform 12">
            <a:extLst>
              <a:ext uri="{FF2B5EF4-FFF2-40B4-BE49-F238E27FC236}">
                <a16:creationId xmlns:a16="http://schemas.microsoft.com/office/drawing/2014/main" id="{1F6EB43D-655A-7844-12DD-C48414B2167A}"/>
              </a:ext>
            </a:extLst>
          </p:cNvPr>
          <p:cNvSpPr/>
          <p:nvPr/>
        </p:nvSpPr>
        <p:spPr>
          <a:xfrm>
            <a:off x="142316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247F2A39-ED67-8FB6-C016-C20C7783D66E}"/>
              </a:ext>
            </a:extLst>
          </p:cNvPr>
          <p:cNvGrpSpPr/>
          <p:nvPr/>
        </p:nvGrpSpPr>
        <p:grpSpPr>
          <a:xfrm>
            <a:off x="1729738" y="6082282"/>
            <a:ext cx="289560" cy="287020"/>
            <a:chOff x="0" y="0"/>
            <a:chExt cx="386080" cy="382693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3916A6C2-7F55-469C-93A7-B441983D5157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AF50"/>
            </a:solidFill>
          </p:spPr>
        </p:sp>
      </p:grpSp>
      <p:sp>
        <p:nvSpPr>
          <p:cNvPr id="15" name="Freeform 15">
            <a:extLst>
              <a:ext uri="{FF2B5EF4-FFF2-40B4-BE49-F238E27FC236}">
                <a16:creationId xmlns:a16="http://schemas.microsoft.com/office/drawing/2014/main" id="{FCF742F7-8431-F622-1ABD-5C81BBE67C57}"/>
              </a:ext>
            </a:extLst>
          </p:cNvPr>
          <p:cNvSpPr/>
          <p:nvPr/>
        </p:nvSpPr>
        <p:spPr>
          <a:xfrm>
            <a:off x="1723388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1" y="0"/>
                </a:lnTo>
                <a:lnTo>
                  <a:pt x="453391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BB733BC7-5908-CBC3-D4F2-166764C981C2}"/>
              </a:ext>
            </a:extLst>
          </p:cNvPr>
          <p:cNvGrpSpPr/>
          <p:nvPr/>
        </p:nvGrpSpPr>
        <p:grpSpPr>
          <a:xfrm>
            <a:off x="2019300" y="6082282"/>
            <a:ext cx="289560" cy="287020"/>
            <a:chOff x="0" y="0"/>
            <a:chExt cx="386080" cy="382693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A058BBD6-0349-1C7F-D49D-01C6981F9103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BEBEBE"/>
            </a:solidFill>
          </p:spPr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3FEDC0F9-0B65-8F48-2802-607D29D5C7EF}"/>
              </a:ext>
            </a:extLst>
          </p:cNvPr>
          <p:cNvSpPr/>
          <p:nvPr/>
        </p:nvSpPr>
        <p:spPr>
          <a:xfrm>
            <a:off x="201295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60496B30-C4CE-0288-410A-43C457BE42F9}"/>
              </a:ext>
            </a:extLst>
          </p:cNvPr>
          <p:cNvGrpSpPr/>
          <p:nvPr/>
        </p:nvGrpSpPr>
        <p:grpSpPr>
          <a:xfrm>
            <a:off x="2308860" y="6082282"/>
            <a:ext cx="289560" cy="287020"/>
            <a:chOff x="0" y="0"/>
            <a:chExt cx="386080" cy="382693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82F14542-8137-9EF6-C6DD-C3793F3C8C01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9CD52535-2CFE-2331-EB2E-4FB82B714B46}"/>
              </a:ext>
            </a:extLst>
          </p:cNvPr>
          <p:cNvSpPr/>
          <p:nvPr/>
        </p:nvSpPr>
        <p:spPr>
          <a:xfrm>
            <a:off x="230251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8E27333C-2D94-DEC4-C47C-6B95279B1597}"/>
              </a:ext>
            </a:extLst>
          </p:cNvPr>
          <p:cNvGrpSpPr/>
          <p:nvPr/>
        </p:nvGrpSpPr>
        <p:grpSpPr>
          <a:xfrm>
            <a:off x="2601466" y="6082282"/>
            <a:ext cx="289560" cy="287020"/>
            <a:chOff x="0" y="0"/>
            <a:chExt cx="386080" cy="382693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DF3EC5DC-CE43-EF8A-D532-B5B3226F67A7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C000"/>
            </a:solidFill>
          </p:spPr>
        </p:sp>
      </p:grpSp>
      <p:sp>
        <p:nvSpPr>
          <p:cNvPr id="24" name="Freeform 24">
            <a:extLst>
              <a:ext uri="{FF2B5EF4-FFF2-40B4-BE49-F238E27FC236}">
                <a16:creationId xmlns:a16="http://schemas.microsoft.com/office/drawing/2014/main" id="{1BAFA2F6-CC86-C73B-1E52-9B531167CF43}"/>
              </a:ext>
            </a:extLst>
          </p:cNvPr>
          <p:cNvSpPr/>
          <p:nvPr/>
        </p:nvSpPr>
        <p:spPr>
          <a:xfrm>
            <a:off x="259511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25" name="Group 25">
            <a:extLst>
              <a:ext uri="{FF2B5EF4-FFF2-40B4-BE49-F238E27FC236}">
                <a16:creationId xmlns:a16="http://schemas.microsoft.com/office/drawing/2014/main" id="{56EA427A-A2FE-2654-774D-8283AEC1EE50}"/>
              </a:ext>
            </a:extLst>
          </p:cNvPr>
          <p:cNvGrpSpPr/>
          <p:nvPr/>
        </p:nvGrpSpPr>
        <p:grpSpPr>
          <a:xfrm>
            <a:off x="2900172" y="6082282"/>
            <a:ext cx="289560" cy="287020"/>
            <a:chOff x="0" y="0"/>
            <a:chExt cx="386080" cy="382693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EA1E18AE-4931-857D-180A-D0664B0D26BA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99FF"/>
            </a:solidFill>
          </p:spPr>
        </p:sp>
      </p:grpSp>
      <p:sp>
        <p:nvSpPr>
          <p:cNvPr id="27" name="Freeform 27">
            <a:extLst>
              <a:ext uri="{FF2B5EF4-FFF2-40B4-BE49-F238E27FC236}">
                <a16:creationId xmlns:a16="http://schemas.microsoft.com/office/drawing/2014/main" id="{77809B82-1BBC-E022-CE72-33DCD57C4C2D}"/>
              </a:ext>
            </a:extLst>
          </p:cNvPr>
          <p:cNvSpPr/>
          <p:nvPr/>
        </p:nvSpPr>
        <p:spPr>
          <a:xfrm>
            <a:off x="289382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147EC62B-A1E4-F601-5A5F-BF0153B687B3}"/>
              </a:ext>
            </a:extLst>
          </p:cNvPr>
          <p:cNvGrpSpPr/>
          <p:nvPr/>
        </p:nvGrpSpPr>
        <p:grpSpPr>
          <a:xfrm>
            <a:off x="3188206" y="6082282"/>
            <a:ext cx="289560" cy="287020"/>
            <a:chOff x="0" y="0"/>
            <a:chExt cx="386080" cy="382693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75D6B290-1436-5704-6E3E-79531DB0AFED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CCFF"/>
            </a:solidFill>
          </p:spPr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D586B9CE-E581-16CB-2A8E-3C8769262653}"/>
              </a:ext>
            </a:extLst>
          </p:cNvPr>
          <p:cNvSpPr/>
          <p:nvPr/>
        </p:nvSpPr>
        <p:spPr>
          <a:xfrm>
            <a:off x="318185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grpSp>
        <p:nvGrpSpPr>
          <p:cNvPr id="31" name="Group 31">
            <a:extLst>
              <a:ext uri="{FF2B5EF4-FFF2-40B4-BE49-F238E27FC236}">
                <a16:creationId xmlns:a16="http://schemas.microsoft.com/office/drawing/2014/main" id="{92A423A9-1DE8-764A-798D-38A3FEAA6269}"/>
              </a:ext>
            </a:extLst>
          </p:cNvPr>
          <p:cNvGrpSpPr/>
          <p:nvPr/>
        </p:nvGrpSpPr>
        <p:grpSpPr>
          <a:xfrm>
            <a:off x="9235556" y="6059774"/>
            <a:ext cx="1967483" cy="655318"/>
            <a:chOff x="0" y="0"/>
            <a:chExt cx="2623310" cy="873758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8D2AB492-D5BC-FC9A-9E54-A7612E85B406}"/>
                </a:ext>
              </a:extLst>
            </p:cNvPr>
            <p:cNvSpPr/>
            <p:nvPr/>
          </p:nvSpPr>
          <p:spPr>
            <a:xfrm>
              <a:off x="0" y="0"/>
              <a:ext cx="2623312" cy="873760"/>
            </a:xfrm>
            <a:custGeom>
              <a:avLst/>
              <a:gdLst/>
              <a:ahLst/>
              <a:cxnLst/>
              <a:rect l="l" t="t" r="r" b="b"/>
              <a:pathLst>
                <a:path w="3934968" h="1310640">
                  <a:moveTo>
                    <a:pt x="0" y="0"/>
                  </a:moveTo>
                  <a:lnTo>
                    <a:pt x="3934968" y="0"/>
                  </a:lnTo>
                  <a:lnTo>
                    <a:pt x="3934968" y="1310640"/>
                  </a:lnTo>
                  <a:lnTo>
                    <a:pt x="0" y="13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b="-77"/>
              </a:stretch>
            </a:blipFill>
          </p:spPr>
        </p:sp>
      </p:grpSp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1B87C2E4-A8A3-85DF-D252-43A2E63C9E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018468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S.NO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Title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Author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Journal 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year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1800" b="1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Calibri (MS) Bold"/>
                        <a:cs typeface="Times New Roman" panose="02020603050405020304" pitchFamily="18" charset="0"/>
                        <a:sym typeface="Calibri (MS) Bold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Methodology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Merits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Demerits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Research gap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600"/>
                        </a:spcAft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19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Norm-Preservation: Why Residual Networks Can Become Extremely Deep?</a:t>
                      </a:r>
                      <a:endParaRPr lang="en-US">
                        <a:sym typeface="Arimo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Alireza Zaeemzadeh, Nazanin </a:t>
                      </a:r>
                      <a:r>
                        <a:rPr lang="en-US" sz="1400" b="0" i="0" u="none" strike="noStrike" noProof="0" err="1">
                          <a:latin typeface="Arial"/>
                          <a:cs typeface="Arial"/>
                        </a:rPr>
                        <a:t>Rahnavard</a:t>
                      </a: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 &amp; Mubarak Shah | 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IEEE TPAMI, 2021</a:t>
                      </a: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 | 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DOI: 10.1109/TPAMI.2020.2990339</a:t>
                      </a:r>
                      <a:endParaRPr/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Provides theoretical explanation for stable gradient propagation; links skip connections with norm preservation; supports training extremely deep residual architectures.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33AAB7F-B7D7-CCFC-8603-968B155299E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A3F061DA-0AA7-C5B4-B6A8-78D0AC3B9029}"/>
              </a:ext>
            </a:extLst>
          </p:cNvPr>
          <p:cNvGraphicFramePr>
            <a:graphicFrameLocks noGrp="1"/>
          </p:cNvGraphicFramePr>
          <p:nvPr/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Focuses mainly on norm preservation rather than dynamically controlling shortcut strength; requires architectural/regularization modifications.</a:t>
                      </a: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8D38940A-8D4F-99EE-03A8-B711F323F447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22DAF4B0-55AE-6938-D192-714C2C47167A}"/>
              </a:ext>
            </a:extLst>
          </p:cNvPr>
          <p:cNvGraphicFramePr>
            <a:graphicFrameLocks noGrp="1"/>
          </p:cNvGraphicFramePr>
          <p:nvPr/>
        </p:nvGraphicFramePr>
        <p:xfrm>
          <a:off x="5344719" y="3239294"/>
          <a:ext cx="1600200" cy="3048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C60556E6-5ABD-F2C3-FAE9-7DBF2E3FB2B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3CF2EDB8-3B2E-18FD-355F-02C7D50A5006}"/>
              </a:ext>
            </a:extLst>
          </p:cNvPr>
          <p:cNvGraphicFramePr>
            <a:graphicFrameLocks noGrp="1"/>
          </p:cNvGraphicFramePr>
          <p:nvPr/>
        </p:nvGraphicFramePr>
        <p:xfrm>
          <a:off x="10043414" y="3759822"/>
          <a:ext cx="2148585" cy="210312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/>
                        <a:t>Provides </a:t>
                      </a:r>
                      <a:r>
                        <a:rPr lang="en-US" sz="1400" b="1" i="0" u="none" strike="noStrike" noProof="0"/>
                        <a:t>stability evidence but not a stability-driven controller</a:t>
                      </a:r>
                      <a:r>
                        <a:rPr lang="en-US" sz="1400" b="0" i="0" u="none" strike="noStrike" noProof="0"/>
                        <a:t>. LyASC uses local stability measurements to adapt the residual shortcut itself.</a:t>
                      </a: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8180CC8A-0A97-E9F1-1179-81B590842759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9154385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530471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68087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9D12EE89-0957-C0CC-0279-8461E9A7A06E}"/>
              </a:ext>
            </a:extLst>
          </p:cNvPr>
          <p:cNvGraphicFramePr>
            <a:graphicFrameLocks noGrp="1"/>
          </p:cNvGraphicFramePr>
          <p:nvPr/>
        </p:nvGraphicFramePr>
        <p:xfrm>
          <a:off x="5332019" y="3111205"/>
          <a:ext cx="1512062" cy="3078480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23974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Theoretically analyses how identity shortcuts preserve gradient norms and investigates singular-value regularization to improve norm preservation in very deep residual networks.</a:t>
                      </a: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175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65677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1F79D-219C-6EC5-988A-9E19A66E8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3F350D0-4AE5-B228-95C9-03A19609AC47}"/>
              </a:ext>
            </a:extLst>
          </p:cNvPr>
          <p:cNvGrpSpPr/>
          <p:nvPr/>
        </p:nvGrpSpPr>
        <p:grpSpPr>
          <a:xfrm>
            <a:off x="797001" y="6002964"/>
            <a:ext cx="2717392" cy="373448"/>
            <a:chOff x="0" y="0"/>
            <a:chExt cx="3623189" cy="49793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472BADC-CCAD-7610-DE47-1CBCCE62CDD3}"/>
                </a:ext>
              </a:extLst>
            </p:cNvPr>
            <p:cNvSpPr/>
            <p:nvPr/>
          </p:nvSpPr>
          <p:spPr>
            <a:xfrm>
              <a:off x="0" y="0"/>
              <a:ext cx="3623225" cy="497924"/>
            </a:xfrm>
            <a:custGeom>
              <a:avLst/>
              <a:gdLst/>
              <a:ahLst/>
              <a:cxnLst/>
              <a:rect l="l" t="t" r="r" b="b"/>
              <a:pathLst>
                <a:path w="5434838" h="746887">
                  <a:moveTo>
                    <a:pt x="0" y="0"/>
                  </a:moveTo>
                  <a:lnTo>
                    <a:pt x="5434838" y="0"/>
                  </a:lnTo>
                  <a:lnTo>
                    <a:pt x="5434838" y="746887"/>
                  </a:lnTo>
                  <a:lnTo>
                    <a:pt x="0" y="746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14"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85D1676A-DA42-09A7-EF78-C8D565FBAF05}"/>
              </a:ext>
            </a:extLst>
          </p:cNvPr>
          <p:cNvGrpSpPr/>
          <p:nvPr/>
        </p:nvGrpSpPr>
        <p:grpSpPr>
          <a:xfrm>
            <a:off x="838200" y="6082282"/>
            <a:ext cx="289560" cy="287020"/>
            <a:chOff x="0" y="0"/>
            <a:chExt cx="386080" cy="382693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30C5F669-2EF7-5B20-1C30-D480E0615A33}"/>
                </a:ext>
              </a:extLst>
            </p:cNvPr>
            <p:cNvSpPr/>
            <p:nvPr/>
          </p:nvSpPr>
          <p:spPr>
            <a:xfrm>
              <a:off x="0" y="0"/>
              <a:ext cx="386249" cy="381931"/>
            </a:xfrm>
            <a:custGeom>
              <a:avLst/>
              <a:gdLst/>
              <a:ahLst/>
              <a:cxnLst/>
              <a:rect l="l" t="t" r="r" b="b"/>
              <a:pathLst>
                <a:path w="579374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494" y="455676"/>
                  </a:lnTo>
                  <a:lnTo>
                    <a:pt x="564642" y="377063"/>
                  </a:lnTo>
                  <a:lnTo>
                    <a:pt x="579374" y="286512"/>
                  </a:lnTo>
                  <a:lnTo>
                    <a:pt x="564642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0000"/>
            </a:solidFill>
          </p:spPr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C927C0AF-8806-683C-92E2-195605BCD103}"/>
              </a:ext>
            </a:extLst>
          </p:cNvPr>
          <p:cNvSpPr/>
          <p:nvPr/>
        </p:nvSpPr>
        <p:spPr>
          <a:xfrm>
            <a:off x="83185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8939CA7B-C362-043B-8B8B-52B72EB42C8E}"/>
              </a:ext>
            </a:extLst>
          </p:cNvPr>
          <p:cNvGrpSpPr/>
          <p:nvPr/>
        </p:nvGrpSpPr>
        <p:grpSpPr>
          <a:xfrm>
            <a:off x="1127760" y="6082282"/>
            <a:ext cx="289560" cy="287020"/>
            <a:chOff x="0" y="0"/>
            <a:chExt cx="386080" cy="382693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7F612BE-71B3-CD05-8593-F3D32FA3DF9B}"/>
                </a:ext>
              </a:extLst>
            </p:cNvPr>
            <p:cNvSpPr/>
            <p:nvPr/>
          </p:nvSpPr>
          <p:spPr>
            <a:xfrm>
              <a:off x="0" y="0"/>
              <a:ext cx="386164" cy="381931"/>
            </a:xfrm>
            <a:custGeom>
              <a:avLst/>
              <a:gdLst/>
              <a:ahLst/>
              <a:cxnLst/>
              <a:rect l="l" t="t" r="r" b="b"/>
              <a:pathLst>
                <a:path w="579247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618" y="517652"/>
                  </a:lnTo>
                  <a:lnTo>
                    <a:pt x="198120" y="558292"/>
                  </a:lnTo>
                  <a:lnTo>
                    <a:pt x="289687" y="572897"/>
                  </a:lnTo>
                  <a:lnTo>
                    <a:pt x="381254" y="558292"/>
                  </a:lnTo>
                  <a:lnTo>
                    <a:pt x="460756" y="517652"/>
                  </a:lnTo>
                  <a:lnTo>
                    <a:pt x="523367" y="455676"/>
                  </a:lnTo>
                  <a:lnTo>
                    <a:pt x="564515" y="377063"/>
                  </a:lnTo>
                  <a:lnTo>
                    <a:pt x="579247" y="286512"/>
                  </a:lnTo>
                  <a:lnTo>
                    <a:pt x="564515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3333FF"/>
            </a:solidFill>
          </p:spPr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0D975BC1-675F-3EB7-FF7C-317D0FE11449}"/>
              </a:ext>
            </a:extLst>
          </p:cNvPr>
          <p:cNvSpPr/>
          <p:nvPr/>
        </p:nvSpPr>
        <p:spPr>
          <a:xfrm>
            <a:off x="1121410" y="6075933"/>
            <a:ext cx="302259" cy="299719"/>
          </a:xfrm>
          <a:custGeom>
            <a:avLst/>
            <a:gdLst/>
            <a:ahLst/>
            <a:cxnLst/>
            <a:rect l="l" t="t" r="r" b="b"/>
            <a:pathLst>
              <a:path w="453389" h="449579">
                <a:moveTo>
                  <a:pt x="0" y="0"/>
                </a:moveTo>
                <a:lnTo>
                  <a:pt x="453388" y="0"/>
                </a:lnTo>
                <a:lnTo>
                  <a:pt x="453388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>
            <a:extLst>
              <a:ext uri="{FF2B5EF4-FFF2-40B4-BE49-F238E27FC236}">
                <a16:creationId xmlns:a16="http://schemas.microsoft.com/office/drawing/2014/main" id="{C4230967-F7F9-EB9F-9C57-B6A5C4654D28}"/>
              </a:ext>
            </a:extLst>
          </p:cNvPr>
          <p:cNvGrpSpPr/>
          <p:nvPr/>
        </p:nvGrpSpPr>
        <p:grpSpPr>
          <a:xfrm>
            <a:off x="1429512" y="6082282"/>
            <a:ext cx="289560" cy="287020"/>
            <a:chOff x="0" y="0"/>
            <a:chExt cx="386080" cy="382693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5BDC62A1-E3BA-045C-A56A-F3F35F5E3598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00"/>
            </a:solidFill>
          </p:spPr>
        </p:sp>
      </p:grpSp>
      <p:sp>
        <p:nvSpPr>
          <p:cNvPr id="12" name="Freeform 12">
            <a:extLst>
              <a:ext uri="{FF2B5EF4-FFF2-40B4-BE49-F238E27FC236}">
                <a16:creationId xmlns:a16="http://schemas.microsoft.com/office/drawing/2014/main" id="{8B88F2A9-6EA4-9517-3AA9-3CBDC38ECD7D}"/>
              </a:ext>
            </a:extLst>
          </p:cNvPr>
          <p:cNvSpPr/>
          <p:nvPr/>
        </p:nvSpPr>
        <p:spPr>
          <a:xfrm>
            <a:off x="142316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48814803-7C88-2E7D-D8E0-E6D99F37335D}"/>
              </a:ext>
            </a:extLst>
          </p:cNvPr>
          <p:cNvGrpSpPr/>
          <p:nvPr/>
        </p:nvGrpSpPr>
        <p:grpSpPr>
          <a:xfrm>
            <a:off x="1729738" y="6082282"/>
            <a:ext cx="289560" cy="287020"/>
            <a:chOff x="0" y="0"/>
            <a:chExt cx="386080" cy="382693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96AC9EF8-779E-BCEA-B9B5-4C28208F2FDC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AF50"/>
            </a:solidFill>
          </p:spPr>
        </p:sp>
      </p:grpSp>
      <p:sp>
        <p:nvSpPr>
          <p:cNvPr id="15" name="Freeform 15">
            <a:extLst>
              <a:ext uri="{FF2B5EF4-FFF2-40B4-BE49-F238E27FC236}">
                <a16:creationId xmlns:a16="http://schemas.microsoft.com/office/drawing/2014/main" id="{3E85CCE4-AE6A-77BD-BABF-767591B8F259}"/>
              </a:ext>
            </a:extLst>
          </p:cNvPr>
          <p:cNvSpPr/>
          <p:nvPr/>
        </p:nvSpPr>
        <p:spPr>
          <a:xfrm>
            <a:off x="1723388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1" y="0"/>
                </a:lnTo>
                <a:lnTo>
                  <a:pt x="453391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B9ADFEB3-B065-C2CD-225B-29491B861B52}"/>
              </a:ext>
            </a:extLst>
          </p:cNvPr>
          <p:cNvGrpSpPr/>
          <p:nvPr/>
        </p:nvGrpSpPr>
        <p:grpSpPr>
          <a:xfrm>
            <a:off x="2019300" y="6082282"/>
            <a:ext cx="289560" cy="287020"/>
            <a:chOff x="0" y="0"/>
            <a:chExt cx="386080" cy="382693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0D365DEA-2846-1A85-BA72-FCC7DEA7C745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BEBEBE"/>
            </a:solidFill>
          </p:spPr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A70636A0-1960-CA6E-16C4-A6343868B183}"/>
              </a:ext>
            </a:extLst>
          </p:cNvPr>
          <p:cNvSpPr/>
          <p:nvPr/>
        </p:nvSpPr>
        <p:spPr>
          <a:xfrm>
            <a:off x="201295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14B81774-5E8A-FEC7-20C0-BB3005D2D811}"/>
              </a:ext>
            </a:extLst>
          </p:cNvPr>
          <p:cNvGrpSpPr/>
          <p:nvPr/>
        </p:nvGrpSpPr>
        <p:grpSpPr>
          <a:xfrm>
            <a:off x="2308860" y="6082282"/>
            <a:ext cx="289560" cy="287020"/>
            <a:chOff x="0" y="0"/>
            <a:chExt cx="386080" cy="382693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59F4FD6A-3303-CCE3-CD1C-48BA92114D99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18C37214-5B8A-B8D3-1F20-81DD9BB6D201}"/>
              </a:ext>
            </a:extLst>
          </p:cNvPr>
          <p:cNvSpPr/>
          <p:nvPr/>
        </p:nvSpPr>
        <p:spPr>
          <a:xfrm>
            <a:off x="2302510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B2A17F66-1D25-077A-CAD4-E3C62623234D}"/>
              </a:ext>
            </a:extLst>
          </p:cNvPr>
          <p:cNvGrpSpPr/>
          <p:nvPr/>
        </p:nvGrpSpPr>
        <p:grpSpPr>
          <a:xfrm>
            <a:off x="2601466" y="6082282"/>
            <a:ext cx="289560" cy="287020"/>
            <a:chOff x="0" y="0"/>
            <a:chExt cx="386080" cy="382693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BC3C4815-A4E7-394E-2542-997797AE0BA8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C000"/>
            </a:solidFill>
          </p:spPr>
        </p:sp>
      </p:grpSp>
      <p:sp>
        <p:nvSpPr>
          <p:cNvPr id="24" name="Freeform 24">
            <a:extLst>
              <a:ext uri="{FF2B5EF4-FFF2-40B4-BE49-F238E27FC236}">
                <a16:creationId xmlns:a16="http://schemas.microsoft.com/office/drawing/2014/main" id="{8441F0C7-D91E-A6E2-4B18-9C30608C3B54}"/>
              </a:ext>
            </a:extLst>
          </p:cNvPr>
          <p:cNvSpPr/>
          <p:nvPr/>
        </p:nvSpPr>
        <p:spPr>
          <a:xfrm>
            <a:off x="259511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25" name="Group 25">
            <a:extLst>
              <a:ext uri="{FF2B5EF4-FFF2-40B4-BE49-F238E27FC236}">
                <a16:creationId xmlns:a16="http://schemas.microsoft.com/office/drawing/2014/main" id="{2B78B014-65BA-ECBD-A733-1FEDE52A944C}"/>
              </a:ext>
            </a:extLst>
          </p:cNvPr>
          <p:cNvGrpSpPr/>
          <p:nvPr/>
        </p:nvGrpSpPr>
        <p:grpSpPr>
          <a:xfrm>
            <a:off x="2900172" y="6082282"/>
            <a:ext cx="289560" cy="287020"/>
            <a:chOff x="0" y="0"/>
            <a:chExt cx="386080" cy="382693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DE3C33FF-2DD9-2840-9B4C-819136219353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FF99FF"/>
            </a:solidFill>
          </p:spPr>
        </p:sp>
      </p:grpSp>
      <p:sp>
        <p:nvSpPr>
          <p:cNvPr id="27" name="Freeform 27">
            <a:extLst>
              <a:ext uri="{FF2B5EF4-FFF2-40B4-BE49-F238E27FC236}">
                <a16:creationId xmlns:a16="http://schemas.microsoft.com/office/drawing/2014/main" id="{25C891D2-D981-CB07-0E89-1F2B7A67C075}"/>
              </a:ext>
            </a:extLst>
          </p:cNvPr>
          <p:cNvSpPr/>
          <p:nvPr/>
        </p:nvSpPr>
        <p:spPr>
          <a:xfrm>
            <a:off x="2893822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EBB91AB2-7BFD-C67D-314E-91FE9F763C0E}"/>
              </a:ext>
            </a:extLst>
          </p:cNvPr>
          <p:cNvGrpSpPr/>
          <p:nvPr/>
        </p:nvGrpSpPr>
        <p:grpSpPr>
          <a:xfrm>
            <a:off x="3188206" y="6082282"/>
            <a:ext cx="289560" cy="287020"/>
            <a:chOff x="0" y="0"/>
            <a:chExt cx="386080" cy="382693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58859976-EC7D-46DF-53C2-01FE455837B9}"/>
                </a:ext>
              </a:extLst>
            </p:cNvPr>
            <p:cNvSpPr/>
            <p:nvPr/>
          </p:nvSpPr>
          <p:spPr>
            <a:xfrm>
              <a:off x="0" y="0"/>
              <a:ext cx="386080" cy="381931"/>
            </a:xfrm>
            <a:custGeom>
              <a:avLst/>
              <a:gdLst/>
              <a:ahLst/>
              <a:cxnLst/>
              <a:rect l="l" t="t" r="r" b="b"/>
              <a:pathLst>
                <a:path w="579120" h="572897">
                  <a:moveTo>
                    <a:pt x="289560" y="0"/>
                  </a:moveTo>
                  <a:lnTo>
                    <a:pt x="197993" y="14605"/>
                  </a:lnTo>
                  <a:lnTo>
                    <a:pt x="118491" y="55245"/>
                  </a:lnTo>
                  <a:lnTo>
                    <a:pt x="55880" y="117348"/>
                  </a:lnTo>
                  <a:lnTo>
                    <a:pt x="14732" y="195961"/>
                  </a:lnTo>
                  <a:lnTo>
                    <a:pt x="0" y="286512"/>
                  </a:lnTo>
                  <a:lnTo>
                    <a:pt x="14732" y="377063"/>
                  </a:lnTo>
                  <a:lnTo>
                    <a:pt x="55880" y="455676"/>
                  </a:lnTo>
                  <a:lnTo>
                    <a:pt x="118491" y="517652"/>
                  </a:lnTo>
                  <a:lnTo>
                    <a:pt x="197993" y="558292"/>
                  </a:lnTo>
                  <a:lnTo>
                    <a:pt x="289560" y="572897"/>
                  </a:lnTo>
                  <a:lnTo>
                    <a:pt x="381127" y="558292"/>
                  </a:lnTo>
                  <a:lnTo>
                    <a:pt x="460629" y="517652"/>
                  </a:lnTo>
                  <a:lnTo>
                    <a:pt x="523240" y="455676"/>
                  </a:lnTo>
                  <a:lnTo>
                    <a:pt x="564388" y="377063"/>
                  </a:lnTo>
                  <a:lnTo>
                    <a:pt x="579120" y="286512"/>
                  </a:lnTo>
                  <a:lnTo>
                    <a:pt x="564388" y="195961"/>
                  </a:lnTo>
                  <a:lnTo>
                    <a:pt x="523240" y="117348"/>
                  </a:lnTo>
                  <a:lnTo>
                    <a:pt x="460629" y="55245"/>
                  </a:lnTo>
                  <a:lnTo>
                    <a:pt x="381127" y="14605"/>
                  </a:lnTo>
                  <a:lnTo>
                    <a:pt x="289560" y="0"/>
                  </a:lnTo>
                  <a:close/>
                </a:path>
              </a:pathLst>
            </a:custGeom>
            <a:solidFill>
              <a:srgbClr val="00CCFF"/>
            </a:solidFill>
          </p:spPr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D9FE5F5D-7FBA-DA44-9FA2-B30B04680CB2}"/>
              </a:ext>
            </a:extLst>
          </p:cNvPr>
          <p:cNvSpPr/>
          <p:nvPr/>
        </p:nvSpPr>
        <p:spPr>
          <a:xfrm>
            <a:off x="3181857" y="6075933"/>
            <a:ext cx="302260" cy="299720"/>
          </a:xfrm>
          <a:custGeom>
            <a:avLst/>
            <a:gdLst/>
            <a:ahLst/>
            <a:cxnLst/>
            <a:rect l="l" t="t" r="r" b="b"/>
            <a:pathLst>
              <a:path w="453390" h="449580">
                <a:moveTo>
                  <a:pt x="0" y="0"/>
                </a:moveTo>
                <a:lnTo>
                  <a:pt x="453390" y="0"/>
                </a:lnTo>
                <a:lnTo>
                  <a:pt x="453390" y="449580"/>
                </a:lnTo>
                <a:lnTo>
                  <a:pt x="0" y="4495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grpSp>
        <p:nvGrpSpPr>
          <p:cNvPr id="31" name="Group 31">
            <a:extLst>
              <a:ext uri="{FF2B5EF4-FFF2-40B4-BE49-F238E27FC236}">
                <a16:creationId xmlns:a16="http://schemas.microsoft.com/office/drawing/2014/main" id="{33F9B695-07D6-4041-9CDB-0A48646924FE}"/>
              </a:ext>
            </a:extLst>
          </p:cNvPr>
          <p:cNvGrpSpPr/>
          <p:nvPr/>
        </p:nvGrpSpPr>
        <p:grpSpPr>
          <a:xfrm>
            <a:off x="9235556" y="6059774"/>
            <a:ext cx="1967483" cy="655318"/>
            <a:chOff x="0" y="0"/>
            <a:chExt cx="2623310" cy="873758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F77CDB9A-CC09-BA71-25B7-B17A5DBB96E1}"/>
                </a:ext>
              </a:extLst>
            </p:cNvPr>
            <p:cNvSpPr/>
            <p:nvPr/>
          </p:nvSpPr>
          <p:spPr>
            <a:xfrm>
              <a:off x="0" y="0"/>
              <a:ext cx="2623312" cy="873760"/>
            </a:xfrm>
            <a:custGeom>
              <a:avLst/>
              <a:gdLst/>
              <a:ahLst/>
              <a:cxnLst/>
              <a:rect l="l" t="t" r="r" b="b"/>
              <a:pathLst>
                <a:path w="3934968" h="1310640">
                  <a:moveTo>
                    <a:pt x="0" y="0"/>
                  </a:moveTo>
                  <a:lnTo>
                    <a:pt x="3934968" y="0"/>
                  </a:lnTo>
                  <a:lnTo>
                    <a:pt x="3934968" y="1310640"/>
                  </a:lnTo>
                  <a:lnTo>
                    <a:pt x="0" y="13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b="-77"/>
              </a:stretch>
            </a:blipFill>
          </p:spPr>
        </p:sp>
      </p:grpSp>
      <p:graphicFrame>
        <p:nvGraphicFramePr>
          <p:cNvPr id="33" name="Table 33">
            <a:extLst>
              <a:ext uri="{FF2B5EF4-FFF2-40B4-BE49-F238E27FC236}">
                <a16:creationId xmlns:a16="http://schemas.microsoft.com/office/drawing/2014/main" id="{6EFAECE1-6F35-F920-6F09-CD792ECF18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2175510"/>
              </p:ext>
            </p:extLst>
          </p:nvPr>
        </p:nvGraphicFramePr>
        <p:xfrm>
          <a:off x="0" y="0"/>
          <a:ext cx="12191999" cy="7305648"/>
        </p:xfrm>
        <a:graphic>
          <a:graphicData uri="http://schemas.openxmlformats.org/drawingml/2006/table">
            <a:tbl>
              <a:tblPr/>
              <a:tblGrid>
                <a:gridCol w="113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1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68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358002"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S.NO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Title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Author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Journal 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year</a:t>
                      </a: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1800" b="1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Calibri (MS) Bold"/>
                        <a:cs typeface="Times New Roman" panose="02020603050405020304" pitchFamily="18" charset="0"/>
                        <a:sym typeface="Calibri (MS) Bold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Methodology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Merits 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 (MS) Bold"/>
                          <a:cs typeface="Times New Roman" panose="02020603050405020304" pitchFamily="18" charset="0"/>
                          <a:sym typeface="Calibri (MS) Bold"/>
                        </a:rPr>
                        <a:t>Demerits</a:t>
                      </a: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ts val="3240"/>
                        </a:lnSpc>
                      </a:pPr>
                      <a:endParaRPr lang="en-US" sz="733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Research gap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3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517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600"/>
                        </a:spcAft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20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Lambda-Skip Connections: The Architectural Component That Prevents Rank Collapse</a:t>
                      </a:r>
                      <a:endParaRPr lang="en-US">
                        <a:sym typeface="Arimo"/>
                      </a:endParaRP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Federico Arangath Joseph, Jerome Sieber, Melanie N. Zeilinger &amp; Carmen Amo Alonso | 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ICLR, 2025</a:t>
                      </a: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 | </a:t>
                      </a:r>
                      <a:r>
                        <a:rPr lang="en-US" sz="1400" b="1" i="0" u="none" strike="noStrike" noProof="0">
                          <a:latin typeface="Arial"/>
                          <a:cs typeface="Arial"/>
                        </a:rPr>
                        <a:t>DOI: 10.48550/arXiv.2410.10609</a:t>
                      </a:r>
                      <a:endParaRPr lang="en-US"/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just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400" b="0" i="0" u="none" strike="noStrike" noProof="0"/>
                        <a:t>Provides formal bounds for skip-strength selection; connects shortcut scaling with representation preservation and training stability.</a:t>
                      </a:r>
                    </a:p>
                  </a:txBody>
                  <a:tcPr marL="73152" marR="73152" marT="91440" marB="9144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CAA024B4-18FD-144F-99B6-6E0DE5761FB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739734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06136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DE6B7763-9227-7A00-17C4-5203CB92B4D4}"/>
              </a:ext>
            </a:extLst>
          </p:cNvPr>
          <p:cNvGraphicFramePr>
            <a:graphicFrameLocks noGrp="1"/>
          </p:cNvGraphicFramePr>
          <p:nvPr/>
        </p:nvGraphicFramePr>
        <p:xfrm>
          <a:off x="8531352" y="1792225"/>
          <a:ext cx="1512062" cy="5520154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124045993"/>
                    </a:ext>
                  </a:extLst>
                </a:gridCol>
              </a:tblGrid>
              <a:tr h="5520154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Focuses on rank collapse and provides essentially static/theoretical λ conditions; does not use a local Lyapunov signal for dynamic control.</a:t>
                      </a:r>
                    </a:p>
                    <a:p>
                      <a:pPr lvl="0"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908125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B3AAAC66-33CD-45B0-F5BE-35BF01E9550F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893642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768086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C9F835B8-9A5E-8015-2CD1-378D4692B3CE}"/>
              </a:ext>
            </a:extLst>
          </p:cNvPr>
          <p:cNvGraphicFramePr>
            <a:graphicFrameLocks noGrp="1"/>
          </p:cNvGraphicFramePr>
          <p:nvPr/>
        </p:nvGraphicFramePr>
        <p:xfrm>
          <a:off x="5344719" y="3239294"/>
          <a:ext cx="1600200" cy="3048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9555935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531489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27C3EB1C-F849-1033-BA87-32BEDC8FBC29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7130581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854685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FBB2CD91-6CDE-8D33-FE2C-CC4CF74DFE2B}"/>
              </a:ext>
            </a:extLst>
          </p:cNvPr>
          <p:cNvGraphicFramePr>
            <a:graphicFrameLocks noGrp="1"/>
          </p:cNvGraphicFramePr>
          <p:nvPr/>
        </p:nvGraphicFramePr>
        <p:xfrm>
          <a:off x="10043414" y="3759822"/>
          <a:ext cx="2148585" cy="2103120"/>
        </p:xfrm>
        <a:graphic>
          <a:graphicData uri="http://schemas.openxmlformats.org/drawingml/2006/table">
            <a:tbl>
              <a:tblPr/>
              <a:tblGrid>
                <a:gridCol w="2148585">
                  <a:extLst>
                    <a:ext uri="{9D8B030D-6E8A-4147-A177-3AD203B41FA5}">
                      <a16:colId xmlns:a16="http://schemas.microsoft.com/office/drawing/2014/main" val="466352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/>
                        <a:t>λ is analytically constrained but not dynamically controlled from measured local stability.</a:t>
                      </a:r>
                      <a:r>
                        <a:rPr lang="en-US"/>
                        <a:t> LyASC makes λ an adaptive stability-aware variable.</a:t>
                      </a:r>
                    </a:p>
                    <a:p>
                      <a:pPr lvl="0">
                        <a:buNone/>
                      </a:pPr>
                      <a:endParaRPr lang="en-US" sz="1400" b="0" i="0" u="none" strike="noStrike" noProof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919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87089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02BDE432-27F0-835F-6A1B-7A8224AB4390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48894"/>
          <a:ext cx="10515600" cy="304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9154385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530471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O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68087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513C5EF6-7E3F-D45E-9E7A-7AC7F8EF64B2}"/>
              </a:ext>
            </a:extLst>
          </p:cNvPr>
          <p:cNvGraphicFramePr>
            <a:graphicFrameLocks noGrp="1"/>
          </p:cNvGraphicFramePr>
          <p:nvPr/>
        </p:nvGraphicFramePr>
        <p:xfrm>
          <a:off x="5342179" y="3548085"/>
          <a:ext cx="1512062" cy="2865120"/>
        </p:xfrm>
        <a:graphic>
          <a:graphicData uri="http://schemas.openxmlformats.org/drawingml/2006/table">
            <a:tbl>
              <a:tblPr/>
              <a:tblGrid>
                <a:gridCol w="1512062">
                  <a:extLst>
                    <a:ext uri="{9D8B030D-6E8A-4147-A177-3AD203B41FA5}">
                      <a16:colId xmlns:a16="http://schemas.microsoft.com/office/drawing/2014/main" val="23974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>
                          <a:latin typeface="Arial"/>
                          <a:cs typeface="Arial"/>
                        </a:rPr>
                        <a:t>Introduces parameterized λ-skip connections and derives analytical conditions under which skip strength prevents rank collapse in Transformers and State Space Models.</a:t>
                      </a:r>
                      <a:endParaRPr lang="en-US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175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1373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5D3F6-E943-64F2-80F3-EA0D35A24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F2E2D-7F8D-F695-9FCA-A6F2D2EC8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8636" y="180602"/>
            <a:ext cx="10515600" cy="777491"/>
          </a:xfrm>
        </p:spPr>
        <p:txBody>
          <a:bodyPr/>
          <a:lstStyle/>
          <a:p>
            <a:r>
              <a:rPr sz="3000" b="1">
                <a:solidFill>
                  <a:srgbClr val="FFFFFF"/>
                </a:solidFill>
                <a:latin typeface="Cambria"/>
              </a:rPr>
              <a:t>Project Plan (Gantt Chart)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3246974-9AD5-5F4D-AC9D-58D9ACA90A33}"/>
              </a:ext>
            </a:extLst>
          </p:cNvPr>
          <p:cNvGrpSpPr/>
          <p:nvPr/>
        </p:nvGrpSpPr>
        <p:grpSpPr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F5EAF4D-80CD-A093-9886-134649EB2CC1}"/>
                </a:ext>
              </a:extLst>
            </p:cNvPr>
            <p:cNvSpPr/>
            <p:nvPr/>
          </p:nvSpPr>
          <p:spPr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</a:pPr>
              <a:endParaRPr lang="en-IN" sz="220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pic>
          <p:nvPicPr>
            <p:cNvPr id="7" name="Google Shape;1736;p23">
              <a:extLst>
                <a:ext uri="{FF2B5EF4-FFF2-40B4-BE49-F238E27FC236}">
                  <a16:creationId xmlns:a16="http://schemas.microsoft.com/office/drawing/2014/main" id="{85B49ACC-364D-180B-DC43-7592E31ABA98}"/>
                </a:ext>
              </a:extLst>
            </p:cNvPr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10404388" y="6389102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076D9F-EE0D-ECD9-6B7A-30D9829DC7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FFFFFF"/>
                </a:solidFill>
                <a:latin typeface="Cambria"/>
              </a:rPr>
              <a:t>16</a:t>
            </a:r>
            <a:endParaRPr lang="en-US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3376B95-D967-25C2-A745-CEF2932E567C}"/>
              </a:ext>
            </a:extLst>
          </p:cNvPr>
          <p:cNvSpPr/>
          <p:nvPr/>
        </p:nvSpPr>
        <p:spPr>
          <a:xfrm>
            <a:off x="-2" y="1157351"/>
            <a:ext cx="2386586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>
              <a:spcBef>
                <a:spcPts val="100"/>
              </a:spcBef>
              <a:tabLst>
                <a:tab pos="495300" algn="l"/>
              </a:tabLst>
            </a:pPr>
            <a:r>
              <a:rPr sz="1200" b="0">
                <a:solidFill>
                  <a:srgbClr val="FFFFFF"/>
                </a:solidFill>
                <a:latin typeface="Cambria"/>
              </a:rPr>
              <a:t>Project Title</a:t>
            </a:r>
            <a:endParaRPr lang="en-IN" sz="1200" spc="-35">
              <a:solidFill>
                <a:schemeClr val="bg1"/>
              </a:solidFill>
              <a:latin typeface="Times New Roman" panose="02020503050405090304"/>
              <a:cs typeface="Times New Roman" panose="02020503050405090304"/>
            </a:endParaRP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Motivation and Problem Statement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Significance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About the Datasets Used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Research Gap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Objectives, Scope of the Project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Architecture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Workflow Diagram</a:t>
            </a:r>
          </a:p>
          <a:p>
            <a:r>
              <a:rPr sz="1200" b="0">
                <a:solidFill>
                  <a:srgbClr val="FFFFFF"/>
                </a:solidFill>
                <a:latin typeface="Cambria"/>
              </a:rPr>
              <a:t>Literature Review</a:t>
            </a:r>
          </a:p>
          <a:p>
            <a:r>
              <a:rPr sz="1200" b="1">
                <a:solidFill>
                  <a:srgbClr val="FFC000"/>
                </a:solidFill>
                <a:latin typeface="Cambria"/>
              </a:rPr>
              <a:t>Project Plan (Gantt Chart)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468880" y="1005840"/>
            <a:ext cx="8321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C000"/>
                </a:solidFill>
                <a:latin typeface="Cambria"/>
              </a:rPr>
              <a:t>Proposed Time Line For the Events in MedSentry Project Phase 1 &amp; Phase 2</a:t>
            </a:r>
          </a:p>
        </p:txBody>
      </p:sp>
      <p:pic>
        <p:nvPicPr>
          <p:cNvPr id="164" name="Picture 163" descr="gantt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1463040"/>
            <a:ext cx="8412480" cy="4579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7099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/>
          <p:cNvPicPr>
            <a:picLocks noChangeAspect="1" noChangeArrowheads="1"/>
          </p:cNvPicPr>
          <p:nvPr/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FFC000"/>
                </a:solidFill>
                <a:latin typeface="Cambria"/>
              </a:rPr>
              <a:t>Thank You</a:t>
            </a:r>
          </a:p>
          <a:p>
            <a:r>
              <a:rPr sz="1800">
                <a:solidFill>
                  <a:srgbClr val="FFFFFF"/>
                </a:solidFill>
                <a:latin typeface="Cambria"/>
              </a:rPr>
              <a:t>Questions &amp; Discussion | MedSentry Team</a:t>
            </a:r>
          </a:p>
        </p:txBody>
      </p:sp>
      <p:cxnSp>
        <p:nvCxnSpPr>
          <p:cNvPr id="6" name="Google Shape;1729;p22"/>
          <p:cNvCxnSpPr/>
          <p:nvPr/>
        </p:nvCxnSpPr>
        <p:spPr>
          <a:xfrm>
            <a:off x="2462213" y="4057650"/>
            <a:ext cx="72675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0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487B4"/>
      </a:accent1>
      <a:accent2>
        <a:srgbClr val="F0466E"/>
      </a:accent2>
      <a:accent3>
        <a:srgbClr val="B90F50"/>
      </a:accent3>
      <a:accent4>
        <a:srgbClr val="FFD264"/>
      </a:accent4>
      <a:accent5>
        <a:srgbClr val="0A3C4B"/>
      </a:accent5>
      <a:accent6>
        <a:srgbClr val="0AD7A0"/>
      </a:accent6>
      <a:hlink>
        <a:srgbClr val="FFC000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33</Slides>
  <Notes>19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33</vt:i4>
      </vt:variant>
    </vt:vector>
  </HeadingPairs>
  <TitlesOfParts>
    <vt:vector size="35" baseType="lpstr">
      <vt:lpstr>Office Theme</vt:lpstr>
      <vt:lpstr>Custom Design</vt:lpstr>
      <vt:lpstr>Department  of  Computer Science &amp; Engineering </vt:lpstr>
      <vt:lpstr>Project Title</vt:lpstr>
      <vt:lpstr>Motivation and Problem Statement</vt:lpstr>
      <vt:lpstr>Significance of the Project</vt:lpstr>
      <vt:lpstr>Analysis on Base Paper</vt:lpstr>
      <vt:lpstr>Insights from Base Paper</vt:lpstr>
      <vt:lpstr>Research Gap</vt:lpstr>
      <vt:lpstr>Objectives, Scope of the Project</vt:lpstr>
      <vt:lpstr>Architecture Diagram</vt:lpstr>
      <vt:lpstr>Workflow Diagram</vt:lpstr>
      <vt:lpstr>Literature Review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Gantt Chart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Birac Research Project</dc:creator>
  <cp:revision>64</cp:revision>
  <cp:lastPrinted>2026-01-19T04:09:44Z</cp:lastPrinted>
  <dcterms:created xsi:type="dcterms:W3CDTF">2026-01-19T04:09:44Z</dcterms:created>
  <dcterms:modified xsi:type="dcterms:W3CDTF">2026-08-25T03:57:23Z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7B93CCE2B59E7AF4D8AB6D691BDA5D7F_42</vt:lpwstr>
  </property>
  <property fmtid="{D5CDD505-2E9C-101B-9397-08002B2CF9AE}" pid="3" name="KSOProductBuildVer">
    <vt:lpwstr>1033-12.1.23152.23152</vt:lpwstr>
  </property>
</Properties>
</file>