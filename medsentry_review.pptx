
<file path=[Content_Types].xml><?xml version="1.0" encoding="utf-8"?>
<Types xmlns="http://schemas.openxmlformats.org/package/2006/content-types">
  <Default Extension="xml" ContentType="application/xml"/>
  <Default Extension="jpg" ContentType="image/jpeg"/>
  <Default Extension="wmf" ContentType="image/x-wmf"/>
  <Default Extension="bin" ContentType="application/vnd.openxmlformats-officedocument.oleObject"/>
  <Default Extension="rels" ContentType="application/vnd.openxmlformats-package.relationships+xml"/>
  <Default Extension="jpeg" ContentType="image/jpeg"/>
  <Default Extension="png" ContentType="image/png"/>
  <Override PartName="/ppt/notesSlides/notesSlide12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2.xml" ContentType="application/vnd.openxmlformats-officedocument.presentationml.notesSlide+xml"/>
  <Override PartName="/ppt/slides/slide12.xml" ContentType="application/vnd.openxmlformats-officedocument.presentationml.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9.xml" ContentType="application/vnd.openxmlformats-officedocument.presentationml.slide+xml"/>
  <Override PartName="/ppt/slides/slide8.xml" ContentType="application/vnd.openxmlformats-officedocument.presentationml.slide+xml"/>
  <Override PartName="/ppt/slides/slide7.xml" ContentType="application/vnd.openxmlformats-officedocument.presentationml.slide+xml"/>
  <Override PartName="/ppt/slideLayouts/slideLayout7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s/slide13.xml" ContentType="application/vnd.openxmlformats-officedocument.presentationml.slide+xml"/>
  <Override PartName="/ppt/theme/theme2.xml" ContentType="application/vnd.openxmlformats-officedocument.theme+xml"/>
  <Override PartName="/ppt/theme/theme1.xml" ContentType="application/vnd.openxmlformats-officedocument.theme+xml"/>
  <Override PartName="/ppt/slides/slide3.xml" ContentType="application/vnd.openxmlformats-officedocument.presentationml.slide+xml"/>
  <Override PartName="/ppt/slideLayouts/slideLayout4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17.xml" ContentType="application/vnd.openxmlformats-officedocument.presentationml.slideLayout+xml"/>
  <Override PartName="/ppt/notesSlides/notesSlide4.xml" ContentType="application/vnd.openxmlformats-officedocument.presentationml.notesSlide+xml"/>
  <Override PartName="/ppt/tableStyles.xml" ContentType="application/vnd.openxmlformats-officedocument.presentationml.tableStyles+xml"/>
  <Override PartName="/docProps/app.xml" ContentType="application/vnd.openxmlformats-officedocument.extended-properties+xml"/>
  <Override PartName="/ppt/viewProps.xml" ContentType="application/vnd.openxmlformats-officedocument.presentationml.viewProps+xml"/>
  <Override PartName="/ppt/notesSlides/notesSlide7.xml" ContentType="application/vnd.openxmlformats-officedocument.presentationml.notesSlid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docProps/core.xml" ContentType="application/vnd.openxmlformats-package.core-properties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presProps.xml" ContentType="application/vnd.openxmlformats-officedocument.presentationml.presProps+xml"/>
  <Override PartName="/ppt/theme/theme3.xml" ContentType="application/vnd.openxmlformats-officedocument.theme+xml"/>
  <Override PartName="/ppt/slideLayouts/slideLayout6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s/slide5.xml" ContentType="application/vnd.openxmlformats-officedocument.presentationml.slide+xml"/>
  <Override PartName="/ppt/slideLayouts/slideLayout10.xml" ContentType="application/vnd.openxmlformats-officedocument.presentationml.slideLayout+xml"/>
  <Override PartName="/ppt/notesSlides/notesSlide1.xml" ContentType="application/vnd.openxmlformats-officedocument.presentationml.notesSlide+xml"/>
  <Override PartName="/ppt/slideLayouts/slideLayout25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notesSlides/notesSlide3.xml" ContentType="application/vnd.openxmlformats-officedocument.presentationml.notesSlide+xml"/>
  <Override PartName="/ppt/slideLayouts/slideLayout12.xml" ContentType="application/vnd.openxmlformats-officedocument.presentationml.slideLayout+xml"/>
  <Override PartName="/ppt/slideLayouts/slideLayout20.xml" ContentType="application/vnd.openxmlformats-officedocument.presentationml.slideLayout+xml"/>
  <Override PartName="/docProps/custom.xml" ContentType="application/vnd.openxmlformats-officedocument.custom-properties+xml"/>
  <Override PartName="/ppt/slideLayouts/slideLayout8.xml" ContentType="application/vnd.openxmlformats-officedocument.presentationml.slideLayout+xml"/>
  <Override PartName="/ppt/slideMasters/slideMaster2.xml" ContentType="application/vnd.openxmlformats-officedocument.presentationml.slideMaster+xml"/>
  <Override PartName="/ppt/slideLayouts/slideLayout22.xml" ContentType="application/vnd.openxmlformats-officedocument.presentationml.slideLayout+xml"/>
  <Override PartName="/ppt/slides/slide2.xml" ContentType="application/vnd.openxmlformats-officedocument.presentationml.slide+xml"/>
  <Override PartName="/ppt/slideLayouts/slideLayout23.xml" ContentType="application/vnd.openxmlformats-officedocument.presentationml.slideLayout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Layouts/slideLayout24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6.xml" ContentType="application/vnd.openxmlformats-officedocument.presentationml.slideLayout+xml"/>
  <Override PartName="/ppt/notesSlides/notesSlide6.xml" ContentType="application/vnd.openxmlformats-officedocument.presentationml.notesSlide+xml"/>
  <Override PartName="/ppt/slides/slide4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autoCompressPictures="0" showSpecialPlsOnTitleSld="0" strictFirstAndLastChars="0">
  <p:sldMasterIdLst>
    <p:sldMasterId id="2147483648" r:id="rId1"/>
    <p:sldMasterId id="2147483665" r:id="rId2"/>
  </p:sldMasterIdLst>
  <p:notesMasterIdLst>
    <p:notesMasterId r:id="rId19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</p:sldIdLst>
  <p:sldSz cx="12192000" cy="6858000"/>
  <p:notesSz cx="7315200" cy="96012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</p:showPr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 varScale="1">
        <p:scale>
          <a:sx n="78" d="100"/>
          <a:sy n="78" d="100"/>
        </p:scale>
        <p:origin x="850" y="43"/>
      </p:cViewPr>
      <p:guideLst>
        <p:guide pos="2160" orient="horz"/>
        <p:guide pos="3840"/>
      </p:guideLst>
    </p:cSldViewPr>
  </p:slideViewPr>
  <p:gridSpacing cx="76200" cy="76200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theme" Target="theme/theme1.xml"/><Relationship Id="rId4" Type="http://schemas.openxmlformats.org/officeDocument/2006/relationships/theme" Target="theme/theme2.xml"/><Relationship Id="rId5" Type="http://schemas.openxmlformats.org/officeDocument/2006/relationships/theme" Target="theme/theme3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 /><Relationship Id="rId21" Type="http://schemas.openxmlformats.org/officeDocument/2006/relationships/tableStyles" Target="tableStyles.xml" /><Relationship Id="rId22" Type="http://schemas.openxmlformats.org/officeDocument/2006/relationships/viewProps" Target="viewProps.xml" 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Pr shadeToTitle="0">
        <a:solidFill>
          <a:schemeClr val="lt1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3065156" name="Google Shape;3;n"/>
          <p:cNvSpPr txBox="1">
            <a:spLocks noGrp="1"/>
          </p:cNvSpPr>
          <p:nvPr>
            <p:ph type="hdr" idx="2"/>
          </p:nvPr>
        </p:nvSpPr>
        <p:spPr bwMode="auto">
          <a:xfrm>
            <a:off x="0" y="0"/>
            <a:ext cx="3169920" cy="4817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6645" tIns="48309" rIns="96645" bIns="48309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9pPr>
          </a:lstStyle>
          <a:p>
            <a:pPr>
              <a:defRPr/>
            </a:pPr>
            <a:endParaRPr/>
          </a:p>
        </p:txBody>
      </p:sp>
      <p:sp>
        <p:nvSpPr>
          <p:cNvPr id="165377114" name="Google Shape;4;n"/>
          <p:cNvSpPr txBox="1">
            <a:spLocks noGrp="1"/>
          </p:cNvSpPr>
          <p:nvPr>
            <p:ph type="dt" idx="10"/>
          </p:nvPr>
        </p:nvSpPr>
        <p:spPr bwMode="auto">
          <a:xfrm>
            <a:off x="4143588" y="0"/>
            <a:ext cx="3169920" cy="4817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6645" tIns="48309" rIns="96645" bIns="48309" anchor="t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9pPr>
          </a:lstStyle>
          <a:p>
            <a:pPr>
              <a:defRPr/>
            </a:pPr>
            <a:endParaRPr/>
          </a:p>
        </p:txBody>
      </p:sp>
      <p:sp>
        <p:nvSpPr>
          <p:cNvPr id="1486820695" name="Google Shape;5;n"/>
          <p:cNvSpPr>
            <a:spLocks noChangeAspect="1" noGrp="1" noRot="1"/>
          </p:cNvSpPr>
          <p:nvPr>
            <p:ph type="sldImg" idx="3"/>
          </p:nvPr>
        </p:nvSpPr>
        <p:spPr bwMode="auto">
          <a:xfrm>
            <a:off x="777875" y="1200150"/>
            <a:ext cx="5759450" cy="3240088"/>
          </a:xfrm>
          <a:custGeom>
            <a:avLst/>
            <a:gdLst/>
            <a:ahLst/>
            <a:cxnLst/>
            <a:rect l="l" t="t" r="r" b="b"/>
            <a:pathLst>
              <a:path w="120000" h="120000" fill="norm" stroke="1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lang="en-IN"/>
          </a:p>
        </p:txBody>
      </p:sp>
      <p:sp>
        <p:nvSpPr>
          <p:cNvPr id="876589445" name="Google Shape;6;n"/>
          <p:cNvSpPr txBox="1">
            <a:spLocks noGrp="1"/>
          </p:cNvSpPr>
          <p:nvPr>
            <p:ph type="body" idx="1"/>
          </p:nvPr>
        </p:nvSpPr>
        <p:spPr bwMode="auto">
          <a:xfrm>
            <a:off x="731521" y="4620578"/>
            <a:ext cx="5852160" cy="37804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6645" tIns="48309" rIns="96645" bIns="48309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9pPr>
          </a:lstStyle>
          <a:p>
            <a:pPr>
              <a:defRPr/>
            </a:pPr>
            <a:endParaRPr/>
          </a:p>
        </p:txBody>
      </p:sp>
      <p:sp>
        <p:nvSpPr>
          <p:cNvPr id="1627467288" name="Google Shape;7;n"/>
          <p:cNvSpPr txBox="1">
            <a:spLocks noGrp="1"/>
          </p:cNvSpPr>
          <p:nvPr>
            <p:ph type="ftr" idx="11"/>
          </p:nvPr>
        </p:nvSpPr>
        <p:spPr bwMode="auto">
          <a:xfrm>
            <a:off x="0" y="9119474"/>
            <a:ext cx="3169920" cy="4817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6645" tIns="48309" rIns="96645" bIns="48309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9pPr>
          </a:lstStyle>
          <a:p>
            <a:pPr>
              <a:defRPr/>
            </a:pPr>
            <a:endParaRPr/>
          </a:p>
        </p:txBody>
      </p:sp>
      <p:sp>
        <p:nvSpPr>
          <p:cNvPr id="2084138049" name="Google Shape;8;n"/>
          <p:cNvSpPr txBox="1">
            <a:spLocks noGrp="1"/>
          </p:cNvSpPr>
          <p:nvPr>
            <p:ph type="sldNum" idx="12"/>
          </p:nvPr>
        </p:nvSpPr>
        <p:spPr bwMode="auto">
          <a:xfrm>
            <a:off x="4143588" y="9119474"/>
            <a:ext cx="3169920" cy="4817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6645" tIns="48309" rIns="96645" bIns="48309" anchor="b" anchorCtr="0">
            <a:noAutofit/>
          </a:bodyPr>
          <a:lstStyle/>
          <a:p>
            <a:pPr algn="r">
              <a:buSzPts val="1200"/>
              <a:defRPr/>
            </a:pPr>
            <a:fld id="{00000000-1234-1234-1234-123412341234}" type="slidenum">
              <a:rPr lang="en-US" sz="1300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‹#›</a:t>
            </a:fld>
            <a:endParaRPr lang="en-US" sz="1300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 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 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 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 ?>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 ?>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 ?>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 ?>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 ?>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 ?>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 ?>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 ?>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A7E531C-D679-9E29-A3C8-ECDF4F7F0B08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B1ED036-19EC-DB39-6FEE-41B33A24BE7C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CEC37AE-E19E-ADDA-AB8F-BA991B291077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4872E2D-FBE0-8AE3-FA56-85DAB91E5F33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5C85DEE-DE00-D262-AAA3-5CD233FCC0BC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DA5633F-ADA2-6E45-F296-0E7B3674CF54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03C75CA-3E55-2E08-F28C-7AF89F2320C4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31671AF-AC5B-A42D-14AA-E9F5AC95CFA7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1B9D3D2-DA6F-CBF6-A74D-4BC361ED4E33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9E9678A-302E-7E5D-F8A4-DCE309785643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909C2B2-5AD9-A2CC-B736-745D0E45701A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BF2A3A1-E025-F64E-6F15-810C9677B88C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7E5F8E3-25C0-B8FD-CCBD-DEEDFA461D24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Layouts/_rels/slideLayout1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Layouts/_rels/slideLayout1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Relationship Id="rId3" Type="http://schemas.openxmlformats.org/officeDocument/2006/relationships/image" Target="../media/image5.png"/></Relationships>
</file>

<file path=ppt/slideLayouts/_rels/slideLayout1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Layouts/_rels/slideLayout1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20_Blank" preserve="0" showMasterPhAnim="0" showMasterSp="1" userDrawn="1">
  <p:cSld name="20_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5500790" name="Google Shape;472;p6"/>
          <p:cNvSpPr txBox="1">
            <a:spLocks noGrp="1"/>
          </p:cNvSpPr>
          <p:nvPr>
            <p:ph type="body" idx="1"/>
          </p:nvPr>
        </p:nvSpPr>
        <p:spPr bwMode="auto">
          <a:xfrm>
            <a:off x="1500992" y="870906"/>
            <a:ext cx="10547400" cy="46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latin typeface="Calibri"/>
                <a:ea typeface="Calibri"/>
                <a:cs typeface="Calibri"/>
              </a:defRPr>
            </a:lvl1pPr>
            <a:lvl2pPr marL="91440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latin typeface="Calibri"/>
                <a:ea typeface="Calibri"/>
                <a:cs typeface="Calibri"/>
              </a:defRPr>
            </a:lvl2pPr>
            <a:lvl3pPr marL="137160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latin typeface="Calibri"/>
                <a:ea typeface="Calibri"/>
                <a:cs typeface="Calibri"/>
              </a:defRPr>
            </a:lvl3pPr>
            <a:lvl4pPr marL="182880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latin typeface="Calibri"/>
                <a:ea typeface="Calibri"/>
                <a:cs typeface="Calibri"/>
              </a:defRPr>
            </a:lvl4pPr>
            <a:lvl5pPr marL="228600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latin typeface="Calibri"/>
                <a:ea typeface="Calibri"/>
                <a:cs typeface="Calibri"/>
              </a:defRPr>
            </a:lvl5pPr>
            <a:lvl6pPr marL="274320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pPr>
              <a:defRPr/>
            </a:pPr>
            <a:endParaRPr/>
          </a:p>
        </p:txBody>
      </p:sp>
      <p:cxnSp>
        <p:nvCxnSpPr>
          <p:cNvPr id="1440501585" name="Google Shape;473;p6"/>
          <p:cNvCxnSpPr/>
          <p:nvPr/>
        </p:nvCxnSpPr>
        <p:spPr bwMode="auto">
          <a:xfrm>
            <a:off x="655399" y="1299220"/>
            <a:ext cx="11238300" cy="24900"/>
          </a:xfrm>
          <a:prstGeom prst="straightConnector1">
            <a:avLst/>
          </a:prstGeom>
          <a:noFill/>
          <a:ln w="9525" cap="flat" cmpd="sng">
            <a:solidFill>
              <a:srgbClr val="B8114F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1836229290" name="Google Shape;474;p6"/>
          <p:cNvSpPr txBox="1">
            <a:spLocks noGrp="1"/>
          </p:cNvSpPr>
          <p:nvPr>
            <p:ph type="body" idx="2"/>
          </p:nvPr>
        </p:nvSpPr>
        <p:spPr bwMode="auto">
          <a:xfrm>
            <a:off x="1488293" y="416192"/>
            <a:ext cx="10560000" cy="57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8114F"/>
              </a:buClr>
              <a:buSzPts val="3600"/>
              <a:buNone/>
              <a:defRPr sz="3600">
                <a:solidFill>
                  <a:srgbClr val="B8114F"/>
                </a:solidFill>
                <a:latin typeface="Georgia"/>
                <a:ea typeface="Georgia"/>
                <a:cs typeface="Georgia"/>
              </a:defRPr>
            </a:lvl1pPr>
            <a:lvl2pPr marL="91440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/>
            </a:lvl2pPr>
            <a:lvl3pPr marL="137160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/>
            </a:lvl3pPr>
            <a:lvl4pPr marL="182880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4pPr>
            <a:lvl5pPr marL="228600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5pPr>
            <a:lvl6pPr marL="274320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pPr>
              <a:defRPr/>
            </a:pPr>
            <a:endParaRPr/>
          </a:p>
        </p:txBody>
      </p:sp>
      <p:grpSp>
        <p:nvGrpSpPr>
          <p:cNvPr id="1347305033" name="Google Shape;475;p6"/>
          <p:cNvGrpSpPr/>
          <p:nvPr/>
        </p:nvGrpSpPr>
        <p:grpSpPr bwMode="auto">
          <a:xfrm>
            <a:off x="655527" y="416137"/>
            <a:ext cx="1121758" cy="1086289"/>
            <a:chOff x="4819650" y="1862134"/>
            <a:chExt cx="2558414" cy="3135659"/>
          </a:xfrm>
        </p:grpSpPr>
        <p:sp>
          <p:nvSpPr>
            <p:cNvPr id="476" name="Google Shape;476;p6"/>
            <p:cNvSpPr/>
            <p:nvPr/>
          </p:nvSpPr>
          <p:spPr bwMode="auto">
            <a:xfrm>
              <a:off x="6353176" y="3360420"/>
              <a:ext cx="621029" cy="45720"/>
            </a:xfrm>
            <a:custGeom>
              <a:avLst/>
              <a:gdLst/>
              <a:ahLst/>
              <a:cxnLst/>
              <a:rect l="l" t="t" r="r" b="b"/>
              <a:pathLst>
                <a:path w="621029" h="45720" fill="norm" stroke="1" extrusionOk="0">
                  <a:moveTo>
                    <a:pt x="38100" y="20002"/>
                  </a:moveTo>
                  <a:lnTo>
                    <a:pt x="0" y="32385"/>
                  </a:lnTo>
                  <a:cubicBezTo>
                    <a:pt x="11430" y="39052"/>
                    <a:pt x="27622" y="44767"/>
                    <a:pt x="50483" y="44767"/>
                  </a:cubicBezTo>
                  <a:cubicBezTo>
                    <a:pt x="51435" y="44767"/>
                    <a:pt x="53340" y="44767"/>
                    <a:pt x="54292" y="44767"/>
                  </a:cubicBezTo>
                  <a:cubicBezTo>
                    <a:pt x="58103" y="44767"/>
                    <a:pt x="60960" y="44767"/>
                    <a:pt x="63817" y="45720"/>
                  </a:cubicBezTo>
                  <a:lnTo>
                    <a:pt x="604838" y="45720"/>
                  </a:lnTo>
                  <a:cubicBezTo>
                    <a:pt x="610553" y="30480"/>
                    <a:pt x="616268" y="15240"/>
                    <a:pt x="621030" y="0"/>
                  </a:cubicBezTo>
                  <a:lnTo>
                    <a:pt x="83820" y="0"/>
                  </a:lnTo>
                  <a:cubicBezTo>
                    <a:pt x="70485" y="7620"/>
                    <a:pt x="55245" y="14288"/>
                    <a:pt x="38100" y="20002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477" name="Google Shape;477;p6"/>
            <p:cNvSpPr/>
            <p:nvPr/>
          </p:nvSpPr>
          <p:spPr bwMode="auto">
            <a:xfrm>
              <a:off x="5218745" y="3360420"/>
              <a:ext cx="625792" cy="45720"/>
            </a:xfrm>
            <a:custGeom>
              <a:avLst/>
              <a:gdLst/>
              <a:ahLst/>
              <a:cxnLst/>
              <a:rect l="l" t="t" r="r" b="b"/>
              <a:pathLst>
                <a:path w="625792" h="45720" fill="norm" stroke="1" extrusionOk="0">
                  <a:moveTo>
                    <a:pt x="570548" y="44767"/>
                  </a:moveTo>
                  <a:cubicBezTo>
                    <a:pt x="572453" y="44767"/>
                    <a:pt x="573405" y="44767"/>
                    <a:pt x="575310" y="44767"/>
                  </a:cubicBezTo>
                  <a:cubicBezTo>
                    <a:pt x="599123" y="44767"/>
                    <a:pt x="614363" y="39052"/>
                    <a:pt x="625793" y="32385"/>
                  </a:cubicBezTo>
                  <a:lnTo>
                    <a:pt x="587693" y="20002"/>
                  </a:lnTo>
                  <a:cubicBezTo>
                    <a:pt x="570548" y="14288"/>
                    <a:pt x="555307" y="7620"/>
                    <a:pt x="541020" y="0"/>
                  </a:cubicBezTo>
                  <a:lnTo>
                    <a:pt x="0" y="0"/>
                  </a:lnTo>
                  <a:cubicBezTo>
                    <a:pt x="4763" y="15240"/>
                    <a:pt x="10477" y="30480"/>
                    <a:pt x="16192" y="45720"/>
                  </a:cubicBezTo>
                  <a:lnTo>
                    <a:pt x="561023" y="45720"/>
                  </a:lnTo>
                  <a:cubicBezTo>
                    <a:pt x="563880" y="44767"/>
                    <a:pt x="566738" y="44767"/>
                    <a:pt x="570548" y="44767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478" name="Google Shape;478;p6"/>
            <p:cNvSpPr/>
            <p:nvPr/>
          </p:nvSpPr>
          <p:spPr bwMode="auto">
            <a:xfrm>
              <a:off x="6231251" y="3445190"/>
              <a:ext cx="710565" cy="45720"/>
            </a:xfrm>
            <a:custGeom>
              <a:avLst/>
              <a:gdLst/>
              <a:ahLst/>
              <a:cxnLst/>
              <a:rect l="l" t="t" r="r" b="b"/>
              <a:pathLst>
                <a:path w="710565" h="45720" fill="norm" stroke="1" extrusionOk="0">
                  <a:moveTo>
                    <a:pt x="188595" y="953"/>
                  </a:moveTo>
                  <a:cubicBezTo>
                    <a:pt x="167640" y="14288"/>
                    <a:pt x="124778" y="27623"/>
                    <a:pt x="81915" y="27623"/>
                  </a:cubicBezTo>
                  <a:lnTo>
                    <a:pt x="80963" y="27623"/>
                  </a:lnTo>
                  <a:cubicBezTo>
                    <a:pt x="77153" y="27623"/>
                    <a:pt x="73342" y="26670"/>
                    <a:pt x="70485" y="25717"/>
                  </a:cubicBezTo>
                  <a:cubicBezTo>
                    <a:pt x="57150" y="33338"/>
                    <a:pt x="26670" y="41910"/>
                    <a:pt x="0" y="45720"/>
                  </a:cubicBezTo>
                  <a:lnTo>
                    <a:pt x="688658" y="45720"/>
                  </a:lnTo>
                  <a:cubicBezTo>
                    <a:pt x="696278" y="30480"/>
                    <a:pt x="703898" y="15240"/>
                    <a:pt x="710565" y="0"/>
                  </a:cubicBezTo>
                  <a:lnTo>
                    <a:pt x="189548" y="0"/>
                  </a:lnTo>
                  <a:cubicBezTo>
                    <a:pt x="189548" y="953"/>
                    <a:pt x="189548" y="953"/>
                    <a:pt x="188595" y="953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479" name="Google Shape;479;p6"/>
            <p:cNvSpPr/>
            <p:nvPr/>
          </p:nvSpPr>
          <p:spPr bwMode="auto">
            <a:xfrm>
              <a:off x="5252084" y="3446143"/>
              <a:ext cx="714374" cy="45720"/>
            </a:xfrm>
            <a:custGeom>
              <a:avLst/>
              <a:gdLst/>
              <a:ahLst/>
              <a:cxnLst/>
              <a:rect l="l" t="t" r="r" b="b"/>
              <a:pathLst>
                <a:path w="714374" h="45720" fill="norm" stroke="1" extrusionOk="0">
                  <a:moveTo>
                    <a:pt x="643890" y="25717"/>
                  </a:moveTo>
                  <a:cubicBezTo>
                    <a:pt x="641032" y="26670"/>
                    <a:pt x="637223" y="27622"/>
                    <a:pt x="633413" y="27622"/>
                  </a:cubicBezTo>
                  <a:lnTo>
                    <a:pt x="632460" y="27622"/>
                  </a:lnTo>
                  <a:cubicBezTo>
                    <a:pt x="589598" y="27622"/>
                    <a:pt x="546735" y="14288"/>
                    <a:pt x="525780" y="952"/>
                  </a:cubicBezTo>
                  <a:cubicBezTo>
                    <a:pt x="525780" y="952"/>
                    <a:pt x="524828" y="0"/>
                    <a:pt x="523875" y="0"/>
                  </a:cubicBezTo>
                  <a:lnTo>
                    <a:pt x="0" y="0"/>
                  </a:lnTo>
                  <a:cubicBezTo>
                    <a:pt x="6667" y="15240"/>
                    <a:pt x="14288" y="30480"/>
                    <a:pt x="21907" y="45720"/>
                  </a:cubicBezTo>
                  <a:lnTo>
                    <a:pt x="714375" y="45720"/>
                  </a:lnTo>
                  <a:cubicBezTo>
                    <a:pt x="687705" y="41910"/>
                    <a:pt x="657225" y="33338"/>
                    <a:pt x="643890" y="25717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480" name="Google Shape;480;p6"/>
            <p:cNvSpPr/>
            <p:nvPr/>
          </p:nvSpPr>
          <p:spPr bwMode="auto">
            <a:xfrm>
              <a:off x="4989988" y="1862134"/>
              <a:ext cx="2212551" cy="2412682"/>
            </a:xfrm>
            <a:custGeom>
              <a:avLst/>
              <a:gdLst/>
              <a:ahLst/>
              <a:cxnLst/>
              <a:rect l="l" t="t" r="r" b="b"/>
              <a:pathLst>
                <a:path w="2212551" h="2412682" fill="norm" stroke="1" extrusionOk="0">
                  <a:moveTo>
                    <a:pt x="78263" y="1206818"/>
                  </a:moveTo>
                  <a:cubicBezTo>
                    <a:pt x="54450" y="1213485"/>
                    <a:pt x="36353" y="1225868"/>
                    <a:pt x="23018" y="1245870"/>
                  </a:cubicBezTo>
                  <a:cubicBezTo>
                    <a:pt x="-23655" y="1316355"/>
                    <a:pt x="10635" y="1460183"/>
                    <a:pt x="38258" y="1575435"/>
                  </a:cubicBezTo>
                  <a:cubicBezTo>
                    <a:pt x="47783" y="1616393"/>
                    <a:pt x="57308" y="1655445"/>
                    <a:pt x="61118" y="1684973"/>
                  </a:cubicBezTo>
                  <a:cubicBezTo>
                    <a:pt x="62070" y="1689735"/>
                    <a:pt x="62070" y="1695450"/>
                    <a:pt x="63023" y="1701165"/>
                  </a:cubicBezTo>
                  <a:cubicBezTo>
                    <a:pt x="67785" y="1736408"/>
                    <a:pt x="73500" y="1777365"/>
                    <a:pt x="65880" y="1802130"/>
                  </a:cubicBezTo>
                  <a:lnTo>
                    <a:pt x="63023" y="1809750"/>
                  </a:lnTo>
                  <a:lnTo>
                    <a:pt x="70643" y="1811655"/>
                  </a:lnTo>
                  <a:cubicBezTo>
                    <a:pt x="96360" y="1817370"/>
                    <a:pt x="128745" y="1842135"/>
                    <a:pt x="157320" y="1864995"/>
                  </a:cubicBezTo>
                  <a:cubicBezTo>
                    <a:pt x="161130" y="1868805"/>
                    <a:pt x="165893" y="1871663"/>
                    <a:pt x="169703" y="1874520"/>
                  </a:cubicBezTo>
                  <a:cubicBezTo>
                    <a:pt x="192563" y="1892618"/>
                    <a:pt x="222090" y="1920240"/>
                    <a:pt x="252570" y="1948815"/>
                  </a:cubicBezTo>
                  <a:cubicBezTo>
                    <a:pt x="336390" y="2027873"/>
                    <a:pt x="441165" y="2126933"/>
                    <a:pt x="524985" y="2126933"/>
                  </a:cubicBezTo>
                  <a:cubicBezTo>
                    <a:pt x="526890" y="2126933"/>
                    <a:pt x="528795" y="2126933"/>
                    <a:pt x="530700" y="2126933"/>
                  </a:cubicBezTo>
                  <a:cubicBezTo>
                    <a:pt x="554513" y="2125980"/>
                    <a:pt x="575468" y="2115503"/>
                    <a:pt x="592613" y="2098358"/>
                  </a:cubicBezTo>
                  <a:cubicBezTo>
                    <a:pt x="585945" y="2122170"/>
                    <a:pt x="587850" y="2145030"/>
                    <a:pt x="599280" y="2165985"/>
                  </a:cubicBezTo>
                  <a:cubicBezTo>
                    <a:pt x="637380" y="2241233"/>
                    <a:pt x="778350" y="2284095"/>
                    <a:pt x="891698" y="2317433"/>
                  </a:cubicBezTo>
                  <a:cubicBezTo>
                    <a:pt x="932655" y="2329815"/>
                    <a:pt x="970755" y="2341245"/>
                    <a:pt x="997425" y="2352675"/>
                  </a:cubicBezTo>
                  <a:cubicBezTo>
                    <a:pt x="1002188" y="2354580"/>
                    <a:pt x="1006950" y="2356485"/>
                    <a:pt x="1011713" y="2358390"/>
                  </a:cubicBezTo>
                  <a:cubicBezTo>
                    <a:pt x="1045050" y="2371725"/>
                    <a:pt x="1083150" y="2386965"/>
                    <a:pt x="1101248" y="2406968"/>
                  </a:cubicBezTo>
                  <a:lnTo>
                    <a:pt x="1106963" y="2412683"/>
                  </a:lnTo>
                  <a:lnTo>
                    <a:pt x="1112678" y="2406968"/>
                  </a:lnTo>
                  <a:cubicBezTo>
                    <a:pt x="1130775" y="2387918"/>
                    <a:pt x="1168875" y="2372678"/>
                    <a:pt x="1202213" y="2358390"/>
                  </a:cubicBezTo>
                  <a:cubicBezTo>
                    <a:pt x="1206975" y="2356485"/>
                    <a:pt x="1211738" y="2354580"/>
                    <a:pt x="1216500" y="2352675"/>
                  </a:cubicBezTo>
                  <a:cubicBezTo>
                    <a:pt x="1243170" y="2341245"/>
                    <a:pt x="1282223" y="2329815"/>
                    <a:pt x="1322228" y="2317433"/>
                  </a:cubicBezTo>
                  <a:cubicBezTo>
                    <a:pt x="1435575" y="2283143"/>
                    <a:pt x="1576545" y="2241233"/>
                    <a:pt x="1614645" y="2165985"/>
                  </a:cubicBezTo>
                  <a:cubicBezTo>
                    <a:pt x="1625123" y="2145030"/>
                    <a:pt x="1627028" y="2121218"/>
                    <a:pt x="1620360" y="2097405"/>
                  </a:cubicBezTo>
                  <a:cubicBezTo>
                    <a:pt x="1637505" y="2114550"/>
                    <a:pt x="1658460" y="2124075"/>
                    <a:pt x="1682273" y="2125980"/>
                  </a:cubicBezTo>
                  <a:cubicBezTo>
                    <a:pt x="1684178" y="2125980"/>
                    <a:pt x="1686083" y="2125980"/>
                    <a:pt x="1687988" y="2125980"/>
                  </a:cubicBezTo>
                  <a:cubicBezTo>
                    <a:pt x="1771808" y="2125980"/>
                    <a:pt x="1875630" y="2027873"/>
                    <a:pt x="1960403" y="1947863"/>
                  </a:cubicBezTo>
                  <a:cubicBezTo>
                    <a:pt x="1990883" y="1918335"/>
                    <a:pt x="2020410" y="1891665"/>
                    <a:pt x="2043270" y="1873568"/>
                  </a:cubicBezTo>
                  <a:cubicBezTo>
                    <a:pt x="2047080" y="1870710"/>
                    <a:pt x="2051843" y="1866900"/>
                    <a:pt x="2055653" y="1864043"/>
                  </a:cubicBezTo>
                  <a:cubicBezTo>
                    <a:pt x="2084228" y="1842135"/>
                    <a:pt x="2116613" y="1816418"/>
                    <a:pt x="2142330" y="1810703"/>
                  </a:cubicBezTo>
                  <a:lnTo>
                    <a:pt x="2149950" y="1808798"/>
                  </a:lnTo>
                  <a:lnTo>
                    <a:pt x="2147093" y="1801178"/>
                  </a:lnTo>
                  <a:cubicBezTo>
                    <a:pt x="2139473" y="1776413"/>
                    <a:pt x="2145188" y="1735455"/>
                    <a:pt x="2149950" y="1700213"/>
                  </a:cubicBezTo>
                  <a:cubicBezTo>
                    <a:pt x="2150903" y="1694498"/>
                    <a:pt x="2151855" y="1689735"/>
                    <a:pt x="2151855" y="1684020"/>
                  </a:cubicBezTo>
                  <a:cubicBezTo>
                    <a:pt x="2155665" y="1655445"/>
                    <a:pt x="2165190" y="1616393"/>
                    <a:pt x="2174715" y="1574483"/>
                  </a:cubicBezTo>
                  <a:cubicBezTo>
                    <a:pt x="2202338" y="1459230"/>
                    <a:pt x="2235675" y="1315403"/>
                    <a:pt x="2189955" y="1244918"/>
                  </a:cubicBezTo>
                  <a:cubicBezTo>
                    <a:pt x="2176620" y="1224915"/>
                    <a:pt x="2157570" y="1211580"/>
                    <a:pt x="2133758" y="1205865"/>
                  </a:cubicBezTo>
                  <a:cubicBezTo>
                    <a:pt x="2157570" y="1199198"/>
                    <a:pt x="2175668" y="1186815"/>
                    <a:pt x="2189003" y="1166813"/>
                  </a:cubicBezTo>
                  <a:cubicBezTo>
                    <a:pt x="2235675" y="1096328"/>
                    <a:pt x="2201385" y="952500"/>
                    <a:pt x="2173763" y="837248"/>
                  </a:cubicBezTo>
                  <a:cubicBezTo>
                    <a:pt x="2164238" y="796290"/>
                    <a:pt x="2154713" y="757238"/>
                    <a:pt x="2150903" y="727710"/>
                  </a:cubicBezTo>
                  <a:cubicBezTo>
                    <a:pt x="2149950" y="722948"/>
                    <a:pt x="2149950" y="717233"/>
                    <a:pt x="2148998" y="711518"/>
                  </a:cubicBezTo>
                  <a:cubicBezTo>
                    <a:pt x="2144235" y="676275"/>
                    <a:pt x="2138520" y="635318"/>
                    <a:pt x="2146140" y="610553"/>
                  </a:cubicBezTo>
                  <a:lnTo>
                    <a:pt x="2148998" y="602933"/>
                  </a:lnTo>
                  <a:lnTo>
                    <a:pt x="2141378" y="601028"/>
                  </a:lnTo>
                  <a:cubicBezTo>
                    <a:pt x="2115660" y="595313"/>
                    <a:pt x="2083275" y="570548"/>
                    <a:pt x="2054700" y="547688"/>
                  </a:cubicBezTo>
                  <a:cubicBezTo>
                    <a:pt x="2049938" y="543878"/>
                    <a:pt x="2046128" y="541020"/>
                    <a:pt x="2042318" y="538163"/>
                  </a:cubicBezTo>
                  <a:cubicBezTo>
                    <a:pt x="2019458" y="520065"/>
                    <a:pt x="1989930" y="492443"/>
                    <a:pt x="1959450" y="463868"/>
                  </a:cubicBezTo>
                  <a:cubicBezTo>
                    <a:pt x="1875630" y="384810"/>
                    <a:pt x="1770855" y="285750"/>
                    <a:pt x="1687035" y="285750"/>
                  </a:cubicBezTo>
                  <a:cubicBezTo>
                    <a:pt x="1685130" y="285750"/>
                    <a:pt x="1683225" y="285750"/>
                    <a:pt x="1681320" y="285750"/>
                  </a:cubicBezTo>
                  <a:cubicBezTo>
                    <a:pt x="1657508" y="286703"/>
                    <a:pt x="1636553" y="297180"/>
                    <a:pt x="1619408" y="314325"/>
                  </a:cubicBezTo>
                  <a:cubicBezTo>
                    <a:pt x="1626075" y="290513"/>
                    <a:pt x="1624170" y="267653"/>
                    <a:pt x="1612740" y="246698"/>
                  </a:cubicBezTo>
                  <a:cubicBezTo>
                    <a:pt x="1574640" y="171450"/>
                    <a:pt x="1433670" y="128588"/>
                    <a:pt x="1319370" y="95250"/>
                  </a:cubicBezTo>
                  <a:cubicBezTo>
                    <a:pt x="1278413" y="82868"/>
                    <a:pt x="1240313" y="71438"/>
                    <a:pt x="1213643" y="60008"/>
                  </a:cubicBezTo>
                  <a:cubicBezTo>
                    <a:pt x="1208880" y="58103"/>
                    <a:pt x="1204118" y="56197"/>
                    <a:pt x="1199355" y="54293"/>
                  </a:cubicBezTo>
                  <a:cubicBezTo>
                    <a:pt x="1166018" y="40958"/>
                    <a:pt x="1127918" y="25717"/>
                    <a:pt x="1109820" y="5715"/>
                  </a:cubicBezTo>
                  <a:lnTo>
                    <a:pt x="1106010" y="0"/>
                  </a:lnTo>
                  <a:lnTo>
                    <a:pt x="1100295" y="5715"/>
                  </a:lnTo>
                  <a:cubicBezTo>
                    <a:pt x="1082198" y="24765"/>
                    <a:pt x="1044098" y="40005"/>
                    <a:pt x="1010760" y="54293"/>
                  </a:cubicBezTo>
                  <a:cubicBezTo>
                    <a:pt x="1005998" y="56197"/>
                    <a:pt x="1001235" y="58103"/>
                    <a:pt x="996473" y="60008"/>
                  </a:cubicBezTo>
                  <a:cubicBezTo>
                    <a:pt x="969803" y="71438"/>
                    <a:pt x="930750" y="82868"/>
                    <a:pt x="890745" y="95250"/>
                  </a:cubicBezTo>
                  <a:cubicBezTo>
                    <a:pt x="777398" y="129540"/>
                    <a:pt x="636428" y="171450"/>
                    <a:pt x="598328" y="246698"/>
                  </a:cubicBezTo>
                  <a:cubicBezTo>
                    <a:pt x="587850" y="267653"/>
                    <a:pt x="585945" y="291465"/>
                    <a:pt x="592613" y="315278"/>
                  </a:cubicBezTo>
                  <a:cubicBezTo>
                    <a:pt x="575468" y="298133"/>
                    <a:pt x="554513" y="288608"/>
                    <a:pt x="530700" y="286703"/>
                  </a:cubicBezTo>
                  <a:cubicBezTo>
                    <a:pt x="445928" y="281940"/>
                    <a:pt x="339248" y="382905"/>
                    <a:pt x="252570" y="464820"/>
                  </a:cubicBezTo>
                  <a:cubicBezTo>
                    <a:pt x="222090" y="494348"/>
                    <a:pt x="192563" y="521018"/>
                    <a:pt x="169703" y="539115"/>
                  </a:cubicBezTo>
                  <a:cubicBezTo>
                    <a:pt x="165893" y="541973"/>
                    <a:pt x="161130" y="545783"/>
                    <a:pt x="157320" y="548640"/>
                  </a:cubicBezTo>
                  <a:cubicBezTo>
                    <a:pt x="128745" y="570548"/>
                    <a:pt x="96360" y="596265"/>
                    <a:pt x="70643" y="601980"/>
                  </a:cubicBezTo>
                  <a:lnTo>
                    <a:pt x="63023" y="603885"/>
                  </a:lnTo>
                  <a:lnTo>
                    <a:pt x="65880" y="611505"/>
                  </a:lnTo>
                  <a:cubicBezTo>
                    <a:pt x="73500" y="636270"/>
                    <a:pt x="67785" y="677228"/>
                    <a:pt x="63023" y="712470"/>
                  </a:cubicBezTo>
                  <a:cubicBezTo>
                    <a:pt x="62070" y="718185"/>
                    <a:pt x="61118" y="722948"/>
                    <a:pt x="61118" y="728663"/>
                  </a:cubicBezTo>
                  <a:cubicBezTo>
                    <a:pt x="57308" y="757238"/>
                    <a:pt x="47783" y="796290"/>
                    <a:pt x="38258" y="838200"/>
                  </a:cubicBezTo>
                  <a:cubicBezTo>
                    <a:pt x="10635" y="953453"/>
                    <a:pt x="-22702" y="1097280"/>
                    <a:pt x="23018" y="1167765"/>
                  </a:cubicBezTo>
                  <a:cubicBezTo>
                    <a:pt x="35400" y="1187768"/>
                    <a:pt x="53498" y="1201103"/>
                    <a:pt x="78263" y="1206818"/>
                  </a:cubicBezTo>
                  <a:close/>
                  <a:moveTo>
                    <a:pt x="1106963" y="193358"/>
                  </a:moveTo>
                  <a:cubicBezTo>
                    <a:pt x="1663223" y="193358"/>
                    <a:pt x="2115660" y="647700"/>
                    <a:pt x="2115660" y="1206818"/>
                  </a:cubicBezTo>
                  <a:cubicBezTo>
                    <a:pt x="2115660" y="1765935"/>
                    <a:pt x="1663223" y="2220278"/>
                    <a:pt x="1106963" y="2220278"/>
                  </a:cubicBezTo>
                  <a:cubicBezTo>
                    <a:pt x="550703" y="2220278"/>
                    <a:pt x="98265" y="1765935"/>
                    <a:pt x="98265" y="1206818"/>
                  </a:cubicBezTo>
                  <a:cubicBezTo>
                    <a:pt x="98265" y="647700"/>
                    <a:pt x="550703" y="193358"/>
                    <a:pt x="1106963" y="193358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481" name="Google Shape;481;p6"/>
            <p:cNvSpPr/>
            <p:nvPr/>
          </p:nvSpPr>
          <p:spPr bwMode="auto">
            <a:xfrm>
              <a:off x="5638798" y="3871913"/>
              <a:ext cx="916304" cy="45720"/>
            </a:xfrm>
            <a:custGeom>
              <a:avLst/>
              <a:gdLst/>
              <a:ahLst/>
              <a:cxnLst/>
              <a:rect l="l" t="t" r="r" b="b"/>
              <a:pathLst>
                <a:path w="916304" h="45720" fill="norm" stroke="1" extrusionOk="0">
                  <a:moveTo>
                    <a:pt x="90488" y="45720"/>
                  </a:moveTo>
                  <a:lnTo>
                    <a:pt x="825818" y="45720"/>
                  </a:lnTo>
                  <a:cubicBezTo>
                    <a:pt x="857250" y="32385"/>
                    <a:pt x="887730" y="17145"/>
                    <a:pt x="916305" y="0"/>
                  </a:cubicBezTo>
                  <a:lnTo>
                    <a:pt x="0" y="0"/>
                  </a:lnTo>
                  <a:cubicBezTo>
                    <a:pt x="28575" y="16192"/>
                    <a:pt x="59055" y="31433"/>
                    <a:pt x="90488" y="45720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482" name="Google Shape;482;p6"/>
            <p:cNvSpPr/>
            <p:nvPr/>
          </p:nvSpPr>
          <p:spPr bwMode="auto">
            <a:xfrm>
              <a:off x="5838827" y="3957637"/>
              <a:ext cx="516254" cy="36195"/>
            </a:xfrm>
            <a:custGeom>
              <a:avLst/>
              <a:gdLst/>
              <a:ahLst/>
              <a:cxnLst/>
              <a:rect l="l" t="t" r="r" b="b"/>
              <a:pathLst>
                <a:path w="516254" h="36195" fill="norm" stroke="1" extrusionOk="0">
                  <a:moveTo>
                    <a:pt x="258128" y="36195"/>
                  </a:moveTo>
                  <a:cubicBezTo>
                    <a:pt x="347663" y="36195"/>
                    <a:pt x="434340" y="23813"/>
                    <a:pt x="516255" y="0"/>
                  </a:cubicBezTo>
                  <a:lnTo>
                    <a:pt x="0" y="0"/>
                  </a:lnTo>
                  <a:cubicBezTo>
                    <a:pt x="81915" y="22860"/>
                    <a:pt x="168592" y="36195"/>
                    <a:pt x="258128" y="36195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483" name="Google Shape;483;p6"/>
            <p:cNvSpPr/>
            <p:nvPr/>
          </p:nvSpPr>
          <p:spPr bwMode="auto">
            <a:xfrm>
              <a:off x="6180769" y="3058476"/>
              <a:ext cx="205999" cy="305752"/>
            </a:xfrm>
            <a:custGeom>
              <a:avLst/>
              <a:gdLst/>
              <a:ahLst/>
              <a:cxnLst/>
              <a:rect l="l" t="t" r="r" b="b"/>
              <a:pathLst>
                <a:path w="205999" h="305752" fill="norm" stroke="1" extrusionOk="0">
                  <a:moveTo>
                    <a:pt x="140018" y="11430"/>
                  </a:moveTo>
                  <a:cubicBezTo>
                    <a:pt x="134303" y="5715"/>
                    <a:pt x="115253" y="0"/>
                    <a:pt x="92393" y="0"/>
                  </a:cubicBezTo>
                  <a:cubicBezTo>
                    <a:pt x="81915" y="0"/>
                    <a:pt x="72390" y="952"/>
                    <a:pt x="62865" y="3810"/>
                  </a:cubicBezTo>
                  <a:cubicBezTo>
                    <a:pt x="28575" y="12382"/>
                    <a:pt x="0" y="48577"/>
                    <a:pt x="0" y="66675"/>
                  </a:cubicBezTo>
                  <a:cubicBezTo>
                    <a:pt x="10478" y="80010"/>
                    <a:pt x="23813" y="94297"/>
                    <a:pt x="36195" y="106680"/>
                  </a:cubicBezTo>
                  <a:cubicBezTo>
                    <a:pt x="63818" y="133350"/>
                    <a:pt x="89535" y="160020"/>
                    <a:pt x="90488" y="196215"/>
                  </a:cubicBezTo>
                  <a:cubicBezTo>
                    <a:pt x="91440" y="213360"/>
                    <a:pt x="88583" y="228600"/>
                    <a:pt x="82868" y="243840"/>
                  </a:cubicBezTo>
                  <a:cubicBezTo>
                    <a:pt x="70485" y="276225"/>
                    <a:pt x="40958" y="295275"/>
                    <a:pt x="14288" y="305752"/>
                  </a:cubicBezTo>
                  <a:cubicBezTo>
                    <a:pt x="92393" y="301942"/>
                    <a:pt x="149543" y="284797"/>
                    <a:pt x="179070" y="253365"/>
                  </a:cubicBezTo>
                  <a:cubicBezTo>
                    <a:pt x="199073" y="233363"/>
                    <a:pt x="207645" y="206692"/>
                    <a:pt x="205740" y="174307"/>
                  </a:cubicBezTo>
                  <a:cubicBezTo>
                    <a:pt x="203835" y="152400"/>
                    <a:pt x="187643" y="130492"/>
                    <a:pt x="172403" y="108585"/>
                  </a:cubicBezTo>
                  <a:cubicBezTo>
                    <a:pt x="150495" y="79057"/>
                    <a:pt x="127635" y="47625"/>
                    <a:pt x="140018" y="11430"/>
                  </a:cubicBezTo>
                  <a:cubicBezTo>
                    <a:pt x="140970" y="11430"/>
                    <a:pt x="140018" y="11430"/>
                    <a:pt x="140018" y="11430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484" name="Google Shape;484;p6"/>
            <p:cNvSpPr/>
            <p:nvPr/>
          </p:nvSpPr>
          <p:spPr bwMode="auto">
            <a:xfrm>
              <a:off x="6236969" y="3089908"/>
              <a:ext cx="262116" cy="284797"/>
            </a:xfrm>
            <a:custGeom>
              <a:avLst/>
              <a:gdLst/>
              <a:ahLst/>
              <a:cxnLst/>
              <a:rect l="l" t="t" r="r" b="b"/>
              <a:pathLst>
                <a:path w="262116" h="284797" fill="norm" stroke="1" extrusionOk="0">
                  <a:moveTo>
                    <a:pt x="190500" y="0"/>
                  </a:moveTo>
                  <a:cubicBezTo>
                    <a:pt x="178117" y="0"/>
                    <a:pt x="160020" y="953"/>
                    <a:pt x="142875" y="7620"/>
                  </a:cubicBezTo>
                  <a:cubicBezTo>
                    <a:pt x="121920" y="15240"/>
                    <a:pt x="109538" y="22860"/>
                    <a:pt x="104775" y="30480"/>
                  </a:cubicBezTo>
                  <a:cubicBezTo>
                    <a:pt x="111442" y="42863"/>
                    <a:pt x="120015" y="56198"/>
                    <a:pt x="129540" y="67628"/>
                  </a:cubicBezTo>
                  <a:cubicBezTo>
                    <a:pt x="146685" y="90488"/>
                    <a:pt x="163830" y="114300"/>
                    <a:pt x="165735" y="140970"/>
                  </a:cubicBezTo>
                  <a:cubicBezTo>
                    <a:pt x="168592" y="178118"/>
                    <a:pt x="158115" y="208598"/>
                    <a:pt x="135255" y="231458"/>
                  </a:cubicBezTo>
                  <a:cubicBezTo>
                    <a:pt x="107633" y="260033"/>
                    <a:pt x="61913" y="278130"/>
                    <a:pt x="0" y="284798"/>
                  </a:cubicBezTo>
                  <a:cubicBezTo>
                    <a:pt x="4763" y="284798"/>
                    <a:pt x="8572" y="284798"/>
                    <a:pt x="13335" y="284798"/>
                  </a:cubicBezTo>
                  <a:cubicBezTo>
                    <a:pt x="105727" y="284798"/>
                    <a:pt x="180975" y="263843"/>
                    <a:pt x="223838" y="225743"/>
                  </a:cubicBezTo>
                  <a:cubicBezTo>
                    <a:pt x="250508" y="201930"/>
                    <a:pt x="263842" y="173355"/>
                    <a:pt x="261938" y="140970"/>
                  </a:cubicBezTo>
                  <a:cubicBezTo>
                    <a:pt x="260985" y="119063"/>
                    <a:pt x="248602" y="101918"/>
                    <a:pt x="237172" y="84773"/>
                  </a:cubicBezTo>
                  <a:cubicBezTo>
                    <a:pt x="220980" y="61913"/>
                    <a:pt x="202883" y="36195"/>
                    <a:pt x="222885" y="953"/>
                  </a:cubicBezTo>
                  <a:cubicBezTo>
                    <a:pt x="216217" y="1905"/>
                    <a:pt x="204788" y="0"/>
                    <a:pt x="190500" y="0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485" name="Google Shape;485;p6"/>
            <p:cNvSpPr/>
            <p:nvPr/>
          </p:nvSpPr>
          <p:spPr bwMode="auto">
            <a:xfrm>
              <a:off x="5940556" y="3035616"/>
              <a:ext cx="315693" cy="330517"/>
            </a:xfrm>
            <a:custGeom>
              <a:avLst/>
              <a:gdLst/>
              <a:ahLst/>
              <a:cxnLst/>
              <a:rect l="l" t="t" r="r" b="b"/>
              <a:pathLst>
                <a:path w="315693" h="330517" fill="norm" stroke="1" extrusionOk="0">
                  <a:moveTo>
                    <a:pt x="308793" y="260985"/>
                  </a:moveTo>
                  <a:cubicBezTo>
                    <a:pt x="314507" y="247650"/>
                    <a:pt x="316412" y="234315"/>
                    <a:pt x="315460" y="219075"/>
                  </a:cubicBezTo>
                  <a:cubicBezTo>
                    <a:pt x="313555" y="188595"/>
                    <a:pt x="290695" y="163830"/>
                    <a:pt x="265930" y="140017"/>
                  </a:cubicBezTo>
                  <a:cubicBezTo>
                    <a:pt x="257357" y="131445"/>
                    <a:pt x="212590" y="87630"/>
                    <a:pt x="196398" y="49530"/>
                  </a:cubicBezTo>
                  <a:lnTo>
                    <a:pt x="193540" y="43815"/>
                  </a:lnTo>
                  <a:cubicBezTo>
                    <a:pt x="183062" y="16192"/>
                    <a:pt x="175443" y="0"/>
                    <a:pt x="157345" y="0"/>
                  </a:cubicBezTo>
                  <a:cubicBezTo>
                    <a:pt x="140200" y="0"/>
                    <a:pt x="131628" y="18098"/>
                    <a:pt x="120198" y="45720"/>
                  </a:cubicBezTo>
                  <a:cubicBezTo>
                    <a:pt x="119245" y="46673"/>
                    <a:pt x="89718" y="102870"/>
                    <a:pt x="46855" y="143828"/>
                  </a:cubicBezTo>
                  <a:cubicBezTo>
                    <a:pt x="22090" y="166688"/>
                    <a:pt x="1135" y="190500"/>
                    <a:pt x="182" y="220028"/>
                  </a:cubicBezTo>
                  <a:cubicBezTo>
                    <a:pt x="-770" y="234315"/>
                    <a:pt x="2087" y="247650"/>
                    <a:pt x="6850" y="261938"/>
                  </a:cubicBezTo>
                  <a:cubicBezTo>
                    <a:pt x="24948" y="309563"/>
                    <a:pt x="94480" y="330517"/>
                    <a:pt x="155440" y="330517"/>
                  </a:cubicBezTo>
                  <a:lnTo>
                    <a:pt x="158298" y="330517"/>
                  </a:lnTo>
                  <a:lnTo>
                    <a:pt x="158298" y="330517"/>
                  </a:lnTo>
                  <a:lnTo>
                    <a:pt x="158298" y="330517"/>
                  </a:lnTo>
                  <a:lnTo>
                    <a:pt x="161155" y="330517"/>
                  </a:lnTo>
                  <a:cubicBezTo>
                    <a:pt x="221162" y="329565"/>
                    <a:pt x="290695" y="308610"/>
                    <a:pt x="308793" y="260985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486" name="Google Shape;486;p6"/>
            <p:cNvSpPr/>
            <p:nvPr/>
          </p:nvSpPr>
          <p:spPr bwMode="auto">
            <a:xfrm>
              <a:off x="5809991" y="3058476"/>
              <a:ext cx="205999" cy="305752"/>
            </a:xfrm>
            <a:custGeom>
              <a:avLst/>
              <a:gdLst/>
              <a:ahLst/>
              <a:cxnLst/>
              <a:rect l="l" t="t" r="r" b="b"/>
              <a:pathLst>
                <a:path w="205999" h="305752" fill="norm" stroke="1" extrusionOk="0">
                  <a:moveTo>
                    <a:pt x="259" y="174307"/>
                  </a:moveTo>
                  <a:cubicBezTo>
                    <a:pt x="-1646" y="206692"/>
                    <a:pt x="6927" y="233363"/>
                    <a:pt x="26929" y="253365"/>
                  </a:cubicBezTo>
                  <a:cubicBezTo>
                    <a:pt x="56457" y="283845"/>
                    <a:pt x="113607" y="301942"/>
                    <a:pt x="191712" y="305752"/>
                  </a:cubicBezTo>
                  <a:cubicBezTo>
                    <a:pt x="165042" y="295275"/>
                    <a:pt x="135514" y="276225"/>
                    <a:pt x="123132" y="243840"/>
                  </a:cubicBezTo>
                  <a:cubicBezTo>
                    <a:pt x="117417" y="228600"/>
                    <a:pt x="114559" y="212407"/>
                    <a:pt x="115512" y="196215"/>
                  </a:cubicBezTo>
                  <a:cubicBezTo>
                    <a:pt x="117417" y="160020"/>
                    <a:pt x="142182" y="133350"/>
                    <a:pt x="169804" y="106680"/>
                  </a:cubicBezTo>
                  <a:cubicBezTo>
                    <a:pt x="182187" y="94297"/>
                    <a:pt x="195522" y="80010"/>
                    <a:pt x="205999" y="66675"/>
                  </a:cubicBezTo>
                  <a:cubicBezTo>
                    <a:pt x="205999" y="48577"/>
                    <a:pt x="177424" y="12382"/>
                    <a:pt x="143134" y="3810"/>
                  </a:cubicBezTo>
                  <a:cubicBezTo>
                    <a:pt x="133609" y="1905"/>
                    <a:pt x="124084" y="0"/>
                    <a:pt x="113607" y="0"/>
                  </a:cubicBezTo>
                  <a:cubicBezTo>
                    <a:pt x="90747" y="0"/>
                    <a:pt x="71697" y="5715"/>
                    <a:pt x="65982" y="11430"/>
                  </a:cubicBezTo>
                  <a:cubicBezTo>
                    <a:pt x="65982" y="11430"/>
                    <a:pt x="65029" y="12382"/>
                    <a:pt x="65029" y="12382"/>
                  </a:cubicBezTo>
                  <a:cubicBezTo>
                    <a:pt x="78364" y="48577"/>
                    <a:pt x="55504" y="79057"/>
                    <a:pt x="33597" y="109538"/>
                  </a:cubicBezTo>
                  <a:cubicBezTo>
                    <a:pt x="18357" y="130492"/>
                    <a:pt x="2164" y="152400"/>
                    <a:pt x="259" y="174307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487" name="Google Shape;487;p6"/>
            <p:cNvSpPr/>
            <p:nvPr/>
          </p:nvSpPr>
          <p:spPr bwMode="auto">
            <a:xfrm>
              <a:off x="5698627" y="3091815"/>
              <a:ext cx="262116" cy="284797"/>
            </a:xfrm>
            <a:custGeom>
              <a:avLst/>
              <a:gdLst/>
              <a:ahLst/>
              <a:cxnLst/>
              <a:rect l="l" t="t" r="r" b="b"/>
              <a:pathLst>
                <a:path w="262116" h="284797" fill="norm" stroke="1" extrusionOk="0">
                  <a:moveTo>
                    <a:pt x="179" y="140970"/>
                  </a:moveTo>
                  <a:cubicBezTo>
                    <a:pt x="-1726" y="173355"/>
                    <a:pt x="11609" y="201930"/>
                    <a:pt x="38279" y="225742"/>
                  </a:cubicBezTo>
                  <a:cubicBezTo>
                    <a:pt x="81142" y="263842"/>
                    <a:pt x="156389" y="284797"/>
                    <a:pt x="248781" y="284797"/>
                  </a:cubicBezTo>
                  <a:cubicBezTo>
                    <a:pt x="253544" y="284797"/>
                    <a:pt x="257354" y="284797"/>
                    <a:pt x="262117" y="284797"/>
                  </a:cubicBezTo>
                  <a:cubicBezTo>
                    <a:pt x="199252" y="277177"/>
                    <a:pt x="154484" y="259080"/>
                    <a:pt x="126862" y="231457"/>
                  </a:cubicBezTo>
                  <a:cubicBezTo>
                    <a:pt x="104002" y="207645"/>
                    <a:pt x="93524" y="177165"/>
                    <a:pt x="96382" y="140970"/>
                  </a:cubicBezTo>
                  <a:cubicBezTo>
                    <a:pt x="98287" y="114300"/>
                    <a:pt x="115432" y="90488"/>
                    <a:pt x="132577" y="67627"/>
                  </a:cubicBezTo>
                  <a:cubicBezTo>
                    <a:pt x="142102" y="55245"/>
                    <a:pt x="150674" y="42863"/>
                    <a:pt x="157342" y="30480"/>
                  </a:cubicBezTo>
                  <a:cubicBezTo>
                    <a:pt x="152579" y="21907"/>
                    <a:pt x="140197" y="14288"/>
                    <a:pt x="119242" y="7620"/>
                  </a:cubicBezTo>
                  <a:cubicBezTo>
                    <a:pt x="102097" y="1905"/>
                    <a:pt x="83047" y="0"/>
                    <a:pt x="71617" y="0"/>
                  </a:cubicBezTo>
                  <a:cubicBezTo>
                    <a:pt x="57329" y="0"/>
                    <a:pt x="45899" y="1905"/>
                    <a:pt x="40184" y="3810"/>
                  </a:cubicBezTo>
                  <a:cubicBezTo>
                    <a:pt x="61139" y="39052"/>
                    <a:pt x="42089" y="64770"/>
                    <a:pt x="25897" y="87630"/>
                  </a:cubicBezTo>
                  <a:cubicBezTo>
                    <a:pt x="13514" y="101917"/>
                    <a:pt x="2084" y="119063"/>
                    <a:pt x="179" y="140970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488" name="Google Shape;488;p6"/>
            <p:cNvSpPr/>
            <p:nvPr/>
          </p:nvSpPr>
          <p:spPr bwMode="auto">
            <a:xfrm>
              <a:off x="5791200" y="3389944"/>
              <a:ext cx="150495" cy="61912"/>
            </a:xfrm>
            <a:custGeom>
              <a:avLst/>
              <a:gdLst/>
              <a:ahLst/>
              <a:cxnLst/>
              <a:rect l="l" t="t" r="r" b="b"/>
              <a:pathLst>
                <a:path w="150495" h="61912" fill="norm" stroke="1" extrusionOk="0">
                  <a:moveTo>
                    <a:pt x="122873" y="25718"/>
                  </a:moveTo>
                  <a:cubicBezTo>
                    <a:pt x="126683" y="23813"/>
                    <a:pt x="129540" y="21908"/>
                    <a:pt x="131445" y="20003"/>
                  </a:cubicBezTo>
                  <a:cubicBezTo>
                    <a:pt x="137160" y="16193"/>
                    <a:pt x="140970" y="12383"/>
                    <a:pt x="144780" y="8573"/>
                  </a:cubicBezTo>
                  <a:cubicBezTo>
                    <a:pt x="146685" y="6668"/>
                    <a:pt x="148590" y="4763"/>
                    <a:pt x="150495" y="2858"/>
                  </a:cubicBezTo>
                  <a:cubicBezTo>
                    <a:pt x="132398" y="2858"/>
                    <a:pt x="115252" y="1905"/>
                    <a:pt x="98108" y="0"/>
                  </a:cubicBezTo>
                  <a:lnTo>
                    <a:pt x="98108" y="0"/>
                  </a:lnTo>
                  <a:cubicBezTo>
                    <a:pt x="96202" y="0"/>
                    <a:pt x="95250" y="953"/>
                    <a:pt x="94298" y="1905"/>
                  </a:cubicBezTo>
                  <a:cubicBezTo>
                    <a:pt x="92392" y="3810"/>
                    <a:pt x="89535" y="5715"/>
                    <a:pt x="87630" y="7620"/>
                  </a:cubicBezTo>
                  <a:cubicBezTo>
                    <a:pt x="73342" y="20003"/>
                    <a:pt x="49530" y="40005"/>
                    <a:pt x="1905" y="40005"/>
                  </a:cubicBezTo>
                  <a:lnTo>
                    <a:pt x="0" y="40005"/>
                  </a:lnTo>
                  <a:cubicBezTo>
                    <a:pt x="16192" y="48578"/>
                    <a:pt x="53340" y="60960"/>
                    <a:pt x="92392" y="61913"/>
                  </a:cubicBezTo>
                  <a:lnTo>
                    <a:pt x="92392" y="61913"/>
                  </a:lnTo>
                  <a:cubicBezTo>
                    <a:pt x="96202" y="61913"/>
                    <a:pt x="97155" y="60960"/>
                    <a:pt x="97155" y="59055"/>
                  </a:cubicBezTo>
                  <a:cubicBezTo>
                    <a:pt x="97155" y="56198"/>
                    <a:pt x="97155" y="54293"/>
                    <a:pt x="97155" y="52388"/>
                  </a:cubicBezTo>
                  <a:cubicBezTo>
                    <a:pt x="100013" y="40005"/>
                    <a:pt x="110490" y="33338"/>
                    <a:pt x="122873" y="25718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489" name="Google Shape;489;p6"/>
            <p:cNvSpPr/>
            <p:nvPr/>
          </p:nvSpPr>
          <p:spPr bwMode="auto">
            <a:xfrm>
              <a:off x="5904547" y="3388996"/>
              <a:ext cx="103822" cy="80962"/>
            </a:xfrm>
            <a:custGeom>
              <a:avLst/>
              <a:gdLst/>
              <a:ahLst/>
              <a:cxnLst/>
              <a:rect l="l" t="t" r="r" b="b"/>
              <a:pathLst>
                <a:path w="103822" h="80962" fill="norm" stroke="1" extrusionOk="0">
                  <a:moveTo>
                    <a:pt x="68580" y="80963"/>
                  </a:moveTo>
                  <a:cubicBezTo>
                    <a:pt x="78105" y="80963"/>
                    <a:pt x="87630" y="80010"/>
                    <a:pt x="94298" y="77152"/>
                  </a:cubicBezTo>
                  <a:cubicBezTo>
                    <a:pt x="99060" y="75247"/>
                    <a:pt x="102870" y="73342"/>
                    <a:pt x="103823" y="71438"/>
                  </a:cubicBezTo>
                  <a:cubicBezTo>
                    <a:pt x="101918" y="69533"/>
                    <a:pt x="100965" y="67627"/>
                    <a:pt x="99060" y="65722"/>
                  </a:cubicBezTo>
                  <a:cubicBezTo>
                    <a:pt x="88582" y="48577"/>
                    <a:pt x="81915" y="21908"/>
                    <a:pt x="101918" y="952"/>
                  </a:cubicBezTo>
                  <a:cubicBezTo>
                    <a:pt x="101918" y="952"/>
                    <a:pt x="101918" y="952"/>
                    <a:pt x="102870" y="0"/>
                  </a:cubicBezTo>
                  <a:cubicBezTo>
                    <a:pt x="97155" y="952"/>
                    <a:pt x="90487" y="952"/>
                    <a:pt x="84773" y="952"/>
                  </a:cubicBezTo>
                  <a:cubicBezTo>
                    <a:pt x="55245" y="4763"/>
                    <a:pt x="49530" y="10477"/>
                    <a:pt x="42862" y="19050"/>
                  </a:cubicBezTo>
                  <a:cubicBezTo>
                    <a:pt x="39052" y="22860"/>
                    <a:pt x="34290" y="27622"/>
                    <a:pt x="27623" y="33338"/>
                  </a:cubicBezTo>
                  <a:cubicBezTo>
                    <a:pt x="24765" y="35242"/>
                    <a:pt x="21907" y="37147"/>
                    <a:pt x="19050" y="39052"/>
                  </a:cubicBezTo>
                  <a:cubicBezTo>
                    <a:pt x="9525" y="44767"/>
                    <a:pt x="952" y="50483"/>
                    <a:pt x="0" y="55245"/>
                  </a:cubicBezTo>
                  <a:cubicBezTo>
                    <a:pt x="0" y="57150"/>
                    <a:pt x="0" y="58102"/>
                    <a:pt x="1905" y="60960"/>
                  </a:cubicBezTo>
                  <a:cubicBezTo>
                    <a:pt x="8573" y="71438"/>
                    <a:pt x="39052" y="80963"/>
                    <a:pt x="68580" y="80963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490" name="Google Shape;490;p6"/>
            <p:cNvSpPr/>
            <p:nvPr/>
          </p:nvSpPr>
          <p:spPr bwMode="auto">
            <a:xfrm>
              <a:off x="6010119" y="3382326"/>
              <a:ext cx="179377" cy="129539"/>
            </a:xfrm>
            <a:custGeom>
              <a:avLst/>
              <a:gdLst/>
              <a:ahLst/>
              <a:cxnLst/>
              <a:rect l="l" t="t" r="r" b="b"/>
              <a:pathLst>
                <a:path w="179377" h="129539" fill="norm" stroke="1" extrusionOk="0">
                  <a:moveTo>
                    <a:pt x="88736" y="0"/>
                  </a:moveTo>
                  <a:lnTo>
                    <a:pt x="88736" y="0"/>
                  </a:lnTo>
                  <a:lnTo>
                    <a:pt x="87784" y="0"/>
                  </a:lnTo>
                  <a:cubicBezTo>
                    <a:pt x="44921" y="0"/>
                    <a:pt x="20156" y="5715"/>
                    <a:pt x="8726" y="19050"/>
                  </a:cubicBezTo>
                  <a:cubicBezTo>
                    <a:pt x="-4609" y="33338"/>
                    <a:pt x="-799" y="52388"/>
                    <a:pt x="7774" y="64770"/>
                  </a:cubicBezTo>
                  <a:cubicBezTo>
                    <a:pt x="9679" y="67627"/>
                    <a:pt x="11584" y="70485"/>
                    <a:pt x="14441" y="72390"/>
                  </a:cubicBezTo>
                  <a:lnTo>
                    <a:pt x="16346" y="74295"/>
                  </a:lnTo>
                  <a:cubicBezTo>
                    <a:pt x="23014" y="79057"/>
                    <a:pt x="30634" y="81915"/>
                    <a:pt x="38254" y="84772"/>
                  </a:cubicBezTo>
                  <a:cubicBezTo>
                    <a:pt x="56351" y="91440"/>
                    <a:pt x="76354" y="99060"/>
                    <a:pt x="89689" y="129540"/>
                  </a:cubicBezTo>
                  <a:cubicBezTo>
                    <a:pt x="103024" y="98107"/>
                    <a:pt x="123026" y="91440"/>
                    <a:pt x="141124" y="84772"/>
                  </a:cubicBezTo>
                  <a:cubicBezTo>
                    <a:pt x="148744" y="81915"/>
                    <a:pt x="156364" y="79057"/>
                    <a:pt x="163031" y="74295"/>
                  </a:cubicBezTo>
                  <a:lnTo>
                    <a:pt x="164936" y="72390"/>
                  </a:lnTo>
                  <a:cubicBezTo>
                    <a:pt x="167794" y="70485"/>
                    <a:pt x="169699" y="67627"/>
                    <a:pt x="171604" y="64770"/>
                  </a:cubicBezTo>
                  <a:cubicBezTo>
                    <a:pt x="180176" y="52388"/>
                    <a:pt x="183986" y="33338"/>
                    <a:pt x="170651" y="19050"/>
                  </a:cubicBezTo>
                  <a:cubicBezTo>
                    <a:pt x="157316" y="5715"/>
                    <a:pt x="131599" y="0"/>
                    <a:pt x="88736" y="0"/>
                  </a:cubicBezTo>
                  <a:lnTo>
                    <a:pt x="88736" y="0"/>
                  </a:ln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491" name="Google Shape;491;p6"/>
            <p:cNvSpPr/>
            <p:nvPr/>
          </p:nvSpPr>
          <p:spPr bwMode="auto">
            <a:xfrm>
              <a:off x="6188393" y="3388996"/>
              <a:ext cx="104775" cy="81913"/>
            </a:xfrm>
            <a:custGeom>
              <a:avLst/>
              <a:gdLst/>
              <a:ahLst/>
              <a:cxnLst/>
              <a:rect l="l" t="t" r="r" b="b"/>
              <a:pathLst>
                <a:path w="104775" h="81914" fill="norm" stroke="1" extrusionOk="0">
                  <a:moveTo>
                    <a:pt x="0" y="72390"/>
                  </a:moveTo>
                  <a:cubicBezTo>
                    <a:pt x="1905" y="74295"/>
                    <a:pt x="4763" y="77152"/>
                    <a:pt x="9525" y="78105"/>
                  </a:cubicBezTo>
                  <a:cubicBezTo>
                    <a:pt x="16192" y="80010"/>
                    <a:pt x="24765" y="81915"/>
                    <a:pt x="35242" y="81915"/>
                  </a:cubicBezTo>
                  <a:cubicBezTo>
                    <a:pt x="64770" y="81915"/>
                    <a:pt x="95250" y="72390"/>
                    <a:pt x="102870" y="60960"/>
                  </a:cubicBezTo>
                  <a:cubicBezTo>
                    <a:pt x="104775" y="59055"/>
                    <a:pt x="104775" y="57150"/>
                    <a:pt x="104775" y="55245"/>
                  </a:cubicBezTo>
                  <a:cubicBezTo>
                    <a:pt x="103823" y="50483"/>
                    <a:pt x="95250" y="44767"/>
                    <a:pt x="85725" y="39052"/>
                  </a:cubicBezTo>
                  <a:cubicBezTo>
                    <a:pt x="82867" y="37147"/>
                    <a:pt x="80010" y="35242"/>
                    <a:pt x="77153" y="33338"/>
                  </a:cubicBezTo>
                  <a:cubicBezTo>
                    <a:pt x="69533" y="28575"/>
                    <a:pt x="65723" y="23813"/>
                    <a:pt x="61913" y="19050"/>
                  </a:cubicBezTo>
                  <a:cubicBezTo>
                    <a:pt x="54292" y="11430"/>
                    <a:pt x="48578" y="4763"/>
                    <a:pt x="20003" y="952"/>
                  </a:cubicBezTo>
                  <a:cubicBezTo>
                    <a:pt x="14288" y="952"/>
                    <a:pt x="8573" y="0"/>
                    <a:pt x="1905" y="0"/>
                  </a:cubicBezTo>
                  <a:cubicBezTo>
                    <a:pt x="1905" y="0"/>
                    <a:pt x="1905" y="0"/>
                    <a:pt x="2858" y="952"/>
                  </a:cubicBezTo>
                  <a:cubicBezTo>
                    <a:pt x="21908" y="21908"/>
                    <a:pt x="16192" y="49530"/>
                    <a:pt x="5715" y="65722"/>
                  </a:cubicBezTo>
                  <a:cubicBezTo>
                    <a:pt x="3810" y="67627"/>
                    <a:pt x="1905" y="70485"/>
                    <a:pt x="0" y="72390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492" name="Google Shape;492;p6"/>
            <p:cNvSpPr/>
            <p:nvPr/>
          </p:nvSpPr>
          <p:spPr bwMode="auto">
            <a:xfrm>
              <a:off x="6255066" y="3388042"/>
              <a:ext cx="150495" cy="61912"/>
            </a:xfrm>
            <a:custGeom>
              <a:avLst/>
              <a:gdLst/>
              <a:ahLst/>
              <a:cxnLst/>
              <a:rect l="l" t="t" r="r" b="b"/>
              <a:pathLst>
                <a:path w="150495" h="61912" fill="norm" stroke="1" extrusionOk="0">
                  <a:moveTo>
                    <a:pt x="58103" y="61913"/>
                  </a:moveTo>
                  <a:lnTo>
                    <a:pt x="58103" y="61913"/>
                  </a:lnTo>
                  <a:cubicBezTo>
                    <a:pt x="97155" y="61913"/>
                    <a:pt x="135255" y="49530"/>
                    <a:pt x="150495" y="40005"/>
                  </a:cubicBezTo>
                  <a:lnTo>
                    <a:pt x="148590" y="40005"/>
                  </a:lnTo>
                  <a:cubicBezTo>
                    <a:pt x="100965" y="40005"/>
                    <a:pt x="77153" y="20003"/>
                    <a:pt x="62865" y="7620"/>
                  </a:cubicBezTo>
                  <a:cubicBezTo>
                    <a:pt x="60960" y="5715"/>
                    <a:pt x="58103" y="3810"/>
                    <a:pt x="56198" y="1905"/>
                  </a:cubicBezTo>
                  <a:cubicBezTo>
                    <a:pt x="55245" y="953"/>
                    <a:pt x="54292" y="953"/>
                    <a:pt x="52388" y="0"/>
                  </a:cubicBezTo>
                  <a:lnTo>
                    <a:pt x="52388" y="0"/>
                  </a:lnTo>
                  <a:cubicBezTo>
                    <a:pt x="35242" y="1905"/>
                    <a:pt x="17145" y="2858"/>
                    <a:pt x="0" y="2858"/>
                  </a:cubicBezTo>
                  <a:cubicBezTo>
                    <a:pt x="1905" y="4763"/>
                    <a:pt x="3810" y="6667"/>
                    <a:pt x="5715" y="8573"/>
                  </a:cubicBezTo>
                  <a:cubicBezTo>
                    <a:pt x="9525" y="12383"/>
                    <a:pt x="12383" y="16192"/>
                    <a:pt x="19050" y="20003"/>
                  </a:cubicBezTo>
                  <a:cubicBezTo>
                    <a:pt x="21908" y="21908"/>
                    <a:pt x="24765" y="23813"/>
                    <a:pt x="27623" y="25717"/>
                  </a:cubicBezTo>
                  <a:cubicBezTo>
                    <a:pt x="40005" y="33338"/>
                    <a:pt x="50483" y="40005"/>
                    <a:pt x="52388" y="51435"/>
                  </a:cubicBezTo>
                  <a:cubicBezTo>
                    <a:pt x="52388" y="53340"/>
                    <a:pt x="53340" y="56198"/>
                    <a:pt x="52388" y="58103"/>
                  </a:cubicBezTo>
                  <a:cubicBezTo>
                    <a:pt x="53340" y="60960"/>
                    <a:pt x="54292" y="61913"/>
                    <a:pt x="58103" y="61913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493" name="Google Shape;493;p6"/>
            <p:cNvSpPr/>
            <p:nvPr/>
          </p:nvSpPr>
          <p:spPr bwMode="auto">
            <a:xfrm>
              <a:off x="5622573" y="3664502"/>
              <a:ext cx="433339" cy="150232"/>
            </a:xfrm>
            <a:custGeom>
              <a:avLst/>
              <a:gdLst/>
              <a:ahLst/>
              <a:cxnLst/>
              <a:rect l="l" t="t" r="r" b="b"/>
              <a:pathLst>
                <a:path w="433339" h="150232" fill="norm" stroke="1" extrusionOk="0">
                  <a:moveTo>
                    <a:pt x="281020" y="82629"/>
                  </a:moveTo>
                  <a:cubicBezTo>
                    <a:pt x="285782" y="84534"/>
                    <a:pt x="349600" y="103584"/>
                    <a:pt x="361982" y="104537"/>
                  </a:cubicBezTo>
                  <a:cubicBezTo>
                    <a:pt x="382937" y="107394"/>
                    <a:pt x="404845" y="106442"/>
                    <a:pt x="421037" y="92154"/>
                  </a:cubicBezTo>
                  <a:cubicBezTo>
                    <a:pt x="421990" y="91202"/>
                    <a:pt x="422942" y="90249"/>
                    <a:pt x="424847" y="89297"/>
                  </a:cubicBezTo>
                  <a:cubicBezTo>
                    <a:pt x="427705" y="85487"/>
                    <a:pt x="430562" y="82629"/>
                    <a:pt x="431515" y="78819"/>
                  </a:cubicBezTo>
                  <a:cubicBezTo>
                    <a:pt x="440087" y="56912"/>
                    <a:pt x="419132" y="30242"/>
                    <a:pt x="354362" y="15002"/>
                  </a:cubicBezTo>
                  <a:cubicBezTo>
                    <a:pt x="274352" y="-4048"/>
                    <a:pt x="153385" y="-6906"/>
                    <a:pt x="67660" y="17859"/>
                  </a:cubicBezTo>
                  <a:cubicBezTo>
                    <a:pt x="19082" y="32147"/>
                    <a:pt x="-920" y="52149"/>
                    <a:pt x="32" y="72152"/>
                  </a:cubicBezTo>
                  <a:cubicBezTo>
                    <a:pt x="32" y="77867"/>
                    <a:pt x="1937" y="82629"/>
                    <a:pt x="4795" y="88344"/>
                  </a:cubicBezTo>
                  <a:lnTo>
                    <a:pt x="4795" y="88344"/>
                  </a:lnTo>
                  <a:cubicBezTo>
                    <a:pt x="10510" y="97869"/>
                    <a:pt x="20035" y="107394"/>
                    <a:pt x="33370" y="115014"/>
                  </a:cubicBezTo>
                  <a:cubicBezTo>
                    <a:pt x="40037" y="118824"/>
                    <a:pt x="46705" y="122634"/>
                    <a:pt x="55277" y="125492"/>
                  </a:cubicBezTo>
                  <a:lnTo>
                    <a:pt x="55277" y="125492"/>
                  </a:lnTo>
                  <a:cubicBezTo>
                    <a:pt x="69565" y="131207"/>
                    <a:pt x="84805" y="135969"/>
                    <a:pt x="102902" y="138827"/>
                  </a:cubicBezTo>
                  <a:cubicBezTo>
                    <a:pt x="150527" y="148352"/>
                    <a:pt x="208630" y="152162"/>
                    <a:pt x="258160" y="149304"/>
                  </a:cubicBezTo>
                  <a:cubicBezTo>
                    <a:pt x="330550" y="145494"/>
                    <a:pt x="324835" y="123587"/>
                    <a:pt x="309595" y="114062"/>
                  </a:cubicBezTo>
                  <a:cubicBezTo>
                    <a:pt x="305785" y="112157"/>
                    <a:pt x="287687" y="102632"/>
                    <a:pt x="275305" y="93107"/>
                  </a:cubicBezTo>
                  <a:cubicBezTo>
                    <a:pt x="264827" y="86439"/>
                    <a:pt x="271495" y="78819"/>
                    <a:pt x="281020" y="82629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494" name="Google Shape;494;p6"/>
            <p:cNvSpPr/>
            <p:nvPr/>
          </p:nvSpPr>
          <p:spPr bwMode="auto">
            <a:xfrm>
              <a:off x="5892166" y="3782374"/>
              <a:ext cx="786764" cy="50482"/>
            </a:xfrm>
            <a:custGeom>
              <a:avLst/>
              <a:gdLst/>
              <a:ahLst/>
              <a:cxnLst/>
              <a:rect l="l" t="t" r="r" b="b"/>
              <a:pathLst>
                <a:path w="786764" h="50482" fill="norm" stroke="1" extrusionOk="0">
                  <a:moveTo>
                    <a:pt x="64770" y="0"/>
                  </a:moveTo>
                  <a:cubicBezTo>
                    <a:pt x="65723" y="952"/>
                    <a:pt x="65723" y="2857"/>
                    <a:pt x="65723" y="4763"/>
                  </a:cubicBezTo>
                  <a:cubicBezTo>
                    <a:pt x="66675" y="8572"/>
                    <a:pt x="66675" y="13335"/>
                    <a:pt x="65723" y="17145"/>
                  </a:cubicBezTo>
                  <a:cubicBezTo>
                    <a:pt x="60007" y="40957"/>
                    <a:pt x="28575" y="47625"/>
                    <a:pt x="0" y="50482"/>
                  </a:cubicBezTo>
                  <a:lnTo>
                    <a:pt x="725805" y="50482"/>
                  </a:lnTo>
                  <a:cubicBezTo>
                    <a:pt x="746760" y="36195"/>
                    <a:pt x="766763" y="20955"/>
                    <a:pt x="786765" y="4763"/>
                  </a:cubicBezTo>
                  <a:lnTo>
                    <a:pt x="81915" y="4763"/>
                  </a:lnTo>
                  <a:cubicBezTo>
                    <a:pt x="78105" y="2857"/>
                    <a:pt x="72390" y="1905"/>
                    <a:pt x="64770" y="0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495" name="Google Shape;495;p6"/>
            <p:cNvSpPr/>
            <p:nvPr/>
          </p:nvSpPr>
          <p:spPr bwMode="auto">
            <a:xfrm>
              <a:off x="5514024" y="3787137"/>
              <a:ext cx="279082" cy="45719"/>
            </a:xfrm>
            <a:custGeom>
              <a:avLst/>
              <a:gdLst/>
              <a:ahLst/>
              <a:cxnLst/>
              <a:rect l="l" t="t" r="r" b="b"/>
              <a:pathLst>
                <a:path w="279082" h="45719" fill="norm" stroke="1" extrusionOk="0">
                  <a:moveTo>
                    <a:pt x="206692" y="35242"/>
                  </a:moveTo>
                  <a:cubicBezTo>
                    <a:pt x="187642" y="31432"/>
                    <a:pt x="171450" y="26670"/>
                    <a:pt x="157163" y="20955"/>
                  </a:cubicBezTo>
                  <a:lnTo>
                    <a:pt x="156210" y="20955"/>
                  </a:lnTo>
                  <a:lnTo>
                    <a:pt x="155257" y="20955"/>
                  </a:lnTo>
                  <a:cubicBezTo>
                    <a:pt x="146685" y="17145"/>
                    <a:pt x="139065" y="13335"/>
                    <a:pt x="131445" y="9525"/>
                  </a:cubicBezTo>
                  <a:cubicBezTo>
                    <a:pt x="126682" y="6667"/>
                    <a:pt x="121920" y="3810"/>
                    <a:pt x="118110" y="0"/>
                  </a:cubicBezTo>
                  <a:lnTo>
                    <a:pt x="0" y="0"/>
                  </a:lnTo>
                  <a:cubicBezTo>
                    <a:pt x="20002" y="16192"/>
                    <a:pt x="40005" y="31432"/>
                    <a:pt x="60960" y="45720"/>
                  </a:cubicBezTo>
                  <a:lnTo>
                    <a:pt x="279082" y="45720"/>
                  </a:lnTo>
                  <a:cubicBezTo>
                    <a:pt x="253365" y="42863"/>
                    <a:pt x="228600" y="40005"/>
                    <a:pt x="206692" y="35242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496" name="Google Shape;496;p6"/>
            <p:cNvSpPr/>
            <p:nvPr/>
          </p:nvSpPr>
          <p:spPr bwMode="auto">
            <a:xfrm>
              <a:off x="5295902" y="3529966"/>
              <a:ext cx="984884" cy="45719"/>
            </a:xfrm>
            <a:custGeom>
              <a:avLst/>
              <a:gdLst/>
              <a:ahLst/>
              <a:cxnLst/>
              <a:rect l="l" t="t" r="r" b="b"/>
              <a:pathLst>
                <a:path w="984884" h="45719" fill="norm" stroke="1" extrusionOk="0">
                  <a:moveTo>
                    <a:pt x="950595" y="44767"/>
                  </a:moveTo>
                  <a:cubicBezTo>
                    <a:pt x="947738" y="36195"/>
                    <a:pt x="948690" y="26670"/>
                    <a:pt x="953453" y="19050"/>
                  </a:cubicBezTo>
                  <a:cubicBezTo>
                    <a:pt x="956310" y="14288"/>
                    <a:pt x="960120" y="11430"/>
                    <a:pt x="966788" y="7620"/>
                  </a:cubicBezTo>
                  <a:cubicBezTo>
                    <a:pt x="971550" y="4763"/>
                    <a:pt x="978218" y="2857"/>
                    <a:pt x="984885" y="0"/>
                  </a:cubicBezTo>
                  <a:lnTo>
                    <a:pt x="0" y="0"/>
                  </a:lnTo>
                  <a:cubicBezTo>
                    <a:pt x="8573" y="15240"/>
                    <a:pt x="18098" y="30480"/>
                    <a:pt x="28575" y="45720"/>
                  </a:cubicBezTo>
                  <a:lnTo>
                    <a:pt x="951547" y="45720"/>
                  </a:lnTo>
                  <a:cubicBezTo>
                    <a:pt x="950595" y="45720"/>
                    <a:pt x="950595" y="45720"/>
                    <a:pt x="950595" y="44767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497" name="Google Shape;497;p6"/>
            <p:cNvSpPr/>
            <p:nvPr/>
          </p:nvSpPr>
          <p:spPr bwMode="auto">
            <a:xfrm>
              <a:off x="6517960" y="3529966"/>
              <a:ext cx="381000" cy="45719"/>
            </a:xfrm>
            <a:custGeom>
              <a:avLst/>
              <a:gdLst/>
              <a:ahLst/>
              <a:cxnLst/>
              <a:rect l="l" t="t" r="r" b="b"/>
              <a:pathLst>
                <a:path w="381000" h="45719" fill="norm" stroke="1" extrusionOk="0">
                  <a:moveTo>
                    <a:pt x="74295" y="15240"/>
                  </a:moveTo>
                  <a:cubicBezTo>
                    <a:pt x="111442" y="24765"/>
                    <a:pt x="139065" y="35242"/>
                    <a:pt x="159067" y="45720"/>
                  </a:cubicBezTo>
                  <a:lnTo>
                    <a:pt x="352425" y="45720"/>
                  </a:lnTo>
                  <a:cubicBezTo>
                    <a:pt x="361950" y="30480"/>
                    <a:pt x="371475" y="15240"/>
                    <a:pt x="381000" y="0"/>
                  </a:cubicBezTo>
                  <a:lnTo>
                    <a:pt x="0" y="0"/>
                  </a:lnTo>
                  <a:cubicBezTo>
                    <a:pt x="25717" y="4763"/>
                    <a:pt x="51435" y="9525"/>
                    <a:pt x="74295" y="15240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498" name="Google Shape;498;p6"/>
            <p:cNvSpPr/>
            <p:nvPr/>
          </p:nvSpPr>
          <p:spPr bwMode="auto">
            <a:xfrm>
              <a:off x="6681789" y="3615689"/>
              <a:ext cx="161925" cy="45719"/>
            </a:xfrm>
            <a:custGeom>
              <a:avLst/>
              <a:gdLst/>
              <a:ahLst/>
              <a:cxnLst/>
              <a:rect l="l" t="t" r="r" b="b"/>
              <a:pathLst>
                <a:path w="161925" h="45719" fill="norm" stroke="1" extrusionOk="0">
                  <a:moveTo>
                    <a:pt x="28575" y="7620"/>
                  </a:moveTo>
                  <a:cubicBezTo>
                    <a:pt x="27622" y="17145"/>
                    <a:pt x="21908" y="26670"/>
                    <a:pt x="13335" y="35242"/>
                  </a:cubicBezTo>
                  <a:lnTo>
                    <a:pt x="10478" y="38100"/>
                  </a:lnTo>
                  <a:cubicBezTo>
                    <a:pt x="7620" y="40957"/>
                    <a:pt x="3810" y="43815"/>
                    <a:pt x="0" y="45720"/>
                  </a:cubicBezTo>
                  <a:lnTo>
                    <a:pt x="125730" y="45720"/>
                  </a:lnTo>
                  <a:cubicBezTo>
                    <a:pt x="138113" y="30480"/>
                    <a:pt x="150495" y="16192"/>
                    <a:pt x="161925" y="0"/>
                  </a:cubicBezTo>
                  <a:lnTo>
                    <a:pt x="29528" y="0"/>
                  </a:lnTo>
                  <a:cubicBezTo>
                    <a:pt x="28575" y="2857"/>
                    <a:pt x="28575" y="4763"/>
                    <a:pt x="28575" y="7620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499" name="Google Shape;499;p6"/>
            <p:cNvSpPr/>
            <p:nvPr/>
          </p:nvSpPr>
          <p:spPr bwMode="auto">
            <a:xfrm>
              <a:off x="5352096" y="3615689"/>
              <a:ext cx="815339" cy="45719"/>
            </a:xfrm>
            <a:custGeom>
              <a:avLst/>
              <a:gdLst/>
              <a:ahLst/>
              <a:cxnLst/>
              <a:rect l="l" t="t" r="r" b="b"/>
              <a:pathLst>
                <a:path w="815339" h="45719" fill="norm" stroke="1" extrusionOk="0">
                  <a:moveTo>
                    <a:pt x="344805" y="45720"/>
                  </a:moveTo>
                  <a:cubicBezTo>
                    <a:pt x="384810" y="35242"/>
                    <a:pt x="432435" y="30480"/>
                    <a:pt x="483870" y="30480"/>
                  </a:cubicBezTo>
                  <a:cubicBezTo>
                    <a:pt x="535305" y="30480"/>
                    <a:pt x="587693" y="36195"/>
                    <a:pt x="628650" y="45720"/>
                  </a:cubicBezTo>
                  <a:lnTo>
                    <a:pt x="805815" y="45720"/>
                  </a:lnTo>
                  <a:cubicBezTo>
                    <a:pt x="802005" y="35242"/>
                    <a:pt x="802957" y="26670"/>
                    <a:pt x="803910" y="20955"/>
                  </a:cubicBezTo>
                  <a:cubicBezTo>
                    <a:pt x="805815" y="12382"/>
                    <a:pt x="809625" y="5715"/>
                    <a:pt x="815340" y="0"/>
                  </a:cubicBezTo>
                  <a:lnTo>
                    <a:pt x="0" y="0"/>
                  </a:lnTo>
                  <a:cubicBezTo>
                    <a:pt x="11430" y="15240"/>
                    <a:pt x="23813" y="30480"/>
                    <a:pt x="36195" y="45720"/>
                  </a:cubicBezTo>
                  <a:lnTo>
                    <a:pt x="344805" y="45720"/>
                  </a:ln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500" name="Google Shape;500;p6"/>
            <p:cNvSpPr/>
            <p:nvPr/>
          </p:nvSpPr>
          <p:spPr bwMode="auto">
            <a:xfrm>
              <a:off x="5422584" y="3701413"/>
              <a:ext cx="196214" cy="45719"/>
            </a:xfrm>
            <a:custGeom>
              <a:avLst/>
              <a:gdLst/>
              <a:ahLst/>
              <a:cxnLst/>
              <a:rect l="l" t="t" r="r" b="b"/>
              <a:pathLst>
                <a:path w="196214" h="45719" fill="norm" stroke="1" extrusionOk="0">
                  <a:moveTo>
                    <a:pt x="181927" y="36195"/>
                  </a:moveTo>
                  <a:cubicBezTo>
                    <a:pt x="181927" y="25717"/>
                    <a:pt x="184785" y="12382"/>
                    <a:pt x="196215" y="0"/>
                  </a:cubicBezTo>
                  <a:lnTo>
                    <a:pt x="0" y="0"/>
                  </a:lnTo>
                  <a:cubicBezTo>
                    <a:pt x="14288" y="15240"/>
                    <a:pt x="30480" y="30480"/>
                    <a:pt x="45720" y="45720"/>
                  </a:cubicBezTo>
                  <a:lnTo>
                    <a:pt x="182880" y="45720"/>
                  </a:lnTo>
                  <a:cubicBezTo>
                    <a:pt x="181927" y="41910"/>
                    <a:pt x="181927" y="39052"/>
                    <a:pt x="181927" y="36195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501" name="Google Shape;501;p6"/>
            <p:cNvSpPr/>
            <p:nvPr/>
          </p:nvSpPr>
          <p:spPr bwMode="auto">
            <a:xfrm>
              <a:off x="6060758" y="3701413"/>
              <a:ext cx="711517" cy="45719"/>
            </a:xfrm>
            <a:custGeom>
              <a:avLst/>
              <a:gdLst/>
              <a:ahLst/>
              <a:cxnLst/>
              <a:rect l="l" t="t" r="r" b="b"/>
              <a:pathLst>
                <a:path w="711517" h="45719" fill="norm" stroke="1" extrusionOk="0">
                  <a:moveTo>
                    <a:pt x="472440" y="14288"/>
                  </a:moveTo>
                  <a:lnTo>
                    <a:pt x="465772" y="15240"/>
                  </a:lnTo>
                  <a:cubicBezTo>
                    <a:pt x="410527" y="26670"/>
                    <a:pt x="353377" y="32385"/>
                    <a:pt x="300038" y="32385"/>
                  </a:cubicBezTo>
                  <a:cubicBezTo>
                    <a:pt x="246697" y="32385"/>
                    <a:pt x="179070" y="26670"/>
                    <a:pt x="135255" y="0"/>
                  </a:cubicBezTo>
                  <a:lnTo>
                    <a:pt x="0" y="0"/>
                  </a:lnTo>
                  <a:cubicBezTo>
                    <a:pt x="2858" y="3810"/>
                    <a:pt x="6667" y="7620"/>
                    <a:pt x="8572" y="11430"/>
                  </a:cubicBezTo>
                  <a:cubicBezTo>
                    <a:pt x="14288" y="21907"/>
                    <a:pt x="15240" y="34290"/>
                    <a:pt x="12383" y="45720"/>
                  </a:cubicBezTo>
                  <a:lnTo>
                    <a:pt x="665797" y="45720"/>
                  </a:lnTo>
                  <a:cubicBezTo>
                    <a:pt x="681990" y="31432"/>
                    <a:pt x="697230" y="16192"/>
                    <a:pt x="711518" y="0"/>
                  </a:cubicBezTo>
                  <a:lnTo>
                    <a:pt x="529590" y="0"/>
                  </a:lnTo>
                  <a:cubicBezTo>
                    <a:pt x="510540" y="4763"/>
                    <a:pt x="492442" y="9525"/>
                    <a:pt x="472440" y="14288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502" name="Google Shape;502;p6"/>
            <p:cNvSpPr/>
            <p:nvPr/>
          </p:nvSpPr>
          <p:spPr bwMode="auto">
            <a:xfrm>
              <a:off x="6172093" y="3539491"/>
              <a:ext cx="520239" cy="177164"/>
            </a:xfrm>
            <a:custGeom>
              <a:avLst/>
              <a:gdLst/>
              <a:ahLst/>
              <a:cxnLst/>
              <a:rect l="l" t="t" r="r" b="b"/>
              <a:pathLst>
                <a:path w="520239" h="177164" fill="norm" stroke="1" extrusionOk="0">
                  <a:moveTo>
                    <a:pt x="167746" y="80010"/>
                  </a:moveTo>
                  <a:cubicBezTo>
                    <a:pt x="158221" y="80010"/>
                    <a:pt x="146791" y="78105"/>
                    <a:pt x="134408" y="76200"/>
                  </a:cubicBezTo>
                  <a:cubicBezTo>
                    <a:pt x="121073" y="74295"/>
                    <a:pt x="105833" y="71438"/>
                    <a:pt x="90593" y="71438"/>
                  </a:cubicBezTo>
                  <a:cubicBezTo>
                    <a:pt x="86783" y="71438"/>
                    <a:pt x="82973" y="71438"/>
                    <a:pt x="79163" y="71438"/>
                  </a:cubicBezTo>
                  <a:cubicBezTo>
                    <a:pt x="60113" y="71438"/>
                    <a:pt x="42968" y="73342"/>
                    <a:pt x="29633" y="77152"/>
                  </a:cubicBezTo>
                  <a:cubicBezTo>
                    <a:pt x="10583" y="81915"/>
                    <a:pt x="-17992" y="106680"/>
                    <a:pt x="15346" y="134302"/>
                  </a:cubicBezTo>
                  <a:cubicBezTo>
                    <a:pt x="42968" y="161925"/>
                    <a:pt x="103928" y="177165"/>
                    <a:pt x="188701" y="177165"/>
                  </a:cubicBezTo>
                  <a:cubicBezTo>
                    <a:pt x="241088" y="177165"/>
                    <a:pt x="297286" y="171450"/>
                    <a:pt x="351578" y="160020"/>
                  </a:cubicBezTo>
                  <a:lnTo>
                    <a:pt x="357293" y="159067"/>
                  </a:lnTo>
                  <a:cubicBezTo>
                    <a:pt x="426826" y="144780"/>
                    <a:pt x="483023" y="122872"/>
                    <a:pt x="506836" y="101917"/>
                  </a:cubicBezTo>
                  <a:lnTo>
                    <a:pt x="509693" y="99060"/>
                  </a:lnTo>
                  <a:cubicBezTo>
                    <a:pt x="515408" y="93345"/>
                    <a:pt x="519218" y="87630"/>
                    <a:pt x="520171" y="81915"/>
                  </a:cubicBezTo>
                  <a:cubicBezTo>
                    <a:pt x="521123" y="72390"/>
                    <a:pt x="513503" y="48577"/>
                    <a:pt x="415396" y="23813"/>
                  </a:cubicBezTo>
                  <a:cubicBezTo>
                    <a:pt x="357293" y="9525"/>
                    <a:pt x="279188" y="0"/>
                    <a:pt x="211561" y="0"/>
                  </a:cubicBezTo>
                  <a:lnTo>
                    <a:pt x="207751" y="0"/>
                  </a:lnTo>
                  <a:cubicBezTo>
                    <a:pt x="146791" y="0"/>
                    <a:pt x="113453" y="6667"/>
                    <a:pt x="99166" y="15240"/>
                  </a:cubicBezTo>
                  <a:cubicBezTo>
                    <a:pt x="96308" y="17145"/>
                    <a:pt x="93451" y="19050"/>
                    <a:pt x="92498" y="20955"/>
                  </a:cubicBezTo>
                  <a:cubicBezTo>
                    <a:pt x="91546" y="22860"/>
                    <a:pt x="90593" y="26670"/>
                    <a:pt x="91546" y="30480"/>
                  </a:cubicBezTo>
                  <a:cubicBezTo>
                    <a:pt x="101071" y="53340"/>
                    <a:pt x="140123" y="59055"/>
                    <a:pt x="175366" y="59055"/>
                  </a:cubicBezTo>
                  <a:cubicBezTo>
                    <a:pt x="195368" y="60007"/>
                    <a:pt x="194416" y="68580"/>
                    <a:pt x="190606" y="72390"/>
                  </a:cubicBezTo>
                  <a:cubicBezTo>
                    <a:pt x="183938" y="79057"/>
                    <a:pt x="174413" y="80010"/>
                    <a:pt x="167746" y="80010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503" name="Google Shape;503;p6"/>
            <p:cNvSpPr/>
            <p:nvPr/>
          </p:nvSpPr>
          <p:spPr bwMode="auto">
            <a:xfrm>
              <a:off x="6639878" y="3308983"/>
              <a:ext cx="231457" cy="38100"/>
            </a:xfrm>
            <a:custGeom>
              <a:avLst/>
              <a:gdLst/>
              <a:ahLst/>
              <a:cxnLst/>
              <a:rect l="l" t="t" r="r" b="b"/>
              <a:pathLst>
                <a:path w="231457" h="38100" fill="norm" stroke="1" extrusionOk="0">
                  <a:moveTo>
                    <a:pt x="231457" y="20003"/>
                  </a:moveTo>
                  <a:lnTo>
                    <a:pt x="1905" y="0"/>
                  </a:lnTo>
                  <a:cubicBezTo>
                    <a:pt x="952" y="5715"/>
                    <a:pt x="952" y="12383"/>
                    <a:pt x="0" y="18098"/>
                  </a:cubicBezTo>
                  <a:lnTo>
                    <a:pt x="229552" y="38100"/>
                  </a:lnTo>
                  <a:cubicBezTo>
                    <a:pt x="229552" y="32385"/>
                    <a:pt x="230505" y="25718"/>
                    <a:pt x="231457" y="20003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504" name="Google Shape;504;p6"/>
            <p:cNvSpPr/>
            <p:nvPr/>
          </p:nvSpPr>
          <p:spPr bwMode="auto">
            <a:xfrm>
              <a:off x="6636069" y="3126102"/>
              <a:ext cx="230504" cy="58102"/>
            </a:xfrm>
            <a:custGeom>
              <a:avLst/>
              <a:gdLst/>
              <a:ahLst/>
              <a:cxnLst/>
              <a:rect l="l" t="t" r="r" b="b"/>
              <a:pathLst>
                <a:path w="230504" h="58102" fill="norm" stroke="1" extrusionOk="0">
                  <a:moveTo>
                    <a:pt x="227648" y="0"/>
                  </a:moveTo>
                  <a:lnTo>
                    <a:pt x="0" y="40005"/>
                  </a:lnTo>
                  <a:cubicBezTo>
                    <a:pt x="953" y="45720"/>
                    <a:pt x="1905" y="52388"/>
                    <a:pt x="2858" y="58103"/>
                  </a:cubicBezTo>
                  <a:lnTo>
                    <a:pt x="230505" y="17145"/>
                  </a:lnTo>
                  <a:cubicBezTo>
                    <a:pt x="229553" y="12383"/>
                    <a:pt x="228600" y="6667"/>
                    <a:pt x="227648" y="0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505" name="Google Shape;505;p6"/>
            <p:cNvSpPr/>
            <p:nvPr/>
          </p:nvSpPr>
          <p:spPr bwMode="auto">
            <a:xfrm>
              <a:off x="6594158" y="2932748"/>
              <a:ext cx="217170" cy="114299"/>
            </a:xfrm>
            <a:custGeom>
              <a:avLst/>
              <a:gdLst/>
              <a:ahLst/>
              <a:cxnLst/>
              <a:rect l="l" t="t" r="r" b="b"/>
              <a:pathLst>
                <a:path w="217170" h="114299" fill="norm" stroke="1" extrusionOk="0">
                  <a:moveTo>
                    <a:pt x="0" y="98107"/>
                  </a:moveTo>
                  <a:cubicBezTo>
                    <a:pt x="2858" y="103823"/>
                    <a:pt x="4763" y="109537"/>
                    <a:pt x="7620" y="114300"/>
                  </a:cubicBezTo>
                  <a:lnTo>
                    <a:pt x="217170" y="16192"/>
                  </a:lnTo>
                  <a:cubicBezTo>
                    <a:pt x="214313" y="10477"/>
                    <a:pt x="212408" y="4763"/>
                    <a:pt x="209550" y="0"/>
                  </a:cubicBezTo>
                  <a:lnTo>
                    <a:pt x="0" y="98107"/>
                  </a:ln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506" name="Google Shape;506;p6"/>
            <p:cNvSpPr/>
            <p:nvPr/>
          </p:nvSpPr>
          <p:spPr bwMode="auto">
            <a:xfrm>
              <a:off x="6518908" y="2761295"/>
              <a:ext cx="188594" cy="163829"/>
            </a:xfrm>
            <a:custGeom>
              <a:avLst/>
              <a:gdLst/>
              <a:ahLst/>
              <a:cxnLst/>
              <a:rect l="l" t="t" r="r" b="b"/>
              <a:pathLst>
                <a:path w="188595" h="163829" fill="norm" stroke="1" extrusionOk="0">
                  <a:moveTo>
                    <a:pt x="188595" y="14288"/>
                  </a:moveTo>
                  <a:cubicBezTo>
                    <a:pt x="184785" y="9525"/>
                    <a:pt x="180975" y="4763"/>
                    <a:pt x="177165" y="0"/>
                  </a:cubicBezTo>
                  <a:lnTo>
                    <a:pt x="0" y="149542"/>
                  </a:lnTo>
                  <a:cubicBezTo>
                    <a:pt x="3810" y="154305"/>
                    <a:pt x="7620" y="159067"/>
                    <a:pt x="11430" y="163830"/>
                  </a:cubicBezTo>
                  <a:lnTo>
                    <a:pt x="188595" y="14288"/>
                  </a:ln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507" name="Google Shape;507;p6"/>
            <p:cNvSpPr/>
            <p:nvPr/>
          </p:nvSpPr>
          <p:spPr bwMode="auto">
            <a:xfrm>
              <a:off x="6419849" y="2628897"/>
              <a:ext cx="149542" cy="200025"/>
            </a:xfrm>
            <a:custGeom>
              <a:avLst/>
              <a:gdLst/>
              <a:ahLst/>
              <a:cxnLst/>
              <a:rect l="l" t="t" r="r" b="b"/>
              <a:pathLst>
                <a:path w="149542" h="200025" fill="norm" stroke="1" extrusionOk="0">
                  <a:moveTo>
                    <a:pt x="149542" y="10477"/>
                  </a:moveTo>
                  <a:cubicBezTo>
                    <a:pt x="144780" y="6667"/>
                    <a:pt x="140017" y="2858"/>
                    <a:pt x="135255" y="0"/>
                  </a:cubicBezTo>
                  <a:lnTo>
                    <a:pt x="0" y="188595"/>
                  </a:lnTo>
                  <a:cubicBezTo>
                    <a:pt x="4763" y="192405"/>
                    <a:pt x="9525" y="196215"/>
                    <a:pt x="14288" y="200025"/>
                  </a:cubicBezTo>
                  <a:lnTo>
                    <a:pt x="149542" y="10477"/>
                  </a:ln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508" name="Google Shape;508;p6"/>
            <p:cNvSpPr/>
            <p:nvPr/>
          </p:nvSpPr>
          <p:spPr bwMode="auto">
            <a:xfrm>
              <a:off x="6299832" y="2535555"/>
              <a:ext cx="100965" cy="222885"/>
            </a:xfrm>
            <a:custGeom>
              <a:avLst/>
              <a:gdLst/>
              <a:ahLst/>
              <a:cxnLst/>
              <a:rect l="l" t="t" r="r" b="b"/>
              <a:pathLst>
                <a:path w="100965" h="222885" fill="norm" stroke="1" extrusionOk="0">
                  <a:moveTo>
                    <a:pt x="17145" y="222885"/>
                  </a:moveTo>
                  <a:lnTo>
                    <a:pt x="100965" y="6668"/>
                  </a:lnTo>
                  <a:cubicBezTo>
                    <a:pt x="95250" y="4763"/>
                    <a:pt x="89535" y="1905"/>
                    <a:pt x="83820" y="0"/>
                  </a:cubicBezTo>
                  <a:lnTo>
                    <a:pt x="0" y="216218"/>
                  </a:lnTo>
                  <a:cubicBezTo>
                    <a:pt x="6668" y="218123"/>
                    <a:pt x="12383" y="220980"/>
                    <a:pt x="17145" y="222885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509" name="Google Shape;509;p6"/>
            <p:cNvSpPr/>
            <p:nvPr/>
          </p:nvSpPr>
          <p:spPr bwMode="auto">
            <a:xfrm>
              <a:off x="5330190" y="3309937"/>
              <a:ext cx="228600" cy="37147"/>
            </a:xfrm>
            <a:custGeom>
              <a:avLst/>
              <a:gdLst/>
              <a:ahLst/>
              <a:cxnLst/>
              <a:rect l="l" t="t" r="r" b="b"/>
              <a:pathLst>
                <a:path w="228600" h="37147" fill="norm" stroke="1" extrusionOk="0">
                  <a:moveTo>
                    <a:pt x="1905" y="37147"/>
                  </a:moveTo>
                  <a:lnTo>
                    <a:pt x="228600" y="18097"/>
                  </a:lnTo>
                  <a:cubicBezTo>
                    <a:pt x="227648" y="12383"/>
                    <a:pt x="226695" y="5715"/>
                    <a:pt x="226695" y="0"/>
                  </a:cubicBezTo>
                  <a:lnTo>
                    <a:pt x="0" y="19050"/>
                  </a:lnTo>
                  <a:cubicBezTo>
                    <a:pt x="0" y="24765"/>
                    <a:pt x="952" y="30480"/>
                    <a:pt x="1905" y="37147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510" name="Google Shape;510;p6"/>
            <p:cNvSpPr/>
            <p:nvPr/>
          </p:nvSpPr>
          <p:spPr bwMode="auto">
            <a:xfrm>
              <a:off x="5333999" y="3127056"/>
              <a:ext cx="227647" cy="58102"/>
            </a:xfrm>
            <a:custGeom>
              <a:avLst/>
              <a:gdLst/>
              <a:ahLst/>
              <a:cxnLst/>
              <a:rect l="l" t="t" r="r" b="b"/>
              <a:pathLst>
                <a:path w="227647" h="58102" fill="norm" stroke="1" extrusionOk="0">
                  <a:moveTo>
                    <a:pt x="227648" y="40005"/>
                  </a:moveTo>
                  <a:lnTo>
                    <a:pt x="2858" y="0"/>
                  </a:lnTo>
                  <a:cubicBezTo>
                    <a:pt x="1905" y="5715"/>
                    <a:pt x="952" y="12383"/>
                    <a:pt x="0" y="18097"/>
                  </a:cubicBezTo>
                  <a:lnTo>
                    <a:pt x="224790" y="58102"/>
                  </a:lnTo>
                  <a:cubicBezTo>
                    <a:pt x="225742" y="51435"/>
                    <a:pt x="226695" y="45720"/>
                    <a:pt x="227648" y="40005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511" name="Google Shape;511;p6"/>
            <p:cNvSpPr/>
            <p:nvPr/>
          </p:nvSpPr>
          <p:spPr bwMode="auto">
            <a:xfrm>
              <a:off x="5389244" y="2933696"/>
              <a:ext cx="215264" cy="113347"/>
            </a:xfrm>
            <a:custGeom>
              <a:avLst/>
              <a:gdLst/>
              <a:ahLst/>
              <a:cxnLst/>
              <a:rect l="l" t="t" r="r" b="b"/>
              <a:pathLst>
                <a:path w="215264" h="113347" fill="norm" stroke="1" extrusionOk="0">
                  <a:moveTo>
                    <a:pt x="0" y="16192"/>
                  </a:moveTo>
                  <a:lnTo>
                    <a:pt x="207645" y="113347"/>
                  </a:lnTo>
                  <a:cubicBezTo>
                    <a:pt x="209550" y="107633"/>
                    <a:pt x="212407" y="101917"/>
                    <a:pt x="215265" y="97155"/>
                  </a:cubicBezTo>
                  <a:lnTo>
                    <a:pt x="7620" y="0"/>
                  </a:lnTo>
                  <a:cubicBezTo>
                    <a:pt x="4763" y="4763"/>
                    <a:pt x="1905" y="10477"/>
                    <a:pt x="0" y="16192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512" name="Google Shape;512;p6"/>
            <p:cNvSpPr/>
            <p:nvPr/>
          </p:nvSpPr>
          <p:spPr bwMode="auto">
            <a:xfrm>
              <a:off x="5492111" y="2762249"/>
              <a:ext cx="187642" cy="161925"/>
            </a:xfrm>
            <a:custGeom>
              <a:avLst/>
              <a:gdLst/>
              <a:ahLst/>
              <a:cxnLst/>
              <a:rect l="l" t="t" r="r" b="b"/>
              <a:pathLst>
                <a:path w="187642" h="161925" fill="norm" stroke="1" extrusionOk="0">
                  <a:moveTo>
                    <a:pt x="187643" y="147638"/>
                  </a:moveTo>
                  <a:lnTo>
                    <a:pt x="11430" y="0"/>
                  </a:lnTo>
                  <a:cubicBezTo>
                    <a:pt x="7620" y="4763"/>
                    <a:pt x="3810" y="9525"/>
                    <a:pt x="0" y="14288"/>
                  </a:cubicBezTo>
                  <a:lnTo>
                    <a:pt x="175260" y="161925"/>
                  </a:lnTo>
                  <a:cubicBezTo>
                    <a:pt x="180023" y="157163"/>
                    <a:pt x="183833" y="152400"/>
                    <a:pt x="187643" y="147638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513" name="Google Shape;513;p6"/>
            <p:cNvSpPr/>
            <p:nvPr/>
          </p:nvSpPr>
          <p:spPr bwMode="auto">
            <a:xfrm>
              <a:off x="5621654" y="2635567"/>
              <a:ext cx="151447" cy="197167"/>
            </a:xfrm>
            <a:custGeom>
              <a:avLst/>
              <a:gdLst/>
              <a:ahLst/>
              <a:cxnLst/>
              <a:rect l="l" t="t" r="r" b="b"/>
              <a:pathLst>
                <a:path w="151447" h="197167" fill="norm" stroke="1" extrusionOk="0">
                  <a:moveTo>
                    <a:pt x="137160" y="197168"/>
                  </a:moveTo>
                  <a:cubicBezTo>
                    <a:pt x="141923" y="193358"/>
                    <a:pt x="146685" y="189548"/>
                    <a:pt x="151448" y="185738"/>
                  </a:cubicBezTo>
                  <a:lnTo>
                    <a:pt x="14288" y="0"/>
                  </a:lnTo>
                  <a:cubicBezTo>
                    <a:pt x="9525" y="3810"/>
                    <a:pt x="4763" y="7620"/>
                    <a:pt x="0" y="11430"/>
                  </a:cubicBezTo>
                  <a:lnTo>
                    <a:pt x="137160" y="197168"/>
                  </a:ln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514" name="Google Shape;514;p6"/>
            <p:cNvSpPr/>
            <p:nvPr/>
          </p:nvSpPr>
          <p:spPr bwMode="auto">
            <a:xfrm>
              <a:off x="5765485" y="2550792"/>
              <a:ext cx="109537" cy="219074"/>
            </a:xfrm>
            <a:custGeom>
              <a:avLst/>
              <a:gdLst/>
              <a:ahLst/>
              <a:cxnLst/>
              <a:rect l="l" t="t" r="r" b="b"/>
              <a:pathLst>
                <a:path w="109537" h="219075" fill="norm" stroke="1" extrusionOk="0">
                  <a:moveTo>
                    <a:pt x="109538" y="210502"/>
                  </a:moveTo>
                  <a:lnTo>
                    <a:pt x="16192" y="0"/>
                  </a:lnTo>
                  <a:cubicBezTo>
                    <a:pt x="10477" y="2857"/>
                    <a:pt x="4763" y="4763"/>
                    <a:pt x="0" y="7620"/>
                  </a:cubicBezTo>
                  <a:lnTo>
                    <a:pt x="93345" y="219075"/>
                  </a:lnTo>
                  <a:cubicBezTo>
                    <a:pt x="98107" y="215265"/>
                    <a:pt x="103822" y="212407"/>
                    <a:pt x="109538" y="210502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515" name="Google Shape;515;p6"/>
            <p:cNvSpPr/>
            <p:nvPr/>
          </p:nvSpPr>
          <p:spPr bwMode="auto">
            <a:xfrm>
              <a:off x="6642734" y="3220404"/>
              <a:ext cx="401955" cy="36194"/>
            </a:xfrm>
            <a:custGeom>
              <a:avLst/>
              <a:gdLst/>
              <a:ahLst/>
              <a:cxnLst/>
              <a:rect l="l" t="t" r="r" b="b"/>
              <a:pathLst>
                <a:path w="401955" h="36194" fill="norm" stroke="1" extrusionOk="0">
                  <a:moveTo>
                    <a:pt x="953" y="36195"/>
                  </a:moveTo>
                  <a:lnTo>
                    <a:pt x="401955" y="18097"/>
                  </a:lnTo>
                  <a:cubicBezTo>
                    <a:pt x="401955" y="12382"/>
                    <a:pt x="401955" y="5715"/>
                    <a:pt x="401003" y="0"/>
                  </a:cubicBezTo>
                  <a:lnTo>
                    <a:pt x="0" y="18097"/>
                  </a:lnTo>
                  <a:cubicBezTo>
                    <a:pt x="953" y="23813"/>
                    <a:pt x="953" y="29527"/>
                    <a:pt x="953" y="36195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516" name="Google Shape;516;p6"/>
            <p:cNvSpPr/>
            <p:nvPr/>
          </p:nvSpPr>
          <p:spPr bwMode="auto">
            <a:xfrm>
              <a:off x="6619873" y="2976561"/>
              <a:ext cx="388620" cy="138112"/>
            </a:xfrm>
            <a:custGeom>
              <a:avLst/>
              <a:gdLst/>
              <a:ahLst/>
              <a:cxnLst/>
              <a:rect l="l" t="t" r="r" b="b"/>
              <a:pathLst>
                <a:path w="388620" h="138112" fill="norm" stroke="1" extrusionOk="0">
                  <a:moveTo>
                    <a:pt x="4763" y="138113"/>
                  </a:moveTo>
                  <a:lnTo>
                    <a:pt x="388620" y="17145"/>
                  </a:lnTo>
                  <a:cubicBezTo>
                    <a:pt x="386715" y="11430"/>
                    <a:pt x="384810" y="5715"/>
                    <a:pt x="383858" y="0"/>
                  </a:cubicBezTo>
                  <a:lnTo>
                    <a:pt x="0" y="120967"/>
                  </a:lnTo>
                  <a:cubicBezTo>
                    <a:pt x="1905" y="126683"/>
                    <a:pt x="3810" y="132397"/>
                    <a:pt x="4763" y="138113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517" name="Google Shape;517;p6"/>
            <p:cNvSpPr/>
            <p:nvPr/>
          </p:nvSpPr>
          <p:spPr bwMode="auto">
            <a:xfrm>
              <a:off x="6560819" y="2752723"/>
              <a:ext cx="348614" cy="231457"/>
            </a:xfrm>
            <a:custGeom>
              <a:avLst/>
              <a:gdLst/>
              <a:ahLst/>
              <a:cxnLst/>
              <a:rect l="l" t="t" r="r" b="b"/>
              <a:pathLst>
                <a:path w="348614" h="231457" fill="norm" stroke="1" extrusionOk="0">
                  <a:moveTo>
                    <a:pt x="9525" y="231458"/>
                  </a:moveTo>
                  <a:lnTo>
                    <a:pt x="348615" y="15240"/>
                  </a:lnTo>
                  <a:cubicBezTo>
                    <a:pt x="345758" y="10477"/>
                    <a:pt x="341947" y="4763"/>
                    <a:pt x="339090" y="0"/>
                  </a:cubicBezTo>
                  <a:lnTo>
                    <a:pt x="0" y="216217"/>
                  </a:lnTo>
                  <a:cubicBezTo>
                    <a:pt x="2858" y="220980"/>
                    <a:pt x="5715" y="225742"/>
                    <a:pt x="9525" y="231458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518" name="Google Shape;518;p6"/>
            <p:cNvSpPr/>
            <p:nvPr/>
          </p:nvSpPr>
          <p:spPr bwMode="auto">
            <a:xfrm>
              <a:off x="6470332" y="2562224"/>
              <a:ext cx="284797" cy="309562"/>
            </a:xfrm>
            <a:custGeom>
              <a:avLst/>
              <a:gdLst/>
              <a:ahLst/>
              <a:cxnLst/>
              <a:rect l="l" t="t" r="r" b="b"/>
              <a:pathLst>
                <a:path w="284797" h="309562" fill="norm" stroke="1" extrusionOk="0">
                  <a:moveTo>
                    <a:pt x="284797" y="12383"/>
                  </a:moveTo>
                  <a:cubicBezTo>
                    <a:pt x="280035" y="8573"/>
                    <a:pt x="276225" y="3810"/>
                    <a:pt x="271463" y="0"/>
                  </a:cubicBezTo>
                  <a:lnTo>
                    <a:pt x="0" y="297180"/>
                  </a:lnTo>
                  <a:cubicBezTo>
                    <a:pt x="4763" y="300990"/>
                    <a:pt x="8572" y="305753"/>
                    <a:pt x="13335" y="309563"/>
                  </a:cubicBezTo>
                  <a:lnTo>
                    <a:pt x="284797" y="12383"/>
                  </a:ln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519" name="Google Shape;519;p6"/>
            <p:cNvSpPr/>
            <p:nvPr/>
          </p:nvSpPr>
          <p:spPr bwMode="auto">
            <a:xfrm>
              <a:off x="6357939" y="2423157"/>
              <a:ext cx="205740" cy="364807"/>
            </a:xfrm>
            <a:custGeom>
              <a:avLst/>
              <a:gdLst/>
              <a:ahLst/>
              <a:cxnLst/>
              <a:rect l="l" t="t" r="r" b="b"/>
              <a:pathLst>
                <a:path w="205740" h="364807" fill="norm" stroke="1" extrusionOk="0">
                  <a:moveTo>
                    <a:pt x="205740" y="8573"/>
                  </a:moveTo>
                  <a:cubicBezTo>
                    <a:pt x="200025" y="5715"/>
                    <a:pt x="195263" y="2857"/>
                    <a:pt x="189547" y="0"/>
                  </a:cubicBezTo>
                  <a:lnTo>
                    <a:pt x="0" y="355282"/>
                  </a:lnTo>
                  <a:cubicBezTo>
                    <a:pt x="5715" y="358140"/>
                    <a:pt x="10478" y="360998"/>
                    <a:pt x="16192" y="364807"/>
                  </a:cubicBezTo>
                  <a:lnTo>
                    <a:pt x="205740" y="8573"/>
                  </a:ln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520" name="Google Shape;520;p6"/>
            <p:cNvSpPr/>
            <p:nvPr/>
          </p:nvSpPr>
          <p:spPr bwMode="auto">
            <a:xfrm>
              <a:off x="5155881" y="3220404"/>
              <a:ext cx="398144" cy="35242"/>
            </a:xfrm>
            <a:custGeom>
              <a:avLst/>
              <a:gdLst/>
              <a:ahLst/>
              <a:cxnLst/>
              <a:rect l="l" t="t" r="r" b="b"/>
              <a:pathLst>
                <a:path w="398144" h="35242" fill="norm" stroke="1" extrusionOk="0">
                  <a:moveTo>
                    <a:pt x="398145" y="17145"/>
                  </a:moveTo>
                  <a:lnTo>
                    <a:pt x="953" y="0"/>
                  </a:lnTo>
                  <a:cubicBezTo>
                    <a:pt x="953" y="5715"/>
                    <a:pt x="953" y="12382"/>
                    <a:pt x="0" y="18097"/>
                  </a:cubicBezTo>
                  <a:lnTo>
                    <a:pt x="398145" y="35242"/>
                  </a:lnTo>
                  <a:cubicBezTo>
                    <a:pt x="398145" y="29527"/>
                    <a:pt x="398145" y="23813"/>
                    <a:pt x="398145" y="17145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521" name="Google Shape;521;p6"/>
            <p:cNvSpPr/>
            <p:nvPr/>
          </p:nvSpPr>
          <p:spPr bwMode="auto">
            <a:xfrm>
              <a:off x="5193029" y="2977515"/>
              <a:ext cx="384809" cy="137160"/>
            </a:xfrm>
            <a:custGeom>
              <a:avLst/>
              <a:gdLst/>
              <a:ahLst/>
              <a:cxnLst/>
              <a:rect l="l" t="t" r="r" b="b"/>
              <a:pathLst>
                <a:path w="384809" h="137160" fill="norm" stroke="1" extrusionOk="0">
                  <a:moveTo>
                    <a:pt x="384810" y="120015"/>
                  </a:moveTo>
                  <a:lnTo>
                    <a:pt x="4763" y="0"/>
                  </a:lnTo>
                  <a:cubicBezTo>
                    <a:pt x="2857" y="5715"/>
                    <a:pt x="952" y="11430"/>
                    <a:pt x="0" y="17145"/>
                  </a:cubicBezTo>
                  <a:lnTo>
                    <a:pt x="381000" y="137160"/>
                  </a:lnTo>
                  <a:cubicBezTo>
                    <a:pt x="381953" y="131445"/>
                    <a:pt x="382905" y="125730"/>
                    <a:pt x="384810" y="120015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522" name="Google Shape;522;p6"/>
            <p:cNvSpPr/>
            <p:nvPr/>
          </p:nvSpPr>
          <p:spPr bwMode="auto">
            <a:xfrm>
              <a:off x="5291140" y="2752723"/>
              <a:ext cx="346710" cy="230504"/>
            </a:xfrm>
            <a:custGeom>
              <a:avLst/>
              <a:gdLst/>
              <a:ahLst/>
              <a:cxnLst/>
              <a:rect l="l" t="t" r="r" b="b"/>
              <a:pathLst>
                <a:path w="346710" h="230504" fill="norm" stroke="1" extrusionOk="0">
                  <a:moveTo>
                    <a:pt x="346710" y="215265"/>
                  </a:moveTo>
                  <a:lnTo>
                    <a:pt x="9525" y="0"/>
                  </a:lnTo>
                  <a:cubicBezTo>
                    <a:pt x="6668" y="4763"/>
                    <a:pt x="2857" y="10477"/>
                    <a:pt x="0" y="15240"/>
                  </a:cubicBezTo>
                  <a:lnTo>
                    <a:pt x="337185" y="230505"/>
                  </a:lnTo>
                  <a:cubicBezTo>
                    <a:pt x="340042" y="224790"/>
                    <a:pt x="342900" y="220027"/>
                    <a:pt x="346710" y="215265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523" name="Google Shape;523;p6"/>
            <p:cNvSpPr/>
            <p:nvPr/>
          </p:nvSpPr>
          <p:spPr bwMode="auto">
            <a:xfrm>
              <a:off x="5434011" y="2573652"/>
              <a:ext cx="288607" cy="302895"/>
            </a:xfrm>
            <a:custGeom>
              <a:avLst/>
              <a:gdLst/>
              <a:ahLst/>
              <a:cxnLst/>
              <a:rect l="l" t="t" r="r" b="b"/>
              <a:pathLst>
                <a:path w="288607" h="302895" fill="norm" stroke="1" extrusionOk="0">
                  <a:moveTo>
                    <a:pt x="288608" y="290513"/>
                  </a:moveTo>
                  <a:lnTo>
                    <a:pt x="13335" y="0"/>
                  </a:lnTo>
                  <a:cubicBezTo>
                    <a:pt x="8573" y="3810"/>
                    <a:pt x="4763" y="8573"/>
                    <a:pt x="0" y="12383"/>
                  </a:cubicBezTo>
                  <a:lnTo>
                    <a:pt x="275273" y="302895"/>
                  </a:lnTo>
                  <a:cubicBezTo>
                    <a:pt x="279083" y="299085"/>
                    <a:pt x="283845" y="294323"/>
                    <a:pt x="288608" y="290513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524" name="Google Shape;524;p6"/>
            <p:cNvSpPr/>
            <p:nvPr/>
          </p:nvSpPr>
          <p:spPr bwMode="auto">
            <a:xfrm>
              <a:off x="5604510" y="2442208"/>
              <a:ext cx="217169" cy="356235"/>
            </a:xfrm>
            <a:custGeom>
              <a:avLst/>
              <a:gdLst/>
              <a:ahLst/>
              <a:cxnLst/>
              <a:rect l="l" t="t" r="r" b="b"/>
              <a:pathLst>
                <a:path w="217169" h="356235" fill="norm" stroke="1" extrusionOk="0">
                  <a:moveTo>
                    <a:pt x="0" y="9525"/>
                  </a:moveTo>
                  <a:lnTo>
                    <a:pt x="201930" y="356235"/>
                  </a:lnTo>
                  <a:cubicBezTo>
                    <a:pt x="206692" y="353378"/>
                    <a:pt x="212407" y="349567"/>
                    <a:pt x="217170" y="346710"/>
                  </a:cubicBezTo>
                  <a:lnTo>
                    <a:pt x="16192" y="0"/>
                  </a:lnTo>
                  <a:cubicBezTo>
                    <a:pt x="10477" y="2857"/>
                    <a:pt x="5715" y="5715"/>
                    <a:pt x="0" y="9525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525" name="Google Shape;525;p6"/>
            <p:cNvSpPr/>
            <p:nvPr/>
          </p:nvSpPr>
          <p:spPr bwMode="auto">
            <a:xfrm>
              <a:off x="5412104" y="2451733"/>
              <a:ext cx="70485" cy="72007"/>
            </a:xfrm>
            <a:custGeom>
              <a:avLst/>
              <a:gdLst/>
              <a:ahLst/>
              <a:cxnLst/>
              <a:rect l="l" t="t" r="r" b="b"/>
              <a:pathLst>
                <a:path w="70485" h="72007" fill="norm" stroke="1" extrusionOk="0">
                  <a:moveTo>
                    <a:pt x="41910" y="11430"/>
                  </a:moveTo>
                  <a:lnTo>
                    <a:pt x="28575" y="0"/>
                  </a:lnTo>
                  <a:lnTo>
                    <a:pt x="6668" y="24765"/>
                  </a:lnTo>
                  <a:cubicBezTo>
                    <a:pt x="1905" y="29527"/>
                    <a:pt x="0" y="35242"/>
                    <a:pt x="0" y="41910"/>
                  </a:cubicBezTo>
                  <a:cubicBezTo>
                    <a:pt x="0" y="48577"/>
                    <a:pt x="2858" y="54292"/>
                    <a:pt x="7620" y="58102"/>
                  </a:cubicBezTo>
                  <a:cubicBezTo>
                    <a:pt x="13335" y="62865"/>
                    <a:pt x="21908" y="67627"/>
                    <a:pt x="32385" y="69532"/>
                  </a:cubicBezTo>
                  <a:cubicBezTo>
                    <a:pt x="42863" y="72390"/>
                    <a:pt x="55245" y="72390"/>
                    <a:pt x="69533" y="71438"/>
                  </a:cubicBezTo>
                  <a:lnTo>
                    <a:pt x="70485" y="63817"/>
                  </a:lnTo>
                  <a:cubicBezTo>
                    <a:pt x="61913" y="63817"/>
                    <a:pt x="53340" y="62865"/>
                    <a:pt x="46673" y="60960"/>
                  </a:cubicBezTo>
                  <a:cubicBezTo>
                    <a:pt x="40005" y="59055"/>
                    <a:pt x="34290" y="56198"/>
                    <a:pt x="30480" y="52388"/>
                  </a:cubicBezTo>
                  <a:cubicBezTo>
                    <a:pt x="26670" y="49530"/>
                    <a:pt x="24765" y="44767"/>
                    <a:pt x="23813" y="40005"/>
                  </a:cubicBezTo>
                  <a:cubicBezTo>
                    <a:pt x="22860" y="35242"/>
                    <a:pt x="24765" y="31432"/>
                    <a:pt x="27623" y="27623"/>
                  </a:cubicBezTo>
                  <a:lnTo>
                    <a:pt x="41910" y="11430"/>
                  </a:ln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526" name="Google Shape;526;p6"/>
            <p:cNvSpPr/>
            <p:nvPr/>
          </p:nvSpPr>
          <p:spPr bwMode="auto">
            <a:xfrm>
              <a:off x="5534023" y="2244085"/>
              <a:ext cx="77033" cy="27621"/>
            </a:xfrm>
            <a:custGeom>
              <a:avLst/>
              <a:gdLst/>
              <a:ahLst/>
              <a:cxnLst/>
              <a:rect l="l" t="t" r="r" b="b"/>
              <a:pathLst>
                <a:path w="77033" h="27622" fill="norm" stroke="1" extrusionOk="0">
                  <a:moveTo>
                    <a:pt x="24765" y="15240"/>
                  </a:moveTo>
                  <a:cubicBezTo>
                    <a:pt x="27623" y="13335"/>
                    <a:pt x="30480" y="12383"/>
                    <a:pt x="34290" y="12383"/>
                  </a:cubicBezTo>
                  <a:cubicBezTo>
                    <a:pt x="37148" y="12383"/>
                    <a:pt x="40005" y="12383"/>
                    <a:pt x="42863" y="13335"/>
                  </a:cubicBezTo>
                  <a:lnTo>
                    <a:pt x="75248" y="27623"/>
                  </a:lnTo>
                  <a:cubicBezTo>
                    <a:pt x="80010" y="24765"/>
                    <a:pt x="75248" y="20003"/>
                    <a:pt x="60960" y="12383"/>
                  </a:cubicBezTo>
                  <a:cubicBezTo>
                    <a:pt x="53340" y="8573"/>
                    <a:pt x="48577" y="6668"/>
                    <a:pt x="45720" y="5715"/>
                  </a:cubicBezTo>
                  <a:cubicBezTo>
                    <a:pt x="39052" y="2858"/>
                    <a:pt x="31433" y="953"/>
                    <a:pt x="23813" y="0"/>
                  </a:cubicBezTo>
                  <a:cubicBezTo>
                    <a:pt x="16192" y="0"/>
                    <a:pt x="10477" y="953"/>
                    <a:pt x="5715" y="3810"/>
                  </a:cubicBezTo>
                  <a:cubicBezTo>
                    <a:pt x="2858" y="5715"/>
                    <a:pt x="952" y="7620"/>
                    <a:pt x="0" y="9525"/>
                  </a:cubicBezTo>
                  <a:lnTo>
                    <a:pt x="17145" y="21908"/>
                  </a:lnTo>
                  <a:cubicBezTo>
                    <a:pt x="19050" y="18098"/>
                    <a:pt x="21908" y="16193"/>
                    <a:pt x="24765" y="15240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527" name="Google Shape;527;p6"/>
            <p:cNvSpPr/>
            <p:nvPr/>
          </p:nvSpPr>
          <p:spPr bwMode="auto">
            <a:xfrm>
              <a:off x="5629272" y="2180187"/>
              <a:ext cx="80010" cy="46758"/>
            </a:xfrm>
            <a:custGeom>
              <a:avLst/>
              <a:gdLst/>
              <a:ahLst/>
              <a:cxnLst/>
              <a:rect l="l" t="t" r="r" b="b"/>
              <a:pathLst>
                <a:path w="80010" h="46758" fill="norm" stroke="1" extrusionOk="0">
                  <a:moveTo>
                    <a:pt x="20002" y="43901"/>
                  </a:moveTo>
                  <a:cubicBezTo>
                    <a:pt x="22860" y="41996"/>
                    <a:pt x="25717" y="41043"/>
                    <a:pt x="27623" y="40091"/>
                  </a:cubicBezTo>
                  <a:cubicBezTo>
                    <a:pt x="32385" y="38186"/>
                    <a:pt x="38100" y="37233"/>
                    <a:pt x="44767" y="37233"/>
                  </a:cubicBezTo>
                  <a:cubicBezTo>
                    <a:pt x="52388" y="37233"/>
                    <a:pt x="60008" y="39138"/>
                    <a:pt x="68580" y="41996"/>
                  </a:cubicBezTo>
                  <a:lnTo>
                    <a:pt x="80010" y="37233"/>
                  </a:lnTo>
                  <a:lnTo>
                    <a:pt x="50483" y="10563"/>
                  </a:lnTo>
                  <a:cubicBezTo>
                    <a:pt x="45720" y="5801"/>
                    <a:pt x="40958" y="2943"/>
                    <a:pt x="36195" y="1038"/>
                  </a:cubicBezTo>
                  <a:cubicBezTo>
                    <a:pt x="30480" y="-867"/>
                    <a:pt x="25717" y="86"/>
                    <a:pt x="20955" y="1991"/>
                  </a:cubicBezTo>
                  <a:cubicBezTo>
                    <a:pt x="15240" y="4848"/>
                    <a:pt x="11430" y="7706"/>
                    <a:pt x="9525" y="9611"/>
                  </a:cubicBezTo>
                  <a:lnTo>
                    <a:pt x="26670" y="21993"/>
                  </a:lnTo>
                  <a:cubicBezTo>
                    <a:pt x="26670" y="21041"/>
                    <a:pt x="27623" y="19136"/>
                    <a:pt x="28575" y="18183"/>
                  </a:cubicBezTo>
                  <a:cubicBezTo>
                    <a:pt x="30480" y="16278"/>
                    <a:pt x="32385" y="15326"/>
                    <a:pt x="34290" y="14373"/>
                  </a:cubicBezTo>
                  <a:cubicBezTo>
                    <a:pt x="37148" y="13421"/>
                    <a:pt x="40005" y="13421"/>
                    <a:pt x="43815" y="14373"/>
                  </a:cubicBezTo>
                  <a:cubicBezTo>
                    <a:pt x="47625" y="16278"/>
                    <a:pt x="51435" y="18183"/>
                    <a:pt x="55245" y="21993"/>
                  </a:cubicBezTo>
                  <a:lnTo>
                    <a:pt x="73342" y="35328"/>
                  </a:lnTo>
                  <a:lnTo>
                    <a:pt x="71438" y="36281"/>
                  </a:lnTo>
                  <a:cubicBezTo>
                    <a:pt x="54292" y="31518"/>
                    <a:pt x="40958" y="27708"/>
                    <a:pt x="31433" y="25803"/>
                  </a:cubicBezTo>
                  <a:cubicBezTo>
                    <a:pt x="20955" y="23898"/>
                    <a:pt x="13335" y="23898"/>
                    <a:pt x="9525" y="25803"/>
                  </a:cubicBezTo>
                  <a:cubicBezTo>
                    <a:pt x="7620" y="26756"/>
                    <a:pt x="5715" y="27708"/>
                    <a:pt x="3810" y="28661"/>
                  </a:cubicBezTo>
                  <a:cubicBezTo>
                    <a:pt x="1905" y="29613"/>
                    <a:pt x="952" y="30566"/>
                    <a:pt x="0" y="32471"/>
                  </a:cubicBezTo>
                  <a:lnTo>
                    <a:pt x="16192" y="46758"/>
                  </a:lnTo>
                  <a:cubicBezTo>
                    <a:pt x="16192" y="46758"/>
                    <a:pt x="18098" y="45806"/>
                    <a:pt x="20002" y="43901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528" name="Google Shape;528;p6"/>
            <p:cNvSpPr/>
            <p:nvPr/>
          </p:nvSpPr>
          <p:spPr bwMode="auto">
            <a:xfrm>
              <a:off x="5366384" y="2163124"/>
              <a:ext cx="518291" cy="331470"/>
            </a:xfrm>
            <a:custGeom>
              <a:avLst/>
              <a:gdLst/>
              <a:ahLst/>
              <a:cxnLst/>
              <a:rect l="l" t="t" r="r" b="b"/>
              <a:pathLst>
                <a:path w="518291" h="331470" fill="norm" stroke="1" extrusionOk="0">
                  <a:moveTo>
                    <a:pt x="83820" y="260985"/>
                  </a:moveTo>
                  <a:cubicBezTo>
                    <a:pt x="84773" y="260985"/>
                    <a:pt x="85725" y="260985"/>
                    <a:pt x="86677" y="261938"/>
                  </a:cubicBezTo>
                  <a:cubicBezTo>
                    <a:pt x="87630" y="262890"/>
                    <a:pt x="89535" y="263843"/>
                    <a:pt x="90488" y="264795"/>
                  </a:cubicBezTo>
                  <a:cubicBezTo>
                    <a:pt x="93345" y="267653"/>
                    <a:pt x="94298" y="272415"/>
                    <a:pt x="92392" y="278130"/>
                  </a:cubicBezTo>
                  <a:cubicBezTo>
                    <a:pt x="90488" y="283845"/>
                    <a:pt x="87630" y="289560"/>
                    <a:pt x="81915" y="294323"/>
                  </a:cubicBezTo>
                  <a:cubicBezTo>
                    <a:pt x="93345" y="301943"/>
                    <a:pt x="105727" y="305753"/>
                    <a:pt x="118110" y="307658"/>
                  </a:cubicBezTo>
                  <a:cubicBezTo>
                    <a:pt x="129540" y="308610"/>
                    <a:pt x="139065" y="305753"/>
                    <a:pt x="145732" y="300038"/>
                  </a:cubicBezTo>
                  <a:cubicBezTo>
                    <a:pt x="148590" y="297180"/>
                    <a:pt x="151448" y="293370"/>
                    <a:pt x="152400" y="289560"/>
                  </a:cubicBezTo>
                  <a:cubicBezTo>
                    <a:pt x="154305" y="284798"/>
                    <a:pt x="156210" y="280988"/>
                    <a:pt x="156210" y="275273"/>
                  </a:cubicBezTo>
                  <a:lnTo>
                    <a:pt x="170498" y="289560"/>
                  </a:lnTo>
                  <a:lnTo>
                    <a:pt x="193357" y="284798"/>
                  </a:lnTo>
                  <a:lnTo>
                    <a:pt x="129540" y="218123"/>
                  </a:lnTo>
                  <a:cubicBezTo>
                    <a:pt x="139065" y="209550"/>
                    <a:pt x="148590" y="201930"/>
                    <a:pt x="158115" y="193358"/>
                  </a:cubicBezTo>
                  <a:lnTo>
                    <a:pt x="206692" y="255270"/>
                  </a:lnTo>
                  <a:lnTo>
                    <a:pt x="231457" y="253365"/>
                  </a:lnTo>
                  <a:lnTo>
                    <a:pt x="174307" y="180023"/>
                  </a:lnTo>
                  <a:cubicBezTo>
                    <a:pt x="184785" y="171450"/>
                    <a:pt x="196215" y="163830"/>
                    <a:pt x="206692" y="156210"/>
                  </a:cubicBezTo>
                  <a:lnTo>
                    <a:pt x="221932" y="180023"/>
                  </a:lnTo>
                  <a:lnTo>
                    <a:pt x="213360" y="185738"/>
                  </a:lnTo>
                  <a:cubicBezTo>
                    <a:pt x="212407" y="186690"/>
                    <a:pt x="211455" y="187643"/>
                    <a:pt x="211455" y="189548"/>
                  </a:cubicBezTo>
                  <a:cubicBezTo>
                    <a:pt x="210502" y="190500"/>
                    <a:pt x="211455" y="192405"/>
                    <a:pt x="212407" y="193358"/>
                  </a:cubicBezTo>
                  <a:cubicBezTo>
                    <a:pt x="215265" y="197168"/>
                    <a:pt x="220980" y="200025"/>
                    <a:pt x="231457" y="201930"/>
                  </a:cubicBezTo>
                  <a:cubicBezTo>
                    <a:pt x="241935" y="203835"/>
                    <a:pt x="248602" y="203835"/>
                    <a:pt x="252413" y="200978"/>
                  </a:cubicBezTo>
                  <a:cubicBezTo>
                    <a:pt x="254317" y="200025"/>
                    <a:pt x="255270" y="198120"/>
                    <a:pt x="255270" y="197168"/>
                  </a:cubicBezTo>
                  <a:cubicBezTo>
                    <a:pt x="255270" y="195263"/>
                    <a:pt x="255270" y="193358"/>
                    <a:pt x="254317" y="192405"/>
                  </a:cubicBezTo>
                  <a:lnTo>
                    <a:pt x="223838" y="145733"/>
                  </a:lnTo>
                  <a:cubicBezTo>
                    <a:pt x="231457" y="140970"/>
                    <a:pt x="239077" y="135255"/>
                    <a:pt x="246698" y="130493"/>
                  </a:cubicBezTo>
                  <a:lnTo>
                    <a:pt x="291465" y="199073"/>
                  </a:lnTo>
                  <a:lnTo>
                    <a:pt x="314325" y="197168"/>
                  </a:lnTo>
                  <a:lnTo>
                    <a:pt x="263842" y="119063"/>
                  </a:lnTo>
                  <a:cubicBezTo>
                    <a:pt x="286703" y="104775"/>
                    <a:pt x="310515" y="92393"/>
                    <a:pt x="335280" y="80010"/>
                  </a:cubicBezTo>
                  <a:lnTo>
                    <a:pt x="347663" y="105728"/>
                  </a:lnTo>
                  <a:lnTo>
                    <a:pt x="307657" y="125730"/>
                  </a:lnTo>
                  <a:cubicBezTo>
                    <a:pt x="305753" y="126683"/>
                    <a:pt x="303848" y="128588"/>
                    <a:pt x="302895" y="130493"/>
                  </a:cubicBezTo>
                  <a:cubicBezTo>
                    <a:pt x="301942" y="133350"/>
                    <a:pt x="301942" y="135255"/>
                    <a:pt x="302895" y="137160"/>
                  </a:cubicBezTo>
                  <a:cubicBezTo>
                    <a:pt x="305753" y="141923"/>
                    <a:pt x="310515" y="146685"/>
                    <a:pt x="317182" y="149543"/>
                  </a:cubicBezTo>
                  <a:cubicBezTo>
                    <a:pt x="323850" y="153353"/>
                    <a:pt x="329565" y="154305"/>
                    <a:pt x="333375" y="152400"/>
                  </a:cubicBezTo>
                  <a:cubicBezTo>
                    <a:pt x="334328" y="151448"/>
                    <a:pt x="335280" y="150495"/>
                    <a:pt x="335280" y="149543"/>
                  </a:cubicBezTo>
                  <a:cubicBezTo>
                    <a:pt x="336232" y="148590"/>
                    <a:pt x="336232" y="147638"/>
                    <a:pt x="335280" y="145733"/>
                  </a:cubicBezTo>
                  <a:lnTo>
                    <a:pt x="331470" y="139065"/>
                  </a:lnTo>
                  <a:cubicBezTo>
                    <a:pt x="330517" y="138113"/>
                    <a:pt x="330517" y="136208"/>
                    <a:pt x="331470" y="135255"/>
                  </a:cubicBezTo>
                  <a:cubicBezTo>
                    <a:pt x="331470" y="134303"/>
                    <a:pt x="332423" y="132398"/>
                    <a:pt x="333375" y="132398"/>
                  </a:cubicBezTo>
                  <a:lnTo>
                    <a:pt x="355282" y="120968"/>
                  </a:lnTo>
                  <a:lnTo>
                    <a:pt x="371475" y="153353"/>
                  </a:lnTo>
                  <a:lnTo>
                    <a:pt x="394335" y="154305"/>
                  </a:lnTo>
                  <a:lnTo>
                    <a:pt x="352425" y="71438"/>
                  </a:lnTo>
                  <a:cubicBezTo>
                    <a:pt x="378142" y="60008"/>
                    <a:pt x="403860" y="48578"/>
                    <a:pt x="431482" y="39053"/>
                  </a:cubicBezTo>
                  <a:lnTo>
                    <a:pt x="442913" y="69533"/>
                  </a:lnTo>
                  <a:cubicBezTo>
                    <a:pt x="436245" y="65723"/>
                    <a:pt x="429578" y="62865"/>
                    <a:pt x="422910" y="60960"/>
                  </a:cubicBezTo>
                  <a:cubicBezTo>
                    <a:pt x="417195" y="59055"/>
                    <a:pt x="411480" y="59055"/>
                    <a:pt x="408623" y="60960"/>
                  </a:cubicBezTo>
                  <a:cubicBezTo>
                    <a:pt x="401003" y="63818"/>
                    <a:pt x="395288" y="68580"/>
                    <a:pt x="391478" y="75248"/>
                  </a:cubicBezTo>
                  <a:cubicBezTo>
                    <a:pt x="387667" y="81915"/>
                    <a:pt x="387667" y="88583"/>
                    <a:pt x="389573" y="95250"/>
                  </a:cubicBezTo>
                  <a:cubicBezTo>
                    <a:pt x="392430" y="102870"/>
                    <a:pt x="399098" y="108585"/>
                    <a:pt x="408623" y="113348"/>
                  </a:cubicBezTo>
                  <a:cubicBezTo>
                    <a:pt x="418148" y="118110"/>
                    <a:pt x="427673" y="119063"/>
                    <a:pt x="434340" y="117158"/>
                  </a:cubicBezTo>
                  <a:cubicBezTo>
                    <a:pt x="437198" y="116205"/>
                    <a:pt x="441007" y="113348"/>
                    <a:pt x="443865" y="110490"/>
                  </a:cubicBezTo>
                  <a:cubicBezTo>
                    <a:pt x="446723" y="107633"/>
                    <a:pt x="450532" y="103823"/>
                    <a:pt x="453390" y="98108"/>
                  </a:cubicBezTo>
                  <a:lnTo>
                    <a:pt x="460057" y="116205"/>
                  </a:lnTo>
                  <a:lnTo>
                    <a:pt x="482917" y="120968"/>
                  </a:lnTo>
                  <a:lnTo>
                    <a:pt x="468630" y="80963"/>
                  </a:lnTo>
                  <a:cubicBezTo>
                    <a:pt x="470535" y="75248"/>
                    <a:pt x="473392" y="71438"/>
                    <a:pt x="476250" y="67628"/>
                  </a:cubicBezTo>
                  <a:cubicBezTo>
                    <a:pt x="480060" y="63818"/>
                    <a:pt x="482917" y="60960"/>
                    <a:pt x="486728" y="60008"/>
                  </a:cubicBezTo>
                  <a:cubicBezTo>
                    <a:pt x="488632" y="59055"/>
                    <a:pt x="490538" y="59055"/>
                    <a:pt x="492442" y="60960"/>
                  </a:cubicBezTo>
                  <a:cubicBezTo>
                    <a:pt x="494348" y="61913"/>
                    <a:pt x="496253" y="63818"/>
                    <a:pt x="497205" y="65723"/>
                  </a:cubicBezTo>
                  <a:cubicBezTo>
                    <a:pt x="499110" y="69533"/>
                    <a:pt x="499110" y="75248"/>
                    <a:pt x="499110" y="80963"/>
                  </a:cubicBezTo>
                  <a:cubicBezTo>
                    <a:pt x="498157" y="86678"/>
                    <a:pt x="497205" y="93345"/>
                    <a:pt x="495300" y="99060"/>
                  </a:cubicBezTo>
                  <a:lnTo>
                    <a:pt x="516255" y="104775"/>
                  </a:lnTo>
                  <a:cubicBezTo>
                    <a:pt x="519113" y="91440"/>
                    <a:pt x="519113" y="80010"/>
                    <a:pt x="515303" y="69533"/>
                  </a:cubicBezTo>
                  <a:cubicBezTo>
                    <a:pt x="512445" y="61913"/>
                    <a:pt x="506730" y="55245"/>
                    <a:pt x="498157" y="50483"/>
                  </a:cubicBezTo>
                  <a:cubicBezTo>
                    <a:pt x="489585" y="44768"/>
                    <a:pt x="481965" y="43815"/>
                    <a:pt x="476250" y="45720"/>
                  </a:cubicBezTo>
                  <a:cubicBezTo>
                    <a:pt x="473392" y="46673"/>
                    <a:pt x="470535" y="48578"/>
                    <a:pt x="467678" y="50483"/>
                  </a:cubicBezTo>
                  <a:cubicBezTo>
                    <a:pt x="464820" y="52388"/>
                    <a:pt x="461963" y="56198"/>
                    <a:pt x="459105" y="59055"/>
                  </a:cubicBezTo>
                  <a:lnTo>
                    <a:pt x="450532" y="34290"/>
                  </a:lnTo>
                  <a:cubicBezTo>
                    <a:pt x="470535" y="27623"/>
                    <a:pt x="490538" y="21908"/>
                    <a:pt x="511492" y="16193"/>
                  </a:cubicBezTo>
                  <a:lnTo>
                    <a:pt x="506730" y="12383"/>
                  </a:lnTo>
                  <a:lnTo>
                    <a:pt x="506730" y="12383"/>
                  </a:lnTo>
                  <a:lnTo>
                    <a:pt x="505778" y="11430"/>
                  </a:lnTo>
                  <a:lnTo>
                    <a:pt x="493395" y="0"/>
                  </a:lnTo>
                  <a:cubicBezTo>
                    <a:pt x="295275" y="52388"/>
                    <a:pt x="122873" y="168593"/>
                    <a:pt x="0" y="325755"/>
                  </a:cubicBezTo>
                  <a:lnTo>
                    <a:pt x="20955" y="331470"/>
                  </a:lnTo>
                  <a:cubicBezTo>
                    <a:pt x="40957" y="306705"/>
                    <a:pt x="61913" y="282893"/>
                    <a:pt x="83820" y="260985"/>
                  </a:cubicBezTo>
                  <a:close/>
                  <a:moveTo>
                    <a:pt x="436245" y="93345"/>
                  </a:moveTo>
                  <a:cubicBezTo>
                    <a:pt x="432435" y="97155"/>
                    <a:pt x="427673" y="100013"/>
                    <a:pt x="423863" y="101918"/>
                  </a:cubicBezTo>
                  <a:cubicBezTo>
                    <a:pt x="421005" y="102870"/>
                    <a:pt x="418148" y="102870"/>
                    <a:pt x="416242" y="101918"/>
                  </a:cubicBezTo>
                  <a:cubicBezTo>
                    <a:pt x="413385" y="100965"/>
                    <a:pt x="412432" y="99060"/>
                    <a:pt x="411480" y="97155"/>
                  </a:cubicBezTo>
                  <a:cubicBezTo>
                    <a:pt x="409575" y="92393"/>
                    <a:pt x="410528" y="88583"/>
                    <a:pt x="412432" y="84773"/>
                  </a:cubicBezTo>
                  <a:cubicBezTo>
                    <a:pt x="414338" y="80010"/>
                    <a:pt x="417195" y="77153"/>
                    <a:pt x="421957" y="76200"/>
                  </a:cubicBezTo>
                  <a:cubicBezTo>
                    <a:pt x="425767" y="75248"/>
                    <a:pt x="429578" y="74295"/>
                    <a:pt x="434340" y="75248"/>
                  </a:cubicBezTo>
                  <a:cubicBezTo>
                    <a:pt x="439103" y="75248"/>
                    <a:pt x="443865" y="77153"/>
                    <a:pt x="447675" y="79058"/>
                  </a:cubicBezTo>
                  <a:cubicBezTo>
                    <a:pt x="443865" y="83820"/>
                    <a:pt x="440055" y="89535"/>
                    <a:pt x="436245" y="93345"/>
                  </a:cubicBezTo>
                  <a:close/>
                  <a:moveTo>
                    <a:pt x="115252" y="231458"/>
                  </a:moveTo>
                  <a:lnTo>
                    <a:pt x="140970" y="258127"/>
                  </a:lnTo>
                  <a:cubicBezTo>
                    <a:pt x="140017" y="265748"/>
                    <a:pt x="138113" y="272415"/>
                    <a:pt x="136207" y="278130"/>
                  </a:cubicBezTo>
                  <a:cubicBezTo>
                    <a:pt x="134302" y="283845"/>
                    <a:pt x="131445" y="287655"/>
                    <a:pt x="128588" y="291465"/>
                  </a:cubicBezTo>
                  <a:cubicBezTo>
                    <a:pt x="125730" y="294323"/>
                    <a:pt x="121920" y="296228"/>
                    <a:pt x="118110" y="297180"/>
                  </a:cubicBezTo>
                  <a:cubicBezTo>
                    <a:pt x="114300" y="298133"/>
                    <a:pt x="110490" y="298133"/>
                    <a:pt x="106680" y="297180"/>
                  </a:cubicBezTo>
                  <a:cubicBezTo>
                    <a:pt x="106680" y="297180"/>
                    <a:pt x="105727" y="296228"/>
                    <a:pt x="105727" y="296228"/>
                  </a:cubicBezTo>
                  <a:cubicBezTo>
                    <a:pt x="105727" y="295275"/>
                    <a:pt x="105727" y="295275"/>
                    <a:pt x="105727" y="295275"/>
                  </a:cubicBezTo>
                  <a:cubicBezTo>
                    <a:pt x="110490" y="288608"/>
                    <a:pt x="113348" y="282893"/>
                    <a:pt x="115252" y="277178"/>
                  </a:cubicBezTo>
                  <a:cubicBezTo>
                    <a:pt x="117157" y="271463"/>
                    <a:pt x="116205" y="266700"/>
                    <a:pt x="114300" y="264795"/>
                  </a:cubicBezTo>
                  <a:cubicBezTo>
                    <a:pt x="112395" y="262890"/>
                    <a:pt x="109538" y="260985"/>
                    <a:pt x="104775" y="259080"/>
                  </a:cubicBezTo>
                  <a:cubicBezTo>
                    <a:pt x="100965" y="258127"/>
                    <a:pt x="96202" y="257175"/>
                    <a:pt x="91440" y="256223"/>
                  </a:cubicBezTo>
                  <a:cubicBezTo>
                    <a:pt x="98107" y="246698"/>
                    <a:pt x="106680" y="239077"/>
                    <a:pt x="115252" y="231458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529" name="Google Shape;529;p6"/>
            <p:cNvSpPr/>
            <p:nvPr/>
          </p:nvSpPr>
          <p:spPr bwMode="auto">
            <a:xfrm>
              <a:off x="5730238" y="2140744"/>
              <a:ext cx="72130" cy="40481"/>
            </a:xfrm>
            <a:custGeom>
              <a:avLst/>
              <a:gdLst/>
              <a:ahLst/>
              <a:cxnLst/>
              <a:rect l="l" t="t" r="r" b="b"/>
              <a:pathLst>
                <a:path w="72130" h="40481" fill="norm" stroke="1" extrusionOk="0">
                  <a:moveTo>
                    <a:pt x="22860" y="17621"/>
                  </a:moveTo>
                  <a:cubicBezTo>
                    <a:pt x="25718" y="16669"/>
                    <a:pt x="29527" y="16669"/>
                    <a:pt x="32385" y="16669"/>
                  </a:cubicBezTo>
                  <a:cubicBezTo>
                    <a:pt x="35243" y="16669"/>
                    <a:pt x="38100" y="17621"/>
                    <a:pt x="40958" y="19526"/>
                  </a:cubicBezTo>
                  <a:lnTo>
                    <a:pt x="69533" y="40481"/>
                  </a:lnTo>
                  <a:cubicBezTo>
                    <a:pt x="75248" y="38576"/>
                    <a:pt x="71438" y="32861"/>
                    <a:pt x="59055" y="22384"/>
                  </a:cubicBezTo>
                  <a:cubicBezTo>
                    <a:pt x="52388" y="16669"/>
                    <a:pt x="48577" y="13811"/>
                    <a:pt x="45720" y="11906"/>
                  </a:cubicBezTo>
                  <a:cubicBezTo>
                    <a:pt x="40005" y="7144"/>
                    <a:pt x="33338" y="3334"/>
                    <a:pt x="25718" y="1429"/>
                  </a:cubicBezTo>
                  <a:cubicBezTo>
                    <a:pt x="19050" y="-476"/>
                    <a:pt x="12383" y="-476"/>
                    <a:pt x="7620" y="1429"/>
                  </a:cubicBezTo>
                  <a:cubicBezTo>
                    <a:pt x="4763" y="2381"/>
                    <a:pt x="1905" y="4286"/>
                    <a:pt x="0" y="5239"/>
                  </a:cubicBezTo>
                  <a:lnTo>
                    <a:pt x="14288" y="21431"/>
                  </a:lnTo>
                  <a:cubicBezTo>
                    <a:pt x="17145" y="20479"/>
                    <a:pt x="20002" y="18574"/>
                    <a:pt x="22860" y="17621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530" name="Google Shape;530;p6"/>
            <p:cNvSpPr/>
            <p:nvPr/>
          </p:nvSpPr>
          <p:spPr bwMode="auto">
            <a:xfrm>
              <a:off x="6128206" y="2241837"/>
              <a:ext cx="60187" cy="55030"/>
            </a:xfrm>
            <a:custGeom>
              <a:avLst/>
              <a:gdLst/>
              <a:ahLst/>
              <a:cxnLst/>
              <a:rect l="l" t="t" r="r" b="b"/>
              <a:pathLst>
                <a:path w="60187" h="55030" fill="norm" stroke="1" extrusionOk="0">
                  <a:moveTo>
                    <a:pt x="19230" y="17489"/>
                  </a:moveTo>
                  <a:cubicBezTo>
                    <a:pt x="23041" y="15584"/>
                    <a:pt x="27803" y="14631"/>
                    <a:pt x="32566" y="14631"/>
                  </a:cubicBezTo>
                  <a:lnTo>
                    <a:pt x="43996" y="15584"/>
                  </a:lnTo>
                  <a:lnTo>
                    <a:pt x="36375" y="1296"/>
                  </a:lnTo>
                  <a:lnTo>
                    <a:pt x="25898" y="344"/>
                  </a:lnTo>
                  <a:cubicBezTo>
                    <a:pt x="19230" y="-609"/>
                    <a:pt x="13516" y="344"/>
                    <a:pt x="8753" y="4154"/>
                  </a:cubicBezTo>
                  <a:cubicBezTo>
                    <a:pt x="3991" y="7011"/>
                    <a:pt x="1133" y="10821"/>
                    <a:pt x="180" y="16536"/>
                  </a:cubicBezTo>
                  <a:cubicBezTo>
                    <a:pt x="-772" y="25109"/>
                    <a:pt x="2086" y="33681"/>
                    <a:pt x="7800" y="41301"/>
                  </a:cubicBezTo>
                  <a:cubicBezTo>
                    <a:pt x="14468" y="48921"/>
                    <a:pt x="22088" y="53684"/>
                    <a:pt x="30661" y="54636"/>
                  </a:cubicBezTo>
                  <a:cubicBezTo>
                    <a:pt x="36375" y="55589"/>
                    <a:pt x="42091" y="54636"/>
                    <a:pt x="46853" y="53684"/>
                  </a:cubicBezTo>
                  <a:cubicBezTo>
                    <a:pt x="51616" y="52731"/>
                    <a:pt x="56378" y="50826"/>
                    <a:pt x="60188" y="47969"/>
                  </a:cubicBezTo>
                  <a:lnTo>
                    <a:pt x="52568" y="31776"/>
                  </a:lnTo>
                  <a:cubicBezTo>
                    <a:pt x="47805" y="34634"/>
                    <a:pt x="43043" y="37491"/>
                    <a:pt x="37328" y="39396"/>
                  </a:cubicBezTo>
                  <a:cubicBezTo>
                    <a:pt x="31613" y="41301"/>
                    <a:pt x="26850" y="41301"/>
                    <a:pt x="22088" y="41301"/>
                  </a:cubicBezTo>
                  <a:cubicBezTo>
                    <a:pt x="19230" y="41301"/>
                    <a:pt x="16373" y="39396"/>
                    <a:pt x="14468" y="36539"/>
                  </a:cubicBezTo>
                  <a:cubicBezTo>
                    <a:pt x="12563" y="33681"/>
                    <a:pt x="11611" y="30824"/>
                    <a:pt x="11611" y="27014"/>
                  </a:cubicBezTo>
                  <a:cubicBezTo>
                    <a:pt x="12563" y="23204"/>
                    <a:pt x="15421" y="20346"/>
                    <a:pt x="19230" y="17489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531" name="Google Shape;531;p6"/>
            <p:cNvSpPr/>
            <p:nvPr/>
          </p:nvSpPr>
          <p:spPr bwMode="auto">
            <a:xfrm>
              <a:off x="6304220" y="2196423"/>
              <a:ext cx="62287" cy="78143"/>
            </a:xfrm>
            <a:custGeom>
              <a:avLst/>
              <a:gdLst/>
              <a:ahLst/>
              <a:cxnLst/>
              <a:rect l="l" t="t" r="r" b="b"/>
              <a:pathLst>
                <a:path w="62287" h="78143" fill="norm" stroke="1" extrusionOk="0">
                  <a:moveTo>
                    <a:pt x="23235" y="22899"/>
                  </a:moveTo>
                  <a:cubicBezTo>
                    <a:pt x="27045" y="20041"/>
                    <a:pt x="31808" y="19089"/>
                    <a:pt x="36570" y="20994"/>
                  </a:cubicBezTo>
                  <a:lnTo>
                    <a:pt x="57525" y="26709"/>
                  </a:lnTo>
                  <a:lnTo>
                    <a:pt x="62288" y="9564"/>
                  </a:lnTo>
                  <a:lnTo>
                    <a:pt x="30855" y="991"/>
                  </a:lnTo>
                  <a:cubicBezTo>
                    <a:pt x="24188" y="-914"/>
                    <a:pt x="18473" y="39"/>
                    <a:pt x="12758" y="2896"/>
                  </a:cubicBezTo>
                  <a:cubicBezTo>
                    <a:pt x="7043" y="5754"/>
                    <a:pt x="3233" y="10516"/>
                    <a:pt x="1328" y="16231"/>
                  </a:cubicBezTo>
                  <a:cubicBezTo>
                    <a:pt x="-577" y="23851"/>
                    <a:pt x="-577" y="33376"/>
                    <a:pt x="2280" y="43854"/>
                  </a:cubicBezTo>
                  <a:cubicBezTo>
                    <a:pt x="5138" y="54331"/>
                    <a:pt x="9900" y="65761"/>
                    <a:pt x="16568" y="78144"/>
                  </a:cubicBezTo>
                  <a:lnTo>
                    <a:pt x="24188" y="75286"/>
                  </a:lnTo>
                  <a:cubicBezTo>
                    <a:pt x="20378" y="67666"/>
                    <a:pt x="17520" y="60046"/>
                    <a:pt x="16568" y="52426"/>
                  </a:cubicBezTo>
                  <a:cubicBezTo>
                    <a:pt x="15615" y="44806"/>
                    <a:pt x="15615" y="39091"/>
                    <a:pt x="16568" y="33376"/>
                  </a:cubicBezTo>
                  <a:cubicBezTo>
                    <a:pt x="16568" y="29566"/>
                    <a:pt x="19425" y="25756"/>
                    <a:pt x="23235" y="22899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532" name="Google Shape;532;p6"/>
            <p:cNvSpPr/>
            <p:nvPr/>
          </p:nvSpPr>
          <p:spPr bwMode="auto">
            <a:xfrm>
              <a:off x="6667143" y="2388355"/>
              <a:ext cx="87538" cy="98620"/>
            </a:xfrm>
            <a:custGeom>
              <a:avLst/>
              <a:gdLst/>
              <a:ahLst/>
              <a:cxnLst/>
              <a:rect l="l" t="t" r="r" b="b"/>
              <a:pathLst>
                <a:path w="87539" h="98620" fill="norm" stroke="1" extrusionOk="0">
                  <a:moveTo>
                    <a:pt x="52745" y="513"/>
                  </a:moveTo>
                  <a:cubicBezTo>
                    <a:pt x="45125" y="2418"/>
                    <a:pt x="41315" y="7180"/>
                    <a:pt x="39410" y="17658"/>
                  </a:cubicBezTo>
                  <a:cubicBezTo>
                    <a:pt x="37505" y="28135"/>
                    <a:pt x="38457" y="40518"/>
                    <a:pt x="43220" y="52900"/>
                  </a:cubicBezTo>
                  <a:cubicBezTo>
                    <a:pt x="34647" y="55758"/>
                    <a:pt x="26075" y="54805"/>
                    <a:pt x="18455" y="51948"/>
                  </a:cubicBezTo>
                  <a:cubicBezTo>
                    <a:pt x="20360" y="49090"/>
                    <a:pt x="20360" y="46233"/>
                    <a:pt x="20360" y="44328"/>
                  </a:cubicBezTo>
                  <a:cubicBezTo>
                    <a:pt x="20360" y="41470"/>
                    <a:pt x="20360" y="39565"/>
                    <a:pt x="19407" y="38613"/>
                  </a:cubicBezTo>
                  <a:cubicBezTo>
                    <a:pt x="17502" y="36708"/>
                    <a:pt x="14645" y="35755"/>
                    <a:pt x="11787" y="35755"/>
                  </a:cubicBezTo>
                  <a:cubicBezTo>
                    <a:pt x="8930" y="36708"/>
                    <a:pt x="5120" y="37660"/>
                    <a:pt x="3215" y="40518"/>
                  </a:cubicBezTo>
                  <a:cubicBezTo>
                    <a:pt x="357" y="43375"/>
                    <a:pt x="-595" y="47185"/>
                    <a:pt x="357" y="51948"/>
                  </a:cubicBezTo>
                  <a:cubicBezTo>
                    <a:pt x="1310" y="56710"/>
                    <a:pt x="4167" y="60520"/>
                    <a:pt x="7977" y="64330"/>
                  </a:cubicBezTo>
                  <a:lnTo>
                    <a:pt x="1310" y="95763"/>
                  </a:lnTo>
                  <a:lnTo>
                    <a:pt x="12740" y="98620"/>
                  </a:lnTo>
                  <a:lnTo>
                    <a:pt x="13692" y="67188"/>
                  </a:lnTo>
                  <a:cubicBezTo>
                    <a:pt x="27027" y="70998"/>
                    <a:pt x="39410" y="71950"/>
                    <a:pt x="50840" y="70045"/>
                  </a:cubicBezTo>
                  <a:cubicBezTo>
                    <a:pt x="62270" y="69093"/>
                    <a:pt x="70842" y="65283"/>
                    <a:pt x="76557" y="58615"/>
                  </a:cubicBezTo>
                  <a:cubicBezTo>
                    <a:pt x="87987" y="46233"/>
                    <a:pt x="93702" y="23373"/>
                    <a:pt x="77510" y="5275"/>
                  </a:cubicBezTo>
                  <a:cubicBezTo>
                    <a:pt x="72747" y="2418"/>
                    <a:pt x="65127" y="-1392"/>
                    <a:pt x="52745" y="513"/>
                  </a:cubicBezTo>
                  <a:close/>
                  <a:moveTo>
                    <a:pt x="70842" y="29088"/>
                  </a:moveTo>
                  <a:cubicBezTo>
                    <a:pt x="69890" y="33850"/>
                    <a:pt x="67985" y="37660"/>
                    <a:pt x="65127" y="41470"/>
                  </a:cubicBezTo>
                  <a:cubicBezTo>
                    <a:pt x="62270" y="44328"/>
                    <a:pt x="59412" y="47185"/>
                    <a:pt x="56555" y="48138"/>
                  </a:cubicBezTo>
                  <a:cubicBezTo>
                    <a:pt x="53697" y="50043"/>
                    <a:pt x="51792" y="50995"/>
                    <a:pt x="49887" y="50995"/>
                  </a:cubicBezTo>
                  <a:cubicBezTo>
                    <a:pt x="47982" y="44328"/>
                    <a:pt x="47982" y="37660"/>
                    <a:pt x="47982" y="32898"/>
                  </a:cubicBezTo>
                  <a:cubicBezTo>
                    <a:pt x="47982" y="27183"/>
                    <a:pt x="49887" y="23373"/>
                    <a:pt x="51792" y="21468"/>
                  </a:cubicBezTo>
                  <a:cubicBezTo>
                    <a:pt x="54650" y="18610"/>
                    <a:pt x="57507" y="16705"/>
                    <a:pt x="60365" y="16705"/>
                  </a:cubicBezTo>
                  <a:cubicBezTo>
                    <a:pt x="63222" y="15753"/>
                    <a:pt x="66080" y="16705"/>
                    <a:pt x="67985" y="18610"/>
                  </a:cubicBezTo>
                  <a:cubicBezTo>
                    <a:pt x="69890" y="21468"/>
                    <a:pt x="70842" y="25278"/>
                    <a:pt x="70842" y="29088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533" name="Google Shape;533;p6"/>
            <p:cNvSpPr/>
            <p:nvPr/>
          </p:nvSpPr>
          <p:spPr bwMode="auto">
            <a:xfrm>
              <a:off x="6644398" y="2477449"/>
              <a:ext cx="71922" cy="76930"/>
            </a:xfrm>
            <a:custGeom>
              <a:avLst/>
              <a:gdLst/>
              <a:ahLst/>
              <a:cxnLst/>
              <a:rect l="l" t="t" r="r" b="b"/>
              <a:pathLst>
                <a:path w="71922" h="76930" fill="norm" stroke="1" extrusionOk="0">
                  <a:moveTo>
                    <a:pt x="47868" y="60008"/>
                  </a:moveTo>
                  <a:cubicBezTo>
                    <a:pt x="41200" y="59055"/>
                    <a:pt x="36438" y="56198"/>
                    <a:pt x="31675" y="50483"/>
                  </a:cubicBezTo>
                  <a:cubicBezTo>
                    <a:pt x="24055" y="40958"/>
                    <a:pt x="17388" y="32385"/>
                    <a:pt x="13578" y="23813"/>
                  </a:cubicBezTo>
                  <a:cubicBezTo>
                    <a:pt x="9768" y="15240"/>
                    <a:pt x="7863" y="7620"/>
                    <a:pt x="7863" y="952"/>
                  </a:cubicBezTo>
                  <a:lnTo>
                    <a:pt x="243" y="0"/>
                  </a:lnTo>
                  <a:cubicBezTo>
                    <a:pt x="-710" y="10477"/>
                    <a:pt x="1195" y="20955"/>
                    <a:pt x="5005" y="32385"/>
                  </a:cubicBezTo>
                  <a:cubicBezTo>
                    <a:pt x="8815" y="43815"/>
                    <a:pt x="15483" y="54293"/>
                    <a:pt x="23103" y="63818"/>
                  </a:cubicBezTo>
                  <a:cubicBezTo>
                    <a:pt x="28818" y="70485"/>
                    <a:pt x="36438" y="75248"/>
                    <a:pt x="44058" y="76200"/>
                  </a:cubicBezTo>
                  <a:cubicBezTo>
                    <a:pt x="51678" y="78105"/>
                    <a:pt x="58345" y="76200"/>
                    <a:pt x="64060" y="71438"/>
                  </a:cubicBezTo>
                  <a:cubicBezTo>
                    <a:pt x="68823" y="67627"/>
                    <a:pt x="71680" y="60960"/>
                    <a:pt x="71680" y="52388"/>
                  </a:cubicBezTo>
                  <a:cubicBezTo>
                    <a:pt x="72633" y="43815"/>
                    <a:pt x="70728" y="37148"/>
                    <a:pt x="66918" y="32385"/>
                  </a:cubicBezTo>
                  <a:cubicBezTo>
                    <a:pt x="65013" y="29527"/>
                    <a:pt x="62155" y="27623"/>
                    <a:pt x="58345" y="26670"/>
                  </a:cubicBezTo>
                  <a:cubicBezTo>
                    <a:pt x="54535" y="24765"/>
                    <a:pt x="50725" y="23813"/>
                    <a:pt x="45963" y="23813"/>
                  </a:cubicBezTo>
                  <a:lnTo>
                    <a:pt x="45010" y="41910"/>
                  </a:lnTo>
                  <a:cubicBezTo>
                    <a:pt x="48820" y="41910"/>
                    <a:pt x="51678" y="41910"/>
                    <a:pt x="55488" y="42863"/>
                  </a:cubicBezTo>
                  <a:cubicBezTo>
                    <a:pt x="59298" y="43815"/>
                    <a:pt x="61203" y="44768"/>
                    <a:pt x="63108" y="46673"/>
                  </a:cubicBezTo>
                  <a:cubicBezTo>
                    <a:pt x="65013" y="48577"/>
                    <a:pt x="65013" y="49530"/>
                    <a:pt x="65013" y="51435"/>
                  </a:cubicBezTo>
                  <a:cubicBezTo>
                    <a:pt x="65013" y="53340"/>
                    <a:pt x="65013" y="55245"/>
                    <a:pt x="63108" y="56198"/>
                  </a:cubicBezTo>
                  <a:cubicBezTo>
                    <a:pt x="59298" y="60008"/>
                    <a:pt x="54535" y="60960"/>
                    <a:pt x="47868" y="60008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534" name="Google Shape;534;p6"/>
            <p:cNvSpPr/>
            <p:nvPr/>
          </p:nvSpPr>
          <p:spPr bwMode="auto">
            <a:xfrm>
              <a:off x="5945504" y="2138362"/>
              <a:ext cx="782002" cy="306704"/>
            </a:xfrm>
            <a:custGeom>
              <a:avLst/>
              <a:gdLst/>
              <a:ahLst/>
              <a:cxnLst/>
              <a:rect l="l" t="t" r="r" b="b"/>
              <a:pathLst>
                <a:path w="782002" h="306704" fill="norm" stroke="1" extrusionOk="0">
                  <a:moveTo>
                    <a:pt x="26670" y="97155"/>
                  </a:moveTo>
                  <a:cubicBezTo>
                    <a:pt x="37148" y="103823"/>
                    <a:pt x="46673" y="107632"/>
                    <a:pt x="56198" y="106680"/>
                  </a:cubicBezTo>
                  <a:cubicBezTo>
                    <a:pt x="62865" y="105727"/>
                    <a:pt x="68580" y="102870"/>
                    <a:pt x="73342" y="97155"/>
                  </a:cubicBezTo>
                  <a:cubicBezTo>
                    <a:pt x="78105" y="91440"/>
                    <a:pt x="80010" y="84773"/>
                    <a:pt x="79058" y="77152"/>
                  </a:cubicBezTo>
                  <a:cubicBezTo>
                    <a:pt x="79058" y="74295"/>
                    <a:pt x="78105" y="71438"/>
                    <a:pt x="77153" y="68580"/>
                  </a:cubicBezTo>
                  <a:cubicBezTo>
                    <a:pt x="76200" y="65723"/>
                    <a:pt x="74295" y="63818"/>
                    <a:pt x="72390" y="60960"/>
                  </a:cubicBezTo>
                  <a:cubicBezTo>
                    <a:pt x="77153" y="63818"/>
                    <a:pt x="80963" y="65723"/>
                    <a:pt x="84773" y="67627"/>
                  </a:cubicBezTo>
                  <a:cubicBezTo>
                    <a:pt x="88583" y="69532"/>
                    <a:pt x="92392" y="69532"/>
                    <a:pt x="96203" y="69532"/>
                  </a:cubicBezTo>
                  <a:cubicBezTo>
                    <a:pt x="100013" y="68580"/>
                    <a:pt x="102870" y="67627"/>
                    <a:pt x="104775" y="66675"/>
                  </a:cubicBezTo>
                  <a:lnTo>
                    <a:pt x="107633" y="98107"/>
                  </a:lnTo>
                  <a:lnTo>
                    <a:pt x="128588" y="107632"/>
                  </a:lnTo>
                  <a:lnTo>
                    <a:pt x="120015" y="15240"/>
                  </a:lnTo>
                  <a:cubicBezTo>
                    <a:pt x="132398" y="14288"/>
                    <a:pt x="143828" y="14288"/>
                    <a:pt x="156210" y="14288"/>
                  </a:cubicBezTo>
                  <a:cubicBezTo>
                    <a:pt x="158115" y="14288"/>
                    <a:pt x="160020" y="14288"/>
                    <a:pt x="161925" y="14288"/>
                  </a:cubicBezTo>
                  <a:lnTo>
                    <a:pt x="160020" y="51435"/>
                  </a:lnTo>
                  <a:lnTo>
                    <a:pt x="153353" y="51435"/>
                  </a:lnTo>
                  <a:cubicBezTo>
                    <a:pt x="151448" y="51435"/>
                    <a:pt x="150495" y="51435"/>
                    <a:pt x="149542" y="53340"/>
                  </a:cubicBezTo>
                  <a:cubicBezTo>
                    <a:pt x="148590" y="54293"/>
                    <a:pt x="147638" y="55245"/>
                    <a:pt x="147638" y="57150"/>
                  </a:cubicBezTo>
                  <a:cubicBezTo>
                    <a:pt x="147638" y="60960"/>
                    <a:pt x="151448" y="66675"/>
                    <a:pt x="158115" y="74295"/>
                  </a:cubicBezTo>
                  <a:cubicBezTo>
                    <a:pt x="165735" y="81915"/>
                    <a:pt x="170498" y="86677"/>
                    <a:pt x="174308" y="86677"/>
                  </a:cubicBezTo>
                  <a:cubicBezTo>
                    <a:pt x="175260" y="86677"/>
                    <a:pt x="176213" y="85725"/>
                    <a:pt x="177165" y="84773"/>
                  </a:cubicBezTo>
                  <a:cubicBezTo>
                    <a:pt x="178117" y="82868"/>
                    <a:pt x="179070" y="81915"/>
                    <a:pt x="179070" y="80010"/>
                  </a:cubicBezTo>
                  <a:lnTo>
                    <a:pt x="179070" y="71438"/>
                  </a:lnTo>
                  <a:lnTo>
                    <a:pt x="212408" y="73343"/>
                  </a:lnTo>
                  <a:lnTo>
                    <a:pt x="211455" y="98107"/>
                  </a:lnTo>
                  <a:lnTo>
                    <a:pt x="231458" y="112395"/>
                  </a:lnTo>
                  <a:lnTo>
                    <a:pt x="236220" y="19050"/>
                  </a:lnTo>
                  <a:cubicBezTo>
                    <a:pt x="264795" y="21907"/>
                    <a:pt x="292417" y="25718"/>
                    <a:pt x="320040" y="30480"/>
                  </a:cubicBezTo>
                  <a:lnTo>
                    <a:pt x="317183" y="45720"/>
                  </a:lnTo>
                  <a:lnTo>
                    <a:pt x="288608" y="40957"/>
                  </a:lnTo>
                  <a:cubicBezTo>
                    <a:pt x="281940" y="40005"/>
                    <a:pt x="275273" y="40957"/>
                    <a:pt x="269558" y="44768"/>
                  </a:cubicBezTo>
                  <a:cubicBezTo>
                    <a:pt x="263842" y="48577"/>
                    <a:pt x="260985" y="53340"/>
                    <a:pt x="260033" y="59055"/>
                  </a:cubicBezTo>
                  <a:cubicBezTo>
                    <a:pt x="258128" y="67627"/>
                    <a:pt x="259080" y="77152"/>
                    <a:pt x="262890" y="87630"/>
                  </a:cubicBezTo>
                  <a:cubicBezTo>
                    <a:pt x="265748" y="98107"/>
                    <a:pt x="271463" y="108585"/>
                    <a:pt x="278130" y="119063"/>
                  </a:cubicBezTo>
                  <a:lnTo>
                    <a:pt x="285750" y="116205"/>
                  </a:lnTo>
                  <a:cubicBezTo>
                    <a:pt x="280988" y="109538"/>
                    <a:pt x="277178" y="102870"/>
                    <a:pt x="275273" y="96202"/>
                  </a:cubicBezTo>
                  <a:cubicBezTo>
                    <a:pt x="273367" y="88582"/>
                    <a:pt x="273367" y="81915"/>
                    <a:pt x="274320" y="75248"/>
                  </a:cubicBezTo>
                  <a:cubicBezTo>
                    <a:pt x="275273" y="70485"/>
                    <a:pt x="277178" y="66675"/>
                    <a:pt x="281940" y="63818"/>
                  </a:cubicBezTo>
                  <a:cubicBezTo>
                    <a:pt x="285750" y="60960"/>
                    <a:pt x="290513" y="60007"/>
                    <a:pt x="295275" y="60960"/>
                  </a:cubicBezTo>
                  <a:lnTo>
                    <a:pt x="315278" y="64770"/>
                  </a:lnTo>
                  <a:lnTo>
                    <a:pt x="307658" y="111443"/>
                  </a:lnTo>
                  <a:lnTo>
                    <a:pt x="325755" y="128588"/>
                  </a:lnTo>
                  <a:lnTo>
                    <a:pt x="340995" y="36195"/>
                  </a:lnTo>
                  <a:cubicBezTo>
                    <a:pt x="393383" y="46673"/>
                    <a:pt x="444817" y="61913"/>
                    <a:pt x="494348" y="81915"/>
                  </a:cubicBezTo>
                  <a:lnTo>
                    <a:pt x="483870" y="109538"/>
                  </a:lnTo>
                  <a:cubicBezTo>
                    <a:pt x="481013" y="101918"/>
                    <a:pt x="477203" y="95250"/>
                    <a:pt x="472440" y="89535"/>
                  </a:cubicBezTo>
                  <a:cubicBezTo>
                    <a:pt x="467678" y="83820"/>
                    <a:pt x="461963" y="80010"/>
                    <a:pt x="457200" y="78105"/>
                  </a:cubicBezTo>
                  <a:cubicBezTo>
                    <a:pt x="448628" y="75248"/>
                    <a:pt x="441008" y="74295"/>
                    <a:pt x="433388" y="77152"/>
                  </a:cubicBezTo>
                  <a:cubicBezTo>
                    <a:pt x="425767" y="80010"/>
                    <a:pt x="421005" y="84773"/>
                    <a:pt x="418148" y="91440"/>
                  </a:cubicBezTo>
                  <a:cubicBezTo>
                    <a:pt x="415290" y="100013"/>
                    <a:pt x="416242" y="109538"/>
                    <a:pt x="421958" y="120968"/>
                  </a:cubicBezTo>
                  <a:cubicBezTo>
                    <a:pt x="427673" y="132398"/>
                    <a:pt x="434340" y="140018"/>
                    <a:pt x="441960" y="142875"/>
                  </a:cubicBezTo>
                  <a:cubicBezTo>
                    <a:pt x="446723" y="144780"/>
                    <a:pt x="451485" y="144780"/>
                    <a:pt x="456248" y="144780"/>
                  </a:cubicBezTo>
                  <a:cubicBezTo>
                    <a:pt x="461010" y="144780"/>
                    <a:pt x="466725" y="142875"/>
                    <a:pt x="471488" y="140970"/>
                  </a:cubicBezTo>
                  <a:lnTo>
                    <a:pt x="464820" y="158115"/>
                  </a:lnTo>
                  <a:lnTo>
                    <a:pt x="479108" y="178118"/>
                  </a:lnTo>
                  <a:lnTo>
                    <a:pt x="511492" y="90488"/>
                  </a:lnTo>
                  <a:cubicBezTo>
                    <a:pt x="523875" y="96202"/>
                    <a:pt x="537210" y="101918"/>
                    <a:pt x="549593" y="107632"/>
                  </a:cubicBezTo>
                  <a:lnTo>
                    <a:pt x="532448" y="140970"/>
                  </a:lnTo>
                  <a:lnTo>
                    <a:pt x="526733" y="138113"/>
                  </a:lnTo>
                  <a:cubicBezTo>
                    <a:pt x="524828" y="137160"/>
                    <a:pt x="523875" y="137160"/>
                    <a:pt x="522923" y="138113"/>
                  </a:cubicBezTo>
                  <a:cubicBezTo>
                    <a:pt x="521017" y="138113"/>
                    <a:pt x="520065" y="139065"/>
                    <a:pt x="519113" y="140970"/>
                  </a:cubicBezTo>
                  <a:cubicBezTo>
                    <a:pt x="517208" y="143827"/>
                    <a:pt x="518160" y="150495"/>
                    <a:pt x="521970" y="160973"/>
                  </a:cubicBezTo>
                  <a:cubicBezTo>
                    <a:pt x="524828" y="171450"/>
                    <a:pt x="528638" y="177165"/>
                    <a:pt x="531495" y="179070"/>
                  </a:cubicBezTo>
                  <a:cubicBezTo>
                    <a:pt x="532448" y="180023"/>
                    <a:pt x="533400" y="180023"/>
                    <a:pt x="535305" y="179070"/>
                  </a:cubicBezTo>
                  <a:cubicBezTo>
                    <a:pt x="537210" y="178118"/>
                    <a:pt x="538163" y="177165"/>
                    <a:pt x="539115" y="175260"/>
                  </a:cubicBezTo>
                  <a:lnTo>
                    <a:pt x="542925" y="167640"/>
                  </a:lnTo>
                  <a:lnTo>
                    <a:pt x="572453" y="183833"/>
                  </a:lnTo>
                  <a:lnTo>
                    <a:pt x="561023" y="205740"/>
                  </a:lnTo>
                  <a:lnTo>
                    <a:pt x="572453" y="226695"/>
                  </a:lnTo>
                  <a:lnTo>
                    <a:pt x="616268" y="143827"/>
                  </a:lnTo>
                  <a:cubicBezTo>
                    <a:pt x="626745" y="150495"/>
                    <a:pt x="638175" y="156210"/>
                    <a:pt x="648653" y="162877"/>
                  </a:cubicBezTo>
                  <a:lnTo>
                    <a:pt x="604838" y="230505"/>
                  </a:lnTo>
                  <a:lnTo>
                    <a:pt x="614363" y="253365"/>
                  </a:lnTo>
                  <a:lnTo>
                    <a:pt x="665798" y="174308"/>
                  </a:lnTo>
                  <a:cubicBezTo>
                    <a:pt x="687705" y="189548"/>
                    <a:pt x="709613" y="204788"/>
                    <a:pt x="729615" y="221933"/>
                  </a:cubicBezTo>
                  <a:lnTo>
                    <a:pt x="711518" y="244793"/>
                  </a:lnTo>
                  <a:lnTo>
                    <a:pt x="676275" y="217170"/>
                  </a:lnTo>
                  <a:cubicBezTo>
                    <a:pt x="674370" y="215265"/>
                    <a:pt x="672465" y="215265"/>
                    <a:pt x="669608" y="215265"/>
                  </a:cubicBezTo>
                  <a:cubicBezTo>
                    <a:pt x="666750" y="215265"/>
                    <a:pt x="664845" y="216218"/>
                    <a:pt x="663893" y="218123"/>
                  </a:cubicBezTo>
                  <a:cubicBezTo>
                    <a:pt x="660083" y="222885"/>
                    <a:pt x="658178" y="228600"/>
                    <a:pt x="658178" y="236220"/>
                  </a:cubicBezTo>
                  <a:cubicBezTo>
                    <a:pt x="658178" y="243840"/>
                    <a:pt x="660083" y="249555"/>
                    <a:pt x="662940" y="251460"/>
                  </a:cubicBezTo>
                  <a:cubicBezTo>
                    <a:pt x="663893" y="252413"/>
                    <a:pt x="664845" y="252413"/>
                    <a:pt x="665798" y="252413"/>
                  </a:cubicBezTo>
                  <a:cubicBezTo>
                    <a:pt x="666750" y="252413"/>
                    <a:pt x="667703" y="252413"/>
                    <a:pt x="668655" y="250508"/>
                  </a:cubicBezTo>
                  <a:lnTo>
                    <a:pt x="673418" y="243840"/>
                  </a:lnTo>
                  <a:cubicBezTo>
                    <a:pt x="674370" y="242888"/>
                    <a:pt x="675323" y="241935"/>
                    <a:pt x="677228" y="241935"/>
                  </a:cubicBezTo>
                  <a:cubicBezTo>
                    <a:pt x="678180" y="240983"/>
                    <a:pt x="680085" y="241935"/>
                    <a:pt x="681038" y="241935"/>
                  </a:cubicBezTo>
                  <a:lnTo>
                    <a:pt x="700088" y="257175"/>
                  </a:lnTo>
                  <a:lnTo>
                    <a:pt x="678180" y="285750"/>
                  </a:lnTo>
                  <a:lnTo>
                    <a:pt x="686753" y="306705"/>
                  </a:lnTo>
                  <a:lnTo>
                    <a:pt x="743903" y="233363"/>
                  </a:lnTo>
                  <a:cubicBezTo>
                    <a:pt x="752475" y="240030"/>
                    <a:pt x="761048" y="247650"/>
                    <a:pt x="768668" y="255270"/>
                  </a:cubicBezTo>
                  <a:lnTo>
                    <a:pt x="782003" y="240983"/>
                  </a:lnTo>
                  <a:cubicBezTo>
                    <a:pt x="616268" y="91440"/>
                    <a:pt x="396240" y="0"/>
                    <a:pt x="155258" y="0"/>
                  </a:cubicBezTo>
                  <a:cubicBezTo>
                    <a:pt x="127635" y="0"/>
                    <a:pt x="100013" y="952"/>
                    <a:pt x="72390" y="3810"/>
                  </a:cubicBezTo>
                  <a:lnTo>
                    <a:pt x="84773" y="22860"/>
                  </a:lnTo>
                  <a:cubicBezTo>
                    <a:pt x="89535" y="22860"/>
                    <a:pt x="93345" y="21907"/>
                    <a:pt x="98108" y="21907"/>
                  </a:cubicBezTo>
                  <a:lnTo>
                    <a:pt x="100965" y="48577"/>
                  </a:lnTo>
                  <a:cubicBezTo>
                    <a:pt x="99060" y="51435"/>
                    <a:pt x="97155" y="53340"/>
                    <a:pt x="94298" y="55245"/>
                  </a:cubicBezTo>
                  <a:cubicBezTo>
                    <a:pt x="91440" y="57150"/>
                    <a:pt x="88583" y="58102"/>
                    <a:pt x="85725" y="58102"/>
                  </a:cubicBezTo>
                  <a:cubicBezTo>
                    <a:pt x="80010" y="59055"/>
                    <a:pt x="75248" y="59055"/>
                    <a:pt x="72390" y="58102"/>
                  </a:cubicBezTo>
                  <a:cubicBezTo>
                    <a:pt x="68580" y="58102"/>
                    <a:pt x="65723" y="57150"/>
                    <a:pt x="64770" y="56198"/>
                  </a:cubicBezTo>
                  <a:cubicBezTo>
                    <a:pt x="67628" y="53340"/>
                    <a:pt x="69533" y="50482"/>
                    <a:pt x="71438" y="46673"/>
                  </a:cubicBezTo>
                  <a:cubicBezTo>
                    <a:pt x="73342" y="42863"/>
                    <a:pt x="73342" y="39052"/>
                    <a:pt x="73342" y="36195"/>
                  </a:cubicBezTo>
                  <a:cubicBezTo>
                    <a:pt x="72390" y="28575"/>
                    <a:pt x="67628" y="22860"/>
                    <a:pt x="59055" y="16193"/>
                  </a:cubicBezTo>
                  <a:cubicBezTo>
                    <a:pt x="50483" y="10477"/>
                    <a:pt x="40958" y="7620"/>
                    <a:pt x="32385" y="8573"/>
                  </a:cubicBezTo>
                  <a:cubicBezTo>
                    <a:pt x="27623" y="8573"/>
                    <a:pt x="23813" y="10477"/>
                    <a:pt x="19050" y="13335"/>
                  </a:cubicBezTo>
                  <a:cubicBezTo>
                    <a:pt x="14288" y="15240"/>
                    <a:pt x="10478" y="19050"/>
                    <a:pt x="6667" y="22860"/>
                  </a:cubicBezTo>
                  <a:lnTo>
                    <a:pt x="18098" y="36195"/>
                  </a:lnTo>
                  <a:cubicBezTo>
                    <a:pt x="21908" y="32385"/>
                    <a:pt x="26670" y="28575"/>
                    <a:pt x="31433" y="25718"/>
                  </a:cubicBezTo>
                  <a:cubicBezTo>
                    <a:pt x="36195" y="22860"/>
                    <a:pt x="40958" y="21907"/>
                    <a:pt x="44767" y="20955"/>
                  </a:cubicBezTo>
                  <a:cubicBezTo>
                    <a:pt x="48578" y="20955"/>
                    <a:pt x="51435" y="20955"/>
                    <a:pt x="54292" y="22860"/>
                  </a:cubicBezTo>
                  <a:cubicBezTo>
                    <a:pt x="57150" y="24765"/>
                    <a:pt x="59055" y="27623"/>
                    <a:pt x="59055" y="30480"/>
                  </a:cubicBezTo>
                  <a:cubicBezTo>
                    <a:pt x="59055" y="35243"/>
                    <a:pt x="59055" y="40005"/>
                    <a:pt x="57150" y="43815"/>
                  </a:cubicBezTo>
                  <a:cubicBezTo>
                    <a:pt x="56198" y="47625"/>
                    <a:pt x="53340" y="49530"/>
                    <a:pt x="48578" y="50482"/>
                  </a:cubicBezTo>
                  <a:cubicBezTo>
                    <a:pt x="45720" y="49530"/>
                    <a:pt x="42863" y="50482"/>
                    <a:pt x="39053" y="50482"/>
                  </a:cubicBezTo>
                  <a:cubicBezTo>
                    <a:pt x="35242" y="51435"/>
                    <a:pt x="31433" y="53340"/>
                    <a:pt x="27623" y="55245"/>
                  </a:cubicBezTo>
                  <a:lnTo>
                    <a:pt x="37148" y="71438"/>
                  </a:lnTo>
                  <a:cubicBezTo>
                    <a:pt x="44767" y="69532"/>
                    <a:pt x="51435" y="66675"/>
                    <a:pt x="59055" y="60960"/>
                  </a:cubicBezTo>
                  <a:cubicBezTo>
                    <a:pt x="60960" y="61913"/>
                    <a:pt x="61913" y="63818"/>
                    <a:pt x="62865" y="65723"/>
                  </a:cubicBezTo>
                  <a:cubicBezTo>
                    <a:pt x="63817" y="66675"/>
                    <a:pt x="64770" y="69532"/>
                    <a:pt x="64770" y="71438"/>
                  </a:cubicBezTo>
                  <a:cubicBezTo>
                    <a:pt x="65723" y="77152"/>
                    <a:pt x="63817" y="81915"/>
                    <a:pt x="60960" y="86677"/>
                  </a:cubicBezTo>
                  <a:cubicBezTo>
                    <a:pt x="57150" y="91440"/>
                    <a:pt x="52388" y="93345"/>
                    <a:pt x="46673" y="94298"/>
                  </a:cubicBezTo>
                  <a:cubicBezTo>
                    <a:pt x="40005" y="95250"/>
                    <a:pt x="32385" y="93345"/>
                    <a:pt x="25717" y="88582"/>
                  </a:cubicBezTo>
                  <a:cubicBezTo>
                    <a:pt x="18098" y="83820"/>
                    <a:pt x="12383" y="77152"/>
                    <a:pt x="6667" y="68580"/>
                  </a:cubicBezTo>
                  <a:lnTo>
                    <a:pt x="0" y="73343"/>
                  </a:lnTo>
                  <a:cubicBezTo>
                    <a:pt x="7620" y="80010"/>
                    <a:pt x="16192" y="89535"/>
                    <a:pt x="26670" y="97155"/>
                  </a:cubicBezTo>
                  <a:close/>
                  <a:moveTo>
                    <a:pt x="457200" y="121920"/>
                  </a:moveTo>
                  <a:cubicBezTo>
                    <a:pt x="449580" y="122873"/>
                    <a:pt x="443865" y="121920"/>
                    <a:pt x="438150" y="120015"/>
                  </a:cubicBezTo>
                  <a:cubicBezTo>
                    <a:pt x="434340" y="118110"/>
                    <a:pt x="431483" y="116205"/>
                    <a:pt x="428625" y="112395"/>
                  </a:cubicBezTo>
                  <a:cubicBezTo>
                    <a:pt x="426720" y="108585"/>
                    <a:pt x="426720" y="105727"/>
                    <a:pt x="427673" y="102870"/>
                  </a:cubicBezTo>
                  <a:cubicBezTo>
                    <a:pt x="429578" y="98107"/>
                    <a:pt x="433388" y="95250"/>
                    <a:pt x="441008" y="93345"/>
                  </a:cubicBezTo>
                  <a:cubicBezTo>
                    <a:pt x="448628" y="91440"/>
                    <a:pt x="456248" y="92393"/>
                    <a:pt x="462915" y="94298"/>
                  </a:cubicBezTo>
                  <a:cubicBezTo>
                    <a:pt x="466725" y="95250"/>
                    <a:pt x="469583" y="98107"/>
                    <a:pt x="472440" y="101918"/>
                  </a:cubicBezTo>
                  <a:cubicBezTo>
                    <a:pt x="475298" y="105727"/>
                    <a:pt x="478155" y="110490"/>
                    <a:pt x="480060" y="115252"/>
                  </a:cubicBezTo>
                  <a:cubicBezTo>
                    <a:pt x="472440" y="118110"/>
                    <a:pt x="464820" y="120968"/>
                    <a:pt x="457200" y="121920"/>
                  </a:cubicBezTo>
                  <a:close/>
                  <a:moveTo>
                    <a:pt x="567690" y="110490"/>
                  </a:moveTo>
                  <a:cubicBezTo>
                    <a:pt x="578168" y="115252"/>
                    <a:pt x="587693" y="120968"/>
                    <a:pt x="597218" y="126682"/>
                  </a:cubicBezTo>
                  <a:lnTo>
                    <a:pt x="579120" y="160020"/>
                  </a:lnTo>
                  <a:lnTo>
                    <a:pt x="549593" y="143827"/>
                  </a:lnTo>
                  <a:lnTo>
                    <a:pt x="567690" y="110490"/>
                  </a:lnTo>
                  <a:close/>
                  <a:moveTo>
                    <a:pt x="181928" y="13335"/>
                  </a:moveTo>
                  <a:cubicBezTo>
                    <a:pt x="193358" y="13335"/>
                    <a:pt x="204788" y="14288"/>
                    <a:pt x="215265" y="15240"/>
                  </a:cubicBezTo>
                  <a:lnTo>
                    <a:pt x="213360" y="53340"/>
                  </a:lnTo>
                  <a:lnTo>
                    <a:pt x="180023" y="51435"/>
                  </a:lnTo>
                  <a:lnTo>
                    <a:pt x="181928" y="13335"/>
                  </a:ln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535" name="Google Shape;535;p6"/>
            <p:cNvSpPr/>
            <p:nvPr/>
          </p:nvSpPr>
          <p:spPr bwMode="auto">
            <a:xfrm>
              <a:off x="6714169" y="2412683"/>
              <a:ext cx="92392" cy="111442"/>
            </a:xfrm>
            <a:custGeom>
              <a:avLst/>
              <a:gdLst/>
              <a:ahLst/>
              <a:cxnLst/>
              <a:rect l="l" t="t" r="r" b="b"/>
              <a:pathLst>
                <a:path w="92392" h="111442" fill="norm" stroke="1" extrusionOk="0">
                  <a:moveTo>
                    <a:pt x="0" y="89535"/>
                  </a:moveTo>
                  <a:lnTo>
                    <a:pt x="6668" y="111442"/>
                  </a:lnTo>
                  <a:lnTo>
                    <a:pt x="72390" y="46672"/>
                  </a:lnTo>
                  <a:cubicBezTo>
                    <a:pt x="77153" y="52388"/>
                    <a:pt x="81915" y="58102"/>
                    <a:pt x="86678" y="62865"/>
                  </a:cubicBezTo>
                  <a:lnTo>
                    <a:pt x="92393" y="39052"/>
                  </a:lnTo>
                  <a:cubicBezTo>
                    <a:pt x="80963" y="25717"/>
                    <a:pt x="68580" y="12382"/>
                    <a:pt x="56198" y="0"/>
                  </a:cubicBezTo>
                  <a:lnTo>
                    <a:pt x="41910" y="14288"/>
                  </a:lnTo>
                  <a:cubicBezTo>
                    <a:pt x="47625" y="20002"/>
                    <a:pt x="52388" y="25717"/>
                    <a:pt x="58103" y="31432"/>
                  </a:cubicBezTo>
                  <a:lnTo>
                    <a:pt x="0" y="89535"/>
                  </a:ln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536" name="Google Shape;536;p6"/>
            <p:cNvSpPr/>
            <p:nvPr/>
          </p:nvSpPr>
          <p:spPr bwMode="auto">
            <a:xfrm>
              <a:off x="6755132" y="2518406"/>
              <a:ext cx="25717" cy="25717"/>
            </a:xfrm>
            <a:custGeom>
              <a:avLst/>
              <a:gdLst/>
              <a:ahLst/>
              <a:cxnLst/>
              <a:rect l="l" t="t" r="r" b="b"/>
              <a:pathLst>
                <a:path w="25717" h="25717" fill="norm" stroke="1" extrusionOk="0">
                  <a:moveTo>
                    <a:pt x="0" y="0"/>
                  </a:moveTo>
                  <a:lnTo>
                    <a:pt x="25717" y="0"/>
                  </a:lnTo>
                  <a:lnTo>
                    <a:pt x="25717" y="25717"/>
                  </a:lnTo>
                  <a:lnTo>
                    <a:pt x="0" y="25717"/>
                  </a:ln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537" name="Google Shape;537;p6"/>
            <p:cNvSpPr/>
            <p:nvPr/>
          </p:nvSpPr>
          <p:spPr bwMode="auto">
            <a:xfrm>
              <a:off x="6782749" y="2489835"/>
              <a:ext cx="25717" cy="25717"/>
            </a:xfrm>
            <a:custGeom>
              <a:avLst/>
              <a:gdLst/>
              <a:ahLst/>
              <a:cxnLst/>
              <a:rect l="l" t="t" r="r" b="b"/>
              <a:pathLst>
                <a:path w="25717" h="25717" fill="norm" stroke="1" extrusionOk="0">
                  <a:moveTo>
                    <a:pt x="0" y="0"/>
                  </a:moveTo>
                  <a:lnTo>
                    <a:pt x="25718" y="0"/>
                  </a:lnTo>
                  <a:lnTo>
                    <a:pt x="25718" y="25717"/>
                  </a:lnTo>
                  <a:lnTo>
                    <a:pt x="0" y="25717"/>
                  </a:ln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grpSp>
          <p:nvGrpSpPr>
            <p:cNvPr id="538" name="Google Shape;538;p6"/>
            <p:cNvGrpSpPr/>
            <p:nvPr/>
          </p:nvGrpSpPr>
          <p:grpSpPr bwMode="auto">
            <a:xfrm>
              <a:off x="4819650" y="4612031"/>
              <a:ext cx="2558414" cy="385762"/>
              <a:chOff x="4819650" y="4612005"/>
              <a:chExt cx="2558414" cy="385762"/>
            </a:xfrm>
          </p:grpSpPr>
          <p:sp>
            <p:nvSpPr>
              <p:cNvPr id="539" name="Google Shape;539;p6"/>
              <p:cNvSpPr/>
              <p:nvPr/>
            </p:nvSpPr>
            <p:spPr bwMode="auto">
              <a:xfrm>
                <a:off x="4819650" y="4699634"/>
                <a:ext cx="1013460" cy="262890"/>
              </a:xfrm>
              <a:custGeom>
                <a:avLst/>
                <a:gdLst/>
                <a:ahLst/>
                <a:cxnLst/>
                <a:rect l="l" t="t" r="r" b="b"/>
                <a:pathLst>
                  <a:path w="1013460" h="262890" fill="norm" stroke="1" extrusionOk="0">
                    <a:moveTo>
                      <a:pt x="942975" y="182880"/>
                    </a:moveTo>
                    <a:lnTo>
                      <a:pt x="978218" y="201930"/>
                    </a:lnTo>
                    <a:lnTo>
                      <a:pt x="978218" y="38100"/>
                    </a:lnTo>
                    <a:lnTo>
                      <a:pt x="1013460" y="38100"/>
                    </a:lnTo>
                    <a:lnTo>
                      <a:pt x="996315" y="6668"/>
                    </a:lnTo>
                    <a:lnTo>
                      <a:pt x="827723" y="6668"/>
                    </a:lnTo>
                    <a:lnTo>
                      <a:pt x="819150" y="6668"/>
                    </a:lnTo>
                    <a:lnTo>
                      <a:pt x="731520" y="6668"/>
                    </a:lnTo>
                    <a:lnTo>
                      <a:pt x="723900" y="6668"/>
                    </a:lnTo>
                    <a:lnTo>
                      <a:pt x="537210" y="6668"/>
                    </a:lnTo>
                    <a:lnTo>
                      <a:pt x="529590" y="6668"/>
                    </a:lnTo>
                    <a:lnTo>
                      <a:pt x="441960" y="6668"/>
                    </a:lnTo>
                    <a:lnTo>
                      <a:pt x="434340" y="6668"/>
                    </a:lnTo>
                    <a:lnTo>
                      <a:pt x="202883" y="6668"/>
                    </a:lnTo>
                    <a:lnTo>
                      <a:pt x="195263" y="6668"/>
                    </a:lnTo>
                    <a:lnTo>
                      <a:pt x="122873" y="6668"/>
                    </a:lnTo>
                    <a:lnTo>
                      <a:pt x="141923" y="38100"/>
                    </a:lnTo>
                    <a:lnTo>
                      <a:pt x="149543" y="38100"/>
                    </a:lnTo>
                    <a:lnTo>
                      <a:pt x="149543" y="110490"/>
                    </a:lnTo>
                    <a:lnTo>
                      <a:pt x="110490" y="93345"/>
                    </a:lnTo>
                    <a:cubicBezTo>
                      <a:pt x="114300" y="89535"/>
                      <a:pt x="117157" y="84772"/>
                      <a:pt x="119063" y="79058"/>
                    </a:cubicBezTo>
                    <a:cubicBezTo>
                      <a:pt x="120968" y="73343"/>
                      <a:pt x="121920" y="67628"/>
                      <a:pt x="121920" y="61913"/>
                    </a:cubicBezTo>
                    <a:cubicBezTo>
                      <a:pt x="121920" y="48578"/>
                      <a:pt x="115253" y="34290"/>
                      <a:pt x="102870" y="20955"/>
                    </a:cubicBezTo>
                    <a:cubicBezTo>
                      <a:pt x="89535" y="6668"/>
                      <a:pt x="76200" y="0"/>
                      <a:pt x="63818" y="0"/>
                    </a:cubicBezTo>
                    <a:cubicBezTo>
                      <a:pt x="51435" y="0"/>
                      <a:pt x="40958" y="3810"/>
                      <a:pt x="31433" y="11430"/>
                    </a:cubicBezTo>
                    <a:cubicBezTo>
                      <a:pt x="22860" y="19050"/>
                      <a:pt x="19050" y="28575"/>
                      <a:pt x="19050" y="39053"/>
                    </a:cubicBezTo>
                    <a:cubicBezTo>
                      <a:pt x="19050" y="47625"/>
                      <a:pt x="22860" y="57150"/>
                      <a:pt x="31433" y="66675"/>
                    </a:cubicBezTo>
                    <a:cubicBezTo>
                      <a:pt x="39053" y="75247"/>
                      <a:pt x="50482" y="82868"/>
                      <a:pt x="63818" y="90488"/>
                    </a:cubicBezTo>
                    <a:cubicBezTo>
                      <a:pt x="51435" y="99060"/>
                      <a:pt x="29528" y="110490"/>
                      <a:pt x="0" y="123825"/>
                    </a:cubicBezTo>
                    <a:lnTo>
                      <a:pt x="27622" y="147638"/>
                    </a:lnTo>
                    <a:cubicBezTo>
                      <a:pt x="60960" y="131445"/>
                      <a:pt x="84773" y="117158"/>
                      <a:pt x="100013" y="104775"/>
                    </a:cubicBezTo>
                    <a:lnTo>
                      <a:pt x="131445" y="120015"/>
                    </a:lnTo>
                    <a:lnTo>
                      <a:pt x="40005" y="176213"/>
                    </a:lnTo>
                    <a:lnTo>
                      <a:pt x="65723" y="197168"/>
                    </a:lnTo>
                    <a:lnTo>
                      <a:pt x="151448" y="139065"/>
                    </a:lnTo>
                    <a:lnTo>
                      <a:pt x="151448" y="183833"/>
                    </a:lnTo>
                    <a:lnTo>
                      <a:pt x="186690" y="202883"/>
                    </a:lnTo>
                    <a:lnTo>
                      <a:pt x="186690" y="39053"/>
                    </a:lnTo>
                    <a:lnTo>
                      <a:pt x="214313" y="39053"/>
                    </a:lnTo>
                    <a:lnTo>
                      <a:pt x="221933" y="39053"/>
                    </a:lnTo>
                    <a:lnTo>
                      <a:pt x="395288" y="39053"/>
                    </a:lnTo>
                    <a:lnTo>
                      <a:pt x="395288" y="66675"/>
                    </a:lnTo>
                    <a:lnTo>
                      <a:pt x="354330" y="66675"/>
                    </a:lnTo>
                    <a:cubicBezTo>
                      <a:pt x="340043" y="66675"/>
                      <a:pt x="327660" y="71438"/>
                      <a:pt x="318135" y="81915"/>
                    </a:cubicBezTo>
                    <a:cubicBezTo>
                      <a:pt x="308610" y="92393"/>
                      <a:pt x="302895" y="103822"/>
                      <a:pt x="302895" y="118110"/>
                    </a:cubicBezTo>
                    <a:cubicBezTo>
                      <a:pt x="302895" y="134303"/>
                      <a:pt x="311468" y="152400"/>
                      <a:pt x="329565" y="171450"/>
                    </a:cubicBezTo>
                    <a:cubicBezTo>
                      <a:pt x="347663" y="190500"/>
                      <a:pt x="364808" y="199072"/>
                      <a:pt x="381000" y="199072"/>
                    </a:cubicBezTo>
                    <a:cubicBezTo>
                      <a:pt x="381953" y="199072"/>
                      <a:pt x="383858" y="199072"/>
                      <a:pt x="387668" y="197168"/>
                    </a:cubicBezTo>
                    <a:lnTo>
                      <a:pt x="392430" y="195263"/>
                    </a:lnTo>
                    <a:cubicBezTo>
                      <a:pt x="387668" y="210503"/>
                      <a:pt x="381953" y="222885"/>
                      <a:pt x="373380" y="231458"/>
                    </a:cubicBezTo>
                    <a:cubicBezTo>
                      <a:pt x="365760" y="240983"/>
                      <a:pt x="357188" y="245745"/>
                      <a:pt x="347663" y="245745"/>
                    </a:cubicBezTo>
                    <a:cubicBezTo>
                      <a:pt x="342900" y="245745"/>
                      <a:pt x="339090" y="243840"/>
                      <a:pt x="337185" y="240983"/>
                    </a:cubicBezTo>
                    <a:cubicBezTo>
                      <a:pt x="334328" y="238125"/>
                      <a:pt x="332423" y="234315"/>
                      <a:pt x="332423" y="230505"/>
                    </a:cubicBezTo>
                    <a:cubicBezTo>
                      <a:pt x="332423" y="225743"/>
                      <a:pt x="334328" y="221933"/>
                      <a:pt x="339090" y="218122"/>
                    </a:cubicBezTo>
                    <a:cubicBezTo>
                      <a:pt x="343853" y="214313"/>
                      <a:pt x="349568" y="211455"/>
                      <a:pt x="356235" y="209550"/>
                    </a:cubicBezTo>
                    <a:lnTo>
                      <a:pt x="324803" y="190500"/>
                    </a:lnTo>
                    <a:cubicBezTo>
                      <a:pt x="320040" y="191453"/>
                      <a:pt x="316230" y="193358"/>
                      <a:pt x="312420" y="197168"/>
                    </a:cubicBezTo>
                    <a:cubicBezTo>
                      <a:pt x="308610" y="200025"/>
                      <a:pt x="306705" y="202883"/>
                      <a:pt x="305753" y="206693"/>
                    </a:cubicBezTo>
                    <a:cubicBezTo>
                      <a:pt x="292418" y="206693"/>
                      <a:pt x="282893" y="204788"/>
                      <a:pt x="276225" y="200978"/>
                    </a:cubicBezTo>
                    <a:cubicBezTo>
                      <a:pt x="282893" y="199072"/>
                      <a:pt x="288608" y="194310"/>
                      <a:pt x="291465" y="188595"/>
                    </a:cubicBezTo>
                    <a:cubicBezTo>
                      <a:pt x="295275" y="182880"/>
                      <a:pt x="297180" y="176213"/>
                      <a:pt x="297180" y="169545"/>
                    </a:cubicBezTo>
                    <a:cubicBezTo>
                      <a:pt x="297180" y="160020"/>
                      <a:pt x="294323" y="152400"/>
                      <a:pt x="287655" y="145733"/>
                    </a:cubicBezTo>
                    <a:cubicBezTo>
                      <a:pt x="281940" y="139065"/>
                      <a:pt x="274320" y="136208"/>
                      <a:pt x="265748" y="136208"/>
                    </a:cubicBezTo>
                    <a:cubicBezTo>
                      <a:pt x="255270" y="136208"/>
                      <a:pt x="245745" y="139065"/>
                      <a:pt x="238125" y="145733"/>
                    </a:cubicBezTo>
                    <a:cubicBezTo>
                      <a:pt x="230505" y="152400"/>
                      <a:pt x="226695" y="160972"/>
                      <a:pt x="226695" y="171450"/>
                    </a:cubicBezTo>
                    <a:cubicBezTo>
                      <a:pt x="226695" y="184785"/>
                      <a:pt x="234315" y="196215"/>
                      <a:pt x="248602" y="205740"/>
                    </a:cubicBezTo>
                    <a:cubicBezTo>
                      <a:pt x="263843" y="215265"/>
                      <a:pt x="280988" y="220028"/>
                      <a:pt x="301943" y="220028"/>
                    </a:cubicBezTo>
                    <a:cubicBezTo>
                      <a:pt x="299085" y="229553"/>
                      <a:pt x="303848" y="239078"/>
                      <a:pt x="317183" y="248603"/>
                    </a:cubicBezTo>
                    <a:cubicBezTo>
                      <a:pt x="330518" y="258128"/>
                      <a:pt x="345758" y="262890"/>
                      <a:pt x="361950" y="262890"/>
                    </a:cubicBezTo>
                    <a:cubicBezTo>
                      <a:pt x="371475" y="262890"/>
                      <a:pt x="381000" y="259080"/>
                      <a:pt x="390525" y="252413"/>
                    </a:cubicBezTo>
                    <a:cubicBezTo>
                      <a:pt x="400050" y="244793"/>
                      <a:pt x="406718" y="235268"/>
                      <a:pt x="412433" y="222885"/>
                    </a:cubicBezTo>
                    <a:lnTo>
                      <a:pt x="427673" y="256222"/>
                    </a:lnTo>
                    <a:lnTo>
                      <a:pt x="448628" y="246697"/>
                    </a:lnTo>
                    <a:lnTo>
                      <a:pt x="419100" y="198120"/>
                    </a:lnTo>
                    <a:cubicBezTo>
                      <a:pt x="424815" y="196215"/>
                      <a:pt x="428625" y="193358"/>
                      <a:pt x="431483" y="189547"/>
                    </a:cubicBezTo>
                    <a:cubicBezTo>
                      <a:pt x="435293" y="184785"/>
                      <a:pt x="436245" y="180022"/>
                      <a:pt x="436245" y="174308"/>
                    </a:cubicBezTo>
                    <a:cubicBezTo>
                      <a:pt x="436245" y="166688"/>
                      <a:pt x="433388" y="159068"/>
                      <a:pt x="426720" y="150495"/>
                    </a:cubicBezTo>
                    <a:cubicBezTo>
                      <a:pt x="420053" y="142875"/>
                      <a:pt x="413385" y="139065"/>
                      <a:pt x="407670" y="139065"/>
                    </a:cubicBezTo>
                    <a:cubicBezTo>
                      <a:pt x="401003" y="139065"/>
                      <a:pt x="394335" y="140970"/>
                      <a:pt x="389573" y="144780"/>
                    </a:cubicBezTo>
                    <a:cubicBezTo>
                      <a:pt x="384810" y="148590"/>
                      <a:pt x="381953" y="153353"/>
                      <a:pt x="381953" y="159068"/>
                    </a:cubicBezTo>
                    <a:cubicBezTo>
                      <a:pt x="381953" y="163830"/>
                      <a:pt x="383858" y="169545"/>
                      <a:pt x="387668" y="176213"/>
                    </a:cubicBezTo>
                    <a:cubicBezTo>
                      <a:pt x="381000" y="180022"/>
                      <a:pt x="375285" y="181928"/>
                      <a:pt x="370523" y="181928"/>
                    </a:cubicBezTo>
                    <a:cubicBezTo>
                      <a:pt x="359093" y="181928"/>
                      <a:pt x="349568" y="178118"/>
                      <a:pt x="341948" y="169545"/>
                    </a:cubicBezTo>
                    <a:cubicBezTo>
                      <a:pt x="334328" y="160972"/>
                      <a:pt x="329565" y="150495"/>
                      <a:pt x="329565" y="137160"/>
                    </a:cubicBezTo>
                    <a:cubicBezTo>
                      <a:pt x="329565" y="127635"/>
                      <a:pt x="332423" y="119063"/>
                      <a:pt x="339090" y="111443"/>
                    </a:cubicBezTo>
                    <a:cubicBezTo>
                      <a:pt x="344805" y="103822"/>
                      <a:pt x="352425" y="100965"/>
                      <a:pt x="360998" y="100965"/>
                    </a:cubicBezTo>
                    <a:lnTo>
                      <a:pt x="428625" y="100965"/>
                    </a:lnTo>
                    <a:lnTo>
                      <a:pt x="428625" y="42863"/>
                    </a:lnTo>
                    <a:lnTo>
                      <a:pt x="451485" y="42863"/>
                    </a:lnTo>
                    <a:lnTo>
                      <a:pt x="459105" y="42863"/>
                    </a:lnTo>
                    <a:lnTo>
                      <a:pt x="483870" y="42863"/>
                    </a:lnTo>
                    <a:lnTo>
                      <a:pt x="483870" y="182880"/>
                    </a:lnTo>
                    <a:lnTo>
                      <a:pt x="519113" y="206693"/>
                    </a:lnTo>
                    <a:lnTo>
                      <a:pt x="519113" y="42863"/>
                    </a:lnTo>
                    <a:lnTo>
                      <a:pt x="546735" y="42863"/>
                    </a:lnTo>
                    <a:lnTo>
                      <a:pt x="554355" y="42863"/>
                    </a:lnTo>
                    <a:lnTo>
                      <a:pt x="679133" y="42863"/>
                    </a:lnTo>
                    <a:lnTo>
                      <a:pt x="679133" y="95250"/>
                    </a:lnTo>
                    <a:cubicBezTo>
                      <a:pt x="670560" y="84772"/>
                      <a:pt x="660083" y="76200"/>
                      <a:pt x="649605" y="69533"/>
                    </a:cubicBezTo>
                    <a:cubicBezTo>
                      <a:pt x="638175" y="62865"/>
                      <a:pt x="626745" y="60008"/>
                      <a:pt x="617220" y="60008"/>
                    </a:cubicBezTo>
                    <a:cubicBezTo>
                      <a:pt x="601980" y="60008"/>
                      <a:pt x="588645" y="63818"/>
                      <a:pt x="579120" y="72390"/>
                    </a:cubicBezTo>
                    <a:cubicBezTo>
                      <a:pt x="568643" y="80963"/>
                      <a:pt x="562928" y="91440"/>
                      <a:pt x="562928" y="104775"/>
                    </a:cubicBezTo>
                    <a:cubicBezTo>
                      <a:pt x="562928" y="120015"/>
                      <a:pt x="570548" y="135255"/>
                      <a:pt x="586740" y="149543"/>
                    </a:cubicBezTo>
                    <a:cubicBezTo>
                      <a:pt x="602933" y="164783"/>
                      <a:pt x="618173" y="172403"/>
                      <a:pt x="633413" y="172403"/>
                    </a:cubicBezTo>
                    <a:cubicBezTo>
                      <a:pt x="641985" y="172403"/>
                      <a:pt x="649605" y="170497"/>
                      <a:pt x="658178" y="166688"/>
                    </a:cubicBezTo>
                    <a:cubicBezTo>
                      <a:pt x="665798" y="162878"/>
                      <a:pt x="673418" y="158115"/>
                      <a:pt x="680085" y="150495"/>
                    </a:cubicBezTo>
                    <a:lnTo>
                      <a:pt x="680085" y="181928"/>
                    </a:lnTo>
                    <a:lnTo>
                      <a:pt x="715328" y="205740"/>
                    </a:lnTo>
                    <a:lnTo>
                      <a:pt x="715328" y="41910"/>
                    </a:lnTo>
                    <a:lnTo>
                      <a:pt x="742950" y="41910"/>
                    </a:lnTo>
                    <a:lnTo>
                      <a:pt x="750570" y="41910"/>
                    </a:lnTo>
                    <a:lnTo>
                      <a:pt x="775335" y="41910"/>
                    </a:lnTo>
                    <a:lnTo>
                      <a:pt x="775335" y="181928"/>
                    </a:lnTo>
                    <a:lnTo>
                      <a:pt x="810578" y="205740"/>
                    </a:lnTo>
                    <a:lnTo>
                      <a:pt x="810578" y="41910"/>
                    </a:lnTo>
                    <a:lnTo>
                      <a:pt x="838200" y="41910"/>
                    </a:lnTo>
                    <a:lnTo>
                      <a:pt x="845820" y="41910"/>
                    </a:lnTo>
                    <a:lnTo>
                      <a:pt x="942975" y="41910"/>
                    </a:lnTo>
                    <a:lnTo>
                      <a:pt x="942975" y="92393"/>
                    </a:lnTo>
                    <a:lnTo>
                      <a:pt x="864870" y="92393"/>
                    </a:lnTo>
                    <a:cubicBezTo>
                      <a:pt x="860108" y="92393"/>
                      <a:pt x="857250" y="94297"/>
                      <a:pt x="854393" y="97155"/>
                    </a:cubicBezTo>
                    <a:cubicBezTo>
                      <a:pt x="851535" y="100013"/>
                      <a:pt x="849630" y="103822"/>
                      <a:pt x="849630" y="107633"/>
                    </a:cubicBezTo>
                    <a:cubicBezTo>
                      <a:pt x="849630" y="117158"/>
                      <a:pt x="853440" y="127635"/>
                      <a:pt x="862013" y="138113"/>
                    </a:cubicBezTo>
                    <a:cubicBezTo>
                      <a:pt x="870585" y="148590"/>
                      <a:pt x="878205" y="154305"/>
                      <a:pt x="884873" y="154305"/>
                    </a:cubicBezTo>
                    <a:cubicBezTo>
                      <a:pt x="886778" y="154305"/>
                      <a:pt x="888683" y="153353"/>
                      <a:pt x="889635" y="152400"/>
                    </a:cubicBezTo>
                    <a:cubicBezTo>
                      <a:pt x="891540" y="151447"/>
                      <a:pt x="892493" y="149543"/>
                      <a:pt x="892493" y="146685"/>
                    </a:cubicBezTo>
                    <a:lnTo>
                      <a:pt x="892493" y="133350"/>
                    </a:lnTo>
                    <a:cubicBezTo>
                      <a:pt x="892493" y="130493"/>
                      <a:pt x="893445" y="128588"/>
                      <a:pt x="895350" y="126683"/>
                    </a:cubicBezTo>
                    <a:cubicBezTo>
                      <a:pt x="896303" y="124778"/>
                      <a:pt x="898208" y="123825"/>
                      <a:pt x="900113" y="123825"/>
                    </a:cubicBezTo>
                    <a:lnTo>
                      <a:pt x="942975" y="123825"/>
                    </a:lnTo>
                    <a:lnTo>
                      <a:pt x="942975" y="182880"/>
                    </a:lnTo>
                    <a:close/>
                    <a:moveTo>
                      <a:pt x="90488" y="68580"/>
                    </a:moveTo>
                    <a:cubicBezTo>
                      <a:pt x="87630" y="75247"/>
                      <a:pt x="82868" y="79058"/>
                      <a:pt x="78105" y="81915"/>
                    </a:cubicBezTo>
                    <a:cubicBezTo>
                      <a:pt x="71438" y="80010"/>
                      <a:pt x="65723" y="75247"/>
                      <a:pt x="60960" y="69533"/>
                    </a:cubicBezTo>
                    <a:cubicBezTo>
                      <a:pt x="56197" y="63818"/>
                      <a:pt x="54293" y="57150"/>
                      <a:pt x="54293" y="50483"/>
                    </a:cubicBezTo>
                    <a:cubicBezTo>
                      <a:pt x="54293" y="44768"/>
                      <a:pt x="56197" y="40005"/>
                      <a:pt x="60960" y="35243"/>
                    </a:cubicBezTo>
                    <a:cubicBezTo>
                      <a:pt x="65723" y="30480"/>
                      <a:pt x="71438" y="28575"/>
                      <a:pt x="78105" y="28575"/>
                    </a:cubicBezTo>
                    <a:cubicBezTo>
                      <a:pt x="82868" y="28575"/>
                      <a:pt x="87630" y="30480"/>
                      <a:pt x="90488" y="33338"/>
                    </a:cubicBezTo>
                    <a:cubicBezTo>
                      <a:pt x="94298" y="37147"/>
                      <a:pt x="95250" y="40958"/>
                      <a:pt x="95250" y="45720"/>
                    </a:cubicBezTo>
                    <a:cubicBezTo>
                      <a:pt x="96203" y="54293"/>
                      <a:pt x="94298" y="61913"/>
                      <a:pt x="90488" y="68580"/>
                    </a:cubicBezTo>
                    <a:close/>
                    <a:moveTo>
                      <a:pt x="251460" y="181928"/>
                    </a:moveTo>
                    <a:cubicBezTo>
                      <a:pt x="247650" y="178118"/>
                      <a:pt x="246698" y="174308"/>
                      <a:pt x="246698" y="169545"/>
                    </a:cubicBezTo>
                    <a:cubicBezTo>
                      <a:pt x="246698" y="164783"/>
                      <a:pt x="248602" y="160020"/>
                      <a:pt x="251460" y="157163"/>
                    </a:cubicBezTo>
                    <a:cubicBezTo>
                      <a:pt x="255270" y="153353"/>
                      <a:pt x="259080" y="152400"/>
                      <a:pt x="263843" y="152400"/>
                    </a:cubicBezTo>
                    <a:cubicBezTo>
                      <a:pt x="268605" y="152400"/>
                      <a:pt x="273368" y="154305"/>
                      <a:pt x="276225" y="157163"/>
                    </a:cubicBezTo>
                    <a:cubicBezTo>
                      <a:pt x="280035" y="160972"/>
                      <a:pt x="280988" y="164783"/>
                      <a:pt x="280988" y="169545"/>
                    </a:cubicBezTo>
                    <a:cubicBezTo>
                      <a:pt x="280988" y="174308"/>
                      <a:pt x="279083" y="179070"/>
                      <a:pt x="276225" y="181928"/>
                    </a:cubicBezTo>
                    <a:cubicBezTo>
                      <a:pt x="272415" y="185738"/>
                      <a:pt x="268605" y="186690"/>
                      <a:pt x="263843" y="186690"/>
                    </a:cubicBezTo>
                    <a:cubicBezTo>
                      <a:pt x="259080" y="186690"/>
                      <a:pt x="254318" y="184785"/>
                      <a:pt x="251460" y="181928"/>
                    </a:cubicBezTo>
                    <a:close/>
                    <a:moveTo>
                      <a:pt x="648653" y="133350"/>
                    </a:moveTo>
                    <a:cubicBezTo>
                      <a:pt x="637223" y="139065"/>
                      <a:pt x="626745" y="141922"/>
                      <a:pt x="616268" y="141922"/>
                    </a:cubicBezTo>
                    <a:cubicBezTo>
                      <a:pt x="608648" y="141922"/>
                      <a:pt x="601980" y="139065"/>
                      <a:pt x="597218" y="135255"/>
                    </a:cubicBezTo>
                    <a:cubicBezTo>
                      <a:pt x="592455" y="130493"/>
                      <a:pt x="589598" y="125730"/>
                      <a:pt x="589598" y="120015"/>
                    </a:cubicBezTo>
                    <a:cubicBezTo>
                      <a:pt x="589598" y="111443"/>
                      <a:pt x="594360" y="103822"/>
                      <a:pt x="605790" y="96203"/>
                    </a:cubicBezTo>
                    <a:cubicBezTo>
                      <a:pt x="617220" y="88583"/>
                      <a:pt x="628650" y="85725"/>
                      <a:pt x="641985" y="85725"/>
                    </a:cubicBezTo>
                    <a:cubicBezTo>
                      <a:pt x="648653" y="85725"/>
                      <a:pt x="655320" y="87630"/>
                      <a:pt x="662940" y="92393"/>
                    </a:cubicBezTo>
                    <a:cubicBezTo>
                      <a:pt x="670560" y="96203"/>
                      <a:pt x="677228" y="101918"/>
                      <a:pt x="682943" y="109538"/>
                    </a:cubicBezTo>
                    <a:cubicBezTo>
                      <a:pt x="671513" y="119063"/>
                      <a:pt x="660083" y="127635"/>
                      <a:pt x="648653" y="133350"/>
                    </a:cubicBez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  <a:defRPr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</a:endParaRPr>
              </a:p>
            </p:txBody>
          </p:sp>
          <p:sp>
            <p:nvSpPr>
              <p:cNvPr id="540" name="Google Shape;540;p6"/>
              <p:cNvSpPr/>
              <p:nvPr/>
            </p:nvSpPr>
            <p:spPr bwMode="auto">
              <a:xfrm>
                <a:off x="5744527" y="4910136"/>
                <a:ext cx="119062" cy="87630"/>
              </a:xfrm>
              <a:custGeom>
                <a:avLst/>
                <a:gdLst/>
                <a:ahLst/>
                <a:cxnLst/>
                <a:rect l="l" t="t" r="r" b="b"/>
                <a:pathLst>
                  <a:path w="119062" h="87630" fill="norm" stroke="1" extrusionOk="0">
                    <a:moveTo>
                      <a:pt x="54293" y="13335"/>
                    </a:moveTo>
                    <a:cubicBezTo>
                      <a:pt x="42863" y="3810"/>
                      <a:pt x="34290" y="0"/>
                      <a:pt x="27623" y="0"/>
                    </a:cubicBezTo>
                    <a:cubicBezTo>
                      <a:pt x="21908" y="0"/>
                      <a:pt x="17145" y="953"/>
                      <a:pt x="12383" y="1905"/>
                    </a:cubicBezTo>
                    <a:cubicBezTo>
                      <a:pt x="8573" y="2857"/>
                      <a:pt x="4763" y="5715"/>
                      <a:pt x="0" y="9525"/>
                    </a:cubicBezTo>
                    <a:lnTo>
                      <a:pt x="13335" y="30480"/>
                    </a:lnTo>
                    <a:cubicBezTo>
                      <a:pt x="17145" y="27622"/>
                      <a:pt x="20002" y="25718"/>
                      <a:pt x="22860" y="24765"/>
                    </a:cubicBezTo>
                    <a:cubicBezTo>
                      <a:pt x="26670" y="22860"/>
                      <a:pt x="29527" y="22860"/>
                      <a:pt x="33338" y="22860"/>
                    </a:cubicBezTo>
                    <a:cubicBezTo>
                      <a:pt x="41910" y="22860"/>
                      <a:pt x="60008" y="37147"/>
                      <a:pt x="86677" y="65722"/>
                    </a:cubicBezTo>
                    <a:lnTo>
                      <a:pt x="107633" y="87630"/>
                    </a:lnTo>
                    <a:lnTo>
                      <a:pt x="119063" y="78105"/>
                    </a:lnTo>
                    <a:cubicBezTo>
                      <a:pt x="103823" y="60007"/>
                      <a:pt x="82868" y="39053"/>
                      <a:pt x="54293" y="13335"/>
                    </a:cubicBez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  <a:defRPr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</a:endParaRPr>
              </a:p>
            </p:txBody>
          </p:sp>
          <p:sp>
            <p:nvSpPr>
              <p:cNvPr id="541" name="Google Shape;541;p6"/>
              <p:cNvSpPr/>
              <p:nvPr/>
            </p:nvSpPr>
            <p:spPr bwMode="auto">
              <a:xfrm>
                <a:off x="5934075" y="4693919"/>
                <a:ext cx="635317" cy="209550"/>
              </a:xfrm>
              <a:custGeom>
                <a:avLst/>
                <a:gdLst/>
                <a:ahLst/>
                <a:cxnLst/>
                <a:rect l="l" t="t" r="r" b="b"/>
                <a:pathLst>
                  <a:path w="635317" h="209550" fill="norm" stroke="1" extrusionOk="0">
                    <a:moveTo>
                      <a:pt x="577215" y="13335"/>
                    </a:moveTo>
                    <a:lnTo>
                      <a:pt x="441008" y="13335"/>
                    </a:lnTo>
                    <a:lnTo>
                      <a:pt x="433388" y="13335"/>
                    </a:lnTo>
                    <a:lnTo>
                      <a:pt x="330517" y="13335"/>
                    </a:lnTo>
                    <a:lnTo>
                      <a:pt x="349567" y="44768"/>
                    </a:lnTo>
                    <a:lnTo>
                      <a:pt x="388620" y="44768"/>
                    </a:lnTo>
                    <a:lnTo>
                      <a:pt x="388620" y="110490"/>
                    </a:lnTo>
                    <a:lnTo>
                      <a:pt x="334328" y="110490"/>
                    </a:lnTo>
                    <a:lnTo>
                      <a:pt x="334328" y="54293"/>
                    </a:lnTo>
                    <a:cubicBezTo>
                      <a:pt x="334328" y="41910"/>
                      <a:pt x="328613" y="30480"/>
                      <a:pt x="316230" y="18098"/>
                    </a:cubicBezTo>
                    <a:cubicBezTo>
                      <a:pt x="303847" y="5715"/>
                      <a:pt x="291465" y="0"/>
                      <a:pt x="280035" y="0"/>
                    </a:cubicBezTo>
                    <a:cubicBezTo>
                      <a:pt x="269558" y="0"/>
                      <a:pt x="260985" y="2858"/>
                      <a:pt x="254317" y="9525"/>
                    </a:cubicBezTo>
                    <a:cubicBezTo>
                      <a:pt x="246697" y="17145"/>
                      <a:pt x="243840" y="24765"/>
                      <a:pt x="243840" y="35243"/>
                    </a:cubicBezTo>
                    <a:cubicBezTo>
                      <a:pt x="243840" y="38100"/>
                      <a:pt x="243840" y="41910"/>
                      <a:pt x="244792" y="44768"/>
                    </a:cubicBezTo>
                    <a:lnTo>
                      <a:pt x="227647" y="14288"/>
                    </a:lnTo>
                    <a:lnTo>
                      <a:pt x="0" y="14288"/>
                    </a:lnTo>
                    <a:lnTo>
                      <a:pt x="17145" y="45720"/>
                    </a:lnTo>
                    <a:lnTo>
                      <a:pt x="159067" y="45720"/>
                    </a:lnTo>
                    <a:lnTo>
                      <a:pt x="159067" y="71438"/>
                    </a:lnTo>
                    <a:cubicBezTo>
                      <a:pt x="154305" y="71438"/>
                      <a:pt x="149542" y="73343"/>
                      <a:pt x="143828" y="78105"/>
                    </a:cubicBezTo>
                    <a:cubicBezTo>
                      <a:pt x="138113" y="82868"/>
                      <a:pt x="132397" y="88583"/>
                      <a:pt x="126683" y="97155"/>
                    </a:cubicBezTo>
                    <a:cubicBezTo>
                      <a:pt x="119063" y="88583"/>
                      <a:pt x="111442" y="81915"/>
                      <a:pt x="103822" y="77153"/>
                    </a:cubicBezTo>
                    <a:cubicBezTo>
                      <a:pt x="96203" y="72390"/>
                      <a:pt x="88583" y="70485"/>
                      <a:pt x="81915" y="70485"/>
                    </a:cubicBezTo>
                    <a:cubicBezTo>
                      <a:pt x="69533" y="70485"/>
                      <a:pt x="58103" y="75248"/>
                      <a:pt x="48578" y="84773"/>
                    </a:cubicBezTo>
                    <a:cubicBezTo>
                      <a:pt x="39053" y="94298"/>
                      <a:pt x="35242" y="104775"/>
                      <a:pt x="35242" y="117158"/>
                    </a:cubicBezTo>
                    <a:cubicBezTo>
                      <a:pt x="35242" y="130493"/>
                      <a:pt x="40958" y="144780"/>
                      <a:pt x="52388" y="160020"/>
                    </a:cubicBezTo>
                    <a:cubicBezTo>
                      <a:pt x="63817" y="175260"/>
                      <a:pt x="80010" y="191453"/>
                      <a:pt x="100965" y="206693"/>
                    </a:cubicBezTo>
                    <a:lnTo>
                      <a:pt x="110490" y="195263"/>
                    </a:lnTo>
                    <a:cubicBezTo>
                      <a:pt x="97155" y="183833"/>
                      <a:pt x="86678" y="172403"/>
                      <a:pt x="79058" y="161925"/>
                    </a:cubicBezTo>
                    <a:cubicBezTo>
                      <a:pt x="71438" y="150495"/>
                      <a:pt x="68580" y="140018"/>
                      <a:pt x="68580" y="131445"/>
                    </a:cubicBezTo>
                    <a:cubicBezTo>
                      <a:pt x="68580" y="121920"/>
                      <a:pt x="71438" y="114300"/>
                      <a:pt x="76200" y="107633"/>
                    </a:cubicBezTo>
                    <a:cubicBezTo>
                      <a:pt x="80963" y="100965"/>
                      <a:pt x="87630" y="98108"/>
                      <a:pt x="95250" y="98108"/>
                    </a:cubicBezTo>
                    <a:cubicBezTo>
                      <a:pt x="100013" y="98108"/>
                      <a:pt x="103822" y="99060"/>
                      <a:pt x="107633" y="101918"/>
                    </a:cubicBezTo>
                    <a:cubicBezTo>
                      <a:pt x="111442" y="103823"/>
                      <a:pt x="115253" y="107633"/>
                      <a:pt x="118110" y="112395"/>
                    </a:cubicBezTo>
                    <a:cubicBezTo>
                      <a:pt x="110490" y="128588"/>
                      <a:pt x="105728" y="139065"/>
                      <a:pt x="104775" y="143828"/>
                    </a:cubicBezTo>
                    <a:lnTo>
                      <a:pt x="136208" y="157163"/>
                    </a:lnTo>
                    <a:cubicBezTo>
                      <a:pt x="140017" y="140018"/>
                      <a:pt x="146685" y="124778"/>
                      <a:pt x="155258" y="113348"/>
                    </a:cubicBezTo>
                    <a:cubicBezTo>
                      <a:pt x="163830" y="101918"/>
                      <a:pt x="173355" y="96203"/>
                      <a:pt x="182880" y="96203"/>
                    </a:cubicBezTo>
                    <a:cubicBezTo>
                      <a:pt x="188595" y="96203"/>
                      <a:pt x="193358" y="98108"/>
                      <a:pt x="197167" y="100965"/>
                    </a:cubicBezTo>
                    <a:cubicBezTo>
                      <a:pt x="200978" y="103823"/>
                      <a:pt x="202883" y="107633"/>
                      <a:pt x="202883" y="111443"/>
                    </a:cubicBezTo>
                    <a:cubicBezTo>
                      <a:pt x="203835" y="120015"/>
                      <a:pt x="199072" y="129540"/>
                      <a:pt x="190500" y="140018"/>
                    </a:cubicBezTo>
                    <a:cubicBezTo>
                      <a:pt x="181928" y="151448"/>
                      <a:pt x="170497" y="161925"/>
                      <a:pt x="156210" y="171450"/>
                    </a:cubicBezTo>
                    <a:lnTo>
                      <a:pt x="185738" y="199073"/>
                    </a:lnTo>
                    <a:cubicBezTo>
                      <a:pt x="198120" y="185738"/>
                      <a:pt x="207645" y="172403"/>
                      <a:pt x="214313" y="160020"/>
                    </a:cubicBezTo>
                    <a:cubicBezTo>
                      <a:pt x="220980" y="147638"/>
                      <a:pt x="224790" y="135255"/>
                      <a:pt x="224790" y="124778"/>
                    </a:cubicBezTo>
                    <a:cubicBezTo>
                      <a:pt x="224790" y="112395"/>
                      <a:pt x="221933" y="101918"/>
                      <a:pt x="216217" y="92393"/>
                    </a:cubicBezTo>
                    <a:cubicBezTo>
                      <a:pt x="211455" y="82868"/>
                      <a:pt x="203835" y="77153"/>
                      <a:pt x="195263" y="73343"/>
                    </a:cubicBezTo>
                    <a:lnTo>
                      <a:pt x="195263" y="45720"/>
                    </a:lnTo>
                    <a:lnTo>
                      <a:pt x="243840" y="45720"/>
                    </a:lnTo>
                    <a:cubicBezTo>
                      <a:pt x="245745" y="55245"/>
                      <a:pt x="250508" y="62865"/>
                      <a:pt x="259080" y="70485"/>
                    </a:cubicBezTo>
                    <a:cubicBezTo>
                      <a:pt x="270510" y="80963"/>
                      <a:pt x="283845" y="87630"/>
                      <a:pt x="300038" y="90488"/>
                    </a:cubicBezTo>
                    <a:lnTo>
                      <a:pt x="300038" y="111443"/>
                    </a:lnTo>
                    <a:lnTo>
                      <a:pt x="288608" y="111443"/>
                    </a:lnTo>
                    <a:cubicBezTo>
                      <a:pt x="284797" y="111443"/>
                      <a:pt x="281940" y="112395"/>
                      <a:pt x="279083" y="114300"/>
                    </a:cubicBezTo>
                    <a:cubicBezTo>
                      <a:pt x="276225" y="116205"/>
                      <a:pt x="275272" y="119063"/>
                      <a:pt x="275272" y="122873"/>
                    </a:cubicBezTo>
                    <a:cubicBezTo>
                      <a:pt x="275272" y="130493"/>
                      <a:pt x="281940" y="140018"/>
                      <a:pt x="294322" y="152400"/>
                    </a:cubicBezTo>
                    <a:cubicBezTo>
                      <a:pt x="306705" y="163830"/>
                      <a:pt x="316230" y="169545"/>
                      <a:pt x="323850" y="169545"/>
                    </a:cubicBezTo>
                    <a:cubicBezTo>
                      <a:pt x="327660" y="169545"/>
                      <a:pt x="330517" y="167640"/>
                      <a:pt x="332422" y="164783"/>
                    </a:cubicBezTo>
                    <a:cubicBezTo>
                      <a:pt x="334328" y="161925"/>
                      <a:pt x="335280" y="158115"/>
                      <a:pt x="335280" y="154305"/>
                    </a:cubicBezTo>
                    <a:lnTo>
                      <a:pt x="335280" y="142875"/>
                    </a:lnTo>
                    <a:lnTo>
                      <a:pt x="389572" y="142875"/>
                    </a:lnTo>
                    <a:lnTo>
                      <a:pt x="389572" y="189548"/>
                    </a:lnTo>
                    <a:lnTo>
                      <a:pt x="424815" y="208598"/>
                    </a:lnTo>
                    <a:lnTo>
                      <a:pt x="424815" y="44768"/>
                    </a:lnTo>
                    <a:lnTo>
                      <a:pt x="452438" y="44768"/>
                    </a:lnTo>
                    <a:lnTo>
                      <a:pt x="460058" y="44768"/>
                    </a:lnTo>
                    <a:lnTo>
                      <a:pt x="566738" y="44768"/>
                    </a:lnTo>
                    <a:lnTo>
                      <a:pt x="566738" y="72390"/>
                    </a:lnTo>
                    <a:lnTo>
                      <a:pt x="514350" y="72390"/>
                    </a:lnTo>
                    <a:cubicBezTo>
                      <a:pt x="501967" y="72390"/>
                      <a:pt x="491490" y="76200"/>
                      <a:pt x="481965" y="83820"/>
                    </a:cubicBezTo>
                    <a:cubicBezTo>
                      <a:pt x="473392" y="91440"/>
                      <a:pt x="469583" y="100965"/>
                      <a:pt x="469583" y="111443"/>
                    </a:cubicBezTo>
                    <a:cubicBezTo>
                      <a:pt x="469583" y="126683"/>
                      <a:pt x="473392" y="142875"/>
                      <a:pt x="481965" y="159068"/>
                    </a:cubicBezTo>
                    <a:cubicBezTo>
                      <a:pt x="489585" y="175260"/>
                      <a:pt x="501967" y="192405"/>
                      <a:pt x="518160" y="208598"/>
                    </a:cubicBezTo>
                    <a:lnTo>
                      <a:pt x="529590" y="200978"/>
                    </a:lnTo>
                    <a:cubicBezTo>
                      <a:pt x="519113" y="191453"/>
                      <a:pt x="511492" y="180975"/>
                      <a:pt x="505778" y="169545"/>
                    </a:cubicBezTo>
                    <a:cubicBezTo>
                      <a:pt x="501015" y="158115"/>
                      <a:pt x="498158" y="146685"/>
                      <a:pt x="498158" y="135255"/>
                    </a:cubicBezTo>
                    <a:cubicBezTo>
                      <a:pt x="498158" y="126683"/>
                      <a:pt x="501015" y="119063"/>
                      <a:pt x="507683" y="113348"/>
                    </a:cubicBezTo>
                    <a:cubicBezTo>
                      <a:pt x="513397" y="106680"/>
                      <a:pt x="521017" y="103823"/>
                      <a:pt x="529590" y="103823"/>
                    </a:cubicBezTo>
                    <a:lnTo>
                      <a:pt x="564833" y="103823"/>
                    </a:lnTo>
                    <a:lnTo>
                      <a:pt x="564833" y="185738"/>
                    </a:lnTo>
                    <a:lnTo>
                      <a:pt x="600075" y="209550"/>
                    </a:lnTo>
                    <a:lnTo>
                      <a:pt x="600075" y="45720"/>
                    </a:lnTo>
                    <a:lnTo>
                      <a:pt x="635318" y="45720"/>
                    </a:lnTo>
                    <a:lnTo>
                      <a:pt x="618172" y="14288"/>
                    </a:lnTo>
                    <a:lnTo>
                      <a:pt x="577215" y="14288"/>
                    </a:lnTo>
                    <a:close/>
                    <a:moveTo>
                      <a:pt x="299085" y="75248"/>
                    </a:moveTo>
                    <a:cubicBezTo>
                      <a:pt x="292417" y="73343"/>
                      <a:pt x="287655" y="69533"/>
                      <a:pt x="283845" y="63818"/>
                    </a:cubicBezTo>
                    <a:cubicBezTo>
                      <a:pt x="280035" y="58103"/>
                      <a:pt x="278130" y="51435"/>
                      <a:pt x="278130" y="42863"/>
                    </a:cubicBezTo>
                    <a:cubicBezTo>
                      <a:pt x="278130" y="37148"/>
                      <a:pt x="280035" y="31433"/>
                      <a:pt x="281940" y="27623"/>
                    </a:cubicBezTo>
                    <a:cubicBezTo>
                      <a:pt x="284797" y="23813"/>
                      <a:pt x="287655" y="20955"/>
                      <a:pt x="291465" y="20955"/>
                    </a:cubicBezTo>
                    <a:cubicBezTo>
                      <a:pt x="294322" y="20955"/>
                      <a:pt x="296228" y="22860"/>
                      <a:pt x="297180" y="25718"/>
                    </a:cubicBezTo>
                    <a:cubicBezTo>
                      <a:pt x="299085" y="28575"/>
                      <a:pt x="299085" y="32385"/>
                      <a:pt x="299085" y="36195"/>
                    </a:cubicBezTo>
                    <a:lnTo>
                      <a:pt x="299085" y="75248"/>
                    </a:ln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  <a:defRPr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</a:endParaRPr>
              </a:p>
            </p:txBody>
          </p:sp>
          <p:sp>
            <p:nvSpPr>
              <p:cNvPr id="542" name="Google Shape;542;p6"/>
              <p:cNvSpPr/>
              <p:nvPr/>
            </p:nvSpPr>
            <p:spPr bwMode="auto">
              <a:xfrm>
                <a:off x="6413182" y="4612005"/>
                <a:ext cx="104075" cy="94352"/>
              </a:xfrm>
              <a:custGeom>
                <a:avLst/>
                <a:gdLst/>
                <a:ahLst/>
                <a:cxnLst/>
                <a:rect l="l" t="t" r="r" b="b"/>
                <a:pathLst>
                  <a:path w="104075" h="94352" fill="norm" stroke="1" extrusionOk="0">
                    <a:moveTo>
                      <a:pt x="89535" y="60007"/>
                    </a:moveTo>
                    <a:cubicBezTo>
                      <a:pt x="81915" y="47625"/>
                      <a:pt x="76200" y="40005"/>
                      <a:pt x="72390" y="36195"/>
                    </a:cubicBezTo>
                    <a:cubicBezTo>
                      <a:pt x="64770" y="25717"/>
                      <a:pt x="55245" y="16192"/>
                      <a:pt x="44767" y="9525"/>
                    </a:cubicBezTo>
                    <a:cubicBezTo>
                      <a:pt x="34290" y="2857"/>
                      <a:pt x="23813" y="0"/>
                      <a:pt x="14288" y="0"/>
                    </a:cubicBezTo>
                    <a:cubicBezTo>
                      <a:pt x="8572" y="952"/>
                      <a:pt x="3810" y="1905"/>
                      <a:pt x="0" y="2857"/>
                    </a:cubicBezTo>
                    <a:lnTo>
                      <a:pt x="15240" y="36195"/>
                    </a:lnTo>
                    <a:cubicBezTo>
                      <a:pt x="20002" y="34290"/>
                      <a:pt x="25717" y="33338"/>
                      <a:pt x="31433" y="33338"/>
                    </a:cubicBezTo>
                    <a:cubicBezTo>
                      <a:pt x="37147" y="33338"/>
                      <a:pt x="42863" y="34290"/>
                      <a:pt x="47625" y="37147"/>
                    </a:cubicBezTo>
                    <a:cubicBezTo>
                      <a:pt x="52388" y="39052"/>
                      <a:pt x="57150" y="41910"/>
                      <a:pt x="60008" y="45720"/>
                    </a:cubicBezTo>
                    <a:lnTo>
                      <a:pt x="97155" y="94297"/>
                    </a:lnTo>
                    <a:cubicBezTo>
                      <a:pt x="108585" y="95250"/>
                      <a:pt x="105727" y="83820"/>
                      <a:pt x="89535" y="60007"/>
                    </a:cubicBez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  <a:defRPr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</a:endParaRPr>
              </a:p>
            </p:txBody>
          </p:sp>
          <p:sp>
            <p:nvSpPr>
              <p:cNvPr id="543" name="Google Shape;543;p6"/>
              <p:cNvSpPr/>
              <p:nvPr/>
            </p:nvSpPr>
            <p:spPr bwMode="auto">
              <a:xfrm>
                <a:off x="6671309" y="4707255"/>
                <a:ext cx="676275" cy="234314"/>
              </a:xfrm>
              <a:custGeom>
                <a:avLst/>
                <a:gdLst/>
                <a:ahLst/>
                <a:cxnLst/>
                <a:rect l="l" t="t" r="r" b="b"/>
                <a:pathLst>
                  <a:path w="676275" h="234314" fill="norm" stroke="1" extrusionOk="0">
                    <a:moveTo>
                      <a:pt x="605790" y="171450"/>
                    </a:moveTo>
                    <a:lnTo>
                      <a:pt x="641033" y="195263"/>
                    </a:lnTo>
                    <a:lnTo>
                      <a:pt x="641033" y="31432"/>
                    </a:lnTo>
                    <a:lnTo>
                      <a:pt x="676275" y="31432"/>
                    </a:lnTo>
                    <a:lnTo>
                      <a:pt x="659130" y="0"/>
                    </a:lnTo>
                    <a:lnTo>
                      <a:pt x="467678" y="0"/>
                    </a:lnTo>
                    <a:lnTo>
                      <a:pt x="460058" y="0"/>
                    </a:lnTo>
                    <a:lnTo>
                      <a:pt x="299085" y="0"/>
                    </a:lnTo>
                    <a:lnTo>
                      <a:pt x="291465" y="0"/>
                    </a:lnTo>
                    <a:lnTo>
                      <a:pt x="203835" y="0"/>
                    </a:lnTo>
                    <a:lnTo>
                      <a:pt x="196215" y="0"/>
                    </a:lnTo>
                    <a:lnTo>
                      <a:pt x="0" y="0"/>
                    </a:lnTo>
                    <a:lnTo>
                      <a:pt x="17145" y="31432"/>
                    </a:lnTo>
                    <a:lnTo>
                      <a:pt x="151448" y="31432"/>
                    </a:lnTo>
                    <a:lnTo>
                      <a:pt x="151448" y="59055"/>
                    </a:lnTo>
                    <a:lnTo>
                      <a:pt x="43815" y="59055"/>
                    </a:lnTo>
                    <a:lnTo>
                      <a:pt x="38100" y="70485"/>
                    </a:lnTo>
                    <a:cubicBezTo>
                      <a:pt x="54293" y="75247"/>
                      <a:pt x="67628" y="82867"/>
                      <a:pt x="78105" y="92392"/>
                    </a:cubicBezTo>
                    <a:cubicBezTo>
                      <a:pt x="87630" y="102870"/>
                      <a:pt x="93345" y="113347"/>
                      <a:pt x="93345" y="124777"/>
                    </a:cubicBezTo>
                    <a:cubicBezTo>
                      <a:pt x="93345" y="129540"/>
                      <a:pt x="91440" y="134302"/>
                      <a:pt x="86678" y="138113"/>
                    </a:cubicBezTo>
                    <a:cubicBezTo>
                      <a:pt x="80963" y="142875"/>
                      <a:pt x="75248" y="144780"/>
                      <a:pt x="68580" y="146685"/>
                    </a:cubicBezTo>
                    <a:cubicBezTo>
                      <a:pt x="66675" y="142875"/>
                      <a:pt x="63818" y="140017"/>
                      <a:pt x="60008" y="137160"/>
                    </a:cubicBezTo>
                    <a:cubicBezTo>
                      <a:pt x="56198" y="134302"/>
                      <a:pt x="52388" y="133350"/>
                      <a:pt x="49530" y="133350"/>
                    </a:cubicBezTo>
                    <a:cubicBezTo>
                      <a:pt x="44768" y="133350"/>
                      <a:pt x="40005" y="135255"/>
                      <a:pt x="37148" y="139065"/>
                    </a:cubicBezTo>
                    <a:cubicBezTo>
                      <a:pt x="33338" y="142875"/>
                      <a:pt x="32385" y="147638"/>
                      <a:pt x="32385" y="153352"/>
                    </a:cubicBezTo>
                    <a:cubicBezTo>
                      <a:pt x="32385" y="160972"/>
                      <a:pt x="36195" y="168592"/>
                      <a:pt x="44768" y="173355"/>
                    </a:cubicBezTo>
                    <a:cubicBezTo>
                      <a:pt x="52388" y="179070"/>
                      <a:pt x="62865" y="181927"/>
                      <a:pt x="73343" y="181927"/>
                    </a:cubicBezTo>
                    <a:lnTo>
                      <a:pt x="97155" y="234315"/>
                    </a:lnTo>
                    <a:lnTo>
                      <a:pt x="114300" y="224790"/>
                    </a:lnTo>
                    <a:lnTo>
                      <a:pt x="82868" y="180022"/>
                    </a:lnTo>
                    <a:cubicBezTo>
                      <a:pt x="93345" y="178117"/>
                      <a:pt x="102870" y="173355"/>
                      <a:pt x="110490" y="166688"/>
                    </a:cubicBezTo>
                    <a:cubicBezTo>
                      <a:pt x="118110" y="160020"/>
                      <a:pt x="120968" y="152400"/>
                      <a:pt x="120968" y="142875"/>
                    </a:cubicBezTo>
                    <a:cubicBezTo>
                      <a:pt x="120968" y="133350"/>
                      <a:pt x="118110" y="123825"/>
                      <a:pt x="112395" y="114300"/>
                    </a:cubicBezTo>
                    <a:cubicBezTo>
                      <a:pt x="107633" y="104775"/>
                      <a:pt x="100013" y="97155"/>
                      <a:pt x="89535" y="90488"/>
                    </a:cubicBezTo>
                    <a:lnTo>
                      <a:pt x="151448" y="90488"/>
                    </a:lnTo>
                    <a:lnTo>
                      <a:pt x="151448" y="176213"/>
                    </a:lnTo>
                    <a:lnTo>
                      <a:pt x="186690" y="195263"/>
                    </a:lnTo>
                    <a:lnTo>
                      <a:pt x="186690" y="31432"/>
                    </a:lnTo>
                    <a:lnTo>
                      <a:pt x="214313" y="31432"/>
                    </a:lnTo>
                    <a:lnTo>
                      <a:pt x="221933" y="31432"/>
                    </a:lnTo>
                    <a:lnTo>
                      <a:pt x="246698" y="31432"/>
                    </a:lnTo>
                    <a:lnTo>
                      <a:pt x="246698" y="171450"/>
                    </a:lnTo>
                    <a:lnTo>
                      <a:pt x="281940" y="195263"/>
                    </a:lnTo>
                    <a:lnTo>
                      <a:pt x="281940" y="31432"/>
                    </a:lnTo>
                    <a:lnTo>
                      <a:pt x="309563" y="31432"/>
                    </a:lnTo>
                    <a:lnTo>
                      <a:pt x="317183" y="31432"/>
                    </a:lnTo>
                    <a:lnTo>
                      <a:pt x="415290" y="31432"/>
                    </a:lnTo>
                    <a:lnTo>
                      <a:pt x="415290" y="81915"/>
                    </a:lnTo>
                    <a:lnTo>
                      <a:pt x="337185" y="81915"/>
                    </a:lnTo>
                    <a:cubicBezTo>
                      <a:pt x="332423" y="81915"/>
                      <a:pt x="329565" y="83820"/>
                      <a:pt x="326708" y="86677"/>
                    </a:cubicBezTo>
                    <a:cubicBezTo>
                      <a:pt x="323850" y="89535"/>
                      <a:pt x="321945" y="93345"/>
                      <a:pt x="321945" y="97155"/>
                    </a:cubicBezTo>
                    <a:cubicBezTo>
                      <a:pt x="321945" y="106680"/>
                      <a:pt x="325755" y="117157"/>
                      <a:pt x="334328" y="127635"/>
                    </a:cubicBezTo>
                    <a:cubicBezTo>
                      <a:pt x="342900" y="138113"/>
                      <a:pt x="350520" y="143827"/>
                      <a:pt x="357188" y="143827"/>
                    </a:cubicBezTo>
                    <a:cubicBezTo>
                      <a:pt x="359093" y="143827"/>
                      <a:pt x="360998" y="142875"/>
                      <a:pt x="361950" y="141922"/>
                    </a:cubicBezTo>
                    <a:cubicBezTo>
                      <a:pt x="363855" y="140970"/>
                      <a:pt x="364808" y="139065"/>
                      <a:pt x="364808" y="136207"/>
                    </a:cubicBezTo>
                    <a:lnTo>
                      <a:pt x="364808" y="122872"/>
                    </a:lnTo>
                    <a:cubicBezTo>
                      <a:pt x="364808" y="120015"/>
                      <a:pt x="365760" y="118110"/>
                      <a:pt x="367665" y="116205"/>
                    </a:cubicBezTo>
                    <a:cubicBezTo>
                      <a:pt x="368618" y="114300"/>
                      <a:pt x="370523" y="113347"/>
                      <a:pt x="372428" y="113347"/>
                    </a:cubicBezTo>
                    <a:lnTo>
                      <a:pt x="415290" y="113347"/>
                    </a:lnTo>
                    <a:lnTo>
                      <a:pt x="415290" y="175260"/>
                    </a:lnTo>
                    <a:lnTo>
                      <a:pt x="450533" y="194310"/>
                    </a:lnTo>
                    <a:lnTo>
                      <a:pt x="450533" y="30480"/>
                    </a:lnTo>
                    <a:lnTo>
                      <a:pt x="478155" y="30480"/>
                    </a:lnTo>
                    <a:lnTo>
                      <a:pt x="485775" y="30480"/>
                    </a:lnTo>
                    <a:lnTo>
                      <a:pt x="513397" y="30480"/>
                    </a:lnTo>
                    <a:lnTo>
                      <a:pt x="513397" y="96202"/>
                    </a:lnTo>
                    <a:lnTo>
                      <a:pt x="501968" y="96202"/>
                    </a:lnTo>
                    <a:cubicBezTo>
                      <a:pt x="499110" y="96202"/>
                      <a:pt x="497205" y="97155"/>
                      <a:pt x="495300" y="99060"/>
                    </a:cubicBezTo>
                    <a:cubicBezTo>
                      <a:pt x="493395" y="100965"/>
                      <a:pt x="492443" y="102870"/>
                      <a:pt x="492443" y="105727"/>
                    </a:cubicBezTo>
                    <a:cubicBezTo>
                      <a:pt x="492443" y="111442"/>
                      <a:pt x="499110" y="120967"/>
                      <a:pt x="512445" y="134302"/>
                    </a:cubicBezTo>
                    <a:cubicBezTo>
                      <a:pt x="525780" y="147638"/>
                      <a:pt x="535305" y="154305"/>
                      <a:pt x="541020" y="154305"/>
                    </a:cubicBezTo>
                    <a:cubicBezTo>
                      <a:pt x="542925" y="154305"/>
                      <a:pt x="544830" y="153352"/>
                      <a:pt x="545783" y="151447"/>
                    </a:cubicBezTo>
                    <a:cubicBezTo>
                      <a:pt x="547688" y="148590"/>
                      <a:pt x="548640" y="145732"/>
                      <a:pt x="548640" y="142875"/>
                    </a:cubicBezTo>
                    <a:lnTo>
                      <a:pt x="548640" y="127635"/>
                    </a:lnTo>
                    <a:lnTo>
                      <a:pt x="606743" y="127635"/>
                    </a:lnTo>
                    <a:lnTo>
                      <a:pt x="606743" y="171450"/>
                    </a:lnTo>
                    <a:close/>
                    <a:moveTo>
                      <a:pt x="547688" y="97155"/>
                    </a:moveTo>
                    <a:lnTo>
                      <a:pt x="547688" y="31432"/>
                    </a:lnTo>
                    <a:lnTo>
                      <a:pt x="605790" y="31432"/>
                    </a:lnTo>
                    <a:lnTo>
                      <a:pt x="605790" y="97155"/>
                    </a:lnTo>
                    <a:lnTo>
                      <a:pt x="547688" y="97155"/>
                    </a:ln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  <a:defRPr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</a:endParaRPr>
              </a:p>
            </p:txBody>
          </p:sp>
          <p:sp>
            <p:nvSpPr>
              <p:cNvPr id="544" name="Google Shape;544;p6"/>
              <p:cNvSpPr/>
              <p:nvPr/>
            </p:nvSpPr>
            <p:spPr bwMode="auto">
              <a:xfrm>
                <a:off x="7259002" y="4910136"/>
                <a:ext cx="119062" cy="87630"/>
              </a:xfrm>
              <a:custGeom>
                <a:avLst/>
                <a:gdLst/>
                <a:ahLst/>
                <a:cxnLst/>
                <a:rect l="l" t="t" r="r" b="b"/>
                <a:pathLst>
                  <a:path w="119062" h="87630" fill="norm" stroke="1" extrusionOk="0">
                    <a:moveTo>
                      <a:pt x="54292" y="13335"/>
                    </a:moveTo>
                    <a:cubicBezTo>
                      <a:pt x="42863" y="3810"/>
                      <a:pt x="34290" y="0"/>
                      <a:pt x="27622" y="0"/>
                    </a:cubicBezTo>
                    <a:cubicBezTo>
                      <a:pt x="21907" y="0"/>
                      <a:pt x="17145" y="953"/>
                      <a:pt x="12382" y="1905"/>
                    </a:cubicBezTo>
                    <a:cubicBezTo>
                      <a:pt x="8572" y="2857"/>
                      <a:pt x="4763" y="5715"/>
                      <a:pt x="0" y="9525"/>
                    </a:cubicBezTo>
                    <a:lnTo>
                      <a:pt x="13335" y="30480"/>
                    </a:lnTo>
                    <a:cubicBezTo>
                      <a:pt x="17145" y="27622"/>
                      <a:pt x="20003" y="25718"/>
                      <a:pt x="22860" y="24765"/>
                    </a:cubicBezTo>
                    <a:cubicBezTo>
                      <a:pt x="26670" y="22860"/>
                      <a:pt x="29528" y="22860"/>
                      <a:pt x="33338" y="22860"/>
                    </a:cubicBezTo>
                    <a:cubicBezTo>
                      <a:pt x="41910" y="22860"/>
                      <a:pt x="60007" y="37147"/>
                      <a:pt x="86678" y="65722"/>
                    </a:cubicBezTo>
                    <a:lnTo>
                      <a:pt x="107632" y="87630"/>
                    </a:lnTo>
                    <a:lnTo>
                      <a:pt x="119063" y="78105"/>
                    </a:lnTo>
                    <a:cubicBezTo>
                      <a:pt x="103822" y="60007"/>
                      <a:pt x="81915" y="39053"/>
                      <a:pt x="54292" y="13335"/>
                    </a:cubicBez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  <a:defRPr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</a:endParaRPr>
              </a:p>
            </p:txBody>
          </p:sp>
        </p:grpSp>
        <p:sp>
          <p:nvSpPr>
            <p:cNvPr id="545" name="Google Shape;545;p6"/>
            <p:cNvSpPr/>
            <p:nvPr/>
          </p:nvSpPr>
          <p:spPr bwMode="auto">
            <a:xfrm>
              <a:off x="5888981" y="2284095"/>
              <a:ext cx="406654" cy="721042"/>
            </a:xfrm>
            <a:custGeom>
              <a:avLst/>
              <a:gdLst/>
              <a:ahLst/>
              <a:cxnLst/>
              <a:rect l="l" t="t" r="r" b="b"/>
              <a:pathLst>
                <a:path w="406654" h="721042" fill="norm" stroke="1" extrusionOk="0">
                  <a:moveTo>
                    <a:pt x="75573" y="576263"/>
                  </a:moveTo>
                  <a:cubicBezTo>
                    <a:pt x="75573" y="576263"/>
                    <a:pt x="75573" y="576263"/>
                    <a:pt x="75573" y="576263"/>
                  </a:cubicBezTo>
                  <a:cubicBezTo>
                    <a:pt x="67953" y="591503"/>
                    <a:pt x="69858" y="604838"/>
                    <a:pt x="74620" y="612458"/>
                  </a:cubicBezTo>
                  <a:cubicBezTo>
                    <a:pt x="80335" y="623888"/>
                    <a:pt x="91765" y="632460"/>
                    <a:pt x="108910" y="640080"/>
                  </a:cubicBezTo>
                  <a:cubicBezTo>
                    <a:pt x="108910" y="640080"/>
                    <a:pt x="108910" y="641033"/>
                    <a:pt x="108910" y="641033"/>
                  </a:cubicBezTo>
                  <a:cubicBezTo>
                    <a:pt x="108910" y="661035"/>
                    <a:pt x="127960" y="677228"/>
                    <a:pt x="160345" y="684848"/>
                  </a:cubicBezTo>
                  <a:cubicBezTo>
                    <a:pt x="162250" y="700088"/>
                    <a:pt x="177490" y="721043"/>
                    <a:pt x="210828" y="721043"/>
                  </a:cubicBezTo>
                  <a:cubicBezTo>
                    <a:pt x="214638" y="721043"/>
                    <a:pt x="219400" y="721043"/>
                    <a:pt x="226068" y="719138"/>
                  </a:cubicBezTo>
                  <a:cubicBezTo>
                    <a:pt x="244165" y="713423"/>
                    <a:pt x="256548" y="700088"/>
                    <a:pt x="257500" y="684848"/>
                  </a:cubicBezTo>
                  <a:cubicBezTo>
                    <a:pt x="289885" y="676275"/>
                    <a:pt x="308935" y="661035"/>
                    <a:pt x="308935" y="641033"/>
                  </a:cubicBezTo>
                  <a:cubicBezTo>
                    <a:pt x="308935" y="639128"/>
                    <a:pt x="308935" y="637223"/>
                    <a:pt x="307983" y="635318"/>
                  </a:cubicBezTo>
                  <a:cubicBezTo>
                    <a:pt x="329890" y="621983"/>
                    <a:pt x="342273" y="605790"/>
                    <a:pt x="342273" y="589598"/>
                  </a:cubicBezTo>
                  <a:cubicBezTo>
                    <a:pt x="342273" y="584835"/>
                    <a:pt x="340368" y="580073"/>
                    <a:pt x="338463" y="576263"/>
                  </a:cubicBezTo>
                  <a:cubicBezTo>
                    <a:pt x="371800" y="542925"/>
                    <a:pt x="389898" y="510540"/>
                    <a:pt x="399423" y="480060"/>
                  </a:cubicBezTo>
                  <a:lnTo>
                    <a:pt x="399423" y="480060"/>
                  </a:lnTo>
                  <a:cubicBezTo>
                    <a:pt x="400375" y="478155"/>
                    <a:pt x="400375" y="476250"/>
                    <a:pt x="401328" y="474345"/>
                  </a:cubicBezTo>
                  <a:cubicBezTo>
                    <a:pt x="404185" y="462915"/>
                    <a:pt x="406090" y="448628"/>
                    <a:pt x="406090" y="446722"/>
                  </a:cubicBezTo>
                  <a:cubicBezTo>
                    <a:pt x="407995" y="421005"/>
                    <a:pt x="405138" y="395288"/>
                    <a:pt x="396565" y="370522"/>
                  </a:cubicBezTo>
                  <a:lnTo>
                    <a:pt x="387993" y="350520"/>
                  </a:lnTo>
                  <a:cubicBezTo>
                    <a:pt x="380373" y="336233"/>
                    <a:pt x="370848" y="322897"/>
                    <a:pt x="360370" y="312420"/>
                  </a:cubicBezTo>
                  <a:cubicBezTo>
                    <a:pt x="357513" y="309563"/>
                    <a:pt x="354655" y="306705"/>
                    <a:pt x="351798" y="304800"/>
                  </a:cubicBezTo>
                  <a:lnTo>
                    <a:pt x="351798" y="304800"/>
                  </a:lnTo>
                  <a:lnTo>
                    <a:pt x="340368" y="294322"/>
                  </a:lnTo>
                  <a:cubicBezTo>
                    <a:pt x="337510" y="291465"/>
                    <a:pt x="334653" y="288608"/>
                    <a:pt x="331795" y="286703"/>
                  </a:cubicBezTo>
                  <a:cubicBezTo>
                    <a:pt x="292743" y="251460"/>
                    <a:pt x="264168" y="224790"/>
                    <a:pt x="272740" y="163830"/>
                  </a:cubicBezTo>
                  <a:cubicBezTo>
                    <a:pt x="283218" y="106680"/>
                    <a:pt x="265120" y="47625"/>
                    <a:pt x="241308" y="32385"/>
                  </a:cubicBezTo>
                  <a:cubicBezTo>
                    <a:pt x="239403" y="31432"/>
                    <a:pt x="238450" y="30480"/>
                    <a:pt x="236545" y="30480"/>
                  </a:cubicBezTo>
                  <a:cubicBezTo>
                    <a:pt x="235593" y="21907"/>
                    <a:pt x="234640" y="16193"/>
                    <a:pt x="233688" y="16193"/>
                  </a:cubicBezTo>
                  <a:cubicBezTo>
                    <a:pt x="227020" y="4763"/>
                    <a:pt x="217495" y="953"/>
                    <a:pt x="210828" y="0"/>
                  </a:cubicBezTo>
                  <a:cubicBezTo>
                    <a:pt x="208923" y="0"/>
                    <a:pt x="207970" y="0"/>
                    <a:pt x="206065" y="0"/>
                  </a:cubicBezTo>
                  <a:cubicBezTo>
                    <a:pt x="194635" y="0"/>
                    <a:pt x="174633" y="4763"/>
                    <a:pt x="166060" y="37148"/>
                  </a:cubicBezTo>
                  <a:cubicBezTo>
                    <a:pt x="160345" y="58103"/>
                    <a:pt x="161298" y="87630"/>
                    <a:pt x="161298" y="115253"/>
                  </a:cubicBezTo>
                  <a:cubicBezTo>
                    <a:pt x="161298" y="120968"/>
                    <a:pt x="161298" y="126682"/>
                    <a:pt x="161298" y="130493"/>
                  </a:cubicBezTo>
                  <a:cubicBezTo>
                    <a:pt x="159393" y="178118"/>
                    <a:pt x="114625" y="237172"/>
                    <a:pt x="81288" y="277178"/>
                  </a:cubicBezTo>
                  <a:cubicBezTo>
                    <a:pt x="81288" y="277178"/>
                    <a:pt x="55570" y="304800"/>
                    <a:pt x="33663" y="343853"/>
                  </a:cubicBezTo>
                  <a:cubicBezTo>
                    <a:pt x="14613" y="374333"/>
                    <a:pt x="-50157" y="493395"/>
                    <a:pt x="75573" y="576263"/>
                  </a:cubicBezTo>
                  <a:close/>
                  <a:moveTo>
                    <a:pt x="210828" y="696278"/>
                  </a:moveTo>
                  <a:cubicBezTo>
                    <a:pt x="197493" y="696278"/>
                    <a:pt x="186063" y="688658"/>
                    <a:pt x="186063" y="681038"/>
                  </a:cubicBezTo>
                  <a:cubicBezTo>
                    <a:pt x="186063" y="680085"/>
                    <a:pt x="186063" y="678180"/>
                    <a:pt x="187015" y="677228"/>
                  </a:cubicBezTo>
                  <a:cubicBezTo>
                    <a:pt x="190825" y="677228"/>
                    <a:pt x="194635" y="678180"/>
                    <a:pt x="198445" y="678180"/>
                  </a:cubicBezTo>
                  <a:cubicBezTo>
                    <a:pt x="202255" y="678180"/>
                    <a:pt x="206065" y="678180"/>
                    <a:pt x="210828" y="678180"/>
                  </a:cubicBezTo>
                  <a:cubicBezTo>
                    <a:pt x="218448" y="678180"/>
                    <a:pt x="227020" y="678180"/>
                    <a:pt x="233688" y="677228"/>
                  </a:cubicBezTo>
                  <a:cubicBezTo>
                    <a:pt x="234640" y="678180"/>
                    <a:pt x="234640" y="680085"/>
                    <a:pt x="234640" y="681038"/>
                  </a:cubicBezTo>
                  <a:cubicBezTo>
                    <a:pt x="235593" y="688658"/>
                    <a:pt x="224163" y="696278"/>
                    <a:pt x="210828" y="696278"/>
                  </a:cubicBezTo>
                  <a:close/>
                  <a:moveTo>
                    <a:pt x="236545" y="662940"/>
                  </a:moveTo>
                  <a:cubicBezTo>
                    <a:pt x="231783" y="663893"/>
                    <a:pt x="226068" y="663893"/>
                    <a:pt x="221305" y="664845"/>
                  </a:cubicBezTo>
                  <a:cubicBezTo>
                    <a:pt x="217495" y="664845"/>
                    <a:pt x="214638" y="664845"/>
                    <a:pt x="210828" y="664845"/>
                  </a:cubicBezTo>
                  <a:cubicBezTo>
                    <a:pt x="202255" y="664845"/>
                    <a:pt x="193683" y="663893"/>
                    <a:pt x="185110" y="662940"/>
                  </a:cubicBezTo>
                  <a:cubicBezTo>
                    <a:pt x="153678" y="659130"/>
                    <a:pt x="135580" y="647700"/>
                    <a:pt x="135580" y="639128"/>
                  </a:cubicBezTo>
                  <a:cubicBezTo>
                    <a:pt x="135580" y="638175"/>
                    <a:pt x="135580" y="638175"/>
                    <a:pt x="135580" y="637223"/>
                  </a:cubicBezTo>
                  <a:cubicBezTo>
                    <a:pt x="159393" y="641985"/>
                    <a:pt x="185110" y="642938"/>
                    <a:pt x="202255" y="642938"/>
                  </a:cubicBezTo>
                  <a:cubicBezTo>
                    <a:pt x="235593" y="642938"/>
                    <a:pt x="267025" y="639128"/>
                    <a:pt x="284170" y="633413"/>
                  </a:cubicBezTo>
                  <a:cubicBezTo>
                    <a:pt x="286075" y="635318"/>
                    <a:pt x="287028" y="637223"/>
                    <a:pt x="287028" y="639128"/>
                  </a:cubicBezTo>
                  <a:cubicBezTo>
                    <a:pt x="287028" y="647700"/>
                    <a:pt x="267978" y="659130"/>
                    <a:pt x="236545" y="662940"/>
                  </a:cubicBezTo>
                  <a:close/>
                  <a:moveTo>
                    <a:pt x="89860" y="304800"/>
                  </a:moveTo>
                  <a:lnTo>
                    <a:pt x="90813" y="302895"/>
                  </a:lnTo>
                  <a:cubicBezTo>
                    <a:pt x="132723" y="253365"/>
                    <a:pt x="181300" y="188595"/>
                    <a:pt x="184158" y="131445"/>
                  </a:cubicBezTo>
                  <a:cubicBezTo>
                    <a:pt x="184158" y="125730"/>
                    <a:pt x="184158" y="120015"/>
                    <a:pt x="184158" y="114300"/>
                  </a:cubicBezTo>
                  <a:cubicBezTo>
                    <a:pt x="184158" y="87630"/>
                    <a:pt x="183205" y="60960"/>
                    <a:pt x="187968" y="42863"/>
                  </a:cubicBezTo>
                  <a:cubicBezTo>
                    <a:pt x="191778" y="26670"/>
                    <a:pt x="198445" y="24765"/>
                    <a:pt x="202255" y="24765"/>
                  </a:cubicBezTo>
                  <a:cubicBezTo>
                    <a:pt x="203208" y="24765"/>
                    <a:pt x="204160" y="24765"/>
                    <a:pt x="204160" y="24765"/>
                  </a:cubicBezTo>
                  <a:cubicBezTo>
                    <a:pt x="207018" y="24765"/>
                    <a:pt x="208923" y="29528"/>
                    <a:pt x="209875" y="37148"/>
                  </a:cubicBezTo>
                  <a:cubicBezTo>
                    <a:pt x="209875" y="41910"/>
                    <a:pt x="209875" y="56198"/>
                    <a:pt x="208923" y="71438"/>
                  </a:cubicBezTo>
                  <a:cubicBezTo>
                    <a:pt x="207018" y="105728"/>
                    <a:pt x="205113" y="151447"/>
                    <a:pt x="209875" y="172403"/>
                  </a:cubicBezTo>
                  <a:cubicBezTo>
                    <a:pt x="215590" y="195263"/>
                    <a:pt x="226068" y="218122"/>
                    <a:pt x="235593" y="240030"/>
                  </a:cubicBezTo>
                  <a:cubicBezTo>
                    <a:pt x="248928" y="268605"/>
                    <a:pt x="261310" y="296228"/>
                    <a:pt x="262263" y="321945"/>
                  </a:cubicBezTo>
                  <a:cubicBezTo>
                    <a:pt x="264168" y="367665"/>
                    <a:pt x="241308" y="371475"/>
                    <a:pt x="225115" y="374333"/>
                  </a:cubicBezTo>
                  <a:cubicBezTo>
                    <a:pt x="217495" y="375285"/>
                    <a:pt x="208923" y="377190"/>
                    <a:pt x="208923" y="385763"/>
                  </a:cubicBezTo>
                  <a:cubicBezTo>
                    <a:pt x="208923" y="389572"/>
                    <a:pt x="211780" y="393383"/>
                    <a:pt x="216543" y="393383"/>
                  </a:cubicBezTo>
                  <a:cubicBezTo>
                    <a:pt x="218448" y="393383"/>
                    <a:pt x="220353" y="392430"/>
                    <a:pt x="224163" y="392430"/>
                  </a:cubicBezTo>
                  <a:cubicBezTo>
                    <a:pt x="228925" y="391478"/>
                    <a:pt x="237498" y="389572"/>
                    <a:pt x="246070" y="389572"/>
                  </a:cubicBezTo>
                  <a:cubicBezTo>
                    <a:pt x="251785" y="389572"/>
                    <a:pt x="256548" y="390525"/>
                    <a:pt x="261310" y="391478"/>
                  </a:cubicBezTo>
                  <a:cubicBezTo>
                    <a:pt x="275598" y="395288"/>
                    <a:pt x="286075" y="405765"/>
                    <a:pt x="290838" y="418147"/>
                  </a:cubicBezTo>
                  <a:cubicBezTo>
                    <a:pt x="294648" y="429578"/>
                    <a:pt x="294648" y="449580"/>
                    <a:pt x="273693" y="477203"/>
                  </a:cubicBezTo>
                  <a:cubicBezTo>
                    <a:pt x="269883" y="482918"/>
                    <a:pt x="259405" y="490538"/>
                    <a:pt x="238450" y="494347"/>
                  </a:cubicBezTo>
                  <a:cubicBezTo>
                    <a:pt x="231783" y="495300"/>
                    <a:pt x="231783" y="499110"/>
                    <a:pt x="231783" y="501968"/>
                  </a:cubicBezTo>
                  <a:cubicBezTo>
                    <a:pt x="231783" y="504825"/>
                    <a:pt x="234640" y="507683"/>
                    <a:pt x="239403" y="507683"/>
                  </a:cubicBezTo>
                  <a:cubicBezTo>
                    <a:pt x="241308" y="507683"/>
                    <a:pt x="243213" y="507683"/>
                    <a:pt x="245118" y="507683"/>
                  </a:cubicBezTo>
                  <a:cubicBezTo>
                    <a:pt x="277503" y="507683"/>
                    <a:pt x="302268" y="514350"/>
                    <a:pt x="313698" y="526733"/>
                  </a:cubicBezTo>
                  <a:cubicBezTo>
                    <a:pt x="319413" y="532448"/>
                    <a:pt x="321318" y="539115"/>
                    <a:pt x="321318" y="546735"/>
                  </a:cubicBezTo>
                  <a:cubicBezTo>
                    <a:pt x="320365" y="561023"/>
                    <a:pt x="301315" y="566738"/>
                    <a:pt x="287980" y="569595"/>
                  </a:cubicBezTo>
                  <a:cubicBezTo>
                    <a:pt x="278455" y="572453"/>
                    <a:pt x="272740" y="573405"/>
                    <a:pt x="272740" y="580073"/>
                  </a:cubicBezTo>
                  <a:lnTo>
                    <a:pt x="272740" y="582930"/>
                  </a:lnTo>
                  <a:lnTo>
                    <a:pt x="277503" y="586740"/>
                  </a:lnTo>
                  <a:lnTo>
                    <a:pt x="280360" y="586740"/>
                  </a:lnTo>
                  <a:cubicBezTo>
                    <a:pt x="282265" y="586740"/>
                    <a:pt x="284170" y="585788"/>
                    <a:pt x="287980" y="584835"/>
                  </a:cubicBezTo>
                  <a:cubicBezTo>
                    <a:pt x="296553" y="581978"/>
                    <a:pt x="304173" y="581025"/>
                    <a:pt x="309888" y="581025"/>
                  </a:cubicBezTo>
                  <a:cubicBezTo>
                    <a:pt x="312745" y="581025"/>
                    <a:pt x="314650" y="581025"/>
                    <a:pt x="315603" y="581978"/>
                  </a:cubicBezTo>
                  <a:cubicBezTo>
                    <a:pt x="320365" y="582930"/>
                    <a:pt x="320365" y="585788"/>
                    <a:pt x="320365" y="586740"/>
                  </a:cubicBezTo>
                  <a:cubicBezTo>
                    <a:pt x="320365" y="594360"/>
                    <a:pt x="308935" y="606743"/>
                    <a:pt x="283218" y="617220"/>
                  </a:cubicBezTo>
                  <a:lnTo>
                    <a:pt x="282265" y="617220"/>
                  </a:lnTo>
                  <a:lnTo>
                    <a:pt x="282265" y="617220"/>
                  </a:lnTo>
                  <a:cubicBezTo>
                    <a:pt x="269883" y="622935"/>
                    <a:pt x="241308" y="625793"/>
                    <a:pt x="210828" y="625793"/>
                  </a:cubicBezTo>
                  <a:cubicBezTo>
                    <a:pt x="163203" y="625793"/>
                    <a:pt x="107958" y="617220"/>
                    <a:pt x="98433" y="597218"/>
                  </a:cubicBezTo>
                  <a:cubicBezTo>
                    <a:pt x="96528" y="592455"/>
                    <a:pt x="96528" y="586740"/>
                    <a:pt x="101290" y="580073"/>
                  </a:cubicBezTo>
                  <a:cubicBezTo>
                    <a:pt x="102243" y="581025"/>
                    <a:pt x="104148" y="582930"/>
                    <a:pt x="106053" y="583883"/>
                  </a:cubicBezTo>
                  <a:cubicBezTo>
                    <a:pt x="137485" y="600075"/>
                    <a:pt x="178443" y="602933"/>
                    <a:pt x="201303" y="602933"/>
                  </a:cubicBezTo>
                  <a:cubicBezTo>
                    <a:pt x="216543" y="602933"/>
                    <a:pt x="227973" y="601980"/>
                    <a:pt x="232735" y="601028"/>
                  </a:cubicBezTo>
                  <a:cubicBezTo>
                    <a:pt x="238450" y="600075"/>
                    <a:pt x="247975" y="598170"/>
                    <a:pt x="247023" y="590550"/>
                  </a:cubicBezTo>
                  <a:cubicBezTo>
                    <a:pt x="247023" y="585788"/>
                    <a:pt x="243213" y="583883"/>
                    <a:pt x="236545" y="583883"/>
                  </a:cubicBezTo>
                  <a:cubicBezTo>
                    <a:pt x="235593" y="583883"/>
                    <a:pt x="234640" y="583883"/>
                    <a:pt x="232735" y="583883"/>
                  </a:cubicBezTo>
                  <a:cubicBezTo>
                    <a:pt x="227973" y="583883"/>
                    <a:pt x="221305" y="584835"/>
                    <a:pt x="212733" y="584835"/>
                  </a:cubicBezTo>
                  <a:cubicBezTo>
                    <a:pt x="183205" y="584835"/>
                    <a:pt x="153678" y="579120"/>
                    <a:pt x="120340" y="566738"/>
                  </a:cubicBezTo>
                  <a:cubicBezTo>
                    <a:pt x="104148" y="561975"/>
                    <a:pt x="71763" y="541973"/>
                    <a:pt x="65095" y="537210"/>
                  </a:cubicBezTo>
                  <a:cubicBezTo>
                    <a:pt x="40330" y="518160"/>
                    <a:pt x="26995" y="484822"/>
                    <a:pt x="26995" y="444818"/>
                  </a:cubicBezTo>
                  <a:cubicBezTo>
                    <a:pt x="24138" y="382905"/>
                    <a:pt x="69858" y="327660"/>
                    <a:pt x="89860" y="304800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546" name="Google Shape;546;p6"/>
            <p:cNvSpPr/>
            <p:nvPr/>
          </p:nvSpPr>
          <p:spPr bwMode="auto">
            <a:xfrm>
              <a:off x="6256974" y="2756533"/>
              <a:ext cx="368616" cy="631507"/>
            </a:xfrm>
            <a:custGeom>
              <a:avLst/>
              <a:gdLst/>
              <a:ahLst/>
              <a:cxnLst/>
              <a:rect l="l" t="t" r="r" b="b"/>
              <a:pathLst>
                <a:path w="368617" h="631507" fill="norm" stroke="1" extrusionOk="0">
                  <a:moveTo>
                    <a:pt x="351473" y="631507"/>
                  </a:moveTo>
                  <a:lnTo>
                    <a:pt x="328613" y="625793"/>
                  </a:lnTo>
                  <a:cubicBezTo>
                    <a:pt x="339090" y="584835"/>
                    <a:pt x="344805" y="542925"/>
                    <a:pt x="344805" y="500062"/>
                  </a:cubicBezTo>
                  <a:cubicBezTo>
                    <a:pt x="344805" y="282893"/>
                    <a:pt x="206693" y="90488"/>
                    <a:pt x="0" y="22860"/>
                  </a:cubicBezTo>
                  <a:lnTo>
                    <a:pt x="7620" y="0"/>
                  </a:lnTo>
                  <a:cubicBezTo>
                    <a:pt x="223838" y="71438"/>
                    <a:pt x="368618" y="272415"/>
                    <a:pt x="368618" y="500062"/>
                  </a:cubicBezTo>
                  <a:cubicBezTo>
                    <a:pt x="368618" y="544830"/>
                    <a:pt x="362903" y="588645"/>
                    <a:pt x="351473" y="631507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547" name="Google Shape;547;p6"/>
            <p:cNvSpPr/>
            <p:nvPr/>
          </p:nvSpPr>
          <p:spPr bwMode="auto">
            <a:xfrm>
              <a:off x="5572125" y="2767966"/>
              <a:ext cx="337185" cy="621030"/>
            </a:xfrm>
            <a:custGeom>
              <a:avLst/>
              <a:gdLst/>
              <a:ahLst/>
              <a:cxnLst/>
              <a:rect l="l" t="t" r="r" b="b"/>
              <a:pathLst>
                <a:path w="337185" h="621030" fill="norm" stroke="1" extrusionOk="0">
                  <a:moveTo>
                    <a:pt x="17145" y="621030"/>
                  </a:moveTo>
                  <a:cubicBezTo>
                    <a:pt x="5715" y="578168"/>
                    <a:pt x="0" y="533400"/>
                    <a:pt x="0" y="488632"/>
                  </a:cubicBezTo>
                  <a:cubicBezTo>
                    <a:pt x="0" y="273368"/>
                    <a:pt x="129540" y="80963"/>
                    <a:pt x="328613" y="0"/>
                  </a:cubicBezTo>
                  <a:lnTo>
                    <a:pt x="337185" y="21908"/>
                  </a:lnTo>
                  <a:cubicBezTo>
                    <a:pt x="146685" y="99060"/>
                    <a:pt x="22860" y="281940"/>
                    <a:pt x="22860" y="487680"/>
                  </a:cubicBezTo>
                  <a:cubicBezTo>
                    <a:pt x="22860" y="530543"/>
                    <a:pt x="28575" y="572453"/>
                    <a:pt x="39052" y="613410"/>
                  </a:cubicBezTo>
                  <a:lnTo>
                    <a:pt x="17145" y="621030"/>
                  </a:ln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grpSp>
          <p:nvGrpSpPr>
            <p:cNvPr id="548" name="Google Shape;548;p6"/>
            <p:cNvGrpSpPr/>
            <p:nvPr/>
          </p:nvGrpSpPr>
          <p:grpSpPr bwMode="auto">
            <a:xfrm>
              <a:off x="4910697" y="3818107"/>
              <a:ext cx="2376312" cy="776751"/>
              <a:chOff x="4910701" y="3818108"/>
              <a:chExt cx="2376312" cy="776751"/>
            </a:xfrm>
          </p:grpSpPr>
          <p:sp>
            <p:nvSpPr>
              <p:cNvPr id="549" name="Google Shape;549;p6"/>
              <p:cNvSpPr/>
              <p:nvPr/>
            </p:nvSpPr>
            <p:spPr bwMode="auto">
              <a:xfrm>
                <a:off x="5957887" y="4451032"/>
                <a:ext cx="25717" cy="33337"/>
              </a:xfrm>
              <a:custGeom>
                <a:avLst/>
                <a:gdLst/>
                <a:ahLst/>
                <a:cxnLst/>
                <a:rect l="l" t="t" r="r" b="b"/>
                <a:pathLst>
                  <a:path w="25717" h="33337" fill="norm" stroke="1" extrusionOk="0">
                    <a:moveTo>
                      <a:pt x="12383" y="0"/>
                    </a:moveTo>
                    <a:cubicBezTo>
                      <a:pt x="9525" y="0"/>
                      <a:pt x="6667" y="953"/>
                      <a:pt x="3810" y="3810"/>
                    </a:cubicBezTo>
                    <a:cubicBezTo>
                      <a:pt x="953" y="5715"/>
                      <a:pt x="0" y="9525"/>
                      <a:pt x="0" y="12383"/>
                    </a:cubicBezTo>
                    <a:cubicBezTo>
                      <a:pt x="0" y="17145"/>
                      <a:pt x="1905" y="21908"/>
                      <a:pt x="5715" y="25718"/>
                    </a:cubicBezTo>
                    <a:cubicBezTo>
                      <a:pt x="9525" y="29528"/>
                      <a:pt x="14288" y="32385"/>
                      <a:pt x="20955" y="33338"/>
                    </a:cubicBezTo>
                    <a:cubicBezTo>
                      <a:pt x="21908" y="31433"/>
                      <a:pt x="23813" y="30480"/>
                      <a:pt x="23813" y="27623"/>
                    </a:cubicBezTo>
                    <a:cubicBezTo>
                      <a:pt x="24765" y="25718"/>
                      <a:pt x="24765" y="22860"/>
                      <a:pt x="25717" y="19050"/>
                    </a:cubicBezTo>
                    <a:cubicBezTo>
                      <a:pt x="25717" y="14288"/>
                      <a:pt x="24765" y="9525"/>
                      <a:pt x="21908" y="6668"/>
                    </a:cubicBezTo>
                    <a:cubicBezTo>
                      <a:pt x="19050" y="2858"/>
                      <a:pt x="16192" y="953"/>
                      <a:pt x="12383" y="0"/>
                    </a:cubicBez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  <a:defRPr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</a:endParaRPr>
              </a:p>
            </p:txBody>
          </p:sp>
          <p:sp>
            <p:nvSpPr>
              <p:cNvPr id="550" name="Google Shape;550;p6"/>
              <p:cNvSpPr/>
              <p:nvPr/>
            </p:nvSpPr>
            <p:spPr bwMode="auto">
              <a:xfrm>
                <a:off x="6030277" y="4486275"/>
                <a:ext cx="53339" cy="31431"/>
              </a:xfrm>
              <a:custGeom>
                <a:avLst/>
                <a:gdLst/>
                <a:ahLst/>
                <a:cxnLst/>
                <a:rect l="l" t="t" r="r" b="b"/>
                <a:pathLst>
                  <a:path w="53339" h="31432" fill="norm" stroke="1" extrusionOk="0">
                    <a:moveTo>
                      <a:pt x="26670" y="0"/>
                    </a:moveTo>
                    <a:cubicBezTo>
                      <a:pt x="19050" y="0"/>
                      <a:pt x="13335" y="1905"/>
                      <a:pt x="8572" y="4763"/>
                    </a:cubicBezTo>
                    <a:cubicBezTo>
                      <a:pt x="2857" y="8572"/>
                      <a:pt x="952" y="13335"/>
                      <a:pt x="0" y="18097"/>
                    </a:cubicBezTo>
                    <a:cubicBezTo>
                      <a:pt x="0" y="21907"/>
                      <a:pt x="952" y="24765"/>
                      <a:pt x="4763" y="27622"/>
                    </a:cubicBezTo>
                    <a:cubicBezTo>
                      <a:pt x="7620" y="30480"/>
                      <a:pt x="11430" y="31432"/>
                      <a:pt x="15240" y="31432"/>
                    </a:cubicBezTo>
                    <a:cubicBezTo>
                      <a:pt x="20955" y="31432"/>
                      <a:pt x="27622" y="30480"/>
                      <a:pt x="33338" y="27622"/>
                    </a:cubicBezTo>
                    <a:cubicBezTo>
                      <a:pt x="39052" y="24765"/>
                      <a:pt x="45720" y="20955"/>
                      <a:pt x="53340" y="15240"/>
                    </a:cubicBezTo>
                    <a:cubicBezTo>
                      <a:pt x="49530" y="10478"/>
                      <a:pt x="44767" y="6668"/>
                      <a:pt x="40005" y="3810"/>
                    </a:cubicBezTo>
                    <a:cubicBezTo>
                      <a:pt x="36195" y="1905"/>
                      <a:pt x="31432" y="953"/>
                      <a:pt x="26670" y="0"/>
                    </a:cubicBez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  <a:defRPr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</a:endParaRPr>
              </a:p>
            </p:txBody>
          </p:sp>
          <p:sp>
            <p:nvSpPr>
              <p:cNvPr id="551" name="Google Shape;551;p6"/>
              <p:cNvSpPr/>
              <p:nvPr/>
            </p:nvSpPr>
            <p:spPr bwMode="auto">
              <a:xfrm rot="-4288464">
                <a:off x="5514870" y="4359989"/>
                <a:ext cx="37120" cy="36168"/>
              </a:xfrm>
              <a:custGeom>
                <a:avLst/>
                <a:gdLst/>
                <a:ahLst/>
                <a:cxnLst/>
                <a:rect l="l" t="t" r="r" b="b"/>
                <a:pathLst>
                  <a:path w="37147" h="36195" fill="norm" stroke="1" extrusionOk="0">
                    <a:moveTo>
                      <a:pt x="0" y="0"/>
                    </a:moveTo>
                    <a:lnTo>
                      <a:pt x="37148" y="0"/>
                    </a:lnTo>
                    <a:lnTo>
                      <a:pt x="37148" y="36195"/>
                    </a:lnTo>
                    <a:lnTo>
                      <a:pt x="0" y="36195"/>
                    </a:ln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  <a:defRPr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</a:endParaRPr>
              </a:p>
            </p:txBody>
          </p:sp>
          <p:sp>
            <p:nvSpPr>
              <p:cNvPr id="552" name="Google Shape;552;p6"/>
              <p:cNvSpPr/>
              <p:nvPr/>
            </p:nvSpPr>
            <p:spPr bwMode="auto">
              <a:xfrm>
                <a:off x="5833809" y="4470677"/>
                <a:ext cx="53593" cy="30258"/>
              </a:xfrm>
              <a:custGeom>
                <a:avLst/>
                <a:gdLst/>
                <a:ahLst/>
                <a:cxnLst/>
                <a:rect l="l" t="t" r="r" b="b"/>
                <a:pathLst>
                  <a:path w="53593" h="30258" fill="norm" stroke="1" extrusionOk="0">
                    <a:moveTo>
                      <a:pt x="28828" y="357"/>
                    </a:moveTo>
                    <a:cubicBezTo>
                      <a:pt x="21208" y="-595"/>
                      <a:pt x="15493" y="357"/>
                      <a:pt x="9778" y="3215"/>
                    </a:cubicBezTo>
                    <a:cubicBezTo>
                      <a:pt x="4063" y="6072"/>
                      <a:pt x="1206" y="10835"/>
                      <a:pt x="253" y="15597"/>
                    </a:cubicBezTo>
                    <a:cubicBezTo>
                      <a:pt x="-699" y="19407"/>
                      <a:pt x="1206" y="22265"/>
                      <a:pt x="3111" y="25122"/>
                    </a:cubicBezTo>
                    <a:cubicBezTo>
                      <a:pt x="5968" y="27980"/>
                      <a:pt x="8826" y="29885"/>
                      <a:pt x="13588" y="29885"/>
                    </a:cubicBezTo>
                    <a:cubicBezTo>
                      <a:pt x="19303" y="30837"/>
                      <a:pt x="25971" y="29885"/>
                      <a:pt x="32638" y="27980"/>
                    </a:cubicBezTo>
                    <a:cubicBezTo>
                      <a:pt x="39306" y="26075"/>
                      <a:pt x="45973" y="23217"/>
                      <a:pt x="53593" y="18455"/>
                    </a:cubicBezTo>
                    <a:cubicBezTo>
                      <a:pt x="49783" y="13692"/>
                      <a:pt x="45973" y="8930"/>
                      <a:pt x="42163" y="5120"/>
                    </a:cubicBezTo>
                    <a:cubicBezTo>
                      <a:pt x="37401" y="3215"/>
                      <a:pt x="32638" y="1310"/>
                      <a:pt x="28828" y="357"/>
                    </a:cubicBez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  <a:defRPr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</a:endParaRPr>
              </a:p>
            </p:txBody>
          </p:sp>
          <p:sp>
            <p:nvSpPr>
              <p:cNvPr id="553" name="Google Shape;553;p6"/>
              <p:cNvSpPr/>
              <p:nvPr/>
            </p:nvSpPr>
            <p:spPr bwMode="auto">
              <a:xfrm rot="-1451705">
                <a:off x="6823932" y="4289955"/>
                <a:ext cx="36210" cy="37162"/>
              </a:xfrm>
              <a:custGeom>
                <a:avLst/>
                <a:gdLst/>
                <a:ahLst/>
                <a:cxnLst/>
                <a:rect l="l" t="t" r="r" b="b"/>
                <a:pathLst>
                  <a:path w="36196" h="37148" fill="norm" stroke="1" extrusionOk="0">
                    <a:moveTo>
                      <a:pt x="0" y="0"/>
                    </a:moveTo>
                    <a:lnTo>
                      <a:pt x="36196" y="0"/>
                    </a:lnTo>
                    <a:lnTo>
                      <a:pt x="36196" y="37149"/>
                    </a:lnTo>
                    <a:lnTo>
                      <a:pt x="0" y="37149"/>
                    </a:ln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  <a:defRPr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</a:endParaRPr>
              </a:p>
            </p:txBody>
          </p:sp>
          <p:sp>
            <p:nvSpPr>
              <p:cNvPr id="554" name="Google Shape;554;p6"/>
              <p:cNvSpPr/>
              <p:nvPr/>
            </p:nvSpPr>
            <p:spPr bwMode="auto">
              <a:xfrm>
                <a:off x="6727133" y="4373310"/>
                <a:ext cx="54368" cy="46764"/>
              </a:xfrm>
              <a:custGeom>
                <a:avLst/>
                <a:gdLst/>
                <a:ahLst/>
                <a:cxnLst/>
                <a:rect l="l" t="t" r="r" b="b"/>
                <a:pathLst>
                  <a:path w="54368" h="46765" fill="norm" stroke="1" extrusionOk="0">
                    <a:moveTo>
                      <a:pt x="2279" y="24382"/>
                    </a:moveTo>
                    <a:cubicBezTo>
                      <a:pt x="374" y="28192"/>
                      <a:pt x="-579" y="31050"/>
                      <a:pt x="374" y="34859"/>
                    </a:cubicBezTo>
                    <a:cubicBezTo>
                      <a:pt x="2279" y="40575"/>
                      <a:pt x="6089" y="43432"/>
                      <a:pt x="11804" y="45337"/>
                    </a:cubicBezTo>
                    <a:cubicBezTo>
                      <a:pt x="17519" y="47242"/>
                      <a:pt x="24186" y="47242"/>
                      <a:pt x="29901" y="45337"/>
                    </a:cubicBezTo>
                    <a:cubicBezTo>
                      <a:pt x="39426" y="41527"/>
                      <a:pt x="46094" y="36765"/>
                      <a:pt x="49904" y="29145"/>
                    </a:cubicBezTo>
                    <a:cubicBezTo>
                      <a:pt x="54666" y="22477"/>
                      <a:pt x="55619" y="14857"/>
                      <a:pt x="52761" y="8190"/>
                    </a:cubicBezTo>
                    <a:cubicBezTo>
                      <a:pt x="50856" y="4380"/>
                      <a:pt x="47999" y="1522"/>
                      <a:pt x="42284" y="570"/>
                    </a:cubicBezTo>
                    <a:cubicBezTo>
                      <a:pt x="36569" y="-383"/>
                      <a:pt x="30854" y="-383"/>
                      <a:pt x="25139" y="2475"/>
                    </a:cubicBezTo>
                    <a:cubicBezTo>
                      <a:pt x="23234" y="5332"/>
                      <a:pt x="18471" y="9142"/>
                      <a:pt x="11804" y="13905"/>
                    </a:cubicBezTo>
                    <a:cubicBezTo>
                      <a:pt x="7994" y="16762"/>
                      <a:pt x="4184" y="20572"/>
                      <a:pt x="2279" y="24382"/>
                    </a:cubicBez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  <a:defRPr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</a:endParaRPr>
              </a:p>
            </p:txBody>
          </p:sp>
          <p:sp>
            <p:nvSpPr>
              <p:cNvPr id="555" name="Google Shape;555;p6"/>
              <p:cNvSpPr/>
              <p:nvPr/>
            </p:nvSpPr>
            <p:spPr bwMode="auto">
              <a:xfrm>
                <a:off x="6563677" y="4377690"/>
                <a:ext cx="48577" cy="69294"/>
              </a:xfrm>
              <a:custGeom>
                <a:avLst/>
                <a:gdLst/>
                <a:ahLst/>
                <a:cxnLst/>
                <a:rect l="l" t="t" r="r" b="b"/>
                <a:pathLst>
                  <a:path w="48577" h="69294" fill="norm" stroke="1" extrusionOk="0">
                    <a:moveTo>
                      <a:pt x="0" y="11430"/>
                    </a:moveTo>
                    <a:lnTo>
                      <a:pt x="15240" y="63817"/>
                    </a:lnTo>
                    <a:cubicBezTo>
                      <a:pt x="16192" y="65722"/>
                      <a:pt x="17145" y="67628"/>
                      <a:pt x="19050" y="68580"/>
                    </a:cubicBezTo>
                    <a:cubicBezTo>
                      <a:pt x="20955" y="69532"/>
                      <a:pt x="22860" y="69532"/>
                      <a:pt x="24765" y="68580"/>
                    </a:cubicBezTo>
                    <a:cubicBezTo>
                      <a:pt x="30480" y="66675"/>
                      <a:pt x="36195" y="62865"/>
                      <a:pt x="40005" y="58103"/>
                    </a:cubicBezTo>
                    <a:cubicBezTo>
                      <a:pt x="44767" y="52388"/>
                      <a:pt x="46672" y="46672"/>
                      <a:pt x="48577" y="39053"/>
                    </a:cubicBezTo>
                    <a:lnTo>
                      <a:pt x="37147" y="0"/>
                    </a:lnTo>
                    <a:lnTo>
                      <a:pt x="0" y="11430"/>
                    </a:ln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  <a:defRPr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</a:endParaRPr>
              </a:p>
            </p:txBody>
          </p:sp>
          <p:sp>
            <p:nvSpPr>
              <p:cNvPr id="556" name="Google Shape;556;p6"/>
              <p:cNvSpPr/>
              <p:nvPr/>
            </p:nvSpPr>
            <p:spPr bwMode="auto">
              <a:xfrm>
                <a:off x="6273165" y="4475797"/>
                <a:ext cx="53339" cy="33337"/>
              </a:xfrm>
              <a:custGeom>
                <a:avLst/>
                <a:gdLst/>
                <a:ahLst/>
                <a:cxnLst/>
                <a:rect l="l" t="t" r="r" b="b"/>
                <a:pathLst>
                  <a:path w="53339" h="33337" fill="norm" stroke="1" extrusionOk="0">
                    <a:moveTo>
                      <a:pt x="23813" y="0"/>
                    </a:moveTo>
                    <a:cubicBezTo>
                      <a:pt x="16192" y="953"/>
                      <a:pt x="10477" y="3810"/>
                      <a:pt x="6667" y="7620"/>
                    </a:cubicBezTo>
                    <a:cubicBezTo>
                      <a:pt x="1905" y="12383"/>
                      <a:pt x="0" y="17145"/>
                      <a:pt x="0" y="21908"/>
                    </a:cubicBezTo>
                    <a:cubicBezTo>
                      <a:pt x="0" y="25718"/>
                      <a:pt x="1905" y="28575"/>
                      <a:pt x="5715" y="30480"/>
                    </a:cubicBezTo>
                    <a:cubicBezTo>
                      <a:pt x="8572" y="32385"/>
                      <a:pt x="12382" y="33338"/>
                      <a:pt x="17145" y="33338"/>
                    </a:cubicBezTo>
                    <a:cubicBezTo>
                      <a:pt x="22860" y="32385"/>
                      <a:pt x="28575" y="30480"/>
                      <a:pt x="35242" y="26670"/>
                    </a:cubicBezTo>
                    <a:cubicBezTo>
                      <a:pt x="40957" y="22860"/>
                      <a:pt x="46672" y="18097"/>
                      <a:pt x="53340" y="12383"/>
                    </a:cubicBezTo>
                    <a:cubicBezTo>
                      <a:pt x="48577" y="8572"/>
                      <a:pt x="43815" y="4763"/>
                      <a:pt x="39052" y="2858"/>
                    </a:cubicBezTo>
                    <a:cubicBezTo>
                      <a:pt x="33338" y="953"/>
                      <a:pt x="28575" y="0"/>
                      <a:pt x="23813" y="0"/>
                    </a:cubicBez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  <a:defRPr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</a:endParaRPr>
              </a:p>
            </p:txBody>
          </p:sp>
          <p:sp>
            <p:nvSpPr>
              <p:cNvPr id="557" name="Google Shape;557;p6"/>
              <p:cNvSpPr/>
              <p:nvPr/>
            </p:nvSpPr>
            <p:spPr bwMode="auto">
              <a:xfrm>
                <a:off x="6383654" y="4415790"/>
                <a:ext cx="75247" cy="88024"/>
              </a:xfrm>
              <a:custGeom>
                <a:avLst/>
                <a:gdLst/>
                <a:ahLst/>
                <a:cxnLst/>
                <a:rect l="l" t="t" r="r" b="b"/>
                <a:pathLst>
                  <a:path w="75247" h="88024" fill="norm" stroke="1" extrusionOk="0">
                    <a:moveTo>
                      <a:pt x="39053" y="6667"/>
                    </a:moveTo>
                    <a:lnTo>
                      <a:pt x="44767" y="35242"/>
                    </a:lnTo>
                    <a:lnTo>
                      <a:pt x="7620" y="41910"/>
                    </a:lnTo>
                    <a:cubicBezTo>
                      <a:pt x="4763" y="41910"/>
                      <a:pt x="2858" y="43815"/>
                      <a:pt x="1905" y="45720"/>
                    </a:cubicBezTo>
                    <a:cubicBezTo>
                      <a:pt x="0" y="47625"/>
                      <a:pt x="0" y="49530"/>
                      <a:pt x="0" y="52388"/>
                    </a:cubicBezTo>
                    <a:cubicBezTo>
                      <a:pt x="0" y="54292"/>
                      <a:pt x="1905" y="56197"/>
                      <a:pt x="3810" y="58103"/>
                    </a:cubicBezTo>
                    <a:cubicBezTo>
                      <a:pt x="5715" y="60007"/>
                      <a:pt x="8573" y="60960"/>
                      <a:pt x="11430" y="61913"/>
                    </a:cubicBezTo>
                    <a:cubicBezTo>
                      <a:pt x="13335" y="60007"/>
                      <a:pt x="16192" y="58103"/>
                      <a:pt x="20003" y="56197"/>
                    </a:cubicBezTo>
                    <a:cubicBezTo>
                      <a:pt x="22860" y="55245"/>
                      <a:pt x="27623" y="53340"/>
                      <a:pt x="33338" y="52388"/>
                    </a:cubicBezTo>
                    <a:lnTo>
                      <a:pt x="45720" y="65722"/>
                    </a:lnTo>
                    <a:lnTo>
                      <a:pt x="34290" y="67628"/>
                    </a:lnTo>
                    <a:cubicBezTo>
                      <a:pt x="30480" y="68580"/>
                      <a:pt x="26670" y="70485"/>
                      <a:pt x="23813" y="72390"/>
                    </a:cubicBezTo>
                    <a:cubicBezTo>
                      <a:pt x="20955" y="75247"/>
                      <a:pt x="20003" y="78105"/>
                      <a:pt x="20955" y="80963"/>
                    </a:cubicBezTo>
                    <a:cubicBezTo>
                      <a:pt x="21908" y="83820"/>
                      <a:pt x="22860" y="85725"/>
                      <a:pt x="25717" y="86678"/>
                    </a:cubicBezTo>
                    <a:cubicBezTo>
                      <a:pt x="28575" y="87630"/>
                      <a:pt x="32385" y="88582"/>
                      <a:pt x="35242" y="87630"/>
                    </a:cubicBezTo>
                    <a:cubicBezTo>
                      <a:pt x="43815" y="85725"/>
                      <a:pt x="52388" y="81915"/>
                      <a:pt x="59055" y="75247"/>
                    </a:cubicBezTo>
                    <a:cubicBezTo>
                      <a:pt x="66675" y="68580"/>
                      <a:pt x="71438" y="60007"/>
                      <a:pt x="75248" y="49530"/>
                    </a:cubicBezTo>
                    <a:lnTo>
                      <a:pt x="65723" y="0"/>
                    </a:lnTo>
                    <a:lnTo>
                      <a:pt x="39053" y="6667"/>
                    </a:ln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  <a:defRPr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</a:endParaRPr>
              </a:p>
            </p:txBody>
          </p:sp>
          <p:sp>
            <p:nvSpPr>
              <p:cNvPr id="558" name="Google Shape;558;p6"/>
              <p:cNvSpPr/>
              <p:nvPr/>
            </p:nvSpPr>
            <p:spPr bwMode="auto">
              <a:xfrm>
                <a:off x="4910701" y="3818108"/>
                <a:ext cx="2376312" cy="776751"/>
              </a:xfrm>
              <a:custGeom>
                <a:avLst/>
                <a:gdLst/>
                <a:ahLst/>
                <a:cxnLst/>
                <a:rect l="l" t="t" r="r" b="b"/>
                <a:pathLst>
                  <a:path w="2376312" h="776751" fill="norm" stroke="1" extrusionOk="0">
                    <a:moveTo>
                      <a:pt x="2324489" y="401466"/>
                    </a:moveTo>
                    <a:cubicBezTo>
                      <a:pt x="2315916" y="384321"/>
                      <a:pt x="2307344" y="367176"/>
                      <a:pt x="2299724" y="350031"/>
                    </a:cubicBezTo>
                    <a:cubicBezTo>
                      <a:pt x="2316869" y="337649"/>
                      <a:pt x="2332109" y="325266"/>
                      <a:pt x="2348301" y="310979"/>
                    </a:cubicBezTo>
                    <a:cubicBezTo>
                      <a:pt x="2399736" y="264306"/>
                      <a:pt x="2369256" y="202394"/>
                      <a:pt x="2344491" y="152864"/>
                    </a:cubicBezTo>
                    <a:lnTo>
                      <a:pt x="2339729" y="142386"/>
                    </a:lnTo>
                    <a:cubicBezTo>
                      <a:pt x="2327346" y="116669"/>
                      <a:pt x="2329251" y="90951"/>
                      <a:pt x="2331156" y="69044"/>
                    </a:cubicBezTo>
                    <a:cubicBezTo>
                      <a:pt x="2333061" y="48089"/>
                      <a:pt x="2334966" y="28086"/>
                      <a:pt x="2321631" y="14751"/>
                    </a:cubicBezTo>
                    <a:cubicBezTo>
                      <a:pt x="2310201" y="2369"/>
                      <a:pt x="2288294" y="-1441"/>
                      <a:pt x="2253051" y="464"/>
                    </a:cubicBezTo>
                    <a:lnTo>
                      <a:pt x="2253051" y="464"/>
                    </a:lnTo>
                    <a:cubicBezTo>
                      <a:pt x="2253051" y="464"/>
                      <a:pt x="2252099" y="464"/>
                      <a:pt x="2252099" y="464"/>
                    </a:cubicBezTo>
                    <a:cubicBezTo>
                      <a:pt x="2175899" y="5226"/>
                      <a:pt x="2128274" y="68091"/>
                      <a:pt x="2118749" y="177629"/>
                    </a:cubicBezTo>
                    <a:cubicBezTo>
                      <a:pt x="2112081" y="180486"/>
                      <a:pt x="2106366" y="184296"/>
                      <a:pt x="2099699" y="187154"/>
                    </a:cubicBezTo>
                    <a:cubicBezTo>
                      <a:pt x="2052074" y="209061"/>
                      <a:pt x="1995876" y="226206"/>
                      <a:pt x="1943489" y="239541"/>
                    </a:cubicBezTo>
                    <a:lnTo>
                      <a:pt x="1943489" y="239541"/>
                    </a:lnTo>
                    <a:cubicBezTo>
                      <a:pt x="1932059" y="242399"/>
                      <a:pt x="1923486" y="244304"/>
                      <a:pt x="1915866" y="246209"/>
                    </a:cubicBezTo>
                    <a:cubicBezTo>
                      <a:pt x="1915866" y="246209"/>
                      <a:pt x="1915866" y="246209"/>
                      <a:pt x="1914914" y="246209"/>
                    </a:cubicBezTo>
                    <a:lnTo>
                      <a:pt x="1914914" y="246209"/>
                    </a:lnTo>
                    <a:cubicBezTo>
                      <a:pt x="1906341" y="249066"/>
                      <a:pt x="1900626" y="250971"/>
                      <a:pt x="1896816" y="253829"/>
                    </a:cubicBezTo>
                    <a:cubicBezTo>
                      <a:pt x="1866336" y="272879"/>
                      <a:pt x="1887291" y="351936"/>
                      <a:pt x="1896816" y="381464"/>
                    </a:cubicBezTo>
                    <a:cubicBezTo>
                      <a:pt x="1760609" y="478619"/>
                      <a:pt x="1504386" y="540531"/>
                      <a:pt x="1219589" y="540531"/>
                    </a:cubicBezTo>
                    <a:cubicBezTo>
                      <a:pt x="1209111" y="540531"/>
                      <a:pt x="1199586" y="540531"/>
                      <a:pt x="1189109" y="540531"/>
                    </a:cubicBezTo>
                    <a:lnTo>
                      <a:pt x="1189109" y="540531"/>
                    </a:lnTo>
                    <a:cubicBezTo>
                      <a:pt x="1189109" y="540531"/>
                      <a:pt x="1189109" y="540531"/>
                      <a:pt x="1188156" y="540531"/>
                    </a:cubicBezTo>
                    <a:cubicBezTo>
                      <a:pt x="1188156" y="540531"/>
                      <a:pt x="1188156" y="540531"/>
                      <a:pt x="1187204" y="540531"/>
                    </a:cubicBezTo>
                    <a:lnTo>
                      <a:pt x="1187204" y="540531"/>
                    </a:lnTo>
                    <a:cubicBezTo>
                      <a:pt x="1176726" y="540531"/>
                      <a:pt x="1167201" y="540531"/>
                      <a:pt x="1156724" y="540531"/>
                    </a:cubicBezTo>
                    <a:cubicBezTo>
                      <a:pt x="871926" y="540531"/>
                      <a:pt x="615704" y="479571"/>
                      <a:pt x="479496" y="381464"/>
                    </a:cubicBezTo>
                    <a:cubicBezTo>
                      <a:pt x="489021" y="351936"/>
                      <a:pt x="509976" y="272879"/>
                      <a:pt x="479496" y="253829"/>
                    </a:cubicBezTo>
                    <a:cubicBezTo>
                      <a:pt x="475686" y="250971"/>
                      <a:pt x="469019" y="249066"/>
                      <a:pt x="461399" y="246209"/>
                    </a:cubicBezTo>
                    <a:lnTo>
                      <a:pt x="461399" y="246209"/>
                    </a:lnTo>
                    <a:cubicBezTo>
                      <a:pt x="461399" y="246209"/>
                      <a:pt x="461399" y="246209"/>
                      <a:pt x="460446" y="246209"/>
                    </a:cubicBezTo>
                    <a:cubicBezTo>
                      <a:pt x="452826" y="244304"/>
                      <a:pt x="444254" y="241446"/>
                      <a:pt x="432824" y="239541"/>
                    </a:cubicBezTo>
                    <a:lnTo>
                      <a:pt x="432824" y="239541"/>
                    </a:lnTo>
                    <a:cubicBezTo>
                      <a:pt x="379484" y="226206"/>
                      <a:pt x="323286" y="208109"/>
                      <a:pt x="276614" y="187154"/>
                    </a:cubicBezTo>
                    <a:cubicBezTo>
                      <a:pt x="269946" y="184296"/>
                      <a:pt x="263279" y="181439"/>
                      <a:pt x="257564" y="177629"/>
                    </a:cubicBezTo>
                    <a:cubicBezTo>
                      <a:pt x="248039" y="68091"/>
                      <a:pt x="200414" y="6179"/>
                      <a:pt x="124214" y="464"/>
                    </a:cubicBezTo>
                    <a:cubicBezTo>
                      <a:pt x="124214" y="464"/>
                      <a:pt x="123261" y="464"/>
                      <a:pt x="123261" y="464"/>
                    </a:cubicBezTo>
                    <a:lnTo>
                      <a:pt x="123261" y="464"/>
                    </a:lnTo>
                    <a:cubicBezTo>
                      <a:pt x="87066" y="-1441"/>
                      <a:pt x="66111" y="3321"/>
                      <a:pt x="54681" y="14751"/>
                    </a:cubicBezTo>
                    <a:cubicBezTo>
                      <a:pt x="41346" y="28086"/>
                      <a:pt x="43251" y="48089"/>
                      <a:pt x="45156" y="69044"/>
                    </a:cubicBezTo>
                    <a:cubicBezTo>
                      <a:pt x="47061" y="91904"/>
                      <a:pt x="49919" y="116669"/>
                      <a:pt x="36584" y="142386"/>
                    </a:cubicBezTo>
                    <a:lnTo>
                      <a:pt x="31821" y="152864"/>
                    </a:lnTo>
                    <a:cubicBezTo>
                      <a:pt x="7056" y="202394"/>
                      <a:pt x="-23424" y="264306"/>
                      <a:pt x="28011" y="310979"/>
                    </a:cubicBezTo>
                    <a:cubicBezTo>
                      <a:pt x="43251" y="325266"/>
                      <a:pt x="59444" y="338601"/>
                      <a:pt x="76589" y="350031"/>
                    </a:cubicBezTo>
                    <a:cubicBezTo>
                      <a:pt x="69921" y="367176"/>
                      <a:pt x="60396" y="385274"/>
                      <a:pt x="51824" y="401466"/>
                    </a:cubicBezTo>
                    <a:cubicBezTo>
                      <a:pt x="36584" y="430041"/>
                      <a:pt x="21344" y="460521"/>
                      <a:pt x="13724" y="493859"/>
                    </a:cubicBezTo>
                    <a:cubicBezTo>
                      <a:pt x="10866" y="506241"/>
                      <a:pt x="4199" y="609111"/>
                      <a:pt x="25154" y="616731"/>
                    </a:cubicBezTo>
                    <a:cubicBezTo>
                      <a:pt x="28964" y="617684"/>
                      <a:pt x="36584" y="618636"/>
                      <a:pt x="42299" y="606254"/>
                    </a:cubicBezTo>
                    <a:cubicBezTo>
                      <a:pt x="64206" y="562439"/>
                      <a:pt x="100401" y="516719"/>
                      <a:pt x="123261" y="515766"/>
                    </a:cubicBezTo>
                    <a:cubicBezTo>
                      <a:pt x="127071" y="515766"/>
                      <a:pt x="133739" y="516719"/>
                      <a:pt x="140406" y="526244"/>
                    </a:cubicBezTo>
                    <a:cubicBezTo>
                      <a:pt x="146121" y="534816"/>
                      <a:pt x="150884" y="548151"/>
                      <a:pt x="155646" y="557676"/>
                    </a:cubicBezTo>
                    <a:cubicBezTo>
                      <a:pt x="162314" y="573869"/>
                      <a:pt x="165171" y="581489"/>
                      <a:pt x="173744" y="579584"/>
                    </a:cubicBezTo>
                    <a:cubicBezTo>
                      <a:pt x="182316" y="577679"/>
                      <a:pt x="182316" y="568154"/>
                      <a:pt x="182316" y="560534"/>
                    </a:cubicBezTo>
                    <a:cubicBezTo>
                      <a:pt x="182316" y="511004"/>
                      <a:pt x="196604" y="463379"/>
                      <a:pt x="211844" y="419564"/>
                    </a:cubicBezTo>
                    <a:cubicBezTo>
                      <a:pt x="247086" y="432899"/>
                      <a:pt x="281376" y="442424"/>
                      <a:pt x="315666" y="451949"/>
                    </a:cubicBezTo>
                    <a:cubicBezTo>
                      <a:pt x="316619" y="451949"/>
                      <a:pt x="317571" y="452901"/>
                      <a:pt x="318524" y="452901"/>
                    </a:cubicBezTo>
                    <a:lnTo>
                      <a:pt x="315666" y="455759"/>
                    </a:lnTo>
                    <a:cubicBezTo>
                      <a:pt x="305189" y="467189"/>
                      <a:pt x="289949" y="481476"/>
                      <a:pt x="289949" y="481476"/>
                    </a:cubicBezTo>
                    <a:cubicBezTo>
                      <a:pt x="279471" y="492906"/>
                      <a:pt x="273756" y="507194"/>
                      <a:pt x="275661" y="520529"/>
                    </a:cubicBezTo>
                    <a:cubicBezTo>
                      <a:pt x="276614" y="533864"/>
                      <a:pt x="284234" y="545294"/>
                      <a:pt x="296616" y="553866"/>
                    </a:cubicBezTo>
                    <a:cubicBezTo>
                      <a:pt x="492831" y="693884"/>
                      <a:pt x="814776" y="776751"/>
                      <a:pt x="1157676" y="776751"/>
                    </a:cubicBezTo>
                    <a:cubicBezTo>
                      <a:pt x="1167201" y="776751"/>
                      <a:pt x="1177679" y="776751"/>
                      <a:pt x="1189109" y="776751"/>
                    </a:cubicBezTo>
                    <a:cubicBezTo>
                      <a:pt x="1199586" y="776751"/>
                      <a:pt x="1210064" y="776751"/>
                      <a:pt x="1220541" y="776751"/>
                    </a:cubicBezTo>
                    <a:cubicBezTo>
                      <a:pt x="1563441" y="776751"/>
                      <a:pt x="1885386" y="692931"/>
                      <a:pt x="2081601" y="553866"/>
                    </a:cubicBezTo>
                    <a:cubicBezTo>
                      <a:pt x="2093984" y="545294"/>
                      <a:pt x="2100651" y="532911"/>
                      <a:pt x="2102556" y="520529"/>
                    </a:cubicBezTo>
                    <a:cubicBezTo>
                      <a:pt x="2103509" y="507194"/>
                      <a:pt x="2098746" y="492906"/>
                      <a:pt x="2088269" y="481476"/>
                    </a:cubicBezTo>
                    <a:cubicBezTo>
                      <a:pt x="2088269" y="481476"/>
                      <a:pt x="2073029" y="467189"/>
                      <a:pt x="2062551" y="455759"/>
                    </a:cubicBezTo>
                    <a:lnTo>
                      <a:pt x="2059694" y="452901"/>
                    </a:lnTo>
                    <a:cubicBezTo>
                      <a:pt x="2060646" y="452901"/>
                      <a:pt x="2061599" y="451949"/>
                      <a:pt x="2062551" y="451949"/>
                    </a:cubicBezTo>
                    <a:cubicBezTo>
                      <a:pt x="2096841" y="442424"/>
                      <a:pt x="2132084" y="431946"/>
                      <a:pt x="2166374" y="419564"/>
                    </a:cubicBezTo>
                    <a:cubicBezTo>
                      <a:pt x="2181614" y="463379"/>
                      <a:pt x="2195901" y="511004"/>
                      <a:pt x="2195901" y="560534"/>
                    </a:cubicBezTo>
                    <a:cubicBezTo>
                      <a:pt x="2195901" y="568154"/>
                      <a:pt x="2195901" y="577679"/>
                      <a:pt x="2204474" y="579584"/>
                    </a:cubicBezTo>
                    <a:cubicBezTo>
                      <a:pt x="2213046" y="581489"/>
                      <a:pt x="2215904" y="573869"/>
                      <a:pt x="2222571" y="557676"/>
                    </a:cubicBezTo>
                    <a:cubicBezTo>
                      <a:pt x="2226381" y="547199"/>
                      <a:pt x="2232096" y="534816"/>
                      <a:pt x="2237811" y="526244"/>
                    </a:cubicBezTo>
                    <a:cubicBezTo>
                      <a:pt x="2244479" y="516719"/>
                      <a:pt x="2250194" y="515766"/>
                      <a:pt x="2254956" y="515766"/>
                    </a:cubicBezTo>
                    <a:cubicBezTo>
                      <a:pt x="2277816" y="516719"/>
                      <a:pt x="2314011" y="563391"/>
                      <a:pt x="2335919" y="606254"/>
                    </a:cubicBezTo>
                    <a:cubicBezTo>
                      <a:pt x="2341634" y="618636"/>
                      <a:pt x="2349254" y="617684"/>
                      <a:pt x="2353064" y="616731"/>
                    </a:cubicBezTo>
                    <a:cubicBezTo>
                      <a:pt x="2374019" y="609111"/>
                      <a:pt x="2367351" y="506241"/>
                      <a:pt x="2364494" y="493859"/>
                    </a:cubicBezTo>
                    <a:cubicBezTo>
                      <a:pt x="2354969" y="459569"/>
                      <a:pt x="2339729" y="430041"/>
                      <a:pt x="2324489" y="401466"/>
                    </a:cubicBezTo>
                    <a:close/>
                    <a:moveTo>
                      <a:pt x="165171" y="538626"/>
                    </a:moveTo>
                    <a:cubicBezTo>
                      <a:pt x="162314" y="531006"/>
                      <a:pt x="158504" y="523386"/>
                      <a:pt x="153741" y="516719"/>
                    </a:cubicBezTo>
                    <a:cubicBezTo>
                      <a:pt x="143264" y="500526"/>
                      <a:pt x="130881" y="497669"/>
                      <a:pt x="121356" y="498621"/>
                    </a:cubicBezTo>
                    <a:cubicBezTo>
                      <a:pt x="87066" y="500526"/>
                      <a:pt x="48966" y="554819"/>
                      <a:pt x="29916" y="591966"/>
                    </a:cubicBezTo>
                    <a:cubicBezTo>
                      <a:pt x="26106" y="568154"/>
                      <a:pt x="26106" y="515766"/>
                      <a:pt x="29916" y="497669"/>
                    </a:cubicBezTo>
                    <a:cubicBezTo>
                      <a:pt x="37536" y="466236"/>
                      <a:pt x="51824" y="437661"/>
                      <a:pt x="67064" y="409086"/>
                    </a:cubicBezTo>
                    <a:cubicBezTo>
                      <a:pt x="75636" y="392894"/>
                      <a:pt x="84209" y="376701"/>
                      <a:pt x="90876" y="359556"/>
                    </a:cubicBezTo>
                    <a:cubicBezTo>
                      <a:pt x="122309" y="380511"/>
                      <a:pt x="156599" y="398609"/>
                      <a:pt x="194699" y="413849"/>
                    </a:cubicBezTo>
                    <a:cubicBezTo>
                      <a:pt x="181364" y="452901"/>
                      <a:pt x="168029" y="494811"/>
                      <a:pt x="165171" y="538626"/>
                    </a:cubicBezTo>
                    <a:close/>
                    <a:moveTo>
                      <a:pt x="103259" y="26181"/>
                    </a:moveTo>
                    <a:cubicBezTo>
                      <a:pt x="104211" y="23324"/>
                      <a:pt x="105164" y="16656"/>
                      <a:pt x="123261" y="16656"/>
                    </a:cubicBezTo>
                    <a:cubicBezTo>
                      <a:pt x="203271" y="22371"/>
                      <a:pt x="230894" y="97619"/>
                      <a:pt x="239466" y="166199"/>
                    </a:cubicBezTo>
                    <a:cubicBezTo>
                      <a:pt x="148979" y="115716"/>
                      <a:pt x="97544" y="50946"/>
                      <a:pt x="103259" y="26181"/>
                    </a:cubicBezTo>
                    <a:close/>
                    <a:moveTo>
                      <a:pt x="469019" y="345269"/>
                    </a:moveTo>
                    <a:cubicBezTo>
                      <a:pt x="467114" y="351936"/>
                      <a:pt x="465209" y="357651"/>
                      <a:pt x="464256" y="364319"/>
                    </a:cubicBezTo>
                    <a:cubicBezTo>
                      <a:pt x="462351" y="363366"/>
                      <a:pt x="461399" y="362414"/>
                      <a:pt x="459494" y="360509"/>
                    </a:cubicBezTo>
                    <a:cubicBezTo>
                      <a:pt x="441396" y="346221"/>
                      <a:pt x="431871" y="336696"/>
                      <a:pt x="435681" y="324314"/>
                    </a:cubicBezTo>
                    <a:cubicBezTo>
                      <a:pt x="438539" y="314789"/>
                      <a:pt x="444254" y="312884"/>
                      <a:pt x="452826" y="312884"/>
                    </a:cubicBezTo>
                    <a:cubicBezTo>
                      <a:pt x="456636" y="312884"/>
                      <a:pt x="460446" y="312884"/>
                      <a:pt x="465209" y="313836"/>
                    </a:cubicBezTo>
                    <a:cubicBezTo>
                      <a:pt x="469019" y="313836"/>
                      <a:pt x="471876" y="314789"/>
                      <a:pt x="475686" y="314789"/>
                    </a:cubicBezTo>
                    <a:moveTo>
                      <a:pt x="565221" y="589109"/>
                    </a:moveTo>
                    <a:cubicBezTo>
                      <a:pt x="560459" y="578631"/>
                      <a:pt x="559506" y="571011"/>
                      <a:pt x="561411" y="565296"/>
                    </a:cubicBezTo>
                    <a:cubicBezTo>
                      <a:pt x="561411" y="564344"/>
                      <a:pt x="563316" y="563391"/>
                      <a:pt x="564269" y="563391"/>
                    </a:cubicBezTo>
                    <a:cubicBezTo>
                      <a:pt x="566174" y="563391"/>
                      <a:pt x="568079" y="563391"/>
                      <a:pt x="569984" y="563391"/>
                    </a:cubicBezTo>
                    <a:lnTo>
                      <a:pt x="580461" y="567201"/>
                    </a:lnTo>
                    <a:lnTo>
                      <a:pt x="591891" y="531959"/>
                    </a:lnTo>
                    <a:lnTo>
                      <a:pt x="572841" y="525291"/>
                    </a:lnTo>
                    <a:lnTo>
                      <a:pt x="572841" y="526244"/>
                    </a:lnTo>
                    <a:lnTo>
                      <a:pt x="553791" y="518624"/>
                    </a:lnTo>
                    <a:lnTo>
                      <a:pt x="512834" y="615779"/>
                    </a:lnTo>
                    <a:lnTo>
                      <a:pt x="499499" y="597681"/>
                    </a:lnTo>
                    <a:lnTo>
                      <a:pt x="513786" y="564344"/>
                    </a:lnTo>
                    <a:cubicBezTo>
                      <a:pt x="511881" y="565296"/>
                      <a:pt x="509976" y="566249"/>
                      <a:pt x="507119" y="566249"/>
                    </a:cubicBezTo>
                    <a:cubicBezTo>
                      <a:pt x="505214" y="566249"/>
                      <a:pt x="503309" y="566249"/>
                      <a:pt x="501404" y="565296"/>
                    </a:cubicBezTo>
                    <a:cubicBezTo>
                      <a:pt x="499499" y="564344"/>
                      <a:pt x="498546" y="563391"/>
                      <a:pt x="496641" y="561486"/>
                    </a:cubicBezTo>
                    <a:cubicBezTo>
                      <a:pt x="494736" y="559581"/>
                      <a:pt x="492831" y="557676"/>
                      <a:pt x="491879" y="554819"/>
                    </a:cubicBezTo>
                    <a:cubicBezTo>
                      <a:pt x="491879" y="558629"/>
                      <a:pt x="490926" y="561486"/>
                      <a:pt x="489974" y="564344"/>
                    </a:cubicBezTo>
                    <a:cubicBezTo>
                      <a:pt x="487116" y="571011"/>
                      <a:pt x="482354" y="575774"/>
                      <a:pt x="475686" y="577679"/>
                    </a:cubicBezTo>
                    <a:cubicBezTo>
                      <a:pt x="469019" y="580536"/>
                      <a:pt x="463304" y="580536"/>
                      <a:pt x="456636" y="577679"/>
                    </a:cubicBezTo>
                    <a:cubicBezTo>
                      <a:pt x="447111" y="573869"/>
                      <a:pt x="440444" y="565296"/>
                      <a:pt x="435681" y="551961"/>
                    </a:cubicBezTo>
                    <a:cubicBezTo>
                      <a:pt x="430919" y="538626"/>
                      <a:pt x="429014" y="522434"/>
                      <a:pt x="429966" y="504336"/>
                    </a:cubicBezTo>
                    <a:lnTo>
                      <a:pt x="436634" y="503384"/>
                    </a:lnTo>
                    <a:cubicBezTo>
                      <a:pt x="435681" y="515766"/>
                      <a:pt x="438539" y="527196"/>
                      <a:pt x="442349" y="536721"/>
                    </a:cubicBezTo>
                    <a:cubicBezTo>
                      <a:pt x="446159" y="546246"/>
                      <a:pt x="452826" y="552914"/>
                      <a:pt x="460446" y="555771"/>
                    </a:cubicBezTo>
                    <a:cubicBezTo>
                      <a:pt x="465209" y="557676"/>
                      <a:pt x="469019" y="557676"/>
                      <a:pt x="473781" y="556724"/>
                    </a:cubicBezTo>
                    <a:cubicBezTo>
                      <a:pt x="478544" y="554819"/>
                      <a:pt x="481401" y="551961"/>
                      <a:pt x="483306" y="548151"/>
                    </a:cubicBezTo>
                    <a:cubicBezTo>
                      <a:pt x="484259" y="546246"/>
                      <a:pt x="484259" y="543389"/>
                      <a:pt x="484259" y="540531"/>
                    </a:cubicBezTo>
                    <a:cubicBezTo>
                      <a:pt x="484259" y="537674"/>
                      <a:pt x="483306" y="534816"/>
                      <a:pt x="482354" y="532911"/>
                    </a:cubicBezTo>
                    <a:cubicBezTo>
                      <a:pt x="476639" y="533864"/>
                      <a:pt x="469019" y="532911"/>
                      <a:pt x="459494" y="531006"/>
                    </a:cubicBezTo>
                    <a:lnTo>
                      <a:pt x="457589" y="511004"/>
                    </a:lnTo>
                    <a:cubicBezTo>
                      <a:pt x="465209" y="513861"/>
                      <a:pt x="472829" y="514814"/>
                      <a:pt x="480449" y="513861"/>
                    </a:cubicBezTo>
                    <a:cubicBezTo>
                      <a:pt x="487116" y="512909"/>
                      <a:pt x="491879" y="509099"/>
                      <a:pt x="494736" y="504336"/>
                    </a:cubicBezTo>
                    <a:cubicBezTo>
                      <a:pt x="495689" y="501479"/>
                      <a:pt x="495689" y="499574"/>
                      <a:pt x="494736" y="496716"/>
                    </a:cubicBezTo>
                    <a:cubicBezTo>
                      <a:pt x="493784" y="493859"/>
                      <a:pt x="491879" y="492906"/>
                      <a:pt x="489974" y="491954"/>
                    </a:cubicBezTo>
                    <a:cubicBezTo>
                      <a:pt x="484259" y="490049"/>
                      <a:pt x="478544" y="488144"/>
                      <a:pt x="472829" y="488144"/>
                    </a:cubicBezTo>
                    <a:cubicBezTo>
                      <a:pt x="467114" y="488144"/>
                      <a:pt x="461399" y="489096"/>
                      <a:pt x="456636" y="491954"/>
                    </a:cubicBezTo>
                    <a:lnTo>
                      <a:pt x="451874" y="471951"/>
                    </a:lnTo>
                    <a:cubicBezTo>
                      <a:pt x="456636" y="470046"/>
                      <a:pt x="462351" y="469094"/>
                      <a:pt x="468066" y="469094"/>
                    </a:cubicBezTo>
                    <a:cubicBezTo>
                      <a:pt x="473781" y="469094"/>
                      <a:pt x="479496" y="470999"/>
                      <a:pt x="486164" y="472904"/>
                    </a:cubicBezTo>
                    <a:cubicBezTo>
                      <a:pt x="491879" y="475761"/>
                      <a:pt x="497594" y="482429"/>
                      <a:pt x="501404" y="493859"/>
                    </a:cubicBezTo>
                    <a:cubicBezTo>
                      <a:pt x="505214" y="505289"/>
                      <a:pt x="506166" y="513861"/>
                      <a:pt x="504261" y="519576"/>
                    </a:cubicBezTo>
                    <a:cubicBezTo>
                      <a:pt x="503309" y="522434"/>
                      <a:pt x="501404" y="525291"/>
                      <a:pt x="498546" y="527196"/>
                    </a:cubicBezTo>
                    <a:cubicBezTo>
                      <a:pt x="495689" y="529101"/>
                      <a:pt x="492831" y="531006"/>
                      <a:pt x="489021" y="531959"/>
                    </a:cubicBezTo>
                    <a:cubicBezTo>
                      <a:pt x="490926" y="534816"/>
                      <a:pt x="491879" y="538626"/>
                      <a:pt x="492831" y="544341"/>
                    </a:cubicBezTo>
                    <a:cubicBezTo>
                      <a:pt x="494736" y="546246"/>
                      <a:pt x="497594" y="548151"/>
                      <a:pt x="500451" y="549104"/>
                    </a:cubicBezTo>
                    <a:cubicBezTo>
                      <a:pt x="504261" y="551009"/>
                      <a:pt x="508071" y="551009"/>
                      <a:pt x="511881" y="551009"/>
                    </a:cubicBezTo>
                    <a:cubicBezTo>
                      <a:pt x="515691" y="550056"/>
                      <a:pt x="519501" y="549104"/>
                      <a:pt x="522359" y="546246"/>
                    </a:cubicBezTo>
                    <a:lnTo>
                      <a:pt x="536646" y="511004"/>
                    </a:lnTo>
                    <a:lnTo>
                      <a:pt x="521406" y="504336"/>
                    </a:lnTo>
                    <a:lnTo>
                      <a:pt x="515691" y="486239"/>
                    </a:lnTo>
                    <a:lnTo>
                      <a:pt x="568079" y="508146"/>
                    </a:lnTo>
                    <a:lnTo>
                      <a:pt x="675711" y="544341"/>
                    </a:lnTo>
                    <a:lnTo>
                      <a:pt x="675711" y="545294"/>
                    </a:lnTo>
                    <a:lnTo>
                      <a:pt x="782391" y="573869"/>
                    </a:lnTo>
                    <a:lnTo>
                      <a:pt x="789059" y="590061"/>
                    </a:lnTo>
                    <a:lnTo>
                      <a:pt x="769056" y="585299"/>
                    </a:lnTo>
                    <a:lnTo>
                      <a:pt x="742386" y="686264"/>
                    </a:lnTo>
                    <a:lnTo>
                      <a:pt x="727146" y="670071"/>
                    </a:lnTo>
                    <a:lnTo>
                      <a:pt x="741434" y="616731"/>
                    </a:lnTo>
                    <a:lnTo>
                      <a:pt x="706191" y="607206"/>
                    </a:lnTo>
                    <a:cubicBezTo>
                      <a:pt x="703334" y="606254"/>
                      <a:pt x="700476" y="607206"/>
                      <a:pt x="697619" y="609111"/>
                    </a:cubicBezTo>
                    <a:cubicBezTo>
                      <a:pt x="694761" y="611969"/>
                      <a:pt x="692856" y="614826"/>
                      <a:pt x="691904" y="619589"/>
                    </a:cubicBezTo>
                    <a:cubicBezTo>
                      <a:pt x="689999" y="627209"/>
                      <a:pt x="689999" y="634829"/>
                      <a:pt x="691904" y="643401"/>
                    </a:cubicBezTo>
                    <a:cubicBezTo>
                      <a:pt x="693809" y="651974"/>
                      <a:pt x="697619" y="659594"/>
                      <a:pt x="702381" y="667214"/>
                    </a:cubicBezTo>
                    <a:lnTo>
                      <a:pt x="693809" y="671024"/>
                    </a:lnTo>
                    <a:cubicBezTo>
                      <a:pt x="686189" y="656736"/>
                      <a:pt x="680474" y="644354"/>
                      <a:pt x="677616" y="633876"/>
                    </a:cubicBezTo>
                    <a:cubicBezTo>
                      <a:pt x="673806" y="623399"/>
                      <a:pt x="673806" y="613874"/>
                      <a:pt x="674759" y="608159"/>
                    </a:cubicBezTo>
                    <a:cubicBezTo>
                      <a:pt x="676664" y="601491"/>
                      <a:pt x="680474" y="596729"/>
                      <a:pt x="685236" y="592919"/>
                    </a:cubicBezTo>
                    <a:cubicBezTo>
                      <a:pt x="690951" y="589109"/>
                      <a:pt x="695714" y="588156"/>
                      <a:pt x="701429" y="590061"/>
                    </a:cubicBezTo>
                    <a:lnTo>
                      <a:pt x="745244" y="601491"/>
                    </a:lnTo>
                    <a:lnTo>
                      <a:pt x="750959" y="580536"/>
                    </a:lnTo>
                    <a:lnTo>
                      <a:pt x="681426" y="562439"/>
                    </a:lnTo>
                    <a:lnTo>
                      <a:pt x="681426" y="562439"/>
                    </a:lnTo>
                    <a:lnTo>
                      <a:pt x="678569" y="561486"/>
                    </a:lnTo>
                    <a:lnTo>
                      <a:pt x="677616" y="561486"/>
                    </a:lnTo>
                    <a:lnTo>
                      <a:pt x="677616" y="561486"/>
                    </a:lnTo>
                    <a:lnTo>
                      <a:pt x="662376" y="556724"/>
                    </a:lnTo>
                    <a:lnTo>
                      <a:pt x="632849" y="645306"/>
                    </a:lnTo>
                    <a:lnTo>
                      <a:pt x="634754" y="646259"/>
                    </a:lnTo>
                    <a:lnTo>
                      <a:pt x="640469" y="661499"/>
                    </a:lnTo>
                    <a:lnTo>
                      <a:pt x="623324" y="656736"/>
                    </a:lnTo>
                    <a:cubicBezTo>
                      <a:pt x="619514" y="655784"/>
                      <a:pt x="614751" y="655784"/>
                      <a:pt x="610941" y="658641"/>
                    </a:cubicBezTo>
                    <a:cubicBezTo>
                      <a:pt x="607131" y="661499"/>
                      <a:pt x="604274" y="665309"/>
                      <a:pt x="603321" y="670071"/>
                    </a:cubicBezTo>
                    <a:cubicBezTo>
                      <a:pt x="602369" y="672929"/>
                      <a:pt x="602369" y="675786"/>
                      <a:pt x="604274" y="679596"/>
                    </a:cubicBezTo>
                    <a:cubicBezTo>
                      <a:pt x="606179" y="682454"/>
                      <a:pt x="608084" y="684359"/>
                      <a:pt x="610941" y="685311"/>
                    </a:cubicBezTo>
                    <a:cubicBezTo>
                      <a:pt x="615704" y="686264"/>
                      <a:pt x="620466" y="687216"/>
                      <a:pt x="625229" y="686264"/>
                    </a:cubicBezTo>
                    <a:cubicBezTo>
                      <a:pt x="630944" y="685311"/>
                      <a:pt x="635706" y="684359"/>
                      <a:pt x="640469" y="681501"/>
                    </a:cubicBezTo>
                    <a:lnTo>
                      <a:pt x="647136" y="698646"/>
                    </a:lnTo>
                    <a:cubicBezTo>
                      <a:pt x="642374" y="700551"/>
                      <a:pt x="637611" y="701504"/>
                      <a:pt x="631896" y="701504"/>
                    </a:cubicBezTo>
                    <a:cubicBezTo>
                      <a:pt x="626181" y="701504"/>
                      <a:pt x="620466" y="700551"/>
                      <a:pt x="613799" y="698646"/>
                    </a:cubicBezTo>
                    <a:cubicBezTo>
                      <a:pt x="607131" y="696741"/>
                      <a:pt x="602369" y="691026"/>
                      <a:pt x="598559" y="681501"/>
                    </a:cubicBezTo>
                    <a:cubicBezTo>
                      <a:pt x="594749" y="671976"/>
                      <a:pt x="593796" y="663404"/>
                      <a:pt x="595701" y="655784"/>
                    </a:cubicBezTo>
                    <a:cubicBezTo>
                      <a:pt x="597606" y="650069"/>
                      <a:pt x="600464" y="646259"/>
                      <a:pt x="606179" y="643401"/>
                    </a:cubicBezTo>
                    <a:cubicBezTo>
                      <a:pt x="609036" y="641496"/>
                      <a:pt x="612846" y="641496"/>
                      <a:pt x="616656" y="641496"/>
                    </a:cubicBezTo>
                    <a:lnTo>
                      <a:pt x="613799" y="638639"/>
                    </a:lnTo>
                    <a:lnTo>
                      <a:pt x="626181" y="601491"/>
                    </a:lnTo>
                    <a:lnTo>
                      <a:pt x="591891" y="590061"/>
                    </a:lnTo>
                    <a:lnTo>
                      <a:pt x="588081" y="601491"/>
                    </a:lnTo>
                    <a:cubicBezTo>
                      <a:pt x="587129" y="604349"/>
                      <a:pt x="586176" y="606254"/>
                      <a:pt x="584271" y="607206"/>
                    </a:cubicBezTo>
                    <a:cubicBezTo>
                      <a:pt x="582366" y="608159"/>
                      <a:pt x="580461" y="609111"/>
                      <a:pt x="578556" y="608159"/>
                    </a:cubicBezTo>
                    <a:moveTo>
                      <a:pt x="1193871" y="634829"/>
                    </a:moveTo>
                    <a:lnTo>
                      <a:pt x="1191966" y="739604"/>
                    </a:lnTo>
                    <a:lnTo>
                      <a:pt x="1172916" y="727221"/>
                    </a:lnTo>
                    <a:lnTo>
                      <a:pt x="1172916" y="703409"/>
                    </a:lnTo>
                    <a:cubicBezTo>
                      <a:pt x="1168154" y="707219"/>
                      <a:pt x="1163391" y="710076"/>
                      <a:pt x="1158629" y="711981"/>
                    </a:cubicBezTo>
                    <a:cubicBezTo>
                      <a:pt x="1153866" y="713886"/>
                      <a:pt x="1149104" y="714839"/>
                      <a:pt x="1144341" y="714839"/>
                    </a:cubicBezTo>
                    <a:cubicBezTo>
                      <a:pt x="1135769" y="714839"/>
                      <a:pt x="1126244" y="710076"/>
                      <a:pt x="1117671" y="701504"/>
                    </a:cubicBezTo>
                    <a:cubicBezTo>
                      <a:pt x="1109099" y="692931"/>
                      <a:pt x="1104336" y="684359"/>
                      <a:pt x="1104336" y="676739"/>
                    </a:cubicBezTo>
                    <a:cubicBezTo>
                      <a:pt x="1104336" y="670071"/>
                      <a:pt x="1107194" y="664356"/>
                      <a:pt x="1112909" y="659594"/>
                    </a:cubicBezTo>
                    <a:cubicBezTo>
                      <a:pt x="1118624" y="654831"/>
                      <a:pt x="1126244" y="652926"/>
                      <a:pt x="1133864" y="652926"/>
                    </a:cubicBezTo>
                    <a:cubicBezTo>
                      <a:pt x="1141484" y="652926"/>
                      <a:pt x="1148151" y="654831"/>
                      <a:pt x="1154819" y="659594"/>
                    </a:cubicBezTo>
                    <a:cubicBezTo>
                      <a:pt x="1161486" y="663404"/>
                      <a:pt x="1167201" y="669119"/>
                      <a:pt x="1172916" y="676739"/>
                    </a:cubicBezTo>
                    <a:lnTo>
                      <a:pt x="1173869" y="634829"/>
                    </a:lnTo>
                    <a:lnTo>
                      <a:pt x="1095764" y="632924"/>
                    </a:lnTo>
                    <a:lnTo>
                      <a:pt x="1095764" y="631971"/>
                    </a:lnTo>
                    <a:lnTo>
                      <a:pt x="1070999" y="630066"/>
                    </a:lnTo>
                    <a:cubicBezTo>
                      <a:pt x="1076714" y="634829"/>
                      <a:pt x="1080524" y="639591"/>
                      <a:pt x="1083381" y="646259"/>
                    </a:cubicBezTo>
                    <a:cubicBezTo>
                      <a:pt x="1086239" y="652926"/>
                      <a:pt x="1088144" y="658641"/>
                      <a:pt x="1087191" y="665309"/>
                    </a:cubicBezTo>
                    <a:cubicBezTo>
                      <a:pt x="1086239" y="672929"/>
                      <a:pt x="1083381" y="680549"/>
                      <a:pt x="1077666" y="688169"/>
                    </a:cubicBezTo>
                    <a:cubicBezTo>
                      <a:pt x="1071951" y="694836"/>
                      <a:pt x="1065284" y="700551"/>
                      <a:pt x="1056711" y="705314"/>
                    </a:cubicBezTo>
                    <a:lnTo>
                      <a:pt x="1079571" y="735794"/>
                    </a:lnTo>
                    <a:lnTo>
                      <a:pt x="1069094" y="743414"/>
                    </a:lnTo>
                    <a:lnTo>
                      <a:pt x="1049091" y="708171"/>
                    </a:lnTo>
                    <a:cubicBezTo>
                      <a:pt x="1048139" y="709124"/>
                      <a:pt x="1047186" y="709124"/>
                      <a:pt x="1045281" y="709124"/>
                    </a:cubicBezTo>
                    <a:cubicBezTo>
                      <a:pt x="1044329" y="709124"/>
                      <a:pt x="1042424" y="709124"/>
                      <a:pt x="1040519" y="709124"/>
                    </a:cubicBezTo>
                    <a:cubicBezTo>
                      <a:pt x="1036709" y="709124"/>
                      <a:pt x="1031946" y="706266"/>
                      <a:pt x="1028136" y="701504"/>
                    </a:cubicBezTo>
                    <a:cubicBezTo>
                      <a:pt x="1024326" y="696741"/>
                      <a:pt x="1022421" y="691979"/>
                      <a:pt x="1022421" y="688169"/>
                    </a:cubicBezTo>
                    <a:cubicBezTo>
                      <a:pt x="1022421" y="685311"/>
                      <a:pt x="1023374" y="682454"/>
                      <a:pt x="1026231" y="680549"/>
                    </a:cubicBezTo>
                    <a:cubicBezTo>
                      <a:pt x="1028136" y="678644"/>
                      <a:pt x="1030041" y="677691"/>
                      <a:pt x="1032899" y="677691"/>
                    </a:cubicBezTo>
                    <a:cubicBezTo>
                      <a:pt x="1035756" y="677691"/>
                      <a:pt x="1038614" y="678644"/>
                      <a:pt x="1041471" y="680549"/>
                    </a:cubicBezTo>
                    <a:cubicBezTo>
                      <a:pt x="1044329" y="682454"/>
                      <a:pt x="1046234" y="685311"/>
                      <a:pt x="1048139" y="688169"/>
                    </a:cubicBezTo>
                    <a:cubicBezTo>
                      <a:pt x="1050996" y="687216"/>
                      <a:pt x="1054806" y="685311"/>
                      <a:pt x="1057664" y="682454"/>
                    </a:cubicBezTo>
                    <a:cubicBezTo>
                      <a:pt x="1060521" y="679596"/>
                      <a:pt x="1063379" y="675786"/>
                      <a:pt x="1066236" y="671976"/>
                    </a:cubicBezTo>
                    <a:cubicBezTo>
                      <a:pt x="1053854" y="670071"/>
                      <a:pt x="1045281" y="665309"/>
                      <a:pt x="1038614" y="659594"/>
                    </a:cubicBezTo>
                    <a:cubicBezTo>
                      <a:pt x="1031946" y="652926"/>
                      <a:pt x="1028136" y="646259"/>
                      <a:pt x="1029089" y="638639"/>
                    </a:cubicBezTo>
                    <a:cubicBezTo>
                      <a:pt x="1029089" y="636734"/>
                      <a:pt x="1030041" y="634829"/>
                      <a:pt x="1030994" y="632924"/>
                    </a:cubicBezTo>
                    <a:cubicBezTo>
                      <a:pt x="1031946" y="631019"/>
                      <a:pt x="1033851" y="630066"/>
                      <a:pt x="1035756" y="628161"/>
                    </a:cubicBezTo>
                    <a:lnTo>
                      <a:pt x="1023374" y="627209"/>
                    </a:lnTo>
                    <a:lnTo>
                      <a:pt x="1023374" y="628161"/>
                    </a:lnTo>
                    <a:lnTo>
                      <a:pt x="1003371" y="625304"/>
                    </a:lnTo>
                    <a:lnTo>
                      <a:pt x="990036" y="729126"/>
                    </a:lnTo>
                    <a:lnTo>
                      <a:pt x="972891" y="714839"/>
                    </a:lnTo>
                    <a:lnTo>
                      <a:pt x="975749" y="691026"/>
                    </a:lnTo>
                    <a:cubicBezTo>
                      <a:pt x="970986" y="693884"/>
                      <a:pt x="966224" y="696741"/>
                      <a:pt x="960509" y="697694"/>
                    </a:cubicBezTo>
                    <a:cubicBezTo>
                      <a:pt x="955746" y="699599"/>
                      <a:pt x="950031" y="699599"/>
                      <a:pt x="946221" y="699599"/>
                    </a:cubicBezTo>
                    <a:cubicBezTo>
                      <a:pt x="937649" y="698646"/>
                      <a:pt x="929076" y="692931"/>
                      <a:pt x="921456" y="683406"/>
                    </a:cubicBezTo>
                    <a:cubicBezTo>
                      <a:pt x="913836" y="673881"/>
                      <a:pt x="910026" y="665309"/>
                      <a:pt x="910979" y="657689"/>
                    </a:cubicBezTo>
                    <a:cubicBezTo>
                      <a:pt x="911931" y="651021"/>
                      <a:pt x="915741" y="645306"/>
                      <a:pt x="921456" y="641496"/>
                    </a:cubicBezTo>
                    <a:cubicBezTo>
                      <a:pt x="928124" y="637686"/>
                      <a:pt x="935744" y="635781"/>
                      <a:pt x="943364" y="636734"/>
                    </a:cubicBezTo>
                    <a:cubicBezTo>
                      <a:pt x="950984" y="637686"/>
                      <a:pt x="957651" y="640544"/>
                      <a:pt x="963366" y="645306"/>
                    </a:cubicBezTo>
                    <a:cubicBezTo>
                      <a:pt x="970034" y="650069"/>
                      <a:pt x="974796" y="656736"/>
                      <a:pt x="979559" y="664356"/>
                    </a:cubicBezTo>
                    <a:lnTo>
                      <a:pt x="985274" y="623399"/>
                    </a:lnTo>
                    <a:lnTo>
                      <a:pt x="908121" y="613874"/>
                    </a:lnTo>
                    <a:lnTo>
                      <a:pt x="907169" y="612921"/>
                    </a:lnTo>
                    <a:lnTo>
                      <a:pt x="893834" y="610064"/>
                    </a:lnTo>
                    <a:lnTo>
                      <a:pt x="875736" y="712934"/>
                    </a:lnTo>
                    <a:lnTo>
                      <a:pt x="858591" y="697694"/>
                    </a:lnTo>
                    <a:lnTo>
                      <a:pt x="874784" y="606254"/>
                    </a:lnTo>
                    <a:lnTo>
                      <a:pt x="855734" y="603396"/>
                    </a:lnTo>
                    <a:lnTo>
                      <a:pt x="848114" y="587204"/>
                    </a:lnTo>
                    <a:lnTo>
                      <a:pt x="883356" y="593871"/>
                    </a:lnTo>
                    <a:cubicBezTo>
                      <a:pt x="881451" y="588156"/>
                      <a:pt x="880499" y="583394"/>
                      <a:pt x="879546" y="580536"/>
                    </a:cubicBezTo>
                    <a:cubicBezTo>
                      <a:pt x="878594" y="576726"/>
                      <a:pt x="878594" y="573869"/>
                      <a:pt x="878594" y="571011"/>
                    </a:cubicBezTo>
                    <a:cubicBezTo>
                      <a:pt x="880499" y="561486"/>
                      <a:pt x="885261" y="553866"/>
                      <a:pt x="893834" y="548151"/>
                    </a:cubicBezTo>
                    <a:cubicBezTo>
                      <a:pt x="902406" y="542436"/>
                      <a:pt x="911931" y="540531"/>
                      <a:pt x="922409" y="542436"/>
                    </a:cubicBezTo>
                    <a:cubicBezTo>
                      <a:pt x="930981" y="544341"/>
                      <a:pt x="939554" y="550056"/>
                      <a:pt x="948126" y="560534"/>
                    </a:cubicBezTo>
                    <a:cubicBezTo>
                      <a:pt x="957651" y="571964"/>
                      <a:pt x="967176" y="586251"/>
                      <a:pt x="975749" y="603396"/>
                    </a:cubicBezTo>
                    <a:lnTo>
                      <a:pt x="970034" y="606254"/>
                    </a:lnTo>
                    <a:cubicBezTo>
                      <a:pt x="964319" y="593871"/>
                      <a:pt x="957651" y="582441"/>
                      <a:pt x="949079" y="573869"/>
                    </a:cubicBezTo>
                    <a:cubicBezTo>
                      <a:pt x="941459" y="565296"/>
                      <a:pt x="932886" y="560534"/>
                      <a:pt x="924314" y="559581"/>
                    </a:cubicBezTo>
                    <a:cubicBezTo>
                      <a:pt x="916694" y="558629"/>
                      <a:pt x="909074" y="559581"/>
                      <a:pt x="902406" y="564344"/>
                    </a:cubicBezTo>
                    <a:cubicBezTo>
                      <a:pt x="895739" y="569106"/>
                      <a:pt x="891929" y="574821"/>
                      <a:pt x="890024" y="582441"/>
                    </a:cubicBezTo>
                    <a:cubicBezTo>
                      <a:pt x="889071" y="588156"/>
                      <a:pt x="889071" y="591966"/>
                      <a:pt x="889071" y="594824"/>
                    </a:cubicBezTo>
                    <a:lnTo>
                      <a:pt x="904311" y="597681"/>
                    </a:lnTo>
                    <a:lnTo>
                      <a:pt x="905264" y="598634"/>
                    </a:lnTo>
                    <a:lnTo>
                      <a:pt x="1013849" y="612921"/>
                    </a:lnTo>
                    <a:lnTo>
                      <a:pt x="1013849" y="612921"/>
                    </a:lnTo>
                    <a:lnTo>
                      <a:pt x="1092906" y="618636"/>
                    </a:lnTo>
                    <a:lnTo>
                      <a:pt x="1093859" y="619589"/>
                    </a:lnTo>
                    <a:lnTo>
                      <a:pt x="1204349" y="621494"/>
                    </a:lnTo>
                    <a:lnTo>
                      <a:pt x="1214826" y="635781"/>
                    </a:lnTo>
                    <a:lnTo>
                      <a:pt x="1193871" y="634829"/>
                    </a:lnTo>
                    <a:close/>
                    <a:moveTo>
                      <a:pt x="1911104" y="313836"/>
                    </a:moveTo>
                    <a:cubicBezTo>
                      <a:pt x="1915866" y="312884"/>
                      <a:pt x="1919676" y="312884"/>
                      <a:pt x="1923486" y="312884"/>
                    </a:cubicBezTo>
                    <a:cubicBezTo>
                      <a:pt x="1933011" y="312884"/>
                      <a:pt x="1937774" y="315741"/>
                      <a:pt x="1940631" y="324314"/>
                    </a:cubicBezTo>
                    <a:cubicBezTo>
                      <a:pt x="1945394" y="336696"/>
                      <a:pt x="1934916" y="346221"/>
                      <a:pt x="1916819" y="360509"/>
                    </a:cubicBezTo>
                    <a:cubicBezTo>
                      <a:pt x="1914914" y="361461"/>
                      <a:pt x="1913961" y="362414"/>
                      <a:pt x="1912056" y="364319"/>
                    </a:cubicBezTo>
                    <a:cubicBezTo>
                      <a:pt x="1911104" y="357651"/>
                      <a:pt x="1908246" y="351936"/>
                      <a:pt x="1907294" y="345269"/>
                    </a:cubicBezTo>
                    <a:cubicBezTo>
                      <a:pt x="1904436" y="334791"/>
                      <a:pt x="1900626" y="323361"/>
                      <a:pt x="1900626" y="314789"/>
                    </a:cubicBezTo>
                    <a:cubicBezTo>
                      <a:pt x="1903484" y="314789"/>
                      <a:pt x="1907294" y="313836"/>
                      <a:pt x="1911104" y="313836"/>
                    </a:cubicBezTo>
                    <a:close/>
                    <a:moveTo>
                      <a:pt x="1933964" y="540531"/>
                    </a:moveTo>
                    <a:cubicBezTo>
                      <a:pt x="1934916" y="543389"/>
                      <a:pt x="1935869" y="545294"/>
                      <a:pt x="1934916" y="547199"/>
                    </a:cubicBezTo>
                    <a:cubicBezTo>
                      <a:pt x="1933964" y="550056"/>
                      <a:pt x="1933011" y="551009"/>
                      <a:pt x="1931106" y="551961"/>
                    </a:cubicBezTo>
                    <a:cubicBezTo>
                      <a:pt x="1925391" y="554819"/>
                      <a:pt x="1917771" y="553866"/>
                      <a:pt x="1908246" y="549104"/>
                    </a:cubicBezTo>
                    <a:cubicBezTo>
                      <a:pt x="1898721" y="544341"/>
                      <a:pt x="1892054" y="539579"/>
                      <a:pt x="1889196" y="533864"/>
                    </a:cubicBezTo>
                    <a:cubicBezTo>
                      <a:pt x="1888244" y="532911"/>
                      <a:pt x="1889196" y="531006"/>
                      <a:pt x="1890149" y="530054"/>
                    </a:cubicBezTo>
                    <a:cubicBezTo>
                      <a:pt x="1891101" y="528149"/>
                      <a:pt x="1893006" y="527196"/>
                      <a:pt x="1894911" y="526244"/>
                    </a:cubicBezTo>
                    <a:lnTo>
                      <a:pt x="1904436" y="521481"/>
                    </a:lnTo>
                    <a:lnTo>
                      <a:pt x="1889196" y="488144"/>
                    </a:lnTo>
                    <a:lnTo>
                      <a:pt x="1871099" y="496716"/>
                    </a:lnTo>
                    <a:lnTo>
                      <a:pt x="1871099" y="496716"/>
                    </a:lnTo>
                    <a:lnTo>
                      <a:pt x="1867289" y="498621"/>
                    </a:lnTo>
                    <a:lnTo>
                      <a:pt x="1866336" y="499574"/>
                    </a:lnTo>
                    <a:lnTo>
                      <a:pt x="1866336" y="499574"/>
                    </a:lnTo>
                    <a:lnTo>
                      <a:pt x="1832999" y="511956"/>
                    </a:lnTo>
                    <a:cubicBezTo>
                      <a:pt x="1837761" y="514814"/>
                      <a:pt x="1841571" y="517671"/>
                      <a:pt x="1844429" y="520529"/>
                    </a:cubicBezTo>
                    <a:cubicBezTo>
                      <a:pt x="1847286" y="523386"/>
                      <a:pt x="1850144" y="527196"/>
                      <a:pt x="1851096" y="530054"/>
                    </a:cubicBezTo>
                    <a:cubicBezTo>
                      <a:pt x="1852049" y="532911"/>
                      <a:pt x="1852049" y="535769"/>
                      <a:pt x="1851096" y="539579"/>
                    </a:cubicBezTo>
                    <a:cubicBezTo>
                      <a:pt x="1850144" y="543389"/>
                      <a:pt x="1848239" y="546246"/>
                      <a:pt x="1846334" y="550056"/>
                    </a:cubicBezTo>
                    <a:cubicBezTo>
                      <a:pt x="1855859" y="548151"/>
                      <a:pt x="1865384" y="549104"/>
                      <a:pt x="1873004" y="551961"/>
                    </a:cubicBezTo>
                    <a:cubicBezTo>
                      <a:pt x="1880624" y="554819"/>
                      <a:pt x="1886339" y="560534"/>
                      <a:pt x="1889196" y="567201"/>
                    </a:cubicBezTo>
                    <a:cubicBezTo>
                      <a:pt x="1893006" y="575774"/>
                      <a:pt x="1892054" y="585299"/>
                      <a:pt x="1886339" y="593871"/>
                    </a:cubicBezTo>
                    <a:cubicBezTo>
                      <a:pt x="1880624" y="603396"/>
                      <a:pt x="1872051" y="610064"/>
                      <a:pt x="1861574" y="613874"/>
                    </a:cubicBezTo>
                    <a:cubicBezTo>
                      <a:pt x="1852049" y="617684"/>
                      <a:pt x="1840619" y="615779"/>
                      <a:pt x="1827284" y="609111"/>
                    </a:cubicBezTo>
                    <a:cubicBezTo>
                      <a:pt x="1813949" y="602444"/>
                      <a:pt x="1805376" y="593871"/>
                      <a:pt x="1801566" y="583394"/>
                    </a:cubicBezTo>
                    <a:cubicBezTo>
                      <a:pt x="1799661" y="578631"/>
                      <a:pt x="1800614" y="572916"/>
                      <a:pt x="1803471" y="567201"/>
                    </a:cubicBezTo>
                    <a:cubicBezTo>
                      <a:pt x="1807281" y="561486"/>
                      <a:pt x="1812044" y="556724"/>
                      <a:pt x="1818711" y="551961"/>
                    </a:cubicBezTo>
                    <a:cubicBezTo>
                      <a:pt x="1824426" y="549104"/>
                      <a:pt x="1828236" y="544341"/>
                      <a:pt x="1831094" y="539579"/>
                    </a:cubicBezTo>
                    <a:cubicBezTo>
                      <a:pt x="1833951" y="534816"/>
                      <a:pt x="1834904" y="531006"/>
                      <a:pt x="1832999" y="527196"/>
                    </a:cubicBezTo>
                    <a:cubicBezTo>
                      <a:pt x="1832046" y="524339"/>
                      <a:pt x="1830141" y="521481"/>
                      <a:pt x="1828236" y="519576"/>
                    </a:cubicBezTo>
                    <a:cubicBezTo>
                      <a:pt x="1826331" y="517671"/>
                      <a:pt x="1825379" y="515766"/>
                      <a:pt x="1822521" y="514814"/>
                    </a:cubicBezTo>
                    <a:lnTo>
                      <a:pt x="1772039" y="533864"/>
                    </a:lnTo>
                    <a:lnTo>
                      <a:pt x="1772039" y="533864"/>
                    </a:lnTo>
                    <a:lnTo>
                      <a:pt x="1757751" y="538626"/>
                    </a:lnTo>
                    <a:lnTo>
                      <a:pt x="1791089" y="637686"/>
                    </a:lnTo>
                    <a:lnTo>
                      <a:pt x="1769181" y="632924"/>
                    </a:lnTo>
                    <a:lnTo>
                      <a:pt x="1739654" y="545294"/>
                    </a:lnTo>
                    <a:lnTo>
                      <a:pt x="1726319" y="550056"/>
                    </a:lnTo>
                    <a:lnTo>
                      <a:pt x="1727271" y="551009"/>
                    </a:lnTo>
                    <a:lnTo>
                      <a:pt x="1708221" y="556724"/>
                    </a:lnTo>
                    <a:lnTo>
                      <a:pt x="1737749" y="657689"/>
                    </a:lnTo>
                    <a:lnTo>
                      <a:pt x="1715841" y="651974"/>
                    </a:lnTo>
                    <a:lnTo>
                      <a:pt x="1708221" y="627209"/>
                    </a:lnTo>
                    <a:cubicBezTo>
                      <a:pt x="1707269" y="630066"/>
                      <a:pt x="1705364" y="631971"/>
                      <a:pt x="1702506" y="633876"/>
                    </a:cubicBezTo>
                    <a:cubicBezTo>
                      <a:pt x="1699649" y="635781"/>
                      <a:pt x="1696791" y="637686"/>
                      <a:pt x="1693934" y="638639"/>
                    </a:cubicBezTo>
                    <a:cubicBezTo>
                      <a:pt x="1685361" y="641496"/>
                      <a:pt x="1675836" y="640544"/>
                      <a:pt x="1665359" y="635781"/>
                    </a:cubicBezTo>
                    <a:cubicBezTo>
                      <a:pt x="1654881" y="631971"/>
                      <a:pt x="1648214" y="626256"/>
                      <a:pt x="1646309" y="619589"/>
                    </a:cubicBezTo>
                    <a:lnTo>
                      <a:pt x="1633926" y="578631"/>
                    </a:lnTo>
                    <a:lnTo>
                      <a:pt x="1622496" y="582441"/>
                    </a:lnTo>
                    <a:lnTo>
                      <a:pt x="1621544" y="581489"/>
                    </a:lnTo>
                    <a:lnTo>
                      <a:pt x="1607256" y="585299"/>
                    </a:lnTo>
                    <a:lnTo>
                      <a:pt x="1632021" y="687216"/>
                    </a:lnTo>
                    <a:lnTo>
                      <a:pt x="1611066" y="680549"/>
                    </a:lnTo>
                    <a:lnTo>
                      <a:pt x="1589159" y="590061"/>
                    </a:lnTo>
                    <a:lnTo>
                      <a:pt x="1574871" y="593871"/>
                    </a:lnTo>
                    <a:lnTo>
                      <a:pt x="1575824" y="594824"/>
                    </a:lnTo>
                    <a:lnTo>
                      <a:pt x="1555821" y="598634"/>
                    </a:lnTo>
                    <a:lnTo>
                      <a:pt x="1574871" y="701504"/>
                    </a:lnTo>
                    <a:lnTo>
                      <a:pt x="1553916" y="692931"/>
                    </a:lnTo>
                    <a:lnTo>
                      <a:pt x="1551059" y="676739"/>
                    </a:lnTo>
                    <a:cubicBezTo>
                      <a:pt x="1548201" y="682454"/>
                      <a:pt x="1543439" y="686264"/>
                      <a:pt x="1537724" y="690074"/>
                    </a:cubicBezTo>
                    <a:cubicBezTo>
                      <a:pt x="1531056" y="693884"/>
                      <a:pt x="1524389" y="696741"/>
                      <a:pt x="1516769" y="697694"/>
                    </a:cubicBezTo>
                    <a:cubicBezTo>
                      <a:pt x="1508196" y="699599"/>
                      <a:pt x="1499624" y="697694"/>
                      <a:pt x="1490099" y="692931"/>
                    </a:cubicBezTo>
                    <a:cubicBezTo>
                      <a:pt x="1480574" y="688169"/>
                      <a:pt x="1474859" y="682454"/>
                      <a:pt x="1473906" y="676739"/>
                    </a:cubicBezTo>
                    <a:cubicBezTo>
                      <a:pt x="1473906" y="675786"/>
                      <a:pt x="1473906" y="673881"/>
                      <a:pt x="1474859" y="671976"/>
                    </a:cubicBezTo>
                    <a:cubicBezTo>
                      <a:pt x="1475811" y="670071"/>
                      <a:pt x="1476764" y="668166"/>
                      <a:pt x="1478669" y="666261"/>
                    </a:cubicBezTo>
                    <a:cubicBezTo>
                      <a:pt x="1472954" y="664356"/>
                      <a:pt x="1467239" y="661499"/>
                      <a:pt x="1463429" y="657689"/>
                    </a:cubicBezTo>
                    <a:cubicBezTo>
                      <a:pt x="1459619" y="653879"/>
                      <a:pt x="1456761" y="650069"/>
                      <a:pt x="1455809" y="646259"/>
                    </a:cubicBezTo>
                    <a:cubicBezTo>
                      <a:pt x="1454856" y="641496"/>
                      <a:pt x="1455809" y="636734"/>
                      <a:pt x="1459619" y="633876"/>
                    </a:cubicBezTo>
                    <a:cubicBezTo>
                      <a:pt x="1462476" y="630066"/>
                      <a:pt x="1466286" y="628161"/>
                      <a:pt x="1472001" y="626256"/>
                    </a:cubicBezTo>
                    <a:lnTo>
                      <a:pt x="1495814" y="621494"/>
                    </a:lnTo>
                    <a:lnTo>
                      <a:pt x="1493909" y="610064"/>
                    </a:lnTo>
                    <a:lnTo>
                      <a:pt x="1443426" y="619589"/>
                    </a:lnTo>
                    <a:lnTo>
                      <a:pt x="1443426" y="619589"/>
                    </a:lnTo>
                    <a:lnTo>
                      <a:pt x="1429139" y="621494"/>
                    </a:lnTo>
                    <a:lnTo>
                      <a:pt x="1441521" y="725316"/>
                    </a:lnTo>
                    <a:lnTo>
                      <a:pt x="1421519" y="715791"/>
                    </a:lnTo>
                    <a:lnTo>
                      <a:pt x="1418661" y="691979"/>
                    </a:lnTo>
                    <a:cubicBezTo>
                      <a:pt x="1414851" y="696741"/>
                      <a:pt x="1410089" y="699599"/>
                      <a:pt x="1405326" y="702456"/>
                    </a:cubicBezTo>
                    <a:cubicBezTo>
                      <a:pt x="1400564" y="705314"/>
                      <a:pt x="1395801" y="707219"/>
                      <a:pt x="1391991" y="707219"/>
                    </a:cubicBezTo>
                    <a:cubicBezTo>
                      <a:pt x="1383419" y="708171"/>
                      <a:pt x="1373894" y="705314"/>
                      <a:pt x="1363416" y="697694"/>
                    </a:cubicBezTo>
                    <a:cubicBezTo>
                      <a:pt x="1353891" y="690074"/>
                      <a:pt x="1348176" y="683406"/>
                      <a:pt x="1347224" y="674834"/>
                    </a:cubicBezTo>
                    <a:cubicBezTo>
                      <a:pt x="1346271" y="668166"/>
                      <a:pt x="1348176" y="661499"/>
                      <a:pt x="1353891" y="656736"/>
                    </a:cubicBezTo>
                    <a:cubicBezTo>
                      <a:pt x="1359606" y="651021"/>
                      <a:pt x="1366274" y="648164"/>
                      <a:pt x="1373894" y="647211"/>
                    </a:cubicBezTo>
                    <a:cubicBezTo>
                      <a:pt x="1381514" y="646259"/>
                      <a:pt x="1388181" y="647211"/>
                      <a:pt x="1395801" y="651021"/>
                    </a:cubicBezTo>
                    <a:cubicBezTo>
                      <a:pt x="1403421" y="653879"/>
                      <a:pt x="1410089" y="658641"/>
                      <a:pt x="1415804" y="665309"/>
                    </a:cubicBezTo>
                    <a:lnTo>
                      <a:pt x="1411041" y="624351"/>
                    </a:lnTo>
                    <a:lnTo>
                      <a:pt x="1333889" y="633876"/>
                    </a:lnTo>
                    <a:lnTo>
                      <a:pt x="1332936" y="632924"/>
                    </a:lnTo>
                    <a:lnTo>
                      <a:pt x="1318649" y="633876"/>
                    </a:lnTo>
                    <a:lnTo>
                      <a:pt x="1326269" y="738651"/>
                    </a:lnTo>
                    <a:lnTo>
                      <a:pt x="1306266" y="728174"/>
                    </a:lnTo>
                    <a:lnTo>
                      <a:pt x="1299599" y="635781"/>
                    </a:lnTo>
                    <a:lnTo>
                      <a:pt x="1280549" y="636734"/>
                    </a:lnTo>
                    <a:lnTo>
                      <a:pt x="1269119" y="623399"/>
                    </a:lnTo>
                    <a:lnTo>
                      <a:pt x="1304361" y="620541"/>
                    </a:lnTo>
                    <a:cubicBezTo>
                      <a:pt x="1301504" y="615779"/>
                      <a:pt x="1298646" y="611969"/>
                      <a:pt x="1297694" y="608159"/>
                    </a:cubicBezTo>
                    <a:cubicBezTo>
                      <a:pt x="1295789" y="604349"/>
                      <a:pt x="1294836" y="601491"/>
                      <a:pt x="1294836" y="599586"/>
                    </a:cubicBezTo>
                    <a:cubicBezTo>
                      <a:pt x="1293884" y="590061"/>
                      <a:pt x="1297694" y="581489"/>
                      <a:pt x="1304361" y="573869"/>
                    </a:cubicBezTo>
                    <a:cubicBezTo>
                      <a:pt x="1311029" y="566249"/>
                      <a:pt x="1319601" y="562439"/>
                      <a:pt x="1330079" y="561486"/>
                    </a:cubicBezTo>
                    <a:cubicBezTo>
                      <a:pt x="1338651" y="560534"/>
                      <a:pt x="1348176" y="564344"/>
                      <a:pt x="1359606" y="572916"/>
                    </a:cubicBezTo>
                    <a:cubicBezTo>
                      <a:pt x="1371989" y="581489"/>
                      <a:pt x="1384371" y="592919"/>
                      <a:pt x="1396754" y="608159"/>
                    </a:cubicBezTo>
                    <a:lnTo>
                      <a:pt x="1391991" y="611969"/>
                    </a:lnTo>
                    <a:cubicBezTo>
                      <a:pt x="1383419" y="600539"/>
                      <a:pt x="1373894" y="591966"/>
                      <a:pt x="1364369" y="585299"/>
                    </a:cubicBezTo>
                    <a:cubicBezTo>
                      <a:pt x="1354844" y="579584"/>
                      <a:pt x="1345319" y="576726"/>
                      <a:pt x="1337699" y="576726"/>
                    </a:cubicBezTo>
                    <a:cubicBezTo>
                      <a:pt x="1330079" y="577679"/>
                      <a:pt x="1322459" y="580536"/>
                      <a:pt x="1316744" y="587204"/>
                    </a:cubicBezTo>
                    <a:cubicBezTo>
                      <a:pt x="1311029" y="592919"/>
                      <a:pt x="1309124" y="599586"/>
                      <a:pt x="1309124" y="608159"/>
                    </a:cubicBezTo>
                    <a:cubicBezTo>
                      <a:pt x="1309124" y="613874"/>
                      <a:pt x="1310076" y="617684"/>
                      <a:pt x="1311029" y="619589"/>
                    </a:cubicBezTo>
                    <a:lnTo>
                      <a:pt x="1326269" y="618636"/>
                    </a:lnTo>
                    <a:lnTo>
                      <a:pt x="1327221" y="619589"/>
                    </a:lnTo>
                    <a:lnTo>
                      <a:pt x="1436759" y="607206"/>
                    </a:lnTo>
                    <a:lnTo>
                      <a:pt x="1437711" y="608159"/>
                    </a:lnTo>
                    <a:lnTo>
                      <a:pt x="1558679" y="585299"/>
                    </a:lnTo>
                    <a:lnTo>
                      <a:pt x="1558679" y="585299"/>
                    </a:lnTo>
                    <a:lnTo>
                      <a:pt x="1615829" y="571011"/>
                    </a:lnTo>
                    <a:lnTo>
                      <a:pt x="1616781" y="571964"/>
                    </a:lnTo>
                    <a:lnTo>
                      <a:pt x="1709174" y="545294"/>
                    </a:lnTo>
                    <a:lnTo>
                      <a:pt x="1744416" y="533864"/>
                    </a:lnTo>
                    <a:cubicBezTo>
                      <a:pt x="1737749" y="524339"/>
                      <a:pt x="1731081" y="516719"/>
                      <a:pt x="1722509" y="511956"/>
                    </a:cubicBezTo>
                    <a:cubicBezTo>
                      <a:pt x="1713936" y="507194"/>
                      <a:pt x="1706316" y="506241"/>
                      <a:pt x="1699649" y="509099"/>
                    </a:cubicBezTo>
                    <a:cubicBezTo>
                      <a:pt x="1694886" y="511004"/>
                      <a:pt x="1691076" y="513861"/>
                      <a:pt x="1689171" y="519576"/>
                    </a:cubicBezTo>
                    <a:cubicBezTo>
                      <a:pt x="1687266" y="524339"/>
                      <a:pt x="1687266" y="530054"/>
                      <a:pt x="1689171" y="535769"/>
                    </a:cubicBezTo>
                    <a:cubicBezTo>
                      <a:pt x="1690124" y="537674"/>
                      <a:pt x="1691076" y="540531"/>
                      <a:pt x="1692981" y="542436"/>
                    </a:cubicBezTo>
                    <a:cubicBezTo>
                      <a:pt x="1694886" y="544341"/>
                      <a:pt x="1696791" y="546246"/>
                      <a:pt x="1699649" y="548151"/>
                    </a:cubicBezTo>
                    <a:lnTo>
                      <a:pt x="1692981" y="550056"/>
                    </a:lnTo>
                    <a:cubicBezTo>
                      <a:pt x="1689171" y="548151"/>
                      <a:pt x="1685361" y="544341"/>
                      <a:pt x="1682504" y="540531"/>
                    </a:cubicBezTo>
                    <a:cubicBezTo>
                      <a:pt x="1679646" y="535769"/>
                      <a:pt x="1676789" y="531959"/>
                      <a:pt x="1675836" y="527196"/>
                    </a:cubicBezTo>
                    <a:cubicBezTo>
                      <a:pt x="1672979" y="519576"/>
                      <a:pt x="1673931" y="512909"/>
                      <a:pt x="1676789" y="505289"/>
                    </a:cubicBezTo>
                    <a:cubicBezTo>
                      <a:pt x="1679646" y="498621"/>
                      <a:pt x="1685361" y="493859"/>
                      <a:pt x="1692029" y="491001"/>
                    </a:cubicBezTo>
                    <a:cubicBezTo>
                      <a:pt x="1701554" y="488144"/>
                      <a:pt x="1712031" y="490049"/>
                      <a:pt x="1722509" y="497669"/>
                    </a:cubicBezTo>
                    <a:cubicBezTo>
                      <a:pt x="1733939" y="505289"/>
                      <a:pt x="1743464" y="516719"/>
                      <a:pt x="1752036" y="531006"/>
                    </a:cubicBezTo>
                    <a:lnTo>
                      <a:pt x="1765371" y="526244"/>
                    </a:lnTo>
                    <a:lnTo>
                      <a:pt x="1766324" y="526244"/>
                    </a:lnTo>
                    <a:lnTo>
                      <a:pt x="1859669" y="491001"/>
                    </a:lnTo>
                    <a:lnTo>
                      <a:pt x="1859669" y="491001"/>
                    </a:lnTo>
                    <a:lnTo>
                      <a:pt x="1962539" y="445281"/>
                    </a:lnTo>
                    <a:lnTo>
                      <a:pt x="1977779" y="453854"/>
                    </a:lnTo>
                    <a:lnTo>
                      <a:pt x="1959681" y="462426"/>
                    </a:lnTo>
                    <a:lnTo>
                      <a:pt x="2002544" y="557676"/>
                    </a:lnTo>
                    <a:lnTo>
                      <a:pt x="1980636" y="554819"/>
                    </a:lnTo>
                    <a:lnTo>
                      <a:pt x="1964444" y="518624"/>
                    </a:lnTo>
                    <a:lnTo>
                      <a:pt x="1932059" y="532911"/>
                    </a:lnTo>
                    <a:lnTo>
                      <a:pt x="1933964" y="540531"/>
                    </a:lnTo>
                    <a:close/>
                    <a:moveTo>
                      <a:pt x="2038739" y="575774"/>
                    </a:moveTo>
                    <a:lnTo>
                      <a:pt x="2006354" y="565296"/>
                    </a:lnTo>
                    <a:cubicBezTo>
                      <a:pt x="2004449" y="564344"/>
                      <a:pt x="2001591" y="564344"/>
                      <a:pt x="1999686" y="563391"/>
                    </a:cubicBezTo>
                    <a:cubicBezTo>
                      <a:pt x="1997781" y="563391"/>
                      <a:pt x="1995876" y="563391"/>
                      <a:pt x="1994924" y="563391"/>
                    </a:cubicBezTo>
                    <a:cubicBezTo>
                      <a:pt x="1993971" y="564344"/>
                      <a:pt x="1992066" y="565296"/>
                      <a:pt x="1991114" y="566249"/>
                    </a:cubicBezTo>
                    <a:cubicBezTo>
                      <a:pt x="1990161" y="567201"/>
                      <a:pt x="1988256" y="570059"/>
                      <a:pt x="1986351" y="572916"/>
                    </a:cubicBezTo>
                    <a:lnTo>
                      <a:pt x="1974921" y="566249"/>
                    </a:lnTo>
                    <a:cubicBezTo>
                      <a:pt x="1976826" y="564344"/>
                      <a:pt x="1978731" y="561486"/>
                      <a:pt x="1980636" y="559581"/>
                    </a:cubicBezTo>
                    <a:cubicBezTo>
                      <a:pt x="1982541" y="557676"/>
                      <a:pt x="1984446" y="556724"/>
                      <a:pt x="1985399" y="555771"/>
                    </a:cubicBezTo>
                    <a:cubicBezTo>
                      <a:pt x="1987304" y="554819"/>
                      <a:pt x="1988256" y="554819"/>
                      <a:pt x="1989209" y="554819"/>
                    </a:cubicBezTo>
                    <a:cubicBezTo>
                      <a:pt x="1990161" y="554819"/>
                      <a:pt x="1992066" y="554819"/>
                      <a:pt x="1993971" y="555771"/>
                    </a:cubicBezTo>
                    <a:lnTo>
                      <a:pt x="2041596" y="569106"/>
                    </a:lnTo>
                    <a:lnTo>
                      <a:pt x="2038739" y="575774"/>
                    </a:lnTo>
                    <a:close/>
                    <a:moveTo>
                      <a:pt x="2137799" y="166199"/>
                    </a:moveTo>
                    <a:cubicBezTo>
                      <a:pt x="2145419" y="97619"/>
                      <a:pt x="2173041" y="21419"/>
                      <a:pt x="2254004" y="16656"/>
                    </a:cubicBezTo>
                    <a:cubicBezTo>
                      <a:pt x="2271149" y="16656"/>
                      <a:pt x="2273054" y="24276"/>
                      <a:pt x="2274006" y="26181"/>
                    </a:cubicBezTo>
                    <a:cubicBezTo>
                      <a:pt x="2278769" y="50946"/>
                      <a:pt x="2227334" y="115716"/>
                      <a:pt x="2137799" y="166199"/>
                    </a:cubicBezTo>
                    <a:close/>
                    <a:moveTo>
                      <a:pt x="2346396" y="591014"/>
                    </a:moveTo>
                    <a:cubicBezTo>
                      <a:pt x="2327346" y="553866"/>
                      <a:pt x="2289246" y="499574"/>
                      <a:pt x="2254956" y="497669"/>
                    </a:cubicBezTo>
                    <a:cubicBezTo>
                      <a:pt x="2246384" y="496716"/>
                      <a:pt x="2233049" y="499574"/>
                      <a:pt x="2222571" y="515766"/>
                    </a:cubicBezTo>
                    <a:cubicBezTo>
                      <a:pt x="2218761" y="522434"/>
                      <a:pt x="2214951" y="530054"/>
                      <a:pt x="2211141" y="537674"/>
                    </a:cubicBezTo>
                    <a:cubicBezTo>
                      <a:pt x="2207331" y="493859"/>
                      <a:pt x="2194949" y="451949"/>
                      <a:pt x="2181614" y="412896"/>
                    </a:cubicBezTo>
                    <a:cubicBezTo>
                      <a:pt x="2219714" y="397656"/>
                      <a:pt x="2254004" y="379559"/>
                      <a:pt x="2285436" y="358604"/>
                    </a:cubicBezTo>
                    <a:cubicBezTo>
                      <a:pt x="2293056" y="375749"/>
                      <a:pt x="2300676" y="391941"/>
                      <a:pt x="2309249" y="408134"/>
                    </a:cubicBezTo>
                    <a:cubicBezTo>
                      <a:pt x="2323536" y="435756"/>
                      <a:pt x="2338776" y="465284"/>
                      <a:pt x="2346396" y="496716"/>
                    </a:cubicBezTo>
                    <a:cubicBezTo>
                      <a:pt x="2350206" y="515766"/>
                      <a:pt x="2350206" y="568154"/>
                      <a:pt x="2346396" y="591014"/>
                    </a:cubicBez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  <a:defRPr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</a:endParaRPr>
              </a:p>
            </p:txBody>
          </p:sp>
        </p:grpSp>
      </p:grpSp>
      <p:cxnSp>
        <p:nvCxnSpPr>
          <p:cNvPr id="903758157" name="Google Shape;559;p6"/>
          <p:cNvCxnSpPr/>
          <p:nvPr/>
        </p:nvCxnSpPr>
        <p:spPr bwMode="auto">
          <a:xfrm>
            <a:off x="1419285" y="472722"/>
            <a:ext cx="0" cy="708300"/>
          </a:xfrm>
          <a:prstGeom prst="straightConnector1">
            <a:avLst/>
          </a:prstGeom>
          <a:noFill/>
          <a:ln w="9525" cap="flat" cmpd="sng">
            <a:solidFill>
              <a:srgbClr val="B8114F"/>
            </a:solidFill>
            <a:prstDash val="solid"/>
            <a:miter lim="800000"/>
            <a:headEnd type="none" w="sm" len="sm"/>
            <a:tailEnd type="none" w="sm" len="sm"/>
          </a:ln>
        </p:spPr>
      </p:cxnSp>
      <p:grpSp>
        <p:nvGrpSpPr>
          <p:cNvPr id="1394138361" name="Google Shape;560;p6"/>
          <p:cNvGrpSpPr/>
          <p:nvPr/>
        </p:nvGrpSpPr>
        <p:grpSpPr bwMode="auto">
          <a:xfrm>
            <a:off x="-8010120" y="6251576"/>
            <a:ext cx="22234031" cy="490550"/>
            <a:chOff x="-9757307" y="6258187"/>
            <a:chExt cx="21948698" cy="484255"/>
          </a:xfrm>
        </p:grpSpPr>
        <p:sp>
          <p:nvSpPr>
            <p:cNvPr id="561" name="Google Shape;561;p6"/>
            <p:cNvSpPr/>
            <p:nvPr/>
          </p:nvSpPr>
          <p:spPr bwMode="auto">
            <a:xfrm>
              <a:off x="-9757307" y="6258187"/>
              <a:ext cx="10470371" cy="483649"/>
            </a:xfrm>
            <a:custGeom>
              <a:avLst/>
              <a:gdLst/>
              <a:ahLst/>
              <a:cxnLst/>
              <a:rect l="l" t="t" r="r" b="b"/>
              <a:pathLst>
                <a:path w="10470371" h="483649" fill="norm" stroke="1" extrusionOk="0">
                  <a:moveTo>
                    <a:pt x="10470372" y="483649"/>
                  </a:moveTo>
                  <a:lnTo>
                    <a:pt x="0" y="483649"/>
                  </a:lnTo>
                  <a:lnTo>
                    <a:pt x="0" y="0"/>
                  </a:lnTo>
                  <a:lnTo>
                    <a:pt x="9986722" y="0"/>
                  </a:lnTo>
                  <a:cubicBezTo>
                    <a:pt x="10120226" y="0"/>
                    <a:pt x="10228244" y="108017"/>
                    <a:pt x="10228244" y="241521"/>
                  </a:cubicBezTo>
                  <a:cubicBezTo>
                    <a:pt x="10228244" y="375025"/>
                    <a:pt x="10336868" y="483649"/>
                    <a:pt x="10470372" y="483649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562" name="Google Shape;562;p6"/>
            <p:cNvSpPr/>
            <p:nvPr/>
          </p:nvSpPr>
          <p:spPr bwMode="auto">
            <a:xfrm>
              <a:off x="2107576" y="6258187"/>
              <a:ext cx="10083815" cy="484255"/>
            </a:xfrm>
            <a:custGeom>
              <a:avLst/>
              <a:gdLst/>
              <a:ahLst/>
              <a:cxnLst/>
              <a:rect l="l" t="t" r="r" b="b"/>
              <a:pathLst>
                <a:path w="10083815" h="484255" fill="norm" stroke="1" extrusionOk="0">
                  <a:moveTo>
                    <a:pt x="10083816" y="607"/>
                  </a:moveTo>
                  <a:lnTo>
                    <a:pt x="10083816" y="484256"/>
                  </a:lnTo>
                  <a:lnTo>
                    <a:pt x="0" y="484256"/>
                  </a:lnTo>
                  <a:cubicBezTo>
                    <a:pt x="66752" y="484256"/>
                    <a:pt x="127436" y="456948"/>
                    <a:pt x="171129" y="413256"/>
                  </a:cubicBezTo>
                  <a:cubicBezTo>
                    <a:pt x="214821" y="369564"/>
                    <a:pt x="242128" y="308880"/>
                    <a:pt x="242128" y="242128"/>
                  </a:cubicBezTo>
                  <a:cubicBezTo>
                    <a:pt x="242128" y="175376"/>
                    <a:pt x="269436" y="114692"/>
                    <a:pt x="313129" y="71000"/>
                  </a:cubicBezTo>
                  <a:cubicBezTo>
                    <a:pt x="356821" y="27308"/>
                    <a:pt x="417504" y="0"/>
                    <a:pt x="484257" y="0"/>
                  </a:cubicBezTo>
                  <a:lnTo>
                    <a:pt x="10083816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</p:grpSp>
      <p:grpSp>
        <p:nvGrpSpPr>
          <p:cNvPr id="1861245226" name="Google Shape;563;p6"/>
          <p:cNvGrpSpPr/>
          <p:nvPr/>
        </p:nvGrpSpPr>
        <p:grpSpPr bwMode="auto">
          <a:xfrm>
            <a:off x="6473371" y="6378004"/>
            <a:ext cx="344329" cy="344244"/>
            <a:chOff x="4719817" y="6336659"/>
            <a:chExt cx="344329" cy="344244"/>
          </a:xfrm>
        </p:grpSpPr>
        <p:sp>
          <p:nvSpPr>
            <p:cNvPr id="564" name="Google Shape;564;p6"/>
            <p:cNvSpPr/>
            <p:nvPr/>
          </p:nvSpPr>
          <p:spPr bwMode="auto">
            <a:xfrm>
              <a:off x="4719817" y="6336659"/>
              <a:ext cx="177727" cy="344244"/>
            </a:xfrm>
            <a:custGeom>
              <a:avLst/>
              <a:gdLst/>
              <a:ahLst/>
              <a:cxnLst/>
              <a:rect l="l" t="t" r="r" b="b"/>
              <a:pathLst>
                <a:path w="177727" h="344244" fill="norm" stroke="1" extrusionOk="0">
                  <a:moveTo>
                    <a:pt x="143455" y="324582"/>
                  </a:moveTo>
                  <a:cubicBezTo>
                    <a:pt x="135751" y="322500"/>
                    <a:pt x="128412" y="320522"/>
                    <a:pt x="120760" y="318492"/>
                  </a:cubicBezTo>
                  <a:cubicBezTo>
                    <a:pt x="118730" y="322032"/>
                    <a:pt x="116596" y="325727"/>
                    <a:pt x="114410" y="329371"/>
                  </a:cubicBezTo>
                  <a:cubicBezTo>
                    <a:pt x="111859" y="333639"/>
                    <a:pt x="109100" y="334368"/>
                    <a:pt x="104884" y="331922"/>
                  </a:cubicBezTo>
                  <a:cubicBezTo>
                    <a:pt x="92340" y="324738"/>
                    <a:pt x="79847" y="317503"/>
                    <a:pt x="67355" y="310268"/>
                  </a:cubicBezTo>
                  <a:cubicBezTo>
                    <a:pt x="62826" y="307613"/>
                    <a:pt x="62150" y="305011"/>
                    <a:pt x="64700" y="300482"/>
                  </a:cubicBezTo>
                  <a:cubicBezTo>
                    <a:pt x="66730" y="296839"/>
                    <a:pt x="68864" y="293247"/>
                    <a:pt x="70686" y="290020"/>
                  </a:cubicBezTo>
                  <a:cubicBezTo>
                    <a:pt x="65065" y="284450"/>
                    <a:pt x="59651" y="279141"/>
                    <a:pt x="53874" y="273415"/>
                  </a:cubicBezTo>
                  <a:cubicBezTo>
                    <a:pt x="50855" y="275133"/>
                    <a:pt x="47159" y="277319"/>
                    <a:pt x="43463" y="279401"/>
                  </a:cubicBezTo>
                  <a:cubicBezTo>
                    <a:pt x="39091" y="281848"/>
                    <a:pt x="36384" y="281223"/>
                    <a:pt x="33886" y="276903"/>
                  </a:cubicBezTo>
                  <a:cubicBezTo>
                    <a:pt x="26598" y="264306"/>
                    <a:pt x="19311" y="251710"/>
                    <a:pt x="12076" y="239061"/>
                  </a:cubicBezTo>
                  <a:cubicBezTo>
                    <a:pt x="9682" y="234845"/>
                    <a:pt x="10514" y="232086"/>
                    <a:pt x="14783" y="229588"/>
                  </a:cubicBezTo>
                  <a:cubicBezTo>
                    <a:pt x="18270" y="227506"/>
                    <a:pt x="21810" y="225528"/>
                    <a:pt x="25297" y="223498"/>
                  </a:cubicBezTo>
                  <a:cubicBezTo>
                    <a:pt x="25401" y="223445"/>
                    <a:pt x="25453" y="223289"/>
                    <a:pt x="25557" y="223185"/>
                  </a:cubicBezTo>
                  <a:cubicBezTo>
                    <a:pt x="23579" y="215898"/>
                    <a:pt x="21601" y="208559"/>
                    <a:pt x="19467" y="200699"/>
                  </a:cubicBezTo>
                  <a:cubicBezTo>
                    <a:pt x="15459" y="200699"/>
                    <a:pt x="11087" y="200751"/>
                    <a:pt x="6715" y="200699"/>
                  </a:cubicBezTo>
                  <a:cubicBezTo>
                    <a:pt x="1978" y="200647"/>
                    <a:pt x="52" y="198669"/>
                    <a:pt x="0" y="193880"/>
                  </a:cubicBezTo>
                  <a:cubicBezTo>
                    <a:pt x="0" y="179306"/>
                    <a:pt x="0" y="164731"/>
                    <a:pt x="0" y="150157"/>
                  </a:cubicBezTo>
                  <a:cubicBezTo>
                    <a:pt x="0" y="145368"/>
                    <a:pt x="1978" y="143390"/>
                    <a:pt x="6715" y="143390"/>
                  </a:cubicBezTo>
                  <a:cubicBezTo>
                    <a:pt x="10983" y="143338"/>
                    <a:pt x="15303" y="143390"/>
                    <a:pt x="19467" y="143390"/>
                  </a:cubicBezTo>
                  <a:cubicBezTo>
                    <a:pt x="21497" y="135738"/>
                    <a:pt x="23475" y="128451"/>
                    <a:pt x="25557" y="120695"/>
                  </a:cubicBezTo>
                  <a:cubicBezTo>
                    <a:pt x="22174" y="118717"/>
                    <a:pt x="18635" y="116687"/>
                    <a:pt x="15043" y="114605"/>
                  </a:cubicBezTo>
                  <a:cubicBezTo>
                    <a:pt x="10358" y="111898"/>
                    <a:pt x="9578" y="109192"/>
                    <a:pt x="12232" y="104611"/>
                  </a:cubicBezTo>
                  <a:cubicBezTo>
                    <a:pt x="19363" y="92171"/>
                    <a:pt x="26546" y="79782"/>
                    <a:pt x="33730" y="67394"/>
                  </a:cubicBezTo>
                  <a:cubicBezTo>
                    <a:pt x="36436" y="62709"/>
                    <a:pt x="39039" y="62085"/>
                    <a:pt x="43776" y="64792"/>
                  </a:cubicBezTo>
                  <a:cubicBezTo>
                    <a:pt x="47315" y="66769"/>
                    <a:pt x="50803" y="68852"/>
                    <a:pt x="53978" y="70673"/>
                  </a:cubicBezTo>
                  <a:cubicBezTo>
                    <a:pt x="59495" y="65104"/>
                    <a:pt x="64804" y="59690"/>
                    <a:pt x="70582" y="53861"/>
                  </a:cubicBezTo>
                  <a:cubicBezTo>
                    <a:pt x="68812" y="50790"/>
                    <a:pt x="66626" y="47042"/>
                    <a:pt x="64492" y="43242"/>
                  </a:cubicBezTo>
                  <a:cubicBezTo>
                    <a:pt x="62150" y="39078"/>
                    <a:pt x="62826" y="36423"/>
                    <a:pt x="66991" y="33977"/>
                  </a:cubicBezTo>
                  <a:cubicBezTo>
                    <a:pt x="79691" y="26585"/>
                    <a:pt x="92392" y="19246"/>
                    <a:pt x="105145" y="11959"/>
                  </a:cubicBezTo>
                  <a:cubicBezTo>
                    <a:pt x="109048" y="9721"/>
                    <a:pt x="111807" y="10501"/>
                    <a:pt x="114150" y="14405"/>
                  </a:cubicBezTo>
                  <a:cubicBezTo>
                    <a:pt x="116388" y="18049"/>
                    <a:pt x="118470" y="21797"/>
                    <a:pt x="120656" y="25596"/>
                  </a:cubicBezTo>
                  <a:cubicBezTo>
                    <a:pt x="128151" y="23566"/>
                    <a:pt x="135595" y="21588"/>
                    <a:pt x="143351" y="19506"/>
                  </a:cubicBezTo>
                  <a:cubicBezTo>
                    <a:pt x="143351" y="15394"/>
                    <a:pt x="143351" y="11074"/>
                    <a:pt x="143351" y="6806"/>
                  </a:cubicBezTo>
                  <a:cubicBezTo>
                    <a:pt x="143403" y="2017"/>
                    <a:pt x="145329" y="39"/>
                    <a:pt x="150065" y="39"/>
                  </a:cubicBezTo>
                  <a:cubicBezTo>
                    <a:pt x="157092" y="-13"/>
                    <a:pt x="164171" y="-13"/>
                    <a:pt x="171198" y="39"/>
                  </a:cubicBezTo>
                  <a:cubicBezTo>
                    <a:pt x="175675" y="91"/>
                    <a:pt x="177705" y="2121"/>
                    <a:pt x="177705" y="6650"/>
                  </a:cubicBezTo>
                  <a:cubicBezTo>
                    <a:pt x="177757" y="24816"/>
                    <a:pt x="177705" y="42982"/>
                    <a:pt x="177705" y="61148"/>
                  </a:cubicBezTo>
                  <a:cubicBezTo>
                    <a:pt x="177705" y="67134"/>
                    <a:pt x="176091" y="68747"/>
                    <a:pt x="170105" y="68904"/>
                  </a:cubicBezTo>
                  <a:cubicBezTo>
                    <a:pt x="125705" y="69997"/>
                    <a:pt x="87343" y="98573"/>
                    <a:pt x="73705" y="140631"/>
                  </a:cubicBezTo>
                  <a:cubicBezTo>
                    <a:pt x="54654" y="199346"/>
                    <a:pt x="91819" y="261912"/>
                    <a:pt x="152668" y="273363"/>
                  </a:cubicBezTo>
                  <a:cubicBezTo>
                    <a:pt x="158758" y="274508"/>
                    <a:pt x="164952" y="274873"/>
                    <a:pt x="171146" y="275341"/>
                  </a:cubicBezTo>
                  <a:cubicBezTo>
                    <a:pt x="175675" y="275706"/>
                    <a:pt x="177653" y="277475"/>
                    <a:pt x="177653" y="282004"/>
                  </a:cubicBezTo>
                  <a:cubicBezTo>
                    <a:pt x="177653" y="300534"/>
                    <a:pt x="177653" y="319065"/>
                    <a:pt x="177653" y="337595"/>
                  </a:cubicBezTo>
                  <a:cubicBezTo>
                    <a:pt x="177653" y="342124"/>
                    <a:pt x="175623" y="344206"/>
                    <a:pt x="171146" y="344206"/>
                  </a:cubicBezTo>
                  <a:cubicBezTo>
                    <a:pt x="163963" y="344258"/>
                    <a:pt x="156780" y="344258"/>
                    <a:pt x="149649" y="344206"/>
                  </a:cubicBezTo>
                  <a:cubicBezTo>
                    <a:pt x="145381" y="344154"/>
                    <a:pt x="143351" y="342124"/>
                    <a:pt x="143299" y="337803"/>
                  </a:cubicBezTo>
                  <a:cubicBezTo>
                    <a:pt x="143403" y="333223"/>
                    <a:pt x="143455" y="328798"/>
                    <a:pt x="143455" y="324582"/>
                  </a:cubicBezTo>
                  <a:close/>
                  <a:moveTo>
                    <a:pt x="106654" y="24347"/>
                  </a:moveTo>
                  <a:cubicBezTo>
                    <a:pt x="96608" y="30177"/>
                    <a:pt x="86874" y="35799"/>
                    <a:pt x="77037" y="41524"/>
                  </a:cubicBezTo>
                  <a:cubicBezTo>
                    <a:pt x="78286" y="43658"/>
                    <a:pt x="79223" y="45324"/>
                    <a:pt x="80160" y="46938"/>
                  </a:cubicBezTo>
                  <a:cubicBezTo>
                    <a:pt x="81097" y="48603"/>
                    <a:pt x="82086" y="50217"/>
                    <a:pt x="83023" y="51883"/>
                  </a:cubicBezTo>
                  <a:cubicBezTo>
                    <a:pt x="85209" y="55839"/>
                    <a:pt x="84688" y="57817"/>
                    <a:pt x="81461" y="60992"/>
                  </a:cubicBezTo>
                  <a:cubicBezTo>
                    <a:pt x="74642" y="67654"/>
                    <a:pt x="67876" y="74421"/>
                    <a:pt x="61213" y="81240"/>
                  </a:cubicBezTo>
                  <a:cubicBezTo>
                    <a:pt x="57986" y="84519"/>
                    <a:pt x="56060" y="85040"/>
                    <a:pt x="52104" y="82801"/>
                  </a:cubicBezTo>
                  <a:cubicBezTo>
                    <a:pt x="48720" y="80876"/>
                    <a:pt x="45337" y="78898"/>
                    <a:pt x="41693" y="76815"/>
                  </a:cubicBezTo>
                  <a:cubicBezTo>
                    <a:pt x="35916" y="86809"/>
                    <a:pt x="30294" y="96491"/>
                    <a:pt x="24568" y="106485"/>
                  </a:cubicBezTo>
                  <a:cubicBezTo>
                    <a:pt x="28108" y="108515"/>
                    <a:pt x="31491" y="110493"/>
                    <a:pt x="34875" y="112471"/>
                  </a:cubicBezTo>
                  <a:cubicBezTo>
                    <a:pt x="38779" y="114813"/>
                    <a:pt x="39403" y="116843"/>
                    <a:pt x="38206" y="121112"/>
                  </a:cubicBezTo>
                  <a:cubicBezTo>
                    <a:pt x="35603" y="130377"/>
                    <a:pt x="33157" y="139694"/>
                    <a:pt x="30763" y="149063"/>
                  </a:cubicBezTo>
                  <a:cubicBezTo>
                    <a:pt x="29722" y="153071"/>
                    <a:pt x="27952" y="154685"/>
                    <a:pt x="23788" y="154737"/>
                  </a:cubicBezTo>
                  <a:cubicBezTo>
                    <a:pt x="19780" y="154789"/>
                    <a:pt x="15772" y="154737"/>
                    <a:pt x="11816" y="154737"/>
                  </a:cubicBezTo>
                  <a:cubicBezTo>
                    <a:pt x="11816" y="166501"/>
                    <a:pt x="11816" y="177796"/>
                    <a:pt x="11816" y="189195"/>
                  </a:cubicBezTo>
                  <a:cubicBezTo>
                    <a:pt x="15928" y="189195"/>
                    <a:pt x="19728" y="189195"/>
                    <a:pt x="23527" y="189195"/>
                  </a:cubicBezTo>
                  <a:cubicBezTo>
                    <a:pt x="27952" y="189195"/>
                    <a:pt x="29722" y="190809"/>
                    <a:pt x="30763" y="194973"/>
                  </a:cubicBezTo>
                  <a:cubicBezTo>
                    <a:pt x="33105" y="204186"/>
                    <a:pt x="35499" y="213400"/>
                    <a:pt x="38102" y="222561"/>
                  </a:cubicBezTo>
                  <a:cubicBezTo>
                    <a:pt x="39351" y="227037"/>
                    <a:pt x="38779" y="229067"/>
                    <a:pt x="34719" y="231461"/>
                  </a:cubicBezTo>
                  <a:cubicBezTo>
                    <a:pt x="31387" y="233439"/>
                    <a:pt x="28004" y="235365"/>
                    <a:pt x="24568" y="237395"/>
                  </a:cubicBezTo>
                  <a:cubicBezTo>
                    <a:pt x="30346" y="247493"/>
                    <a:pt x="35916" y="257175"/>
                    <a:pt x="41433" y="266701"/>
                  </a:cubicBezTo>
                  <a:cubicBezTo>
                    <a:pt x="42110" y="266596"/>
                    <a:pt x="42370" y="266649"/>
                    <a:pt x="42526" y="266544"/>
                  </a:cubicBezTo>
                  <a:cubicBezTo>
                    <a:pt x="45649" y="264775"/>
                    <a:pt x="48720" y="262953"/>
                    <a:pt x="51844" y="261183"/>
                  </a:cubicBezTo>
                  <a:cubicBezTo>
                    <a:pt x="56060" y="258789"/>
                    <a:pt x="57882" y="259257"/>
                    <a:pt x="61265" y="262693"/>
                  </a:cubicBezTo>
                  <a:cubicBezTo>
                    <a:pt x="67823" y="269459"/>
                    <a:pt x="74486" y="276122"/>
                    <a:pt x="81253" y="282680"/>
                  </a:cubicBezTo>
                  <a:cubicBezTo>
                    <a:pt x="84844" y="286168"/>
                    <a:pt x="85313" y="287886"/>
                    <a:pt x="82762" y="292362"/>
                  </a:cubicBezTo>
                  <a:cubicBezTo>
                    <a:pt x="80888" y="295641"/>
                    <a:pt x="79015" y="298921"/>
                    <a:pt x="77037" y="302408"/>
                  </a:cubicBezTo>
                  <a:cubicBezTo>
                    <a:pt x="87083" y="308186"/>
                    <a:pt x="96764" y="313807"/>
                    <a:pt x="106654" y="319533"/>
                  </a:cubicBezTo>
                  <a:cubicBezTo>
                    <a:pt x="108736" y="315942"/>
                    <a:pt x="110662" y="312506"/>
                    <a:pt x="112692" y="309175"/>
                  </a:cubicBezTo>
                  <a:cubicBezTo>
                    <a:pt x="114982" y="305323"/>
                    <a:pt x="117012" y="304750"/>
                    <a:pt x="121385" y="305948"/>
                  </a:cubicBezTo>
                  <a:cubicBezTo>
                    <a:pt x="130546" y="308498"/>
                    <a:pt x="139759" y="310945"/>
                    <a:pt x="148972" y="313287"/>
                  </a:cubicBezTo>
                  <a:cubicBezTo>
                    <a:pt x="153240" y="314380"/>
                    <a:pt x="154854" y="316046"/>
                    <a:pt x="154906" y="320418"/>
                  </a:cubicBezTo>
                  <a:cubicBezTo>
                    <a:pt x="154906" y="324426"/>
                    <a:pt x="154906" y="328434"/>
                    <a:pt x="154906" y="332390"/>
                  </a:cubicBezTo>
                  <a:cubicBezTo>
                    <a:pt x="159018" y="332390"/>
                    <a:pt x="162558" y="332390"/>
                    <a:pt x="166201" y="332390"/>
                  </a:cubicBezTo>
                  <a:cubicBezTo>
                    <a:pt x="166201" y="317087"/>
                    <a:pt x="166201" y="301992"/>
                    <a:pt x="166201" y="286845"/>
                  </a:cubicBezTo>
                  <a:cubicBezTo>
                    <a:pt x="105769" y="283409"/>
                    <a:pt x="59651" y="234272"/>
                    <a:pt x="57465" y="176859"/>
                  </a:cubicBezTo>
                  <a:cubicBezTo>
                    <a:pt x="56372" y="148022"/>
                    <a:pt x="64752" y="122153"/>
                    <a:pt x="82971" y="99770"/>
                  </a:cubicBezTo>
                  <a:cubicBezTo>
                    <a:pt x="104364" y="73484"/>
                    <a:pt x="132420" y="59690"/>
                    <a:pt x="166201" y="57088"/>
                  </a:cubicBezTo>
                  <a:cubicBezTo>
                    <a:pt x="166201" y="41785"/>
                    <a:pt x="166201" y="26638"/>
                    <a:pt x="166201" y="11490"/>
                  </a:cubicBezTo>
                  <a:cubicBezTo>
                    <a:pt x="162349" y="11490"/>
                    <a:pt x="158758" y="11490"/>
                    <a:pt x="154906" y="11490"/>
                  </a:cubicBezTo>
                  <a:cubicBezTo>
                    <a:pt x="154906" y="15655"/>
                    <a:pt x="154906" y="19611"/>
                    <a:pt x="154906" y="23514"/>
                  </a:cubicBezTo>
                  <a:cubicBezTo>
                    <a:pt x="154854" y="27679"/>
                    <a:pt x="153240" y="29448"/>
                    <a:pt x="149232" y="30489"/>
                  </a:cubicBezTo>
                  <a:cubicBezTo>
                    <a:pt x="139915" y="32884"/>
                    <a:pt x="130598" y="35330"/>
                    <a:pt x="121281" y="37881"/>
                  </a:cubicBezTo>
                  <a:cubicBezTo>
                    <a:pt x="117012" y="39078"/>
                    <a:pt x="114982" y="38453"/>
                    <a:pt x="112640" y="34549"/>
                  </a:cubicBezTo>
                  <a:cubicBezTo>
                    <a:pt x="110714" y="31374"/>
                    <a:pt x="108840" y="28043"/>
                    <a:pt x="106654" y="24347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565" name="Google Shape;565;p6"/>
            <p:cNvSpPr/>
            <p:nvPr/>
          </p:nvSpPr>
          <p:spPr bwMode="auto">
            <a:xfrm>
              <a:off x="4800186" y="6416806"/>
              <a:ext cx="183534" cy="183586"/>
            </a:xfrm>
            <a:custGeom>
              <a:avLst/>
              <a:gdLst/>
              <a:ahLst/>
              <a:cxnLst/>
              <a:rect l="l" t="t" r="r" b="b"/>
              <a:pathLst>
                <a:path w="183534" h="183586" fill="norm" stroke="1" extrusionOk="0">
                  <a:moveTo>
                    <a:pt x="183535" y="91715"/>
                  </a:moveTo>
                  <a:cubicBezTo>
                    <a:pt x="183535" y="142466"/>
                    <a:pt x="142518" y="183587"/>
                    <a:pt x="91871" y="183587"/>
                  </a:cubicBezTo>
                  <a:cubicBezTo>
                    <a:pt x="41121" y="183587"/>
                    <a:pt x="0" y="142570"/>
                    <a:pt x="0" y="91872"/>
                  </a:cubicBezTo>
                  <a:cubicBezTo>
                    <a:pt x="0" y="40965"/>
                    <a:pt x="41069" y="-52"/>
                    <a:pt x="92028" y="0"/>
                  </a:cubicBezTo>
                  <a:cubicBezTo>
                    <a:pt x="142518" y="104"/>
                    <a:pt x="183535" y="41173"/>
                    <a:pt x="183535" y="91715"/>
                  </a:cubicBezTo>
                  <a:close/>
                  <a:moveTo>
                    <a:pt x="58975" y="18999"/>
                  </a:moveTo>
                  <a:cubicBezTo>
                    <a:pt x="61577" y="24204"/>
                    <a:pt x="63972" y="29253"/>
                    <a:pt x="66678" y="34146"/>
                  </a:cubicBezTo>
                  <a:cubicBezTo>
                    <a:pt x="67355" y="35395"/>
                    <a:pt x="68708" y="36436"/>
                    <a:pt x="70010" y="37113"/>
                  </a:cubicBezTo>
                  <a:cubicBezTo>
                    <a:pt x="75735" y="40080"/>
                    <a:pt x="81513" y="42891"/>
                    <a:pt x="87239" y="45806"/>
                  </a:cubicBezTo>
                  <a:cubicBezTo>
                    <a:pt x="92132" y="48304"/>
                    <a:pt x="93016" y="51219"/>
                    <a:pt x="90206" y="55904"/>
                  </a:cubicBezTo>
                  <a:cubicBezTo>
                    <a:pt x="85937" y="63087"/>
                    <a:pt x="81201" y="70010"/>
                    <a:pt x="77453" y="77453"/>
                  </a:cubicBezTo>
                  <a:cubicBezTo>
                    <a:pt x="74122" y="84064"/>
                    <a:pt x="69801" y="87187"/>
                    <a:pt x="62254" y="86146"/>
                  </a:cubicBezTo>
                  <a:cubicBezTo>
                    <a:pt x="58350" y="85573"/>
                    <a:pt x="53249" y="84897"/>
                    <a:pt x="50490" y="86822"/>
                  </a:cubicBezTo>
                  <a:cubicBezTo>
                    <a:pt x="47888" y="88644"/>
                    <a:pt x="47575" y="93797"/>
                    <a:pt x="46274" y="97493"/>
                  </a:cubicBezTo>
                  <a:cubicBezTo>
                    <a:pt x="44608" y="102334"/>
                    <a:pt x="43359" y="103219"/>
                    <a:pt x="38154" y="103219"/>
                  </a:cubicBezTo>
                  <a:cubicBezTo>
                    <a:pt x="29722" y="103219"/>
                    <a:pt x="21237" y="103219"/>
                    <a:pt x="11868" y="103219"/>
                  </a:cubicBezTo>
                  <a:cubicBezTo>
                    <a:pt x="14158" y="110923"/>
                    <a:pt x="16240" y="118002"/>
                    <a:pt x="18426" y="125237"/>
                  </a:cubicBezTo>
                  <a:cubicBezTo>
                    <a:pt x="20196" y="124716"/>
                    <a:pt x="21081" y="124456"/>
                    <a:pt x="22018" y="124144"/>
                  </a:cubicBezTo>
                  <a:cubicBezTo>
                    <a:pt x="30867" y="121229"/>
                    <a:pt x="39663" y="118366"/>
                    <a:pt x="48460" y="115347"/>
                  </a:cubicBezTo>
                  <a:cubicBezTo>
                    <a:pt x="51323" y="114358"/>
                    <a:pt x="53717" y="114670"/>
                    <a:pt x="56112" y="116544"/>
                  </a:cubicBezTo>
                  <a:cubicBezTo>
                    <a:pt x="61317" y="120552"/>
                    <a:pt x="66730" y="124300"/>
                    <a:pt x="71831" y="128412"/>
                  </a:cubicBezTo>
                  <a:cubicBezTo>
                    <a:pt x="73861" y="130026"/>
                    <a:pt x="75111" y="129869"/>
                    <a:pt x="76985" y="128308"/>
                  </a:cubicBezTo>
                  <a:cubicBezTo>
                    <a:pt x="84168" y="122374"/>
                    <a:pt x="91455" y="116596"/>
                    <a:pt x="98794" y="110818"/>
                  </a:cubicBezTo>
                  <a:cubicBezTo>
                    <a:pt x="102282" y="108060"/>
                    <a:pt x="104832" y="108164"/>
                    <a:pt x="107955" y="111235"/>
                  </a:cubicBezTo>
                  <a:cubicBezTo>
                    <a:pt x="113317" y="116492"/>
                    <a:pt x="118730" y="121749"/>
                    <a:pt x="123883" y="127267"/>
                  </a:cubicBezTo>
                  <a:cubicBezTo>
                    <a:pt x="125132" y="128620"/>
                    <a:pt x="125965" y="130754"/>
                    <a:pt x="126069" y="132628"/>
                  </a:cubicBezTo>
                  <a:cubicBezTo>
                    <a:pt x="126382" y="137729"/>
                    <a:pt x="126173" y="142882"/>
                    <a:pt x="126173" y="148035"/>
                  </a:cubicBezTo>
                  <a:cubicBezTo>
                    <a:pt x="126173" y="152252"/>
                    <a:pt x="124976" y="153813"/>
                    <a:pt x="120916" y="154906"/>
                  </a:cubicBezTo>
                  <a:cubicBezTo>
                    <a:pt x="115086" y="156468"/>
                    <a:pt x="109257" y="157925"/>
                    <a:pt x="103427" y="159435"/>
                  </a:cubicBezTo>
                  <a:cubicBezTo>
                    <a:pt x="103427" y="163391"/>
                    <a:pt x="103427" y="167034"/>
                    <a:pt x="103427" y="171042"/>
                  </a:cubicBezTo>
                  <a:cubicBezTo>
                    <a:pt x="126382" y="167295"/>
                    <a:pt x="144287" y="155999"/>
                    <a:pt x="157821" y="137313"/>
                  </a:cubicBezTo>
                  <a:cubicBezTo>
                    <a:pt x="151887" y="131379"/>
                    <a:pt x="146109" y="125653"/>
                    <a:pt x="140384" y="119927"/>
                  </a:cubicBezTo>
                  <a:cubicBezTo>
                    <a:pt x="136896" y="116388"/>
                    <a:pt x="136688" y="114358"/>
                    <a:pt x="139447" y="110194"/>
                  </a:cubicBezTo>
                  <a:cubicBezTo>
                    <a:pt x="141997" y="106290"/>
                    <a:pt x="144600" y="102438"/>
                    <a:pt x="147150" y="98534"/>
                  </a:cubicBezTo>
                  <a:cubicBezTo>
                    <a:pt x="147671" y="97753"/>
                    <a:pt x="148452" y="96764"/>
                    <a:pt x="148295" y="96036"/>
                  </a:cubicBezTo>
                  <a:cubicBezTo>
                    <a:pt x="147306" y="91455"/>
                    <a:pt x="146109" y="86927"/>
                    <a:pt x="144964" y="82138"/>
                  </a:cubicBezTo>
                  <a:cubicBezTo>
                    <a:pt x="141112" y="83387"/>
                    <a:pt x="137833" y="84376"/>
                    <a:pt x="134606" y="85521"/>
                  </a:cubicBezTo>
                  <a:cubicBezTo>
                    <a:pt x="131379" y="86666"/>
                    <a:pt x="128828" y="85938"/>
                    <a:pt x="126746" y="83127"/>
                  </a:cubicBezTo>
                  <a:cubicBezTo>
                    <a:pt x="121385" y="75944"/>
                    <a:pt x="115867" y="68865"/>
                    <a:pt x="110766" y="61525"/>
                  </a:cubicBezTo>
                  <a:cubicBezTo>
                    <a:pt x="109569" y="59808"/>
                    <a:pt x="109048" y="56997"/>
                    <a:pt x="109413" y="54915"/>
                  </a:cubicBezTo>
                  <a:cubicBezTo>
                    <a:pt x="110766" y="48044"/>
                    <a:pt x="112692" y="41225"/>
                    <a:pt x="114462" y="34458"/>
                  </a:cubicBezTo>
                  <a:cubicBezTo>
                    <a:pt x="115711" y="29670"/>
                    <a:pt x="117064" y="28681"/>
                    <a:pt x="122009" y="28681"/>
                  </a:cubicBezTo>
                  <a:cubicBezTo>
                    <a:pt x="128047" y="28681"/>
                    <a:pt x="134033" y="28681"/>
                    <a:pt x="140644" y="28681"/>
                  </a:cubicBezTo>
                  <a:cubicBezTo>
                    <a:pt x="118730" y="10358"/>
                    <a:pt x="84220" y="6298"/>
                    <a:pt x="58975" y="18999"/>
                  </a:cubicBezTo>
                  <a:close/>
                  <a:moveTo>
                    <a:pt x="11399" y="91819"/>
                  </a:moveTo>
                  <a:cubicBezTo>
                    <a:pt x="19363" y="91819"/>
                    <a:pt x="26859" y="91872"/>
                    <a:pt x="34354" y="91715"/>
                  </a:cubicBezTo>
                  <a:cubicBezTo>
                    <a:pt x="35135" y="91715"/>
                    <a:pt x="36228" y="90466"/>
                    <a:pt x="36592" y="89581"/>
                  </a:cubicBezTo>
                  <a:cubicBezTo>
                    <a:pt x="37946" y="86146"/>
                    <a:pt x="39039" y="82606"/>
                    <a:pt x="40184" y="79119"/>
                  </a:cubicBezTo>
                  <a:cubicBezTo>
                    <a:pt x="41225" y="75996"/>
                    <a:pt x="43255" y="74538"/>
                    <a:pt x="46638" y="74590"/>
                  </a:cubicBezTo>
                  <a:cubicBezTo>
                    <a:pt x="52156" y="74694"/>
                    <a:pt x="57621" y="74642"/>
                    <a:pt x="63139" y="74590"/>
                  </a:cubicBezTo>
                  <a:cubicBezTo>
                    <a:pt x="64128" y="74590"/>
                    <a:pt x="65533" y="74382"/>
                    <a:pt x="65950" y="73705"/>
                  </a:cubicBezTo>
                  <a:cubicBezTo>
                    <a:pt x="69958" y="67303"/>
                    <a:pt x="73809" y="60745"/>
                    <a:pt x="77869" y="54030"/>
                  </a:cubicBezTo>
                  <a:cubicBezTo>
                    <a:pt x="72560" y="51375"/>
                    <a:pt x="67511" y="49189"/>
                    <a:pt x="62826" y="46378"/>
                  </a:cubicBezTo>
                  <a:cubicBezTo>
                    <a:pt x="60536" y="45025"/>
                    <a:pt x="58350" y="42891"/>
                    <a:pt x="56997" y="40548"/>
                  </a:cubicBezTo>
                  <a:cubicBezTo>
                    <a:pt x="53978" y="35343"/>
                    <a:pt x="51479" y="29774"/>
                    <a:pt x="48668" y="24152"/>
                  </a:cubicBezTo>
                  <a:cubicBezTo>
                    <a:pt x="24777" y="40600"/>
                    <a:pt x="12492" y="62775"/>
                    <a:pt x="11399" y="91819"/>
                  </a:cubicBezTo>
                  <a:close/>
                  <a:moveTo>
                    <a:pt x="24881" y="135543"/>
                  </a:moveTo>
                  <a:cubicBezTo>
                    <a:pt x="40288" y="160528"/>
                    <a:pt x="70426" y="173281"/>
                    <a:pt x="91819" y="171615"/>
                  </a:cubicBezTo>
                  <a:cubicBezTo>
                    <a:pt x="91819" y="166410"/>
                    <a:pt x="91819" y="161153"/>
                    <a:pt x="91819" y="155895"/>
                  </a:cubicBezTo>
                  <a:cubicBezTo>
                    <a:pt x="91819" y="151731"/>
                    <a:pt x="93016" y="150222"/>
                    <a:pt x="97181" y="149129"/>
                  </a:cubicBezTo>
                  <a:cubicBezTo>
                    <a:pt x="103010" y="147619"/>
                    <a:pt x="108840" y="146110"/>
                    <a:pt x="114774" y="144600"/>
                  </a:cubicBezTo>
                  <a:cubicBezTo>
                    <a:pt x="114774" y="142258"/>
                    <a:pt x="114878" y="140228"/>
                    <a:pt x="114722" y="138198"/>
                  </a:cubicBezTo>
                  <a:cubicBezTo>
                    <a:pt x="114618" y="136636"/>
                    <a:pt x="114618" y="134606"/>
                    <a:pt x="113733" y="133565"/>
                  </a:cubicBezTo>
                  <a:cubicBezTo>
                    <a:pt x="110402" y="129661"/>
                    <a:pt x="106758" y="126122"/>
                    <a:pt x="103115" y="122374"/>
                  </a:cubicBezTo>
                  <a:cubicBezTo>
                    <a:pt x="94942" y="128880"/>
                    <a:pt x="87239" y="135075"/>
                    <a:pt x="79483" y="141217"/>
                  </a:cubicBezTo>
                  <a:cubicBezTo>
                    <a:pt x="75631" y="144288"/>
                    <a:pt x="73861" y="144288"/>
                    <a:pt x="69958" y="141425"/>
                  </a:cubicBezTo>
                  <a:cubicBezTo>
                    <a:pt x="64232" y="137157"/>
                    <a:pt x="58506" y="132784"/>
                    <a:pt x="52728" y="128620"/>
                  </a:cubicBezTo>
                  <a:cubicBezTo>
                    <a:pt x="51792" y="127943"/>
                    <a:pt x="50282" y="127319"/>
                    <a:pt x="49345" y="127579"/>
                  </a:cubicBezTo>
                  <a:cubicBezTo>
                    <a:pt x="41173" y="130078"/>
                    <a:pt x="33209" y="132784"/>
                    <a:pt x="24881" y="135543"/>
                  </a:cubicBezTo>
                  <a:close/>
                  <a:moveTo>
                    <a:pt x="124976" y="40184"/>
                  </a:moveTo>
                  <a:cubicBezTo>
                    <a:pt x="123831" y="44869"/>
                    <a:pt x="122582" y="49241"/>
                    <a:pt x="121749" y="53665"/>
                  </a:cubicBezTo>
                  <a:cubicBezTo>
                    <a:pt x="121489" y="55071"/>
                    <a:pt x="121801" y="56945"/>
                    <a:pt x="122582" y="58142"/>
                  </a:cubicBezTo>
                  <a:cubicBezTo>
                    <a:pt x="125393" y="62306"/>
                    <a:pt x="128724" y="66054"/>
                    <a:pt x="131431" y="70270"/>
                  </a:cubicBezTo>
                  <a:cubicBezTo>
                    <a:pt x="133305" y="73185"/>
                    <a:pt x="135178" y="73601"/>
                    <a:pt x="138197" y="72248"/>
                  </a:cubicBezTo>
                  <a:cubicBezTo>
                    <a:pt x="140748" y="71051"/>
                    <a:pt x="143611" y="70374"/>
                    <a:pt x="146318" y="69541"/>
                  </a:cubicBezTo>
                  <a:cubicBezTo>
                    <a:pt x="151002" y="68084"/>
                    <a:pt x="153657" y="69437"/>
                    <a:pt x="154906" y="74174"/>
                  </a:cubicBezTo>
                  <a:cubicBezTo>
                    <a:pt x="156780" y="81201"/>
                    <a:pt x="158706" y="88176"/>
                    <a:pt x="160163" y="95307"/>
                  </a:cubicBezTo>
                  <a:cubicBezTo>
                    <a:pt x="160580" y="97285"/>
                    <a:pt x="159955" y="99835"/>
                    <a:pt x="159018" y="101657"/>
                  </a:cubicBezTo>
                  <a:cubicBezTo>
                    <a:pt x="157040" y="105301"/>
                    <a:pt x="154438" y="108632"/>
                    <a:pt x="152251" y="112172"/>
                  </a:cubicBezTo>
                  <a:cubicBezTo>
                    <a:pt x="151783" y="112953"/>
                    <a:pt x="151627" y="114618"/>
                    <a:pt x="152095" y="115139"/>
                  </a:cubicBezTo>
                  <a:cubicBezTo>
                    <a:pt x="155843" y="119147"/>
                    <a:pt x="159747" y="122946"/>
                    <a:pt x="163703" y="126902"/>
                  </a:cubicBezTo>
                  <a:cubicBezTo>
                    <a:pt x="177705" y="99315"/>
                    <a:pt x="173697" y="65481"/>
                    <a:pt x="154177" y="41589"/>
                  </a:cubicBezTo>
                  <a:cubicBezTo>
                    <a:pt x="153605" y="40913"/>
                    <a:pt x="152408" y="40340"/>
                    <a:pt x="151523" y="40288"/>
                  </a:cubicBezTo>
                  <a:cubicBezTo>
                    <a:pt x="142778" y="40132"/>
                    <a:pt x="134085" y="40184"/>
                    <a:pt x="124976" y="40184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566" name="Google Shape;566;p6"/>
            <p:cNvSpPr/>
            <p:nvPr/>
          </p:nvSpPr>
          <p:spPr bwMode="auto">
            <a:xfrm>
              <a:off x="4909338" y="6611944"/>
              <a:ext cx="91573" cy="63200"/>
            </a:xfrm>
            <a:custGeom>
              <a:avLst/>
              <a:gdLst/>
              <a:ahLst/>
              <a:cxnLst/>
              <a:rect l="l" t="t" r="r" b="b"/>
              <a:pathLst>
                <a:path w="91573" h="63200" fill="norm" stroke="1" extrusionOk="0">
                  <a:moveTo>
                    <a:pt x="44400" y="40137"/>
                  </a:moveTo>
                  <a:cubicBezTo>
                    <a:pt x="48512" y="40137"/>
                    <a:pt x="52364" y="40345"/>
                    <a:pt x="56112" y="40032"/>
                  </a:cubicBezTo>
                  <a:cubicBezTo>
                    <a:pt x="57257" y="39928"/>
                    <a:pt x="58662" y="38627"/>
                    <a:pt x="59287" y="37534"/>
                  </a:cubicBezTo>
                  <a:cubicBezTo>
                    <a:pt x="63451" y="30507"/>
                    <a:pt x="71259" y="27124"/>
                    <a:pt x="78858" y="29258"/>
                  </a:cubicBezTo>
                  <a:cubicBezTo>
                    <a:pt x="86926" y="31548"/>
                    <a:pt x="91871" y="38419"/>
                    <a:pt x="91559" y="46955"/>
                  </a:cubicBezTo>
                  <a:cubicBezTo>
                    <a:pt x="91299" y="54451"/>
                    <a:pt x="85521" y="61113"/>
                    <a:pt x="77817" y="62831"/>
                  </a:cubicBezTo>
                  <a:cubicBezTo>
                    <a:pt x="70686" y="64393"/>
                    <a:pt x="63035" y="60905"/>
                    <a:pt x="59391" y="54138"/>
                  </a:cubicBezTo>
                  <a:cubicBezTo>
                    <a:pt x="58298" y="52161"/>
                    <a:pt x="57153" y="51484"/>
                    <a:pt x="55019" y="51536"/>
                  </a:cubicBezTo>
                  <a:cubicBezTo>
                    <a:pt x="50386" y="51692"/>
                    <a:pt x="45701" y="51484"/>
                    <a:pt x="41069" y="51640"/>
                  </a:cubicBezTo>
                  <a:cubicBezTo>
                    <a:pt x="37269" y="51744"/>
                    <a:pt x="35135" y="50078"/>
                    <a:pt x="34094" y="46435"/>
                  </a:cubicBezTo>
                  <a:cubicBezTo>
                    <a:pt x="30867" y="34879"/>
                    <a:pt x="27483" y="23324"/>
                    <a:pt x="24048" y="11508"/>
                  </a:cubicBezTo>
                  <a:cubicBezTo>
                    <a:pt x="16084" y="11508"/>
                    <a:pt x="8120" y="11508"/>
                    <a:pt x="0" y="11508"/>
                  </a:cubicBezTo>
                  <a:cubicBezTo>
                    <a:pt x="0" y="7656"/>
                    <a:pt x="0" y="4117"/>
                    <a:pt x="0" y="57"/>
                  </a:cubicBezTo>
                  <a:cubicBezTo>
                    <a:pt x="2967" y="57"/>
                    <a:pt x="6038" y="57"/>
                    <a:pt x="9057" y="57"/>
                  </a:cubicBezTo>
                  <a:cubicBezTo>
                    <a:pt x="15147" y="57"/>
                    <a:pt x="21237" y="161"/>
                    <a:pt x="27327" y="5"/>
                  </a:cubicBezTo>
                  <a:cubicBezTo>
                    <a:pt x="31127" y="-100"/>
                    <a:pt x="33261" y="1566"/>
                    <a:pt x="34302" y="5210"/>
                  </a:cubicBezTo>
                  <a:cubicBezTo>
                    <a:pt x="37581" y="16713"/>
                    <a:pt x="40965" y="28269"/>
                    <a:pt x="44400" y="40137"/>
                  </a:cubicBezTo>
                  <a:close/>
                  <a:moveTo>
                    <a:pt x="80108" y="45706"/>
                  </a:moveTo>
                  <a:cubicBezTo>
                    <a:pt x="80056" y="42739"/>
                    <a:pt x="77245" y="40032"/>
                    <a:pt x="74278" y="40137"/>
                  </a:cubicBezTo>
                  <a:cubicBezTo>
                    <a:pt x="71311" y="40189"/>
                    <a:pt x="68604" y="42999"/>
                    <a:pt x="68708" y="45966"/>
                  </a:cubicBezTo>
                  <a:cubicBezTo>
                    <a:pt x="68760" y="48933"/>
                    <a:pt x="71571" y="51640"/>
                    <a:pt x="74538" y="51536"/>
                  </a:cubicBezTo>
                  <a:cubicBezTo>
                    <a:pt x="77453" y="51484"/>
                    <a:pt x="80160" y="48673"/>
                    <a:pt x="80108" y="45706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567" name="Google Shape;567;p6"/>
            <p:cNvSpPr/>
            <p:nvPr/>
          </p:nvSpPr>
          <p:spPr bwMode="auto">
            <a:xfrm>
              <a:off x="4909338" y="6347899"/>
              <a:ext cx="91562" cy="57560"/>
            </a:xfrm>
            <a:custGeom>
              <a:avLst/>
              <a:gdLst/>
              <a:ahLst/>
              <a:cxnLst/>
              <a:rect l="l" t="t" r="r" b="b"/>
              <a:pathLst>
                <a:path w="91562" h="57560" fill="norm" stroke="1" extrusionOk="0">
                  <a:moveTo>
                    <a:pt x="0" y="57455"/>
                  </a:moveTo>
                  <a:cubicBezTo>
                    <a:pt x="0" y="53499"/>
                    <a:pt x="0" y="49960"/>
                    <a:pt x="0" y="46004"/>
                  </a:cubicBezTo>
                  <a:cubicBezTo>
                    <a:pt x="5361" y="46004"/>
                    <a:pt x="10567" y="45900"/>
                    <a:pt x="15772" y="46056"/>
                  </a:cubicBezTo>
                  <a:cubicBezTo>
                    <a:pt x="18218" y="46160"/>
                    <a:pt x="19571" y="45431"/>
                    <a:pt x="20665" y="43089"/>
                  </a:cubicBezTo>
                  <a:cubicBezTo>
                    <a:pt x="24985" y="34032"/>
                    <a:pt x="29670" y="25183"/>
                    <a:pt x="33990" y="16178"/>
                  </a:cubicBezTo>
                  <a:cubicBezTo>
                    <a:pt x="35603" y="12847"/>
                    <a:pt x="37842" y="11389"/>
                    <a:pt x="41589" y="11545"/>
                  </a:cubicBezTo>
                  <a:cubicBezTo>
                    <a:pt x="46222" y="11754"/>
                    <a:pt x="50907" y="11754"/>
                    <a:pt x="55539" y="11493"/>
                  </a:cubicBezTo>
                  <a:cubicBezTo>
                    <a:pt x="56736" y="11441"/>
                    <a:pt x="58402" y="10452"/>
                    <a:pt x="58975" y="9411"/>
                  </a:cubicBezTo>
                  <a:cubicBezTo>
                    <a:pt x="63035" y="2228"/>
                    <a:pt x="70738" y="-1415"/>
                    <a:pt x="78286" y="511"/>
                  </a:cubicBezTo>
                  <a:cubicBezTo>
                    <a:pt x="86042" y="2488"/>
                    <a:pt x="91403" y="9047"/>
                    <a:pt x="91559" y="16751"/>
                  </a:cubicBezTo>
                  <a:cubicBezTo>
                    <a:pt x="91715" y="25079"/>
                    <a:pt x="86718" y="31794"/>
                    <a:pt x="78702" y="33980"/>
                  </a:cubicBezTo>
                  <a:cubicBezTo>
                    <a:pt x="71103" y="36062"/>
                    <a:pt x="63191" y="32731"/>
                    <a:pt x="59287" y="25495"/>
                  </a:cubicBezTo>
                  <a:cubicBezTo>
                    <a:pt x="58298" y="23622"/>
                    <a:pt x="57205" y="22945"/>
                    <a:pt x="55175" y="23049"/>
                  </a:cubicBezTo>
                  <a:cubicBezTo>
                    <a:pt x="51375" y="23257"/>
                    <a:pt x="46742" y="21956"/>
                    <a:pt x="43984" y="23674"/>
                  </a:cubicBezTo>
                  <a:cubicBezTo>
                    <a:pt x="41173" y="25391"/>
                    <a:pt x="40184" y="30024"/>
                    <a:pt x="38466" y="33407"/>
                  </a:cubicBezTo>
                  <a:cubicBezTo>
                    <a:pt x="35135" y="40018"/>
                    <a:pt x="31752" y="46576"/>
                    <a:pt x="28524" y="53239"/>
                  </a:cubicBezTo>
                  <a:cubicBezTo>
                    <a:pt x="27067" y="56310"/>
                    <a:pt x="24881" y="57611"/>
                    <a:pt x="21445" y="57559"/>
                  </a:cubicBezTo>
                  <a:cubicBezTo>
                    <a:pt x="14418" y="57351"/>
                    <a:pt x="7391" y="57455"/>
                    <a:pt x="0" y="57455"/>
                  </a:cubicBezTo>
                  <a:close/>
                  <a:moveTo>
                    <a:pt x="80108" y="17271"/>
                  </a:moveTo>
                  <a:cubicBezTo>
                    <a:pt x="80108" y="14304"/>
                    <a:pt x="77297" y="11598"/>
                    <a:pt x="74382" y="11598"/>
                  </a:cubicBezTo>
                  <a:cubicBezTo>
                    <a:pt x="71415" y="11598"/>
                    <a:pt x="68656" y="14408"/>
                    <a:pt x="68708" y="17323"/>
                  </a:cubicBezTo>
                  <a:cubicBezTo>
                    <a:pt x="68760" y="20290"/>
                    <a:pt x="71519" y="22997"/>
                    <a:pt x="74434" y="22997"/>
                  </a:cubicBezTo>
                  <a:cubicBezTo>
                    <a:pt x="77401" y="22997"/>
                    <a:pt x="80108" y="20238"/>
                    <a:pt x="80108" y="1727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568" name="Google Shape;568;p6"/>
            <p:cNvSpPr/>
            <p:nvPr/>
          </p:nvSpPr>
          <p:spPr bwMode="auto">
            <a:xfrm>
              <a:off x="4966700" y="6399581"/>
              <a:ext cx="85885" cy="40233"/>
            </a:xfrm>
            <a:custGeom>
              <a:avLst/>
              <a:gdLst/>
              <a:ahLst/>
              <a:cxnLst/>
              <a:rect l="l" t="t" r="r" b="b"/>
              <a:pathLst>
                <a:path w="85885" h="40233" fill="norm" stroke="1" extrusionOk="0">
                  <a:moveTo>
                    <a:pt x="0" y="40180"/>
                  </a:moveTo>
                  <a:cubicBezTo>
                    <a:pt x="0" y="36276"/>
                    <a:pt x="0" y="32736"/>
                    <a:pt x="0" y="28728"/>
                  </a:cubicBezTo>
                  <a:cubicBezTo>
                    <a:pt x="2655" y="28728"/>
                    <a:pt x="5257" y="28416"/>
                    <a:pt x="7808" y="28780"/>
                  </a:cubicBezTo>
                  <a:cubicBezTo>
                    <a:pt x="12544" y="29561"/>
                    <a:pt x="15355" y="27635"/>
                    <a:pt x="17437" y="23575"/>
                  </a:cubicBezTo>
                  <a:cubicBezTo>
                    <a:pt x="18895" y="20712"/>
                    <a:pt x="21081" y="18266"/>
                    <a:pt x="22695" y="15507"/>
                  </a:cubicBezTo>
                  <a:cubicBezTo>
                    <a:pt x="24412" y="12644"/>
                    <a:pt x="26651" y="11395"/>
                    <a:pt x="30034" y="11499"/>
                  </a:cubicBezTo>
                  <a:cubicBezTo>
                    <a:pt x="36384" y="11707"/>
                    <a:pt x="42682" y="11447"/>
                    <a:pt x="49033" y="11603"/>
                  </a:cubicBezTo>
                  <a:cubicBezTo>
                    <a:pt x="51271" y="11655"/>
                    <a:pt x="52572" y="11135"/>
                    <a:pt x="53769" y="8949"/>
                  </a:cubicBezTo>
                  <a:cubicBezTo>
                    <a:pt x="57569" y="1870"/>
                    <a:pt x="65481" y="-1410"/>
                    <a:pt x="72925" y="568"/>
                  </a:cubicBezTo>
                  <a:cubicBezTo>
                    <a:pt x="80784" y="2702"/>
                    <a:pt x="85885" y="9313"/>
                    <a:pt x="85885" y="17381"/>
                  </a:cubicBezTo>
                  <a:cubicBezTo>
                    <a:pt x="85885" y="25345"/>
                    <a:pt x="80628" y="31955"/>
                    <a:pt x="72716" y="34038"/>
                  </a:cubicBezTo>
                  <a:cubicBezTo>
                    <a:pt x="65325" y="35963"/>
                    <a:pt x="57517" y="32528"/>
                    <a:pt x="53665" y="25397"/>
                  </a:cubicBezTo>
                  <a:cubicBezTo>
                    <a:pt x="52624" y="23523"/>
                    <a:pt x="51583" y="22898"/>
                    <a:pt x="49553" y="22951"/>
                  </a:cubicBezTo>
                  <a:cubicBezTo>
                    <a:pt x="43828" y="23055"/>
                    <a:pt x="37165" y="21233"/>
                    <a:pt x="32584" y="23523"/>
                  </a:cubicBezTo>
                  <a:cubicBezTo>
                    <a:pt x="28108" y="25813"/>
                    <a:pt x="25662" y="32216"/>
                    <a:pt x="22434" y="36848"/>
                  </a:cubicBezTo>
                  <a:cubicBezTo>
                    <a:pt x="20873" y="39087"/>
                    <a:pt x="18999" y="40284"/>
                    <a:pt x="16188" y="40232"/>
                  </a:cubicBezTo>
                  <a:cubicBezTo>
                    <a:pt x="10931" y="40128"/>
                    <a:pt x="5674" y="40180"/>
                    <a:pt x="0" y="40180"/>
                  </a:cubicBezTo>
                  <a:close/>
                  <a:moveTo>
                    <a:pt x="74382" y="17121"/>
                  </a:moveTo>
                  <a:cubicBezTo>
                    <a:pt x="74278" y="14154"/>
                    <a:pt x="71467" y="11447"/>
                    <a:pt x="68552" y="11551"/>
                  </a:cubicBezTo>
                  <a:cubicBezTo>
                    <a:pt x="65585" y="11655"/>
                    <a:pt x="62931" y="14466"/>
                    <a:pt x="62983" y="17381"/>
                  </a:cubicBezTo>
                  <a:cubicBezTo>
                    <a:pt x="63087" y="20348"/>
                    <a:pt x="65898" y="23055"/>
                    <a:pt x="68812" y="22951"/>
                  </a:cubicBezTo>
                  <a:cubicBezTo>
                    <a:pt x="71779" y="22846"/>
                    <a:pt x="74434" y="20036"/>
                    <a:pt x="74382" y="1712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569" name="Google Shape;569;p6"/>
            <p:cNvSpPr/>
            <p:nvPr/>
          </p:nvSpPr>
          <p:spPr bwMode="auto">
            <a:xfrm>
              <a:off x="4972425" y="6571723"/>
              <a:ext cx="74454" cy="51657"/>
            </a:xfrm>
            <a:custGeom>
              <a:avLst/>
              <a:gdLst/>
              <a:ahLst/>
              <a:cxnLst/>
              <a:rect l="l" t="t" r="r" b="b"/>
              <a:pathLst>
                <a:path w="74454" h="51657" fill="norm" stroke="1" extrusionOk="0">
                  <a:moveTo>
                    <a:pt x="0" y="11492"/>
                  </a:moveTo>
                  <a:cubicBezTo>
                    <a:pt x="0" y="7484"/>
                    <a:pt x="0" y="3945"/>
                    <a:pt x="0" y="93"/>
                  </a:cubicBezTo>
                  <a:cubicBezTo>
                    <a:pt x="6090" y="93"/>
                    <a:pt x="12076" y="-219"/>
                    <a:pt x="17958" y="301"/>
                  </a:cubicBezTo>
                  <a:cubicBezTo>
                    <a:pt x="19676" y="457"/>
                    <a:pt x="21810" y="2696"/>
                    <a:pt x="22643" y="4465"/>
                  </a:cubicBezTo>
                  <a:cubicBezTo>
                    <a:pt x="25714" y="11284"/>
                    <a:pt x="28316" y="18363"/>
                    <a:pt x="31179" y="25286"/>
                  </a:cubicBezTo>
                  <a:cubicBezTo>
                    <a:pt x="31804" y="26796"/>
                    <a:pt x="31752" y="29138"/>
                    <a:pt x="34406" y="28669"/>
                  </a:cubicBezTo>
                  <a:cubicBezTo>
                    <a:pt x="37165" y="28201"/>
                    <a:pt x="40288" y="30179"/>
                    <a:pt x="42370" y="26067"/>
                  </a:cubicBezTo>
                  <a:cubicBezTo>
                    <a:pt x="45806" y="19404"/>
                    <a:pt x="51896" y="16437"/>
                    <a:pt x="59339" y="17322"/>
                  </a:cubicBezTo>
                  <a:cubicBezTo>
                    <a:pt x="66366" y="18155"/>
                    <a:pt x="71155" y="22267"/>
                    <a:pt x="73497" y="28878"/>
                  </a:cubicBezTo>
                  <a:cubicBezTo>
                    <a:pt x="76464" y="37154"/>
                    <a:pt x="72300" y="46523"/>
                    <a:pt x="64284" y="50115"/>
                  </a:cubicBezTo>
                  <a:cubicBezTo>
                    <a:pt x="56216" y="53758"/>
                    <a:pt x="46638" y="50791"/>
                    <a:pt x="42370" y="42880"/>
                  </a:cubicBezTo>
                  <a:cubicBezTo>
                    <a:pt x="41121" y="40537"/>
                    <a:pt x="39768" y="39913"/>
                    <a:pt x="37373" y="40069"/>
                  </a:cubicBezTo>
                  <a:cubicBezTo>
                    <a:pt x="34771" y="40225"/>
                    <a:pt x="32116" y="40017"/>
                    <a:pt x="29513" y="40121"/>
                  </a:cubicBezTo>
                  <a:cubicBezTo>
                    <a:pt x="26026" y="40277"/>
                    <a:pt x="23944" y="38767"/>
                    <a:pt x="22695" y="35540"/>
                  </a:cubicBezTo>
                  <a:cubicBezTo>
                    <a:pt x="19884" y="28305"/>
                    <a:pt x="16917" y="21174"/>
                    <a:pt x="14158" y="13939"/>
                  </a:cubicBezTo>
                  <a:cubicBezTo>
                    <a:pt x="13377" y="11909"/>
                    <a:pt x="12336" y="11232"/>
                    <a:pt x="10254" y="11336"/>
                  </a:cubicBezTo>
                  <a:cubicBezTo>
                    <a:pt x="6975" y="11596"/>
                    <a:pt x="3644" y="11492"/>
                    <a:pt x="0" y="11492"/>
                  </a:cubicBezTo>
                  <a:close/>
                  <a:moveTo>
                    <a:pt x="57153" y="40121"/>
                  </a:moveTo>
                  <a:cubicBezTo>
                    <a:pt x="60120" y="40121"/>
                    <a:pt x="62879" y="37414"/>
                    <a:pt x="62879" y="34447"/>
                  </a:cubicBezTo>
                  <a:cubicBezTo>
                    <a:pt x="62879" y="31480"/>
                    <a:pt x="60172" y="28721"/>
                    <a:pt x="57205" y="28721"/>
                  </a:cubicBezTo>
                  <a:cubicBezTo>
                    <a:pt x="54238" y="28721"/>
                    <a:pt x="51479" y="31428"/>
                    <a:pt x="51479" y="34395"/>
                  </a:cubicBezTo>
                  <a:cubicBezTo>
                    <a:pt x="51479" y="37362"/>
                    <a:pt x="54238" y="40121"/>
                    <a:pt x="57153" y="4012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570" name="Google Shape;570;p6"/>
            <p:cNvSpPr/>
            <p:nvPr/>
          </p:nvSpPr>
          <p:spPr bwMode="auto">
            <a:xfrm>
              <a:off x="4995328" y="6491387"/>
              <a:ext cx="68819" cy="34505"/>
            </a:xfrm>
            <a:custGeom>
              <a:avLst/>
              <a:gdLst/>
              <a:ahLst/>
              <a:cxnLst/>
              <a:rect l="l" t="t" r="r" b="b"/>
              <a:pathLst>
                <a:path w="68819" h="34505" fill="norm" stroke="1" extrusionOk="0">
                  <a:moveTo>
                    <a:pt x="0" y="22964"/>
                  </a:moveTo>
                  <a:cubicBezTo>
                    <a:pt x="0" y="18956"/>
                    <a:pt x="0" y="15468"/>
                    <a:pt x="0" y="11512"/>
                  </a:cubicBezTo>
                  <a:cubicBezTo>
                    <a:pt x="1353" y="11512"/>
                    <a:pt x="2603" y="11512"/>
                    <a:pt x="3852" y="11512"/>
                  </a:cubicBezTo>
                  <a:cubicBezTo>
                    <a:pt x="13429" y="11512"/>
                    <a:pt x="22955" y="11460"/>
                    <a:pt x="32532" y="11564"/>
                  </a:cubicBezTo>
                  <a:cubicBezTo>
                    <a:pt x="34406" y="11564"/>
                    <a:pt x="35447" y="11044"/>
                    <a:pt x="36384" y="9326"/>
                  </a:cubicBezTo>
                  <a:cubicBezTo>
                    <a:pt x="40757" y="1258"/>
                    <a:pt x="49501" y="-1969"/>
                    <a:pt x="57725" y="1206"/>
                  </a:cubicBezTo>
                  <a:cubicBezTo>
                    <a:pt x="65481" y="4173"/>
                    <a:pt x="70114" y="12553"/>
                    <a:pt x="68500" y="20569"/>
                  </a:cubicBezTo>
                  <a:cubicBezTo>
                    <a:pt x="66782" y="29158"/>
                    <a:pt x="59183" y="35040"/>
                    <a:pt x="50282" y="34467"/>
                  </a:cubicBezTo>
                  <a:cubicBezTo>
                    <a:pt x="44244" y="34103"/>
                    <a:pt x="39559" y="31084"/>
                    <a:pt x="36749" y="25826"/>
                  </a:cubicBezTo>
                  <a:cubicBezTo>
                    <a:pt x="35499" y="23484"/>
                    <a:pt x="34094" y="23016"/>
                    <a:pt x="31752" y="23016"/>
                  </a:cubicBezTo>
                  <a:cubicBezTo>
                    <a:pt x="22434" y="23120"/>
                    <a:pt x="13117" y="23068"/>
                    <a:pt x="3800" y="23068"/>
                  </a:cubicBezTo>
                  <a:cubicBezTo>
                    <a:pt x="2603" y="22964"/>
                    <a:pt x="1457" y="22964"/>
                    <a:pt x="0" y="22964"/>
                  </a:cubicBezTo>
                  <a:close/>
                  <a:moveTo>
                    <a:pt x="57205" y="17394"/>
                  </a:moveTo>
                  <a:cubicBezTo>
                    <a:pt x="57309" y="14479"/>
                    <a:pt x="54654" y="11616"/>
                    <a:pt x="51687" y="11512"/>
                  </a:cubicBezTo>
                  <a:cubicBezTo>
                    <a:pt x="48773" y="11408"/>
                    <a:pt x="45910" y="14063"/>
                    <a:pt x="45806" y="17030"/>
                  </a:cubicBezTo>
                  <a:cubicBezTo>
                    <a:pt x="45701" y="19945"/>
                    <a:pt x="48356" y="22807"/>
                    <a:pt x="51323" y="22912"/>
                  </a:cubicBezTo>
                  <a:cubicBezTo>
                    <a:pt x="54238" y="23068"/>
                    <a:pt x="57101" y="20361"/>
                    <a:pt x="57205" y="17394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</p:grpSp>
      <p:grpSp>
        <p:nvGrpSpPr>
          <p:cNvPr id="1312923263" name="Google Shape;571;p6"/>
          <p:cNvGrpSpPr/>
          <p:nvPr/>
        </p:nvGrpSpPr>
        <p:grpSpPr bwMode="auto">
          <a:xfrm>
            <a:off x="2740313" y="6376331"/>
            <a:ext cx="347590" cy="347590"/>
            <a:chOff x="590912" y="6333677"/>
            <a:chExt cx="347590" cy="347590"/>
          </a:xfrm>
        </p:grpSpPr>
        <p:sp>
          <p:nvSpPr>
            <p:cNvPr id="572" name="Google Shape;572;p6"/>
            <p:cNvSpPr/>
            <p:nvPr/>
          </p:nvSpPr>
          <p:spPr bwMode="auto">
            <a:xfrm>
              <a:off x="590912" y="6335150"/>
              <a:ext cx="347590" cy="346116"/>
            </a:xfrm>
            <a:custGeom>
              <a:avLst/>
              <a:gdLst/>
              <a:ahLst/>
              <a:cxnLst/>
              <a:rect l="l" t="t" r="r" b="b"/>
              <a:pathLst>
                <a:path w="347590" h="346117" fill="norm" stroke="1" extrusionOk="0">
                  <a:moveTo>
                    <a:pt x="347591" y="98395"/>
                  </a:moveTo>
                  <a:cubicBezTo>
                    <a:pt x="346440" y="105506"/>
                    <a:pt x="345290" y="112617"/>
                    <a:pt x="344192" y="119728"/>
                  </a:cubicBezTo>
                  <a:cubicBezTo>
                    <a:pt x="343669" y="123074"/>
                    <a:pt x="343303" y="126473"/>
                    <a:pt x="342780" y="129819"/>
                  </a:cubicBezTo>
                  <a:cubicBezTo>
                    <a:pt x="342100" y="134107"/>
                    <a:pt x="339434" y="136041"/>
                    <a:pt x="335094" y="135414"/>
                  </a:cubicBezTo>
                  <a:cubicBezTo>
                    <a:pt x="328401" y="134473"/>
                    <a:pt x="321656" y="133479"/>
                    <a:pt x="314964" y="132486"/>
                  </a:cubicBezTo>
                  <a:cubicBezTo>
                    <a:pt x="312192" y="132068"/>
                    <a:pt x="309735" y="132434"/>
                    <a:pt x="308114" y="134996"/>
                  </a:cubicBezTo>
                  <a:cubicBezTo>
                    <a:pt x="306388" y="137715"/>
                    <a:pt x="307225" y="140172"/>
                    <a:pt x="309003" y="142473"/>
                  </a:cubicBezTo>
                  <a:cubicBezTo>
                    <a:pt x="312977" y="147701"/>
                    <a:pt x="316898" y="152930"/>
                    <a:pt x="320820" y="158211"/>
                  </a:cubicBezTo>
                  <a:cubicBezTo>
                    <a:pt x="324114" y="162655"/>
                    <a:pt x="323695" y="165427"/>
                    <a:pt x="319251" y="168825"/>
                  </a:cubicBezTo>
                  <a:cubicBezTo>
                    <a:pt x="311042" y="174995"/>
                    <a:pt x="302781" y="181217"/>
                    <a:pt x="294519" y="187335"/>
                  </a:cubicBezTo>
                  <a:cubicBezTo>
                    <a:pt x="289970" y="190681"/>
                    <a:pt x="287251" y="190315"/>
                    <a:pt x="283905" y="185871"/>
                  </a:cubicBezTo>
                  <a:cubicBezTo>
                    <a:pt x="279984" y="180747"/>
                    <a:pt x="276114" y="175570"/>
                    <a:pt x="272297" y="170394"/>
                  </a:cubicBezTo>
                  <a:cubicBezTo>
                    <a:pt x="270572" y="168041"/>
                    <a:pt x="268480" y="166368"/>
                    <a:pt x="265448" y="167100"/>
                  </a:cubicBezTo>
                  <a:cubicBezTo>
                    <a:pt x="262206" y="167884"/>
                    <a:pt x="261160" y="170446"/>
                    <a:pt x="260742" y="173479"/>
                  </a:cubicBezTo>
                  <a:cubicBezTo>
                    <a:pt x="259853" y="179962"/>
                    <a:pt x="258912" y="186446"/>
                    <a:pt x="257971" y="192930"/>
                  </a:cubicBezTo>
                  <a:cubicBezTo>
                    <a:pt x="257291" y="197635"/>
                    <a:pt x="255043" y="199570"/>
                    <a:pt x="250337" y="198943"/>
                  </a:cubicBezTo>
                  <a:cubicBezTo>
                    <a:pt x="239566" y="197531"/>
                    <a:pt x="228847" y="196015"/>
                    <a:pt x="218128" y="194341"/>
                  </a:cubicBezTo>
                  <a:cubicBezTo>
                    <a:pt x="213318" y="193609"/>
                    <a:pt x="211749" y="191413"/>
                    <a:pt x="212377" y="186551"/>
                  </a:cubicBezTo>
                  <a:cubicBezTo>
                    <a:pt x="213109" y="180485"/>
                    <a:pt x="214050" y="174472"/>
                    <a:pt x="214886" y="168407"/>
                  </a:cubicBezTo>
                  <a:cubicBezTo>
                    <a:pt x="215043" y="167414"/>
                    <a:pt x="215461" y="166263"/>
                    <a:pt x="215200" y="165427"/>
                  </a:cubicBezTo>
                  <a:cubicBezTo>
                    <a:pt x="214520" y="163440"/>
                    <a:pt x="213893" y="161087"/>
                    <a:pt x="212429" y="159727"/>
                  </a:cubicBezTo>
                  <a:cubicBezTo>
                    <a:pt x="210546" y="157950"/>
                    <a:pt x="207932" y="158629"/>
                    <a:pt x="205841" y="160146"/>
                  </a:cubicBezTo>
                  <a:cubicBezTo>
                    <a:pt x="200664" y="163963"/>
                    <a:pt x="195488" y="167832"/>
                    <a:pt x="190364" y="171701"/>
                  </a:cubicBezTo>
                  <a:cubicBezTo>
                    <a:pt x="184769" y="175884"/>
                    <a:pt x="182416" y="175570"/>
                    <a:pt x="178285" y="170028"/>
                  </a:cubicBezTo>
                  <a:cubicBezTo>
                    <a:pt x="172325" y="162080"/>
                    <a:pt x="166312" y="154133"/>
                    <a:pt x="160351" y="146133"/>
                  </a:cubicBezTo>
                  <a:cubicBezTo>
                    <a:pt x="156900" y="141532"/>
                    <a:pt x="157318" y="138760"/>
                    <a:pt x="161920" y="135309"/>
                  </a:cubicBezTo>
                  <a:cubicBezTo>
                    <a:pt x="167044" y="131440"/>
                    <a:pt x="172220" y="127519"/>
                    <a:pt x="177397" y="123702"/>
                  </a:cubicBezTo>
                  <a:cubicBezTo>
                    <a:pt x="179802" y="121924"/>
                    <a:pt x="181266" y="119780"/>
                    <a:pt x="180429" y="116748"/>
                  </a:cubicBezTo>
                  <a:cubicBezTo>
                    <a:pt x="179645" y="113872"/>
                    <a:pt x="177397" y="112774"/>
                    <a:pt x="174573" y="112408"/>
                  </a:cubicBezTo>
                  <a:cubicBezTo>
                    <a:pt x="168194" y="111571"/>
                    <a:pt x="161815" y="110630"/>
                    <a:pt x="155436" y="109689"/>
                  </a:cubicBezTo>
                  <a:cubicBezTo>
                    <a:pt x="149684" y="108852"/>
                    <a:pt x="147959" y="106656"/>
                    <a:pt x="148743" y="100957"/>
                  </a:cubicBezTo>
                  <a:cubicBezTo>
                    <a:pt x="150155" y="90552"/>
                    <a:pt x="151671" y="80147"/>
                    <a:pt x="153292" y="69742"/>
                  </a:cubicBezTo>
                  <a:cubicBezTo>
                    <a:pt x="154024" y="64879"/>
                    <a:pt x="156534" y="63101"/>
                    <a:pt x="161344" y="63781"/>
                  </a:cubicBezTo>
                  <a:cubicBezTo>
                    <a:pt x="167933" y="64722"/>
                    <a:pt x="174573" y="65611"/>
                    <a:pt x="181161" y="66657"/>
                  </a:cubicBezTo>
                  <a:cubicBezTo>
                    <a:pt x="183985" y="67127"/>
                    <a:pt x="186390" y="66657"/>
                    <a:pt x="188011" y="64147"/>
                  </a:cubicBezTo>
                  <a:cubicBezTo>
                    <a:pt x="189736" y="61480"/>
                    <a:pt x="188900" y="59023"/>
                    <a:pt x="187122" y="56670"/>
                  </a:cubicBezTo>
                  <a:cubicBezTo>
                    <a:pt x="183200" y="51546"/>
                    <a:pt x="179279" y="46422"/>
                    <a:pt x="175567" y="41193"/>
                  </a:cubicBezTo>
                  <a:cubicBezTo>
                    <a:pt x="174312" y="39415"/>
                    <a:pt x="173527" y="37324"/>
                    <a:pt x="172534" y="35337"/>
                  </a:cubicBezTo>
                  <a:cubicBezTo>
                    <a:pt x="172638" y="34918"/>
                    <a:pt x="172795" y="34552"/>
                    <a:pt x="172900" y="34134"/>
                  </a:cubicBezTo>
                  <a:cubicBezTo>
                    <a:pt x="165580" y="35232"/>
                    <a:pt x="158155" y="35807"/>
                    <a:pt x="150992" y="37428"/>
                  </a:cubicBezTo>
                  <a:cubicBezTo>
                    <a:pt x="112352" y="46369"/>
                    <a:pt x="82077" y="78944"/>
                    <a:pt x="77110" y="118212"/>
                  </a:cubicBezTo>
                  <a:cubicBezTo>
                    <a:pt x="72195" y="157270"/>
                    <a:pt x="85999" y="188904"/>
                    <a:pt x="117789" y="212485"/>
                  </a:cubicBezTo>
                  <a:cubicBezTo>
                    <a:pt x="122286" y="215831"/>
                    <a:pt x="126940" y="219230"/>
                    <a:pt x="130757" y="223308"/>
                  </a:cubicBezTo>
                  <a:cubicBezTo>
                    <a:pt x="136770" y="229687"/>
                    <a:pt x="139593" y="237740"/>
                    <a:pt x="139855" y="246471"/>
                  </a:cubicBezTo>
                  <a:cubicBezTo>
                    <a:pt x="140064" y="254262"/>
                    <a:pt x="139907" y="262105"/>
                    <a:pt x="139959" y="269896"/>
                  </a:cubicBezTo>
                  <a:cubicBezTo>
                    <a:pt x="140011" y="277739"/>
                    <a:pt x="144508" y="282445"/>
                    <a:pt x="152351" y="282497"/>
                  </a:cubicBezTo>
                  <a:cubicBezTo>
                    <a:pt x="167201" y="282602"/>
                    <a:pt x="181998" y="282602"/>
                    <a:pt x="196847" y="282497"/>
                  </a:cubicBezTo>
                  <a:cubicBezTo>
                    <a:pt x="204743" y="282445"/>
                    <a:pt x="209187" y="277791"/>
                    <a:pt x="209187" y="269896"/>
                  </a:cubicBezTo>
                  <a:cubicBezTo>
                    <a:pt x="209239" y="262994"/>
                    <a:pt x="209082" y="256092"/>
                    <a:pt x="209239" y="249190"/>
                  </a:cubicBezTo>
                  <a:cubicBezTo>
                    <a:pt x="209448" y="235282"/>
                    <a:pt x="215095" y="224093"/>
                    <a:pt x="226494" y="215884"/>
                  </a:cubicBezTo>
                  <a:cubicBezTo>
                    <a:pt x="230991" y="212642"/>
                    <a:pt x="235435" y="209348"/>
                    <a:pt x="240193" y="205845"/>
                  </a:cubicBezTo>
                  <a:cubicBezTo>
                    <a:pt x="242546" y="208511"/>
                    <a:pt x="245004" y="211230"/>
                    <a:pt x="247827" y="214367"/>
                  </a:cubicBezTo>
                  <a:cubicBezTo>
                    <a:pt x="243435" y="217661"/>
                    <a:pt x="239513" y="221008"/>
                    <a:pt x="235174" y="223831"/>
                  </a:cubicBezTo>
                  <a:cubicBezTo>
                    <a:pt x="225030" y="230419"/>
                    <a:pt x="220376" y="239622"/>
                    <a:pt x="220742" y="251596"/>
                  </a:cubicBezTo>
                  <a:cubicBezTo>
                    <a:pt x="220952" y="257922"/>
                    <a:pt x="220795" y="264249"/>
                    <a:pt x="220742" y="270628"/>
                  </a:cubicBezTo>
                  <a:cubicBezTo>
                    <a:pt x="220690" y="278523"/>
                    <a:pt x="217448" y="284746"/>
                    <a:pt x="211279" y="289661"/>
                  </a:cubicBezTo>
                  <a:cubicBezTo>
                    <a:pt x="210180" y="290549"/>
                    <a:pt x="209344" y="292379"/>
                    <a:pt x="209292" y="293791"/>
                  </a:cubicBezTo>
                  <a:cubicBezTo>
                    <a:pt x="209135" y="303046"/>
                    <a:pt x="209239" y="312353"/>
                    <a:pt x="209187" y="321608"/>
                  </a:cubicBezTo>
                  <a:cubicBezTo>
                    <a:pt x="209135" y="336144"/>
                    <a:pt x="199462" y="345921"/>
                    <a:pt x="184978" y="346078"/>
                  </a:cubicBezTo>
                  <a:cubicBezTo>
                    <a:pt x="178076" y="346130"/>
                    <a:pt x="171174" y="346130"/>
                    <a:pt x="164273" y="346078"/>
                  </a:cubicBezTo>
                  <a:cubicBezTo>
                    <a:pt x="149841" y="345921"/>
                    <a:pt x="140116" y="336196"/>
                    <a:pt x="139959" y="321660"/>
                  </a:cubicBezTo>
                  <a:cubicBezTo>
                    <a:pt x="139907" y="312249"/>
                    <a:pt x="140011" y="302889"/>
                    <a:pt x="139855" y="293477"/>
                  </a:cubicBezTo>
                  <a:cubicBezTo>
                    <a:pt x="139855" y="292170"/>
                    <a:pt x="138966" y="290497"/>
                    <a:pt x="137972" y="289661"/>
                  </a:cubicBezTo>
                  <a:cubicBezTo>
                    <a:pt x="131750" y="284798"/>
                    <a:pt x="128613" y="278471"/>
                    <a:pt x="128456" y="270628"/>
                  </a:cubicBezTo>
                  <a:cubicBezTo>
                    <a:pt x="128351" y="265661"/>
                    <a:pt x="128456" y="260694"/>
                    <a:pt x="128456" y="254785"/>
                  </a:cubicBezTo>
                  <a:cubicBezTo>
                    <a:pt x="125685" y="257504"/>
                    <a:pt x="123436" y="259700"/>
                    <a:pt x="121188" y="261948"/>
                  </a:cubicBezTo>
                  <a:cubicBezTo>
                    <a:pt x="117005" y="266079"/>
                    <a:pt x="115123" y="266288"/>
                    <a:pt x="110312" y="262942"/>
                  </a:cubicBezTo>
                  <a:cubicBezTo>
                    <a:pt x="105763" y="259857"/>
                    <a:pt x="101267" y="256720"/>
                    <a:pt x="96299" y="253321"/>
                  </a:cubicBezTo>
                  <a:cubicBezTo>
                    <a:pt x="94940" y="259543"/>
                    <a:pt x="93737" y="265295"/>
                    <a:pt x="92483" y="270942"/>
                  </a:cubicBezTo>
                  <a:cubicBezTo>
                    <a:pt x="91489" y="275386"/>
                    <a:pt x="89711" y="276746"/>
                    <a:pt x="85162" y="276798"/>
                  </a:cubicBezTo>
                  <a:cubicBezTo>
                    <a:pt x="78365" y="276850"/>
                    <a:pt x="71568" y="276850"/>
                    <a:pt x="64770" y="276798"/>
                  </a:cubicBezTo>
                  <a:cubicBezTo>
                    <a:pt x="60431" y="276746"/>
                    <a:pt x="58653" y="275334"/>
                    <a:pt x="57712" y="271046"/>
                  </a:cubicBezTo>
                  <a:cubicBezTo>
                    <a:pt x="56457" y="265452"/>
                    <a:pt x="55254" y="259805"/>
                    <a:pt x="53999" y="254158"/>
                  </a:cubicBezTo>
                  <a:cubicBezTo>
                    <a:pt x="53999" y="254053"/>
                    <a:pt x="53842" y="254001"/>
                    <a:pt x="53372" y="253583"/>
                  </a:cubicBezTo>
                  <a:cubicBezTo>
                    <a:pt x="49241" y="256406"/>
                    <a:pt x="45006" y="259334"/>
                    <a:pt x="40771" y="262210"/>
                  </a:cubicBezTo>
                  <a:cubicBezTo>
                    <a:pt x="34601" y="266445"/>
                    <a:pt x="33398" y="266341"/>
                    <a:pt x="28065" y="261007"/>
                  </a:cubicBezTo>
                  <a:cubicBezTo>
                    <a:pt x="23673" y="256615"/>
                    <a:pt x="19281" y="252223"/>
                    <a:pt x="14889" y="247779"/>
                  </a:cubicBezTo>
                  <a:cubicBezTo>
                    <a:pt x="10758" y="243648"/>
                    <a:pt x="10601" y="241766"/>
                    <a:pt x="13948" y="236903"/>
                  </a:cubicBezTo>
                  <a:cubicBezTo>
                    <a:pt x="16980" y="232406"/>
                    <a:pt x="20065" y="227962"/>
                    <a:pt x="23464" y="222995"/>
                  </a:cubicBezTo>
                  <a:cubicBezTo>
                    <a:pt x="18287" y="221844"/>
                    <a:pt x="13529" y="220851"/>
                    <a:pt x="8771" y="219805"/>
                  </a:cubicBezTo>
                  <a:cubicBezTo>
                    <a:pt x="7673" y="219544"/>
                    <a:pt x="6575" y="219387"/>
                    <a:pt x="5477" y="219125"/>
                  </a:cubicBezTo>
                  <a:cubicBezTo>
                    <a:pt x="1660" y="218184"/>
                    <a:pt x="92" y="216354"/>
                    <a:pt x="39" y="212485"/>
                  </a:cubicBezTo>
                  <a:cubicBezTo>
                    <a:pt x="-13" y="205374"/>
                    <a:pt x="-13" y="198211"/>
                    <a:pt x="39" y="191100"/>
                  </a:cubicBezTo>
                  <a:cubicBezTo>
                    <a:pt x="92" y="187230"/>
                    <a:pt x="1660" y="185296"/>
                    <a:pt x="5477" y="184459"/>
                  </a:cubicBezTo>
                  <a:cubicBezTo>
                    <a:pt x="11281" y="183152"/>
                    <a:pt x="17085" y="181949"/>
                    <a:pt x="23464" y="180590"/>
                  </a:cubicBezTo>
                  <a:cubicBezTo>
                    <a:pt x="20065" y="175675"/>
                    <a:pt x="16980" y="171126"/>
                    <a:pt x="13843" y="166577"/>
                  </a:cubicBezTo>
                  <a:cubicBezTo>
                    <a:pt x="10549" y="161767"/>
                    <a:pt x="10706" y="159832"/>
                    <a:pt x="14836" y="155701"/>
                  </a:cubicBezTo>
                  <a:cubicBezTo>
                    <a:pt x="19699" y="150839"/>
                    <a:pt x="24562" y="145924"/>
                    <a:pt x="29477" y="141061"/>
                  </a:cubicBezTo>
                  <a:cubicBezTo>
                    <a:pt x="32875" y="137715"/>
                    <a:pt x="35019" y="137505"/>
                    <a:pt x="39045" y="140224"/>
                  </a:cubicBezTo>
                  <a:cubicBezTo>
                    <a:pt x="43803" y="143466"/>
                    <a:pt x="48509" y="146708"/>
                    <a:pt x="53790" y="150316"/>
                  </a:cubicBezTo>
                  <a:cubicBezTo>
                    <a:pt x="54941" y="144721"/>
                    <a:pt x="56143" y="139597"/>
                    <a:pt x="57084" y="134473"/>
                  </a:cubicBezTo>
                  <a:cubicBezTo>
                    <a:pt x="57921" y="129976"/>
                    <a:pt x="59437" y="126316"/>
                    <a:pt x="65032" y="126787"/>
                  </a:cubicBezTo>
                  <a:cubicBezTo>
                    <a:pt x="66078" y="113035"/>
                    <a:pt x="68901" y="100068"/>
                    <a:pt x="74548" y="87833"/>
                  </a:cubicBezTo>
                  <a:cubicBezTo>
                    <a:pt x="87358" y="59964"/>
                    <a:pt x="108116" y="40565"/>
                    <a:pt x="136822" y="29690"/>
                  </a:cubicBezTo>
                  <a:cubicBezTo>
                    <a:pt x="150992" y="24356"/>
                    <a:pt x="165684" y="22160"/>
                    <a:pt x="180743" y="23468"/>
                  </a:cubicBezTo>
                  <a:cubicBezTo>
                    <a:pt x="184246" y="23781"/>
                    <a:pt x="187017" y="22997"/>
                    <a:pt x="189736" y="20696"/>
                  </a:cubicBezTo>
                  <a:cubicBezTo>
                    <a:pt x="193449" y="17559"/>
                    <a:pt x="197475" y="14788"/>
                    <a:pt x="201344" y="11860"/>
                  </a:cubicBezTo>
                  <a:cubicBezTo>
                    <a:pt x="205998" y="8357"/>
                    <a:pt x="208769" y="8723"/>
                    <a:pt x="212220" y="13272"/>
                  </a:cubicBezTo>
                  <a:cubicBezTo>
                    <a:pt x="216089" y="18396"/>
                    <a:pt x="219958" y="23572"/>
                    <a:pt x="223827" y="28749"/>
                  </a:cubicBezTo>
                  <a:cubicBezTo>
                    <a:pt x="225501" y="30945"/>
                    <a:pt x="227435" y="32618"/>
                    <a:pt x="230363" y="31990"/>
                  </a:cubicBezTo>
                  <a:cubicBezTo>
                    <a:pt x="233448" y="31311"/>
                    <a:pt x="234703" y="29062"/>
                    <a:pt x="235121" y="26134"/>
                  </a:cubicBezTo>
                  <a:cubicBezTo>
                    <a:pt x="236063" y="19441"/>
                    <a:pt x="237004" y="12696"/>
                    <a:pt x="238102" y="6004"/>
                  </a:cubicBezTo>
                  <a:cubicBezTo>
                    <a:pt x="238886" y="1089"/>
                    <a:pt x="241291" y="-532"/>
                    <a:pt x="246154" y="148"/>
                  </a:cubicBezTo>
                  <a:cubicBezTo>
                    <a:pt x="256454" y="1612"/>
                    <a:pt x="266755" y="3076"/>
                    <a:pt x="277055" y="4487"/>
                  </a:cubicBezTo>
                  <a:cubicBezTo>
                    <a:pt x="282546" y="5272"/>
                    <a:pt x="284428" y="7677"/>
                    <a:pt x="283644" y="13324"/>
                  </a:cubicBezTo>
                  <a:cubicBezTo>
                    <a:pt x="282755" y="19703"/>
                    <a:pt x="281866" y="26082"/>
                    <a:pt x="280925" y="32461"/>
                  </a:cubicBezTo>
                  <a:cubicBezTo>
                    <a:pt x="280506" y="35389"/>
                    <a:pt x="280872" y="37951"/>
                    <a:pt x="283644" y="39520"/>
                  </a:cubicBezTo>
                  <a:cubicBezTo>
                    <a:pt x="286415" y="41141"/>
                    <a:pt x="288820" y="39990"/>
                    <a:pt x="291121" y="38265"/>
                  </a:cubicBezTo>
                  <a:cubicBezTo>
                    <a:pt x="296349" y="34291"/>
                    <a:pt x="301578" y="30369"/>
                    <a:pt x="306859" y="26448"/>
                  </a:cubicBezTo>
                  <a:cubicBezTo>
                    <a:pt x="310937" y="23415"/>
                    <a:pt x="313918" y="23834"/>
                    <a:pt x="317003" y="27964"/>
                  </a:cubicBezTo>
                  <a:cubicBezTo>
                    <a:pt x="323329" y="36330"/>
                    <a:pt x="329656" y="44748"/>
                    <a:pt x="335931" y="53219"/>
                  </a:cubicBezTo>
                  <a:cubicBezTo>
                    <a:pt x="339120" y="57506"/>
                    <a:pt x="338702" y="60225"/>
                    <a:pt x="334310" y="63572"/>
                  </a:cubicBezTo>
                  <a:cubicBezTo>
                    <a:pt x="329186" y="67493"/>
                    <a:pt x="324009" y="71310"/>
                    <a:pt x="318833" y="75179"/>
                  </a:cubicBezTo>
                  <a:cubicBezTo>
                    <a:pt x="316375" y="77009"/>
                    <a:pt x="314702" y="79153"/>
                    <a:pt x="315643" y="82395"/>
                  </a:cubicBezTo>
                  <a:cubicBezTo>
                    <a:pt x="316532" y="85480"/>
                    <a:pt x="318990" y="86369"/>
                    <a:pt x="321865" y="86735"/>
                  </a:cubicBezTo>
                  <a:cubicBezTo>
                    <a:pt x="328244" y="87571"/>
                    <a:pt x="334623" y="88617"/>
                    <a:pt x="341002" y="89401"/>
                  </a:cubicBezTo>
                  <a:cubicBezTo>
                    <a:pt x="343931" y="89767"/>
                    <a:pt x="345970" y="91231"/>
                    <a:pt x="347591" y="93480"/>
                  </a:cubicBezTo>
                  <a:cubicBezTo>
                    <a:pt x="347591" y="95258"/>
                    <a:pt x="347591" y="96826"/>
                    <a:pt x="347591" y="98395"/>
                  </a:cubicBezTo>
                  <a:close/>
                  <a:moveTo>
                    <a:pt x="332009" y="123283"/>
                  </a:moveTo>
                  <a:cubicBezTo>
                    <a:pt x="333107" y="115545"/>
                    <a:pt x="334205" y="108120"/>
                    <a:pt x="335303" y="100539"/>
                  </a:cubicBezTo>
                  <a:cubicBezTo>
                    <a:pt x="333369" y="100225"/>
                    <a:pt x="331800" y="99963"/>
                    <a:pt x="330284" y="99754"/>
                  </a:cubicBezTo>
                  <a:cubicBezTo>
                    <a:pt x="326048" y="99075"/>
                    <a:pt x="321761" y="98604"/>
                    <a:pt x="317578" y="97767"/>
                  </a:cubicBezTo>
                  <a:cubicBezTo>
                    <a:pt x="310728" y="96408"/>
                    <a:pt x="306232" y="92068"/>
                    <a:pt x="304454" y="85480"/>
                  </a:cubicBezTo>
                  <a:cubicBezTo>
                    <a:pt x="302624" y="78735"/>
                    <a:pt x="304402" y="72617"/>
                    <a:pt x="309839" y="68016"/>
                  </a:cubicBezTo>
                  <a:cubicBezTo>
                    <a:pt x="314388" y="64199"/>
                    <a:pt x="319251" y="60696"/>
                    <a:pt x="324166" y="56931"/>
                  </a:cubicBezTo>
                  <a:cubicBezTo>
                    <a:pt x="319460" y="50709"/>
                    <a:pt x="314964" y="44696"/>
                    <a:pt x="310415" y="38631"/>
                  </a:cubicBezTo>
                  <a:cubicBezTo>
                    <a:pt x="305186" y="42448"/>
                    <a:pt x="300375" y="46265"/>
                    <a:pt x="295251" y="49559"/>
                  </a:cubicBezTo>
                  <a:cubicBezTo>
                    <a:pt x="287356" y="54578"/>
                    <a:pt x="277108" y="52016"/>
                    <a:pt x="271984" y="44225"/>
                  </a:cubicBezTo>
                  <a:cubicBezTo>
                    <a:pt x="268794" y="39415"/>
                    <a:pt x="269003" y="34186"/>
                    <a:pt x="269788" y="28853"/>
                  </a:cubicBezTo>
                  <a:cubicBezTo>
                    <a:pt x="270415" y="24513"/>
                    <a:pt x="271042" y="20226"/>
                    <a:pt x="271670" y="15677"/>
                  </a:cubicBezTo>
                  <a:cubicBezTo>
                    <a:pt x="267644" y="15102"/>
                    <a:pt x="263984" y="14579"/>
                    <a:pt x="260271" y="14056"/>
                  </a:cubicBezTo>
                  <a:cubicBezTo>
                    <a:pt x="256507" y="13533"/>
                    <a:pt x="252794" y="13010"/>
                    <a:pt x="248873" y="12487"/>
                  </a:cubicBezTo>
                  <a:cubicBezTo>
                    <a:pt x="248036" y="18239"/>
                    <a:pt x="247670" y="23572"/>
                    <a:pt x="246363" y="28644"/>
                  </a:cubicBezTo>
                  <a:cubicBezTo>
                    <a:pt x="245422" y="32199"/>
                    <a:pt x="243853" y="36069"/>
                    <a:pt x="241396" y="38735"/>
                  </a:cubicBezTo>
                  <a:cubicBezTo>
                    <a:pt x="233971" y="46683"/>
                    <a:pt x="222154" y="45480"/>
                    <a:pt x="215148" y="36539"/>
                  </a:cubicBezTo>
                  <a:cubicBezTo>
                    <a:pt x="211854" y="32304"/>
                    <a:pt x="208664" y="27964"/>
                    <a:pt x="205370" y="23572"/>
                  </a:cubicBezTo>
                  <a:cubicBezTo>
                    <a:pt x="199043" y="28330"/>
                    <a:pt x="193030" y="32827"/>
                    <a:pt x="186965" y="37376"/>
                  </a:cubicBezTo>
                  <a:cubicBezTo>
                    <a:pt x="190521" y="42186"/>
                    <a:pt x="193867" y="46422"/>
                    <a:pt x="197004" y="50866"/>
                  </a:cubicBezTo>
                  <a:cubicBezTo>
                    <a:pt x="201396" y="57088"/>
                    <a:pt x="201867" y="63781"/>
                    <a:pt x="197893" y="70264"/>
                  </a:cubicBezTo>
                  <a:cubicBezTo>
                    <a:pt x="193919" y="76748"/>
                    <a:pt x="187749" y="79310"/>
                    <a:pt x="180168" y="78264"/>
                  </a:cubicBezTo>
                  <a:cubicBezTo>
                    <a:pt x="174939" y="77532"/>
                    <a:pt x="169658" y="76800"/>
                    <a:pt x="164063" y="76016"/>
                  </a:cubicBezTo>
                  <a:cubicBezTo>
                    <a:pt x="162965" y="83650"/>
                    <a:pt x="161920" y="91075"/>
                    <a:pt x="160822" y="98761"/>
                  </a:cubicBezTo>
                  <a:cubicBezTo>
                    <a:pt x="166259" y="99545"/>
                    <a:pt x="171384" y="100329"/>
                    <a:pt x="176508" y="101061"/>
                  </a:cubicBezTo>
                  <a:cubicBezTo>
                    <a:pt x="180638" y="101637"/>
                    <a:pt x="184351" y="103205"/>
                    <a:pt x="187331" y="106186"/>
                  </a:cubicBezTo>
                  <a:cubicBezTo>
                    <a:pt x="194338" y="113297"/>
                    <a:pt x="194076" y="124643"/>
                    <a:pt x="186442" y="131231"/>
                  </a:cubicBezTo>
                  <a:cubicBezTo>
                    <a:pt x="181946" y="135100"/>
                    <a:pt x="177031" y="138551"/>
                    <a:pt x="172063" y="142368"/>
                  </a:cubicBezTo>
                  <a:cubicBezTo>
                    <a:pt x="176717" y="148538"/>
                    <a:pt x="181214" y="154551"/>
                    <a:pt x="185867" y="160721"/>
                  </a:cubicBezTo>
                  <a:cubicBezTo>
                    <a:pt x="190311" y="157427"/>
                    <a:pt x="194494" y="154290"/>
                    <a:pt x="198625" y="151205"/>
                  </a:cubicBezTo>
                  <a:cubicBezTo>
                    <a:pt x="202913" y="148015"/>
                    <a:pt x="207618" y="146447"/>
                    <a:pt x="212952" y="147545"/>
                  </a:cubicBezTo>
                  <a:cubicBezTo>
                    <a:pt x="222834" y="149584"/>
                    <a:pt x="228272" y="158054"/>
                    <a:pt x="226651" y="168721"/>
                  </a:cubicBezTo>
                  <a:cubicBezTo>
                    <a:pt x="225919" y="173583"/>
                    <a:pt x="225239" y="178498"/>
                    <a:pt x="224507" y="183623"/>
                  </a:cubicBezTo>
                  <a:cubicBezTo>
                    <a:pt x="232298" y="184721"/>
                    <a:pt x="239618" y="185766"/>
                    <a:pt x="247252" y="186864"/>
                  </a:cubicBezTo>
                  <a:cubicBezTo>
                    <a:pt x="247932" y="181792"/>
                    <a:pt x="248664" y="177139"/>
                    <a:pt x="249239" y="172433"/>
                  </a:cubicBezTo>
                  <a:cubicBezTo>
                    <a:pt x="250337" y="163753"/>
                    <a:pt x="254834" y="158002"/>
                    <a:pt x="262206" y="155963"/>
                  </a:cubicBezTo>
                  <a:cubicBezTo>
                    <a:pt x="269578" y="153924"/>
                    <a:pt x="276271" y="156590"/>
                    <a:pt x="281657" y="163649"/>
                  </a:cubicBezTo>
                  <a:cubicBezTo>
                    <a:pt x="284637" y="167623"/>
                    <a:pt x="287617" y="171597"/>
                    <a:pt x="290755" y="175727"/>
                  </a:cubicBezTo>
                  <a:cubicBezTo>
                    <a:pt x="296977" y="171021"/>
                    <a:pt x="303042" y="166525"/>
                    <a:pt x="309212" y="161871"/>
                  </a:cubicBezTo>
                  <a:cubicBezTo>
                    <a:pt x="305866" y="157427"/>
                    <a:pt x="302624" y="153192"/>
                    <a:pt x="299539" y="148904"/>
                  </a:cubicBezTo>
                  <a:cubicBezTo>
                    <a:pt x="294885" y="142473"/>
                    <a:pt x="294467" y="135048"/>
                    <a:pt x="298284" y="128878"/>
                  </a:cubicBezTo>
                  <a:cubicBezTo>
                    <a:pt x="302101" y="122708"/>
                    <a:pt x="309055" y="119780"/>
                    <a:pt x="316794" y="120983"/>
                  </a:cubicBezTo>
                  <a:cubicBezTo>
                    <a:pt x="321604" y="121872"/>
                    <a:pt x="326519" y="122499"/>
                    <a:pt x="332009" y="123283"/>
                  </a:cubicBezTo>
                  <a:close/>
                  <a:moveTo>
                    <a:pt x="66078" y="149375"/>
                  </a:moveTo>
                  <a:cubicBezTo>
                    <a:pt x="65816" y="150107"/>
                    <a:pt x="65607" y="150473"/>
                    <a:pt x="65502" y="150943"/>
                  </a:cubicBezTo>
                  <a:cubicBezTo>
                    <a:pt x="62365" y="162446"/>
                    <a:pt x="54784" y="165218"/>
                    <a:pt x="44901" y="158473"/>
                  </a:cubicBezTo>
                  <a:cubicBezTo>
                    <a:pt x="41660" y="156276"/>
                    <a:pt x="38470" y="154028"/>
                    <a:pt x="35647" y="152146"/>
                  </a:cubicBezTo>
                  <a:cubicBezTo>
                    <a:pt x="31882" y="155806"/>
                    <a:pt x="28483" y="159100"/>
                    <a:pt x="24876" y="162551"/>
                  </a:cubicBezTo>
                  <a:cubicBezTo>
                    <a:pt x="27385" y="166211"/>
                    <a:pt x="30000" y="169923"/>
                    <a:pt x="32457" y="173688"/>
                  </a:cubicBezTo>
                  <a:cubicBezTo>
                    <a:pt x="37634" y="181583"/>
                    <a:pt x="34287" y="190106"/>
                    <a:pt x="25085" y="192250"/>
                  </a:cubicBezTo>
                  <a:cubicBezTo>
                    <a:pt x="20588" y="193296"/>
                    <a:pt x="16091" y="194237"/>
                    <a:pt x="11647" y="195178"/>
                  </a:cubicBezTo>
                  <a:cubicBezTo>
                    <a:pt x="11647" y="199936"/>
                    <a:pt x="11647" y="204380"/>
                    <a:pt x="11647" y="208929"/>
                  </a:cubicBezTo>
                  <a:cubicBezTo>
                    <a:pt x="15725" y="209766"/>
                    <a:pt x="19595" y="210550"/>
                    <a:pt x="23464" y="211387"/>
                  </a:cubicBezTo>
                  <a:cubicBezTo>
                    <a:pt x="34862" y="213897"/>
                    <a:pt x="38156" y="222210"/>
                    <a:pt x="31568" y="231779"/>
                  </a:cubicBezTo>
                  <a:cubicBezTo>
                    <a:pt x="29268" y="235073"/>
                    <a:pt x="27019" y="238419"/>
                    <a:pt x="25032" y="241295"/>
                  </a:cubicBezTo>
                  <a:cubicBezTo>
                    <a:pt x="28692" y="245112"/>
                    <a:pt x="31987" y="248511"/>
                    <a:pt x="35385" y="252066"/>
                  </a:cubicBezTo>
                  <a:cubicBezTo>
                    <a:pt x="39098" y="249556"/>
                    <a:pt x="42758" y="246942"/>
                    <a:pt x="46522" y="244485"/>
                  </a:cubicBezTo>
                  <a:cubicBezTo>
                    <a:pt x="54418" y="239308"/>
                    <a:pt x="62993" y="242707"/>
                    <a:pt x="65136" y="251805"/>
                  </a:cubicBezTo>
                  <a:cubicBezTo>
                    <a:pt x="66182" y="256301"/>
                    <a:pt x="67071" y="260798"/>
                    <a:pt x="68065" y="265295"/>
                  </a:cubicBezTo>
                  <a:cubicBezTo>
                    <a:pt x="72770" y="265295"/>
                    <a:pt x="77267" y="265295"/>
                    <a:pt x="81764" y="265295"/>
                  </a:cubicBezTo>
                  <a:cubicBezTo>
                    <a:pt x="82705" y="260903"/>
                    <a:pt x="83541" y="256720"/>
                    <a:pt x="84483" y="252537"/>
                  </a:cubicBezTo>
                  <a:cubicBezTo>
                    <a:pt x="86836" y="242236"/>
                    <a:pt x="95254" y="238994"/>
                    <a:pt x="103986" y="244903"/>
                  </a:cubicBezTo>
                  <a:cubicBezTo>
                    <a:pt x="107489" y="247308"/>
                    <a:pt x="110992" y="249713"/>
                    <a:pt x="114809" y="252328"/>
                  </a:cubicBezTo>
                  <a:cubicBezTo>
                    <a:pt x="118260" y="248772"/>
                    <a:pt x="121293" y="245269"/>
                    <a:pt x="124744" y="242184"/>
                  </a:cubicBezTo>
                  <a:cubicBezTo>
                    <a:pt x="126731" y="240354"/>
                    <a:pt x="126678" y="238942"/>
                    <a:pt x="125632" y="236694"/>
                  </a:cubicBezTo>
                  <a:cubicBezTo>
                    <a:pt x="121502" y="227648"/>
                    <a:pt x="112613" y="223884"/>
                    <a:pt x="105554" y="218080"/>
                  </a:cubicBezTo>
                  <a:cubicBezTo>
                    <a:pt x="95254" y="235491"/>
                    <a:pt x="78313" y="238733"/>
                    <a:pt x="66182" y="235648"/>
                  </a:cubicBezTo>
                  <a:cubicBezTo>
                    <a:pt x="51960" y="231988"/>
                    <a:pt x="40928" y="219805"/>
                    <a:pt x="40352" y="204746"/>
                  </a:cubicBezTo>
                  <a:cubicBezTo>
                    <a:pt x="39516" y="184041"/>
                    <a:pt x="50914" y="172172"/>
                    <a:pt x="70313" y="167414"/>
                  </a:cubicBezTo>
                  <a:cubicBezTo>
                    <a:pt x="68901" y="161348"/>
                    <a:pt x="67542" y="155544"/>
                    <a:pt x="66078" y="149375"/>
                  </a:cubicBezTo>
                  <a:close/>
                  <a:moveTo>
                    <a:pt x="76587" y="224877"/>
                  </a:moveTo>
                  <a:cubicBezTo>
                    <a:pt x="83907" y="224668"/>
                    <a:pt x="90862" y="220589"/>
                    <a:pt x="95411" y="212276"/>
                  </a:cubicBezTo>
                  <a:cubicBezTo>
                    <a:pt x="96456" y="210341"/>
                    <a:pt x="96195" y="209139"/>
                    <a:pt x="94731" y="207622"/>
                  </a:cubicBezTo>
                  <a:cubicBezTo>
                    <a:pt x="87672" y="200250"/>
                    <a:pt x="81816" y="191936"/>
                    <a:pt x="77215" y="182838"/>
                  </a:cubicBezTo>
                  <a:cubicBezTo>
                    <a:pt x="75071" y="178551"/>
                    <a:pt x="74705" y="178446"/>
                    <a:pt x="69842" y="179544"/>
                  </a:cubicBezTo>
                  <a:cubicBezTo>
                    <a:pt x="58391" y="182263"/>
                    <a:pt x="50914" y="192668"/>
                    <a:pt x="52065" y="204119"/>
                  </a:cubicBezTo>
                  <a:cubicBezTo>
                    <a:pt x="53267" y="215988"/>
                    <a:pt x="62574" y="224511"/>
                    <a:pt x="76587" y="224877"/>
                  </a:cubicBezTo>
                  <a:close/>
                  <a:moveTo>
                    <a:pt x="151410" y="317477"/>
                  </a:moveTo>
                  <a:cubicBezTo>
                    <a:pt x="151410" y="319046"/>
                    <a:pt x="151410" y="320248"/>
                    <a:pt x="151410" y="321503"/>
                  </a:cubicBezTo>
                  <a:cubicBezTo>
                    <a:pt x="151462" y="330078"/>
                    <a:pt x="156063" y="334627"/>
                    <a:pt x="164639" y="334680"/>
                  </a:cubicBezTo>
                  <a:cubicBezTo>
                    <a:pt x="169135" y="334680"/>
                    <a:pt x="173684" y="334680"/>
                    <a:pt x="178181" y="334680"/>
                  </a:cubicBezTo>
                  <a:cubicBezTo>
                    <a:pt x="181109" y="334680"/>
                    <a:pt x="184089" y="334836"/>
                    <a:pt x="186965" y="334575"/>
                  </a:cubicBezTo>
                  <a:cubicBezTo>
                    <a:pt x="194860" y="333843"/>
                    <a:pt x="198886" y="327046"/>
                    <a:pt x="197109" y="317477"/>
                  </a:cubicBezTo>
                  <a:cubicBezTo>
                    <a:pt x="182102" y="317477"/>
                    <a:pt x="166991" y="317477"/>
                    <a:pt x="151410" y="317477"/>
                  </a:cubicBezTo>
                  <a:close/>
                  <a:moveTo>
                    <a:pt x="197475" y="294575"/>
                  </a:moveTo>
                  <a:cubicBezTo>
                    <a:pt x="181946" y="294575"/>
                    <a:pt x="166782" y="294575"/>
                    <a:pt x="151671" y="294575"/>
                  </a:cubicBezTo>
                  <a:cubicBezTo>
                    <a:pt x="151671" y="298445"/>
                    <a:pt x="151671" y="302000"/>
                    <a:pt x="151671" y="305556"/>
                  </a:cubicBezTo>
                  <a:cubicBezTo>
                    <a:pt x="167096" y="305556"/>
                    <a:pt x="182259" y="305556"/>
                    <a:pt x="197475" y="305556"/>
                  </a:cubicBezTo>
                  <a:cubicBezTo>
                    <a:pt x="197475" y="301739"/>
                    <a:pt x="197475" y="298288"/>
                    <a:pt x="197475" y="294575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573" name="Google Shape;573;p6"/>
            <p:cNvSpPr/>
            <p:nvPr/>
          </p:nvSpPr>
          <p:spPr bwMode="auto">
            <a:xfrm>
              <a:off x="655839" y="6333677"/>
              <a:ext cx="22901" cy="49097"/>
            </a:xfrm>
            <a:custGeom>
              <a:avLst/>
              <a:gdLst/>
              <a:ahLst/>
              <a:cxnLst/>
              <a:rect l="l" t="t" r="r" b="b"/>
              <a:pathLst>
                <a:path w="22901" h="49097" fill="norm" stroke="1" extrusionOk="0">
                  <a:moveTo>
                    <a:pt x="11085" y="52"/>
                  </a:moveTo>
                  <a:cubicBezTo>
                    <a:pt x="15006" y="15320"/>
                    <a:pt x="18876" y="30588"/>
                    <a:pt x="22902" y="46169"/>
                  </a:cubicBezTo>
                  <a:cubicBezTo>
                    <a:pt x="19189" y="47163"/>
                    <a:pt x="15738" y="48052"/>
                    <a:pt x="11765" y="49097"/>
                  </a:cubicBezTo>
                  <a:cubicBezTo>
                    <a:pt x="7843" y="33725"/>
                    <a:pt x="3922" y="18510"/>
                    <a:pt x="0" y="3190"/>
                  </a:cubicBezTo>
                  <a:cubicBezTo>
                    <a:pt x="3399" y="2091"/>
                    <a:pt x="6536" y="1046"/>
                    <a:pt x="9725" y="0"/>
                  </a:cubicBezTo>
                  <a:cubicBezTo>
                    <a:pt x="10144" y="52"/>
                    <a:pt x="10614" y="52"/>
                    <a:pt x="11085" y="52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574" name="Google Shape;574;p6"/>
            <p:cNvSpPr/>
            <p:nvPr/>
          </p:nvSpPr>
          <p:spPr bwMode="auto">
            <a:xfrm>
              <a:off x="684819" y="6399349"/>
              <a:ext cx="86206" cy="177984"/>
            </a:xfrm>
            <a:custGeom>
              <a:avLst/>
              <a:gdLst/>
              <a:ahLst/>
              <a:cxnLst/>
              <a:rect l="l" t="t" r="r" b="b"/>
              <a:pathLst>
                <a:path w="86206" h="177984" fill="norm" stroke="1" extrusionOk="0">
                  <a:moveTo>
                    <a:pt x="86207" y="177985"/>
                  </a:moveTo>
                  <a:cubicBezTo>
                    <a:pt x="82442" y="177985"/>
                    <a:pt x="78834" y="177985"/>
                    <a:pt x="74965" y="177985"/>
                  </a:cubicBezTo>
                  <a:cubicBezTo>
                    <a:pt x="74704" y="175789"/>
                    <a:pt x="74547" y="173540"/>
                    <a:pt x="74129" y="171344"/>
                  </a:cubicBezTo>
                  <a:cubicBezTo>
                    <a:pt x="71410" y="158482"/>
                    <a:pt x="64037" y="149279"/>
                    <a:pt x="51959" y="144155"/>
                  </a:cubicBezTo>
                  <a:cubicBezTo>
                    <a:pt x="40142" y="139136"/>
                    <a:pt x="29685" y="132286"/>
                    <a:pt x="20900" y="122874"/>
                  </a:cubicBezTo>
                  <a:cubicBezTo>
                    <a:pt x="-9217" y="90666"/>
                    <a:pt x="-6446" y="36915"/>
                    <a:pt x="27018" y="8209"/>
                  </a:cubicBezTo>
                  <a:cubicBezTo>
                    <a:pt x="30260" y="5438"/>
                    <a:pt x="33763" y="2876"/>
                    <a:pt x="37423" y="0"/>
                  </a:cubicBezTo>
                  <a:cubicBezTo>
                    <a:pt x="39567" y="3399"/>
                    <a:pt x="41554" y="6484"/>
                    <a:pt x="43645" y="9778"/>
                  </a:cubicBezTo>
                  <a:cubicBezTo>
                    <a:pt x="41345" y="11555"/>
                    <a:pt x="39149" y="13072"/>
                    <a:pt x="37109" y="14797"/>
                  </a:cubicBezTo>
                  <a:cubicBezTo>
                    <a:pt x="-2890" y="47424"/>
                    <a:pt x="5267" y="110430"/>
                    <a:pt x="52273" y="131502"/>
                  </a:cubicBezTo>
                  <a:cubicBezTo>
                    <a:pt x="61893" y="135842"/>
                    <a:pt x="70835" y="140861"/>
                    <a:pt x="77109" y="149645"/>
                  </a:cubicBezTo>
                  <a:cubicBezTo>
                    <a:pt x="83070" y="158116"/>
                    <a:pt x="86207" y="167475"/>
                    <a:pt x="86207" y="177985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575" name="Google Shape;575;p6"/>
            <p:cNvSpPr/>
            <p:nvPr/>
          </p:nvSpPr>
          <p:spPr bwMode="auto">
            <a:xfrm>
              <a:off x="606323" y="6365153"/>
              <a:ext cx="47058" cy="38221"/>
            </a:xfrm>
            <a:custGeom>
              <a:avLst/>
              <a:gdLst/>
              <a:ahLst/>
              <a:cxnLst/>
              <a:rect l="l" t="t" r="r" b="b"/>
              <a:pathLst>
                <a:path w="47058" h="38221" fill="norm" stroke="1" extrusionOk="0">
                  <a:moveTo>
                    <a:pt x="0" y="9359"/>
                  </a:moveTo>
                  <a:cubicBezTo>
                    <a:pt x="2353" y="6118"/>
                    <a:pt x="4392" y="3242"/>
                    <a:pt x="6693" y="0"/>
                  </a:cubicBezTo>
                  <a:cubicBezTo>
                    <a:pt x="20183" y="9621"/>
                    <a:pt x="33516" y="19137"/>
                    <a:pt x="47058" y="28810"/>
                  </a:cubicBezTo>
                  <a:cubicBezTo>
                    <a:pt x="44810" y="31947"/>
                    <a:pt x="42771" y="34875"/>
                    <a:pt x="40366" y="38222"/>
                  </a:cubicBezTo>
                  <a:cubicBezTo>
                    <a:pt x="26928" y="28601"/>
                    <a:pt x="13595" y="19085"/>
                    <a:pt x="0" y="9359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576" name="Google Shape;576;p6"/>
            <p:cNvSpPr/>
            <p:nvPr/>
          </p:nvSpPr>
          <p:spPr bwMode="auto">
            <a:xfrm>
              <a:off x="596755" y="6421937"/>
              <a:ext cx="48888" cy="22692"/>
            </a:xfrm>
            <a:custGeom>
              <a:avLst/>
              <a:gdLst/>
              <a:ahLst/>
              <a:cxnLst/>
              <a:rect l="l" t="t" r="r" b="b"/>
              <a:pathLst>
                <a:path w="48888" h="22692" fill="norm" stroke="1" extrusionOk="0">
                  <a:moveTo>
                    <a:pt x="0" y="11503"/>
                  </a:moveTo>
                  <a:cubicBezTo>
                    <a:pt x="15582" y="7582"/>
                    <a:pt x="30692" y="3817"/>
                    <a:pt x="46117" y="0"/>
                  </a:cubicBezTo>
                  <a:cubicBezTo>
                    <a:pt x="47058" y="3765"/>
                    <a:pt x="47947" y="7320"/>
                    <a:pt x="48888" y="11189"/>
                  </a:cubicBezTo>
                  <a:cubicBezTo>
                    <a:pt x="33464" y="15059"/>
                    <a:pt x="18405" y="18823"/>
                    <a:pt x="2823" y="22693"/>
                  </a:cubicBezTo>
                  <a:cubicBezTo>
                    <a:pt x="1882" y="18980"/>
                    <a:pt x="993" y="15477"/>
                    <a:pt x="0" y="11503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577" name="Google Shape;577;p6"/>
            <p:cNvSpPr/>
            <p:nvPr/>
          </p:nvSpPr>
          <p:spPr bwMode="auto">
            <a:xfrm>
              <a:off x="865614" y="6578850"/>
              <a:ext cx="41986" cy="37698"/>
            </a:xfrm>
            <a:custGeom>
              <a:avLst/>
              <a:gdLst/>
              <a:ahLst/>
              <a:cxnLst/>
              <a:rect l="l" t="t" r="r" b="b"/>
              <a:pathLst>
                <a:path w="41986" h="37698" fill="norm" stroke="1" extrusionOk="0">
                  <a:moveTo>
                    <a:pt x="34562" y="37699"/>
                  </a:moveTo>
                  <a:cubicBezTo>
                    <a:pt x="22902" y="27974"/>
                    <a:pt x="11555" y="18510"/>
                    <a:pt x="0" y="8889"/>
                  </a:cubicBezTo>
                  <a:cubicBezTo>
                    <a:pt x="2510" y="5856"/>
                    <a:pt x="4863" y="2980"/>
                    <a:pt x="7372" y="0"/>
                  </a:cubicBezTo>
                  <a:cubicBezTo>
                    <a:pt x="18928" y="9621"/>
                    <a:pt x="30274" y="19085"/>
                    <a:pt x="41986" y="28810"/>
                  </a:cubicBezTo>
                  <a:cubicBezTo>
                    <a:pt x="39529" y="31790"/>
                    <a:pt x="37176" y="34562"/>
                    <a:pt x="34562" y="37699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578" name="Google Shape;578;p6"/>
            <p:cNvSpPr/>
            <p:nvPr/>
          </p:nvSpPr>
          <p:spPr bwMode="auto">
            <a:xfrm>
              <a:off x="840726" y="6595006"/>
              <a:ext cx="10927" cy="40104"/>
            </a:xfrm>
            <a:custGeom>
              <a:avLst/>
              <a:gdLst/>
              <a:ahLst/>
              <a:cxnLst/>
              <a:rect l="l" t="t" r="r" b="b"/>
              <a:pathLst>
                <a:path w="10927" h="40104" fill="norm" stroke="1" extrusionOk="0">
                  <a:moveTo>
                    <a:pt x="10928" y="40104"/>
                  </a:moveTo>
                  <a:cubicBezTo>
                    <a:pt x="7216" y="40104"/>
                    <a:pt x="3712" y="40104"/>
                    <a:pt x="0" y="40104"/>
                  </a:cubicBezTo>
                  <a:cubicBezTo>
                    <a:pt x="0" y="26719"/>
                    <a:pt x="0" y="13438"/>
                    <a:pt x="0" y="0"/>
                  </a:cubicBezTo>
                  <a:cubicBezTo>
                    <a:pt x="3660" y="0"/>
                    <a:pt x="7163" y="0"/>
                    <a:pt x="10928" y="0"/>
                  </a:cubicBezTo>
                  <a:cubicBezTo>
                    <a:pt x="10928" y="13281"/>
                    <a:pt x="10928" y="26562"/>
                    <a:pt x="10928" y="40104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579" name="Google Shape;579;p6"/>
            <p:cNvSpPr/>
            <p:nvPr/>
          </p:nvSpPr>
          <p:spPr bwMode="auto">
            <a:xfrm>
              <a:off x="875287" y="6548942"/>
              <a:ext cx="39947" cy="11032"/>
            </a:xfrm>
            <a:custGeom>
              <a:avLst/>
              <a:gdLst/>
              <a:ahLst/>
              <a:cxnLst/>
              <a:rect l="l" t="t" r="r" b="b"/>
              <a:pathLst>
                <a:path w="39947" h="11032" fill="norm" stroke="1" extrusionOk="0">
                  <a:moveTo>
                    <a:pt x="0" y="11033"/>
                  </a:moveTo>
                  <a:cubicBezTo>
                    <a:pt x="0" y="7320"/>
                    <a:pt x="0" y="3765"/>
                    <a:pt x="0" y="0"/>
                  </a:cubicBezTo>
                  <a:cubicBezTo>
                    <a:pt x="13385" y="0"/>
                    <a:pt x="26562" y="0"/>
                    <a:pt x="39947" y="0"/>
                  </a:cubicBezTo>
                  <a:cubicBezTo>
                    <a:pt x="39947" y="3608"/>
                    <a:pt x="39947" y="7216"/>
                    <a:pt x="39947" y="11033"/>
                  </a:cubicBezTo>
                  <a:cubicBezTo>
                    <a:pt x="26719" y="11033"/>
                    <a:pt x="13438" y="11033"/>
                    <a:pt x="0" y="11033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580" name="Google Shape;580;p6"/>
            <p:cNvSpPr/>
            <p:nvPr/>
          </p:nvSpPr>
          <p:spPr bwMode="auto">
            <a:xfrm>
              <a:off x="759942" y="6589150"/>
              <a:ext cx="11032" cy="16993"/>
            </a:xfrm>
            <a:custGeom>
              <a:avLst/>
              <a:gdLst/>
              <a:ahLst/>
              <a:cxnLst/>
              <a:rect l="l" t="t" r="r" b="b"/>
              <a:pathLst>
                <a:path w="11032" h="16993" fill="norm" stroke="1" extrusionOk="0">
                  <a:moveTo>
                    <a:pt x="0" y="0"/>
                  </a:moveTo>
                  <a:cubicBezTo>
                    <a:pt x="3817" y="0"/>
                    <a:pt x="7268" y="0"/>
                    <a:pt x="11033" y="0"/>
                  </a:cubicBezTo>
                  <a:cubicBezTo>
                    <a:pt x="11033" y="5647"/>
                    <a:pt x="11033" y="11189"/>
                    <a:pt x="11033" y="16993"/>
                  </a:cubicBezTo>
                  <a:cubicBezTo>
                    <a:pt x="7320" y="16993"/>
                    <a:pt x="3765" y="16993"/>
                    <a:pt x="0" y="16993"/>
                  </a:cubicBezTo>
                  <a:cubicBezTo>
                    <a:pt x="0" y="11294"/>
                    <a:pt x="0" y="5804"/>
                    <a:pt x="0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581" name="Google Shape;581;p6"/>
            <p:cNvSpPr/>
            <p:nvPr/>
          </p:nvSpPr>
          <p:spPr bwMode="auto">
            <a:xfrm>
              <a:off x="792726" y="6388682"/>
              <a:ext cx="92286" cy="92286"/>
            </a:xfrm>
            <a:custGeom>
              <a:avLst/>
              <a:gdLst/>
              <a:ahLst/>
              <a:cxnLst/>
              <a:rect l="l" t="t" r="r" b="b"/>
              <a:pathLst>
                <a:path w="92286" h="92286" fill="norm" stroke="1" extrusionOk="0">
                  <a:moveTo>
                    <a:pt x="0" y="46117"/>
                  </a:moveTo>
                  <a:cubicBezTo>
                    <a:pt x="52" y="20706"/>
                    <a:pt x="20810" y="-52"/>
                    <a:pt x="46274" y="0"/>
                  </a:cubicBezTo>
                  <a:cubicBezTo>
                    <a:pt x="71738" y="52"/>
                    <a:pt x="92339" y="20758"/>
                    <a:pt x="92286" y="46274"/>
                  </a:cubicBezTo>
                  <a:cubicBezTo>
                    <a:pt x="92234" y="71633"/>
                    <a:pt x="71633" y="92182"/>
                    <a:pt x="46274" y="92287"/>
                  </a:cubicBezTo>
                  <a:cubicBezTo>
                    <a:pt x="20915" y="92391"/>
                    <a:pt x="0" y="71476"/>
                    <a:pt x="0" y="46117"/>
                  </a:cubicBezTo>
                  <a:close/>
                  <a:moveTo>
                    <a:pt x="80731" y="46274"/>
                  </a:moveTo>
                  <a:cubicBezTo>
                    <a:pt x="80783" y="27242"/>
                    <a:pt x="65359" y="11660"/>
                    <a:pt x="46431" y="11556"/>
                  </a:cubicBezTo>
                  <a:cubicBezTo>
                    <a:pt x="27398" y="11451"/>
                    <a:pt x="11555" y="27189"/>
                    <a:pt x="11555" y="46169"/>
                  </a:cubicBezTo>
                  <a:cubicBezTo>
                    <a:pt x="11608" y="64941"/>
                    <a:pt x="27346" y="80731"/>
                    <a:pt x="46117" y="80783"/>
                  </a:cubicBezTo>
                  <a:cubicBezTo>
                    <a:pt x="64940" y="80836"/>
                    <a:pt x="80679" y="65097"/>
                    <a:pt x="80731" y="46274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</p:grpSp>
      <p:grpSp>
        <p:nvGrpSpPr>
          <p:cNvPr id="1834249927" name="Google Shape;582;p6"/>
          <p:cNvGrpSpPr/>
          <p:nvPr/>
        </p:nvGrpSpPr>
        <p:grpSpPr bwMode="auto">
          <a:xfrm>
            <a:off x="4512595" y="6338111"/>
            <a:ext cx="346984" cy="353720"/>
            <a:chOff x="2499198" y="6329527"/>
            <a:chExt cx="346984" cy="353720"/>
          </a:xfrm>
        </p:grpSpPr>
        <p:sp>
          <p:nvSpPr>
            <p:cNvPr id="583" name="Google Shape;583;p6"/>
            <p:cNvSpPr/>
            <p:nvPr/>
          </p:nvSpPr>
          <p:spPr bwMode="auto">
            <a:xfrm>
              <a:off x="2510141" y="6329527"/>
              <a:ext cx="325277" cy="353720"/>
            </a:xfrm>
            <a:custGeom>
              <a:avLst/>
              <a:gdLst/>
              <a:ahLst/>
              <a:cxnLst/>
              <a:rect l="l" t="t" r="r" b="b"/>
              <a:pathLst>
                <a:path w="325277" h="353721" fill="norm" stroke="1" extrusionOk="0">
                  <a:moveTo>
                    <a:pt x="252337" y="212965"/>
                  </a:moveTo>
                  <a:cubicBezTo>
                    <a:pt x="252337" y="217932"/>
                    <a:pt x="252232" y="222533"/>
                    <a:pt x="252441" y="227082"/>
                  </a:cubicBezTo>
                  <a:cubicBezTo>
                    <a:pt x="252494" y="228128"/>
                    <a:pt x="253330" y="229331"/>
                    <a:pt x="254167" y="230167"/>
                  </a:cubicBezTo>
                  <a:cubicBezTo>
                    <a:pt x="256834" y="232938"/>
                    <a:pt x="259605" y="235605"/>
                    <a:pt x="262533" y="238481"/>
                  </a:cubicBezTo>
                  <a:cubicBezTo>
                    <a:pt x="259448" y="241304"/>
                    <a:pt x="256677" y="243866"/>
                    <a:pt x="253592" y="246638"/>
                  </a:cubicBezTo>
                  <a:cubicBezTo>
                    <a:pt x="248206" y="241252"/>
                    <a:pt x="242507" y="235501"/>
                    <a:pt x="236755" y="229801"/>
                  </a:cubicBezTo>
                  <a:cubicBezTo>
                    <a:pt x="235762" y="228808"/>
                    <a:pt x="234821" y="227867"/>
                    <a:pt x="233827" y="226873"/>
                  </a:cubicBezTo>
                  <a:cubicBezTo>
                    <a:pt x="230376" y="223579"/>
                    <a:pt x="226455" y="223370"/>
                    <a:pt x="223631" y="226298"/>
                  </a:cubicBezTo>
                  <a:cubicBezTo>
                    <a:pt x="220912" y="229174"/>
                    <a:pt x="221069" y="232938"/>
                    <a:pt x="224311" y="236233"/>
                  </a:cubicBezTo>
                  <a:cubicBezTo>
                    <a:pt x="230429" y="242455"/>
                    <a:pt x="236651" y="248572"/>
                    <a:pt x="242821" y="254742"/>
                  </a:cubicBezTo>
                  <a:cubicBezTo>
                    <a:pt x="247474" y="259448"/>
                    <a:pt x="247579" y="261539"/>
                    <a:pt x="243343" y="266454"/>
                  </a:cubicBezTo>
                  <a:cubicBezTo>
                    <a:pt x="233618" y="277748"/>
                    <a:pt x="234193" y="293801"/>
                    <a:pt x="244964" y="304728"/>
                  </a:cubicBezTo>
                  <a:cubicBezTo>
                    <a:pt x="257827" y="317800"/>
                    <a:pt x="270846" y="330663"/>
                    <a:pt x="283814" y="343630"/>
                  </a:cubicBezTo>
                  <a:cubicBezTo>
                    <a:pt x="284598" y="344414"/>
                    <a:pt x="285330" y="345251"/>
                    <a:pt x="286062" y="345983"/>
                  </a:cubicBezTo>
                  <a:cubicBezTo>
                    <a:pt x="283186" y="348597"/>
                    <a:pt x="280363" y="351159"/>
                    <a:pt x="277591" y="353721"/>
                  </a:cubicBezTo>
                  <a:cubicBezTo>
                    <a:pt x="270010" y="346087"/>
                    <a:pt x="261748" y="337774"/>
                    <a:pt x="253539" y="329513"/>
                  </a:cubicBezTo>
                  <a:cubicBezTo>
                    <a:pt x="253173" y="329669"/>
                    <a:pt x="252755" y="329826"/>
                    <a:pt x="252389" y="329983"/>
                  </a:cubicBezTo>
                  <a:cubicBezTo>
                    <a:pt x="252389" y="334114"/>
                    <a:pt x="252389" y="338244"/>
                    <a:pt x="252389" y="342375"/>
                  </a:cubicBezTo>
                  <a:cubicBezTo>
                    <a:pt x="252389" y="348702"/>
                    <a:pt x="250507" y="350584"/>
                    <a:pt x="244128" y="350584"/>
                  </a:cubicBezTo>
                  <a:cubicBezTo>
                    <a:pt x="226664" y="350584"/>
                    <a:pt x="209200" y="350584"/>
                    <a:pt x="191736" y="350584"/>
                  </a:cubicBezTo>
                  <a:cubicBezTo>
                    <a:pt x="188651" y="350584"/>
                    <a:pt x="185671" y="350480"/>
                    <a:pt x="184050" y="347238"/>
                  </a:cubicBezTo>
                  <a:cubicBezTo>
                    <a:pt x="182481" y="343996"/>
                    <a:pt x="184102" y="341643"/>
                    <a:pt x="186037" y="339133"/>
                  </a:cubicBezTo>
                  <a:cubicBezTo>
                    <a:pt x="194351" y="328414"/>
                    <a:pt x="194664" y="314140"/>
                    <a:pt x="186926" y="303264"/>
                  </a:cubicBezTo>
                  <a:cubicBezTo>
                    <a:pt x="179240" y="292441"/>
                    <a:pt x="165279" y="287997"/>
                    <a:pt x="152730" y="292336"/>
                  </a:cubicBezTo>
                  <a:cubicBezTo>
                    <a:pt x="140234" y="296676"/>
                    <a:pt x="132077" y="308702"/>
                    <a:pt x="132704" y="322140"/>
                  </a:cubicBezTo>
                  <a:cubicBezTo>
                    <a:pt x="133018" y="328676"/>
                    <a:pt x="135319" y="334532"/>
                    <a:pt x="139502" y="339604"/>
                  </a:cubicBezTo>
                  <a:cubicBezTo>
                    <a:pt x="141384" y="341905"/>
                    <a:pt x="142482" y="344257"/>
                    <a:pt x="141175" y="347133"/>
                  </a:cubicBezTo>
                  <a:cubicBezTo>
                    <a:pt x="139815" y="350009"/>
                    <a:pt x="137306" y="350636"/>
                    <a:pt x="134325" y="350636"/>
                  </a:cubicBezTo>
                  <a:cubicBezTo>
                    <a:pt x="116391" y="350584"/>
                    <a:pt x="98404" y="350636"/>
                    <a:pt x="80470" y="350584"/>
                  </a:cubicBezTo>
                  <a:cubicBezTo>
                    <a:pt x="74875" y="350584"/>
                    <a:pt x="72836" y="348545"/>
                    <a:pt x="72836" y="342898"/>
                  </a:cubicBezTo>
                  <a:cubicBezTo>
                    <a:pt x="72836" y="329669"/>
                    <a:pt x="72836" y="316441"/>
                    <a:pt x="72836" y="303264"/>
                  </a:cubicBezTo>
                  <a:cubicBezTo>
                    <a:pt x="72836" y="301905"/>
                    <a:pt x="72836" y="300598"/>
                    <a:pt x="72836" y="298820"/>
                  </a:cubicBezTo>
                  <a:cubicBezTo>
                    <a:pt x="61542" y="303578"/>
                    <a:pt x="50509" y="304153"/>
                    <a:pt x="39424" y="299761"/>
                  </a:cubicBezTo>
                  <a:cubicBezTo>
                    <a:pt x="31320" y="296519"/>
                    <a:pt x="24836" y="291238"/>
                    <a:pt x="19974" y="283971"/>
                  </a:cubicBezTo>
                  <a:cubicBezTo>
                    <a:pt x="10301" y="269435"/>
                    <a:pt x="10719" y="250402"/>
                    <a:pt x="20967" y="236233"/>
                  </a:cubicBezTo>
                  <a:cubicBezTo>
                    <a:pt x="32366" y="220494"/>
                    <a:pt x="48836" y="216102"/>
                    <a:pt x="72627" y="222481"/>
                  </a:cubicBezTo>
                  <a:cubicBezTo>
                    <a:pt x="72627" y="199475"/>
                    <a:pt x="72627" y="176469"/>
                    <a:pt x="72627" y="153096"/>
                  </a:cubicBezTo>
                  <a:cubicBezTo>
                    <a:pt x="67293" y="153096"/>
                    <a:pt x="62117" y="153096"/>
                    <a:pt x="56940" y="153096"/>
                  </a:cubicBezTo>
                  <a:cubicBezTo>
                    <a:pt x="40941" y="153096"/>
                    <a:pt x="30954" y="143162"/>
                    <a:pt x="30954" y="127266"/>
                  </a:cubicBezTo>
                  <a:cubicBezTo>
                    <a:pt x="30954" y="112051"/>
                    <a:pt x="30902" y="96835"/>
                    <a:pt x="31006" y="81620"/>
                  </a:cubicBezTo>
                  <a:cubicBezTo>
                    <a:pt x="31006" y="78953"/>
                    <a:pt x="30379" y="77019"/>
                    <a:pt x="28392" y="75084"/>
                  </a:cubicBezTo>
                  <a:cubicBezTo>
                    <a:pt x="19817" y="66718"/>
                    <a:pt x="11399" y="58195"/>
                    <a:pt x="2928" y="49725"/>
                  </a:cubicBezTo>
                  <a:cubicBezTo>
                    <a:pt x="1987" y="48784"/>
                    <a:pt x="1046" y="47738"/>
                    <a:pt x="0" y="46640"/>
                  </a:cubicBezTo>
                  <a:cubicBezTo>
                    <a:pt x="2876" y="43869"/>
                    <a:pt x="5595" y="41254"/>
                    <a:pt x="8575" y="38379"/>
                  </a:cubicBezTo>
                  <a:cubicBezTo>
                    <a:pt x="13333" y="43137"/>
                    <a:pt x="18144" y="47999"/>
                    <a:pt x="23006" y="52810"/>
                  </a:cubicBezTo>
                  <a:cubicBezTo>
                    <a:pt x="28653" y="58457"/>
                    <a:pt x="34457" y="63947"/>
                    <a:pt x="39843" y="69855"/>
                  </a:cubicBezTo>
                  <a:cubicBezTo>
                    <a:pt x="41516" y="71685"/>
                    <a:pt x="42771" y="74614"/>
                    <a:pt x="42823" y="77019"/>
                  </a:cubicBezTo>
                  <a:cubicBezTo>
                    <a:pt x="43084" y="93855"/>
                    <a:pt x="42928" y="110692"/>
                    <a:pt x="42980" y="127528"/>
                  </a:cubicBezTo>
                  <a:cubicBezTo>
                    <a:pt x="42980" y="136364"/>
                    <a:pt x="47738" y="141070"/>
                    <a:pt x="56627" y="141123"/>
                  </a:cubicBezTo>
                  <a:cubicBezTo>
                    <a:pt x="61855" y="141123"/>
                    <a:pt x="67084" y="141123"/>
                    <a:pt x="72836" y="141123"/>
                  </a:cubicBezTo>
                  <a:cubicBezTo>
                    <a:pt x="72836" y="136051"/>
                    <a:pt x="72940" y="131136"/>
                    <a:pt x="72731" y="126221"/>
                  </a:cubicBezTo>
                  <a:cubicBezTo>
                    <a:pt x="72679" y="125227"/>
                    <a:pt x="71424" y="124234"/>
                    <a:pt x="70535" y="123345"/>
                  </a:cubicBezTo>
                  <a:cubicBezTo>
                    <a:pt x="67973" y="120835"/>
                    <a:pt x="65359" y="118325"/>
                    <a:pt x="62587" y="115711"/>
                  </a:cubicBezTo>
                  <a:cubicBezTo>
                    <a:pt x="65777" y="112783"/>
                    <a:pt x="68548" y="110221"/>
                    <a:pt x="71633" y="107397"/>
                  </a:cubicBezTo>
                  <a:cubicBezTo>
                    <a:pt x="78692" y="114508"/>
                    <a:pt x="86012" y="121776"/>
                    <a:pt x="93280" y="129097"/>
                  </a:cubicBezTo>
                  <a:cubicBezTo>
                    <a:pt x="94587" y="130404"/>
                    <a:pt x="95894" y="131763"/>
                    <a:pt x="97254" y="133070"/>
                  </a:cubicBezTo>
                  <a:cubicBezTo>
                    <a:pt x="100757" y="136469"/>
                    <a:pt x="104574" y="136783"/>
                    <a:pt x="107450" y="133907"/>
                  </a:cubicBezTo>
                  <a:cubicBezTo>
                    <a:pt x="110378" y="131031"/>
                    <a:pt x="110169" y="127110"/>
                    <a:pt x="106770" y="123711"/>
                  </a:cubicBezTo>
                  <a:cubicBezTo>
                    <a:pt x="98875" y="115763"/>
                    <a:pt x="90927" y="107816"/>
                    <a:pt x="82979" y="99868"/>
                  </a:cubicBezTo>
                  <a:cubicBezTo>
                    <a:pt x="77542" y="94430"/>
                    <a:pt x="77489" y="92966"/>
                    <a:pt x="82352" y="87058"/>
                  </a:cubicBezTo>
                  <a:cubicBezTo>
                    <a:pt x="91554" y="75868"/>
                    <a:pt x="90822" y="59973"/>
                    <a:pt x="80313" y="49359"/>
                  </a:cubicBezTo>
                  <a:cubicBezTo>
                    <a:pt x="67555" y="36392"/>
                    <a:pt x="54588" y="23581"/>
                    <a:pt x="41673" y="10771"/>
                  </a:cubicBezTo>
                  <a:cubicBezTo>
                    <a:pt x="40732" y="9830"/>
                    <a:pt x="39320" y="9307"/>
                    <a:pt x="37908" y="8523"/>
                  </a:cubicBezTo>
                  <a:cubicBezTo>
                    <a:pt x="41725" y="4967"/>
                    <a:pt x="44392" y="2405"/>
                    <a:pt x="47006" y="0"/>
                  </a:cubicBezTo>
                  <a:cubicBezTo>
                    <a:pt x="55110" y="8104"/>
                    <a:pt x="63320" y="16366"/>
                    <a:pt x="71581" y="24627"/>
                  </a:cubicBezTo>
                  <a:cubicBezTo>
                    <a:pt x="71999" y="24470"/>
                    <a:pt x="72417" y="24261"/>
                    <a:pt x="72836" y="24104"/>
                  </a:cubicBezTo>
                  <a:cubicBezTo>
                    <a:pt x="72836" y="20130"/>
                    <a:pt x="72836" y="16104"/>
                    <a:pt x="72836" y="12131"/>
                  </a:cubicBezTo>
                  <a:cubicBezTo>
                    <a:pt x="72836" y="5229"/>
                    <a:pt x="74561" y="3503"/>
                    <a:pt x="81411" y="3503"/>
                  </a:cubicBezTo>
                  <a:cubicBezTo>
                    <a:pt x="98718" y="3503"/>
                    <a:pt x="116077" y="3503"/>
                    <a:pt x="133384" y="3503"/>
                  </a:cubicBezTo>
                  <a:cubicBezTo>
                    <a:pt x="136469" y="3503"/>
                    <a:pt x="139449" y="3556"/>
                    <a:pt x="141070" y="6797"/>
                  </a:cubicBezTo>
                  <a:cubicBezTo>
                    <a:pt x="142691" y="9987"/>
                    <a:pt x="141070" y="12392"/>
                    <a:pt x="139136" y="14902"/>
                  </a:cubicBezTo>
                  <a:cubicBezTo>
                    <a:pt x="129358" y="27503"/>
                    <a:pt x="130770" y="44810"/>
                    <a:pt x="142377" y="55476"/>
                  </a:cubicBezTo>
                  <a:cubicBezTo>
                    <a:pt x="153776" y="65986"/>
                    <a:pt x="171501" y="65934"/>
                    <a:pt x="182847" y="55372"/>
                  </a:cubicBezTo>
                  <a:cubicBezTo>
                    <a:pt x="194403" y="44653"/>
                    <a:pt x="195762" y="27398"/>
                    <a:pt x="185880" y="14745"/>
                  </a:cubicBezTo>
                  <a:cubicBezTo>
                    <a:pt x="183998" y="12340"/>
                    <a:pt x="182534" y="10039"/>
                    <a:pt x="183945" y="6954"/>
                  </a:cubicBezTo>
                  <a:cubicBezTo>
                    <a:pt x="185462" y="3660"/>
                    <a:pt x="188390" y="3451"/>
                    <a:pt x="191527" y="3451"/>
                  </a:cubicBezTo>
                  <a:cubicBezTo>
                    <a:pt x="209096" y="3503"/>
                    <a:pt x="226664" y="3451"/>
                    <a:pt x="244285" y="3503"/>
                  </a:cubicBezTo>
                  <a:cubicBezTo>
                    <a:pt x="250402" y="3503"/>
                    <a:pt x="252337" y="5438"/>
                    <a:pt x="252337" y="11503"/>
                  </a:cubicBezTo>
                  <a:cubicBezTo>
                    <a:pt x="252337" y="24575"/>
                    <a:pt x="252337" y="37699"/>
                    <a:pt x="252337" y="50771"/>
                  </a:cubicBezTo>
                  <a:cubicBezTo>
                    <a:pt x="252337" y="52130"/>
                    <a:pt x="252337" y="53490"/>
                    <a:pt x="252337" y="55267"/>
                  </a:cubicBezTo>
                  <a:cubicBezTo>
                    <a:pt x="263735" y="50405"/>
                    <a:pt x="274873" y="49934"/>
                    <a:pt x="286062" y="54431"/>
                  </a:cubicBezTo>
                  <a:cubicBezTo>
                    <a:pt x="294166" y="57673"/>
                    <a:pt x="300598" y="63058"/>
                    <a:pt x="305356" y="70378"/>
                  </a:cubicBezTo>
                  <a:cubicBezTo>
                    <a:pt x="314872" y="84914"/>
                    <a:pt x="314401" y="103737"/>
                    <a:pt x="304205" y="117803"/>
                  </a:cubicBezTo>
                  <a:cubicBezTo>
                    <a:pt x="292755" y="133593"/>
                    <a:pt x="276075" y="138090"/>
                    <a:pt x="252546" y="131606"/>
                  </a:cubicBezTo>
                  <a:cubicBezTo>
                    <a:pt x="252546" y="154613"/>
                    <a:pt x="252546" y="177619"/>
                    <a:pt x="252546" y="200991"/>
                  </a:cubicBezTo>
                  <a:cubicBezTo>
                    <a:pt x="257932" y="200991"/>
                    <a:pt x="263265" y="200991"/>
                    <a:pt x="268598" y="200991"/>
                  </a:cubicBezTo>
                  <a:cubicBezTo>
                    <a:pt x="284284" y="201043"/>
                    <a:pt x="294219" y="211030"/>
                    <a:pt x="294219" y="226769"/>
                  </a:cubicBezTo>
                  <a:cubicBezTo>
                    <a:pt x="294219" y="241984"/>
                    <a:pt x="294323" y="257200"/>
                    <a:pt x="294166" y="272415"/>
                  </a:cubicBezTo>
                  <a:cubicBezTo>
                    <a:pt x="294114" y="275291"/>
                    <a:pt x="295055" y="277226"/>
                    <a:pt x="297042" y="279212"/>
                  </a:cubicBezTo>
                  <a:cubicBezTo>
                    <a:pt x="306454" y="288467"/>
                    <a:pt x="315761" y="297827"/>
                    <a:pt x="325277" y="307291"/>
                  </a:cubicBezTo>
                  <a:cubicBezTo>
                    <a:pt x="322244" y="310114"/>
                    <a:pt x="319473" y="312676"/>
                    <a:pt x="316336" y="315552"/>
                  </a:cubicBezTo>
                  <a:cubicBezTo>
                    <a:pt x="312362" y="311526"/>
                    <a:pt x="308075" y="307186"/>
                    <a:pt x="303735" y="302898"/>
                  </a:cubicBezTo>
                  <a:cubicBezTo>
                    <a:pt x="297670" y="296833"/>
                    <a:pt x="291604" y="290663"/>
                    <a:pt x="285434" y="284703"/>
                  </a:cubicBezTo>
                  <a:cubicBezTo>
                    <a:pt x="283134" y="282454"/>
                    <a:pt x="282088" y="280049"/>
                    <a:pt x="282088" y="276755"/>
                  </a:cubicBezTo>
                  <a:cubicBezTo>
                    <a:pt x="282193" y="260023"/>
                    <a:pt x="282140" y="243344"/>
                    <a:pt x="282140" y="226612"/>
                  </a:cubicBezTo>
                  <a:cubicBezTo>
                    <a:pt x="282140" y="217723"/>
                    <a:pt x="277382" y="213017"/>
                    <a:pt x="268546" y="213017"/>
                  </a:cubicBezTo>
                  <a:cubicBezTo>
                    <a:pt x="263422" y="212965"/>
                    <a:pt x="258193" y="212965"/>
                    <a:pt x="252337" y="212965"/>
                  </a:cubicBezTo>
                  <a:close/>
                  <a:moveTo>
                    <a:pt x="240363" y="171083"/>
                  </a:moveTo>
                  <a:cubicBezTo>
                    <a:pt x="240363" y="154194"/>
                    <a:pt x="240363" y="137881"/>
                    <a:pt x="240363" y="121567"/>
                  </a:cubicBezTo>
                  <a:cubicBezTo>
                    <a:pt x="240363" y="118639"/>
                    <a:pt x="240938" y="116077"/>
                    <a:pt x="243814" y="114718"/>
                  </a:cubicBezTo>
                  <a:cubicBezTo>
                    <a:pt x="246690" y="113358"/>
                    <a:pt x="249043" y="114456"/>
                    <a:pt x="251291" y="116391"/>
                  </a:cubicBezTo>
                  <a:cubicBezTo>
                    <a:pt x="256311" y="120574"/>
                    <a:pt x="262219" y="122874"/>
                    <a:pt x="268755" y="123188"/>
                  </a:cubicBezTo>
                  <a:cubicBezTo>
                    <a:pt x="282140" y="123816"/>
                    <a:pt x="294219" y="115659"/>
                    <a:pt x="298559" y="103162"/>
                  </a:cubicBezTo>
                  <a:cubicBezTo>
                    <a:pt x="302846" y="90718"/>
                    <a:pt x="298559" y="76914"/>
                    <a:pt x="287944" y="69176"/>
                  </a:cubicBezTo>
                  <a:cubicBezTo>
                    <a:pt x="277016" y="61176"/>
                    <a:pt x="262637" y="61437"/>
                    <a:pt x="251814" y="69855"/>
                  </a:cubicBezTo>
                  <a:cubicBezTo>
                    <a:pt x="249304" y="71790"/>
                    <a:pt x="246951" y="73411"/>
                    <a:pt x="243709" y="71842"/>
                  </a:cubicBezTo>
                  <a:cubicBezTo>
                    <a:pt x="240468" y="70274"/>
                    <a:pt x="240363" y="67293"/>
                    <a:pt x="240363" y="64156"/>
                  </a:cubicBezTo>
                  <a:cubicBezTo>
                    <a:pt x="240415" y="49307"/>
                    <a:pt x="240363" y="34457"/>
                    <a:pt x="240363" y="19660"/>
                  </a:cubicBezTo>
                  <a:cubicBezTo>
                    <a:pt x="240363" y="18353"/>
                    <a:pt x="240363" y="17046"/>
                    <a:pt x="240363" y="15791"/>
                  </a:cubicBezTo>
                  <a:cubicBezTo>
                    <a:pt x="226873" y="15791"/>
                    <a:pt x="213906" y="15791"/>
                    <a:pt x="200834" y="15791"/>
                  </a:cubicBezTo>
                  <a:cubicBezTo>
                    <a:pt x="207579" y="37281"/>
                    <a:pt x="203501" y="54222"/>
                    <a:pt x="188808" y="66091"/>
                  </a:cubicBezTo>
                  <a:cubicBezTo>
                    <a:pt x="175318" y="76966"/>
                    <a:pt x="156233" y="78849"/>
                    <a:pt x="141593" y="69542"/>
                  </a:cubicBezTo>
                  <a:cubicBezTo>
                    <a:pt x="121201" y="56627"/>
                    <a:pt x="116600" y="37960"/>
                    <a:pt x="124182" y="15791"/>
                  </a:cubicBezTo>
                  <a:cubicBezTo>
                    <a:pt x="111057" y="15791"/>
                    <a:pt x="98038" y="15791"/>
                    <a:pt x="84809" y="15791"/>
                  </a:cubicBezTo>
                  <a:cubicBezTo>
                    <a:pt x="84809" y="21647"/>
                    <a:pt x="84966" y="27242"/>
                    <a:pt x="84757" y="32836"/>
                  </a:cubicBezTo>
                  <a:cubicBezTo>
                    <a:pt x="84600" y="35869"/>
                    <a:pt x="85594" y="37908"/>
                    <a:pt x="87738" y="39947"/>
                  </a:cubicBezTo>
                  <a:cubicBezTo>
                    <a:pt x="97149" y="48888"/>
                    <a:pt x="101489" y="59921"/>
                    <a:pt x="100496" y="72940"/>
                  </a:cubicBezTo>
                  <a:cubicBezTo>
                    <a:pt x="99920" y="80313"/>
                    <a:pt x="97149" y="86901"/>
                    <a:pt x="92966" y="93123"/>
                  </a:cubicBezTo>
                  <a:cubicBezTo>
                    <a:pt x="100705" y="100809"/>
                    <a:pt x="108391" y="108234"/>
                    <a:pt x="115868" y="115920"/>
                  </a:cubicBezTo>
                  <a:cubicBezTo>
                    <a:pt x="123293" y="123554"/>
                    <a:pt x="123240" y="134848"/>
                    <a:pt x="116025" y="142168"/>
                  </a:cubicBezTo>
                  <a:cubicBezTo>
                    <a:pt x="108757" y="149645"/>
                    <a:pt x="97358" y="149698"/>
                    <a:pt x="89515" y="142273"/>
                  </a:cubicBezTo>
                  <a:cubicBezTo>
                    <a:pt x="88156" y="140966"/>
                    <a:pt x="87058" y="139345"/>
                    <a:pt x="85855" y="137881"/>
                  </a:cubicBezTo>
                  <a:cubicBezTo>
                    <a:pt x="85594" y="138142"/>
                    <a:pt x="85385" y="138404"/>
                    <a:pt x="85123" y="138717"/>
                  </a:cubicBezTo>
                  <a:cubicBezTo>
                    <a:pt x="85123" y="149488"/>
                    <a:pt x="85123" y="160207"/>
                    <a:pt x="85123" y="171083"/>
                  </a:cubicBezTo>
                  <a:cubicBezTo>
                    <a:pt x="92130" y="171083"/>
                    <a:pt x="98875" y="171083"/>
                    <a:pt x="105620" y="171083"/>
                  </a:cubicBezTo>
                  <a:cubicBezTo>
                    <a:pt x="115240" y="171083"/>
                    <a:pt x="124809" y="171135"/>
                    <a:pt x="134430" y="171083"/>
                  </a:cubicBezTo>
                  <a:cubicBezTo>
                    <a:pt x="137410" y="171083"/>
                    <a:pt x="139920" y="171710"/>
                    <a:pt x="141279" y="174586"/>
                  </a:cubicBezTo>
                  <a:cubicBezTo>
                    <a:pt x="142534" y="177305"/>
                    <a:pt x="141698" y="179658"/>
                    <a:pt x="139815" y="181802"/>
                  </a:cubicBezTo>
                  <a:cubicBezTo>
                    <a:pt x="139083" y="182638"/>
                    <a:pt x="138404" y="183527"/>
                    <a:pt x="137776" y="184468"/>
                  </a:cubicBezTo>
                  <a:cubicBezTo>
                    <a:pt x="131554" y="194351"/>
                    <a:pt x="130822" y="204651"/>
                    <a:pt x="136312" y="215004"/>
                  </a:cubicBezTo>
                  <a:cubicBezTo>
                    <a:pt x="141698" y="225200"/>
                    <a:pt x="150534" y="230638"/>
                    <a:pt x="162037" y="230847"/>
                  </a:cubicBezTo>
                  <a:cubicBezTo>
                    <a:pt x="174325" y="231056"/>
                    <a:pt x="183789" y="225409"/>
                    <a:pt x="189279" y="214481"/>
                  </a:cubicBezTo>
                  <a:cubicBezTo>
                    <a:pt x="195030" y="203083"/>
                    <a:pt x="193462" y="191998"/>
                    <a:pt x="185619" y="181906"/>
                  </a:cubicBezTo>
                  <a:cubicBezTo>
                    <a:pt x="183789" y="179553"/>
                    <a:pt x="182743" y="177201"/>
                    <a:pt x="184155" y="174377"/>
                  </a:cubicBezTo>
                  <a:cubicBezTo>
                    <a:pt x="185514" y="171658"/>
                    <a:pt x="187919" y="171031"/>
                    <a:pt x="190743" y="171083"/>
                  </a:cubicBezTo>
                  <a:cubicBezTo>
                    <a:pt x="198220" y="171135"/>
                    <a:pt x="205697" y="171083"/>
                    <a:pt x="213174" y="171083"/>
                  </a:cubicBezTo>
                  <a:cubicBezTo>
                    <a:pt x="222063" y="171083"/>
                    <a:pt x="231004" y="171083"/>
                    <a:pt x="240363" y="171083"/>
                  </a:cubicBezTo>
                  <a:close/>
                  <a:moveTo>
                    <a:pt x="240363" y="338506"/>
                  </a:moveTo>
                  <a:cubicBezTo>
                    <a:pt x="240363" y="332702"/>
                    <a:pt x="240154" y="327369"/>
                    <a:pt x="240415" y="322035"/>
                  </a:cubicBezTo>
                  <a:cubicBezTo>
                    <a:pt x="240572" y="318637"/>
                    <a:pt x="239579" y="316284"/>
                    <a:pt x="237121" y="313879"/>
                  </a:cubicBezTo>
                  <a:cubicBezTo>
                    <a:pt x="227814" y="304990"/>
                    <a:pt x="223684" y="294010"/>
                    <a:pt x="224677" y="281199"/>
                  </a:cubicBezTo>
                  <a:cubicBezTo>
                    <a:pt x="225252" y="273827"/>
                    <a:pt x="228023" y="267291"/>
                    <a:pt x="232102" y="261226"/>
                  </a:cubicBezTo>
                  <a:cubicBezTo>
                    <a:pt x="231317" y="260389"/>
                    <a:pt x="230742" y="259762"/>
                    <a:pt x="230115" y="259187"/>
                  </a:cubicBezTo>
                  <a:cubicBezTo>
                    <a:pt x="224991" y="254062"/>
                    <a:pt x="219762" y="249095"/>
                    <a:pt x="214847" y="243814"/>
                  </a:cubicBezTo>
                  <a:cubicBezTo>
                    <a:pt x="208311" y="236860"/>
                    <a:pt x="207997" y="226873"/>
                    <a:pt x="213697" y="219501"/>
                  </a:cubicBezTo>
                  <a:cubicBezTo>
                    <a:pt x="219344" y="212233"/>
                    <a:pt x="229278" y="210246"/>
                    <a:pt x="237592" y="214743"/>
                  </a:cubicBezTo>
                  <a:cubicBezTo>
                    <a:pt x="238429" y="215161"/>
                    <a:pt x="239265" y="215579"/>
                    <a:pt x="240154" y="216050"/>
                  </a:cubicBezTo>
                  <a:cubicBezTo>
                    <a:pt x="240154" y="204965"/>
                    <a:pt x="240154" y="194142"/>
                    <a:pt x="240154" y="183423"/>
                  </a:cubicBezTo>
                  <a:cubicBezTo>
                    <a:pt x="226925" y="183423"/>
                    <a:pt x="213958" y="183423"/>
                    <a:pt x="200886" y="183423"/>
                  </a:cubicBezTo>
                  <a:cubicBezTo>
                    <a:pt x="207631" y="205645"/>
                    <a:pt x="203292" y="222638"/>
                    <a:pt x="187972" y="234402"/>
                  </a:cubicBezTo>
                  <a:cubicBezTo>
                    <a:pt x="174168" y="245017"/>
                    <a:pt x="155083" y="245906"/>
                    <a:pt x="140286" y="236546"/>
                  </a:cubicBezTo>
                  <a:cubicBezTo>
                    <a:pt x="132913" y="231893"/>
                    <a:pt x="127476" y="225514"/>
                    <a:pt x="124077" y="217514"/>
                  </a:cubicBezTo>
                  <a:cubicBezTo>
                    <a:pt x="119267" y="206168"/>
                    <a:pt x="119685" y="194769"/>
                    <a:pt x="124495" y="183370"/>
                  </a:cubicBezTo>
                  <a:cubicBezTo>
                    <a:pt x="111110" y="183370"/>
                    <a:pt x="98090" y="183370"/>
                    <a:pt x="84757" y="183370"/>
                  </a:cubicBezTo>
                  <a:cubicBezTo>
                    <a:pt x="84757" y="185096"/>
                    <a:pt x="84757" y="186560"/>
                    <a:pt x="84757" y="188024"/>
                  </a:cubicBezTo>
                  <a:cubicBezTo>
                    <a:pt x="84757" y="202873"/>
                    <a:pt x="84705" y="217671"/>
                    <a:pt x="84757" y="232520"/>
                  </a:cubicBezTo>
                  <a:cubicBezTo>
                    <a:pt x="84757" y="235448"/>
                    <a:pt x="84287" y="238063"/>
                    <a:pt x="81411" y="239474"/>
                  </a:cubicBezTo>
                  <a:cubicBezTo>
                    <a:pt x="78587" y="240886"/>
                    <a:pt x="76130" y="239997"/>
                    <a:pt x="73881" y="237958"/>
                  </a:cubicBezTo>
                  <a:cubicBezTo>
                    <a:pt x="73149" y="237278"/>
                    <a:pt x="72313" y="236703"/>
                    <a:pt x="71476" y="236180"/>
                  </a:cubicBezTo>
                  <a:cubicBezTo>
                    <a:pt x="61646" y="229906"/>
                    <a:pt x="51346" y="229122"/>
                    <a:pt x="40993" y="234507"/>
                  </a:cubicBezTo>
                  <a:cubicBezTo>
                    <a:pt x="30640" y="239893"/>
                    <a:pt x="25098" y="248834"/>
                    <a:pt x="24941" y="260494"/>
                  </a:cubicBezTo>
                  <a:cubicBezTo>
                    <a:pt x="24784" y="272781"/>
                    <a:pt x="30483" y="282193"/>
                    <a:pt x="41464" y="287683"/>
                  </a:cubicBezTo>
                  <a:cubicBezTo>
                    <a:pt x="52601" y="293225"/>
                    <a:pt x="63476" y="291866"/>
                    <a:pt x="73411" y="284337"/>
                  </a:cubicBezTo>
                  <a:cubicBezTo>
                    <a:pt x="75816" y="282507"/>
                    <a:pt x="78169" y="280990"/>
                    <a:pt x="81202" y="282402"/>
                  </a:cubicBezTo>
                  <a:cubicBezTo>
                    <a:pt x="84496" y="283918"/>
                    <a:pt x="84757" y="286846"/>
                    <a:pt x="84705" y="289984"/>
                  </a:cubicBezTo>
                  <a:cubicBezTo>
                    <a:pt x="84653" y="302689"/>
                    <a:pt x="84705" y="315395"/>
                    <a:pt x="84705" y="328153"/>
                  </a:cubicBezTo>
                  <a:cubicBezTo>
                    <a:pt x="84705" y="331604"/>
                    <a:pt x="84705" y="335055"/>
                    <a:pt x="84705" y="338663"/>
                  </a:cubicBezTo>
                  <a:cubicBezTo>
                    <a:pt x="98090" y="338663"/>
                    <a:pt x="111110" y="338663"/>
                    <a:pt x="124234" y="338663"/>
                  </a:cubicBezTo>
                  <a:cubicBezTo>
                    <a:pt x="116914" y="318637"/>
                    <a:pt x="120208" y="301121"/>
                    <a:pt x="137044" y="287840"/>
                  </a:cubicBezTo>
                  <a:cubicBezTo>
                    <a:pt x="151057" y="276807"/>
                    <a:pt x="167161" y="275395"/>
                    <a:pt x="182586" y="284389"/>
                  </a:cubicBezTo>
                  <a:cubicBezTo>
                    <a:pt x="203867" y="296833"/>
                    <a:pt x="208520" y="315918"/>
                    <a:pt x="200886" y="338663"/>
                  </a:cubicBezTo>
                  <a:cubicBezTo>
                    <a:pt x="214115" y="338506"/>
                    <a:pt x="227082" y="338506"/>
                    <a:pt x="240363" y="338506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584" name="Google Shape;584;p6"/>
            <p:cNvSpPr/>
            <p:nvPr/>
          </p:nvSpPr>
          <p:spPr bwMode="auto">
            <a:xfrm>
              <a:off x="2499198" y="6500819"/>
              <a:ext cx="71777" cy="125750"/>
            </a:xfrm>
            <a:custGeom>
              <a:avLst/>
              <a:gdLst/>
              <a:ahLst/>
              <a:cxnLst/>
              <a:rect l="l" t="t" r="r" b="b"/>
              <a:pathLst>
                <a:path w="71777" h="125750" fill="norm" stroke="1" extrusionOk="0">
                  <a:moveTo>
                    <a:pt x="59779" y="0"/>
                  </a:moveTo>
                  <a:cubicBezTo>
                    <a:pt x="64015" y="0"/>
                    <a:pt x="67675" y="0"/>
                    <a:pt x="71596" y="0"/>
                  </a:cubicBezTo>
                  <a:cubicBezTo>
                    <a:pt x="71596" y="7216"/>
                    <a:pt x="72067" y="14327"/>
                    <a:pt x="71492" y="21333"/>
                  </a:cubicBezTo>
                  <a:cubicBezTo>
                    <a:pt x="70812" y="29176"/>
                    <a:pt x="65008" y="34771"/>
                    <a:pt x="56590" y="36444"/>
                  </a:cubicBezTo>
                  <a:cubicBezTo>
                    <a:pt x="39858" y="39790"/>
                    <a:pt x="26839" y="48470"/>
                    <a:pt x="18734" y="63476"/>
                  </a:cubicBezTo>
                  <a:cubicBezTo>
                    <a:pt x="9166" y="81149"/>
                    <a:pt x="9584" y="98979"/>
                    <a:pt x="19257" y="116600"/>
                  </a:cubicBezTo>
                  <a:cubicBezTo>
                    <a:pt x="19675" y="117384"/>
                    <a:pt x="20094" y="118116"/>
                    <a:pt x="20721" y="119267"/>
                  </a:cubicBezTo>
                  <a:cubicBezTo>
                    <a:pt x="17532" y="121358"/>
                    <a:pt x="14342" y="123450"/>
                    <a:pt x="10943" y="125750"/>
                  </a:cubicBezTo>
                  <a:cubicBezTo>
                    <a:pt x="5453" y="117750"/>
                    <a:pt x="2107" y="109123"/>
                    <a:pt x="748" y="99816"/>
                  </a:cubicBezTo>
                  <a:cubicBezTo>
                    <a:pt x="-4429" y="64208"/>
                    <a:pt x="17741" y="32575"/>
                    <a:pt x="52930" y="25045"/>
                  </a:cubicBezTo>
                  <a:cubicBezTo>
                    <a:pt x="58420" y="23895"/>
                    <a:pt x="59727" y="22222"/>
                    <a:pt x="59727" y="16627"/>
                  </a:cubicBezTo>
                  <a:cubicBezTo>
                    <a:pt x="59779" y="11189"/>
                    <a:pt x="59779" y="5699"/>
                    <a:pt x="59779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585" name="Google Shape;585;p6"/>
            <p:cNvSpPr/>
            <p:nvPr/>
          </p:nvSpPr>
          <p:spPr bwMode="auto">
            <a:xfrm>
              <a:off x="2791340" y="6358756"/>
              <a:ext cx="54842" cy="116547"/>
            </a:xfrm>
            <a:custGeom>
              <a:avLst/>
              <a:gdLst/>
              <a:ahLst/>
              <a:cxnLst/>
              <a:rect l="l" t="t" r="r" b="b"/>
              <a:pathLst>
                <a:path w="54842" h="116547" fill="norm" stroke="1" extrusionOk="0">
                  <a:moveTo>
                    <a:pt x="0" y="11033"/>
                  </a:moveTo>
                  <a:cubicBezTo>
                    <a:pt x="732" y="7216"/>
                    <a:pt x="1464" y="3608"/>
                    <a:pt x="2144" y="0"/>
                  </a:cubicBezTo>
                  <a:cubicBezTo>
                    <a:pt x="21385" y="366"/>
                    <a:pt x="45124" y="21961"/>
                    <a:pt x="52130" y="45281"/>
                  </a:cubicBezTo>
                  <a:cubicBezTo>
                    <a:pt x="60025" y="71581"/>
                    <a:pt x="50248" y="101489"/>
                    <a:pt x="28496" y="116548"/>
                  </a:cubicBezTo>
                  <a:cubicBezTo>
                    <a:pt x="26248" y="113567"/>
                    <a:pt x="23947" y="110535"/>
                    <a:pt x="21595" y="107345"/>
                  </a:cubicBezTo>
                  <a:cubicBezTo>
                    <a:pt x="38797" y="92705"/>
                    <a:pt x="46483" y="74561"/>
                    <a:pt x="41464" y="52392"/>
                  </a:cubicBezTo>
                  <a:cubicBezTo>
                    <a:pt x="36496" y="30379"/>
                    <a:pt x="22013" y="17150"/>
                    <a:pt x="0" y="11033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586" name="Google Shape;586;p6"/>
            <p:cNvSpPr/>
            <p:nvPr/>
          </p:nvSpPr>
          <p:spPr bwMode="auto">
            <a:xfrm>
              <a:off x="2516572" y="6627092"/>
              <a:ext cx="15999" cy="15999"/>
            </a:xfrm>
            <a:custGeom>
              <a:avLst/>
              <a:gdLst/>
              <a:ahLst/>
              <a:cxnLst/>
              <a:rect l="l" t="t" r="r" b="b"/>
              <a:pathLst>
                <a:path w="15999" h="15999" fill="norm" stroke="1" extrusionOk="0">
                  <a:moveTo>
                    <a:pt x="0" y="8209"/>
                  </a:moveTo>
                  <a:cubicBezTo>
                    <a:pt x="3242" y="5229"/>
                    <a:pt x="6065" y="2614"/>
                    <a:pt x="8889" y="0"/>
                  </a:cubicBezTo>
                  <a:cubicBezTo>
                    <a:pt x="11346" y="2196"/>
                    <a:pt x="13490" y="4183"/>
                    <a:pt x="16000" y="6484"/>
                  </a:cubicBezTo>
                  <a:cubicBezTo>
                    <a:pt x="13699" y="9516"/>
                    <a:pt x="11451" y="12549"/>
                    <a:pt x="8836" y="16000"/>
                  </a:cubicBezTo>
                  <a:cubicBezTo>
                    <a:pt x="5908" y="13438"/>
                    <a:pt x="3190" y="11033"/>
                    <a:pt x="0" y="8209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</p:grpSp>
      <p:grpSp>
        <p:nvGrpSpPr>
          <p:cNvPr id="1111064591" name="Google Shape;587;p6"/>
          <p:cNvGrpSpPr/>
          <p:nvPr/>
        </p:nvGrpSpPr>
        <p:grpSpPr bwMode="auto">
          <a:xfrm>
            <a:off x="8360775" y="6348026"/>
            <a:ext cx="346443" cy="346143"/>
            <a:chOff x="6401236" y="6334616"/>
            <a:chExt cx="346443" cy="346143"/>
          </a:xfrm>
        </p:grpSpPr>
        <p:sp>
          <p:nvSpPr>
            <p:cNvPr id="588" name="Google Shape;588;p6"/>
            <p:cNvSpPr/>
            <p:nvPr/>
          </p:nvSpPr>
          <p:spPr bwMode="auto">
            <a:xfrm>
              <a:off x="6401236" y="6334616"/>
              <a:ext cx="346443" cy="346143"/>
            </a:xfrm>
            <a:custGeom>
              <a:avLst/>
              <a:gdLst/>
              <a:ahLst/>
              <a:cxnLst/>
              <a:rect l="l" t="t" r="r" b="b"/>
              <a:pathLst>
                <a:path w="346443" h="346144" fill="norm" stroke="1" extrusionOk="0">
                  <a:moveTo>
                    <a:pt x="0" y="155947"/>
                  </a:moveTo>
                  <a:cubicBezTo>
                    <a:pt x="3696" y="155999"/>
                    <a:pt x="7443" y="155999"/>
                    <a:pt x="11139" y="156051"/>
                  </a:cubicBezTo>
                  <a:cubicBezTo>
                    <a:pt x="14210" y="156103"/>
                    <a:pt x="16344" y="154698"/>
                    <a:pt x="17489" y="151939"/>
                  </a:cubicBezTo>
                  <a:cubicBezTo>
                    <a:pt x="18635" y="149129"/>
                    <a:pt x="17958" y="146630"/>
                    <a:pt x="15876" y="144496"/>
                  </a:cubicBezTo>
                  <a:cubicBezTo>
                    <a:pt x="13325" y="141945"/>
                    <a:pt x="10671" y="139499"/>
                    <a:pt x="8224" y="137209"/>
                  </a:cubicBezTo>
                  <a:cubicBezTo>
                    <a:pt x="21549" y="123883"/>
                    <a:pt x="34614" y="110870"/>
                    <a:pt x="48044" y="97389"/>
                  </a:cubicBezTo>
                  <a:cubicBezTo>
                    <a:pt x="50178" y="99627"/>
                    <a:pt x="52572" y="102126"/>
                    <a:pt x="54967" y="104624"/>
                  </a:cubicBezTo>
                  <a:cubicBezTo>
                    <a:pt x="57205" y="106967"/>
                    <a:pt x="59755" y="108008"/>
                    <a:pt x="62879" y="106602"/>
                  </a:cubicBezTo>
                  <a:cubicBezTo>
                    <a:pt x="65950" y="105249"/>
                    <a:pt x="67095" y="102802"/>
                    <a:pt x="66991" y="99523"/>
                  </a:cubicBezTo>
                  <a:cubicBezTo>
                    <a:pt x="66887" y="96192"/>
                    <a:pt x="66991" y="92808"/>
                    <a:pt x="66991" y="89269"/>
                  </a:cubicBezTo>
                  <a:cubicBezTo>
                    <a:pt x="85729" y="89269"/>
                    <a:pt x="104156" y="89269"/>
                    <a:pt x="122946" y="89269"/>
                  </a:cubicBezTo>
                  <a:cubicBezTo>
                    <a:pt x="122946" y="92913"/>
                    <a:pt x="122998" y="96400"/>
                    <a:pt x="122946" y="99835"/>
                  </a:cubicBezTo>
                  <a:cubicBezTo>
                    <a:pt x="122894" y="102959"/>
                    <a:pt x="124039" y="105353"/>
                    <a:pt x="127006" y="106602"/>
                  </a:cubicBezTo>
                  <a:cubicBezTo>
                    <a:pt x="129973" y="107851"/>
                    <a:pt x="132524" y="107071"/>
                    <a:pt x="134710" y="104832"/>
                  </a:cubicBezTo>
                  <a:cubicBezTo>
                    <a:pt x="137156" y="102334"/>
                    <a:pt x="139551" y="99783"/>
                    <a:pt x="142049" y="97181"/>
                  </a:cubicBezTo>
                  <a:cubicBezTo>
                    <a:pt x="143194" y="98014"/>
                    <a:pt x="144027" y="98690"/>
                    <a:pt x="145329" y="99679"/>
                  </a:cubicBezTo>
                  <a:cubicBezTo>
                    <a:pt x="145329" y="92184"/>
                    <a:pt x="145329" y="85261"/>
                    <a:pt x="145329" y="77974"/>
                  </a:cubicBezTo>
                  <a:cubicBezTo>
                    <a:pt x="148139" y="77974"/>
                    <a:pt x="150586" y="77974"/>
                    <a:pt x="153032" y="77974"/>
                  </a:cubicBezTo>
                  <a:cubicBezTo>
                    <a:pt x="160111" y="77922"/>
                    <a:pt x="165525" y="75007"/>
                    <a:pt x="168335" y="68344"/>
                  </a:cubicBezTo>
                  <a:cubicBezTo>
                    <a:pt x="171146" y="61577"/>
                    <a:pt x="169585" y="55539"/>
                    <a:pt x="164379" y="50438"/>
                  </a:cubicBezTo>
                  <a:cubicBezTo>
                    <a:pt x="162610" y="48721"/>
                    <a:pt x="160684" y="47159"/>
                    <a:pt x="159018" y="45649"/>
                  </a:cubicBezTo>
                  <a:cubicBezTo>
                    <a:pt x="169897" y="34823"/>
                    <a:pt x="180359" y="24464"/>
                    <a:pt x="191446" y="13429"/>
                  </a:cubicBezTo>
                  <a:cubicBezTo>
                    <a:pt x="192748" y="14939"/>
                    <a:pt x="194205" y="16969"/>
                    <a:pt x="195923" y="18739"/>
                  </a:cubicBezTo>
                  <a:cubicBezTo>
                    <a:pt x="201284" y="24152"/>
                    <a:pt x="207478" y="25610"/>
                    <a:pt x="213777" y="22851"/>
                  </a:cubicBezTo>
                  <a:cubicBezTo>
                    <a:pt x="220491" y="19884"/>
                    <a:pt x="223666" y="14627"/>
                    <a:pt x="223458" y="7287"/>
                  </a:cubicBezTo>
                  <a:cubicBezTo>
                    <a:pt x="223406" y="4945"/>
                    <a:pt x="223458" y="2603"/>
                    <a:pt x="223458" y="0"/>
                  </a:cubicBezTo>
                  <a:cubicBezTo>
                    <a:pt x="238397" y="0"/>
                    <a:pt x="253076" y="0"/>
                    <a:pt x="268171" y="0"/>
                  </a:cubicBezTo>
                  <a:cubicBezTo>
                    <a:pt x="268171" y="2498"/>
                    <a:pt x="268171" y="4945"/>
                    <a:pt x="268171" y="7391"/>
                  </a:cubicBezTo>
                  <a:cubicBezTo>
                    <a:pt x="268223" y="14575"/>
                    <a:pt x="271138" y="20092"/>
                    <a:pt x="278008" y="22851"/>
                  </a:cubicBezTo>
                  <a:cubicBezTo>
                    <a:pt x="284827" y="25610"/>
                    <a:pt x="290813" y="23892"/>
                    <a:pt x="295862" y="18739"/>
                  </a:cubicBezTo>
                  <a:cubicBezTo>
                    <a:pt x="297528" y="17073"/>
                    <a:pt x="299089" y="15303"/>
                    <a:pt x="300391" y="13950"/>
                  </a:cubicBezTo>
                  <a:cubicBezTo>
                    <a:pt x="311061" y="24621"/>
                    <a:pt x="321472" y="35031"/>
                    <a:pt x="332351" y="45858"/>
                  </a:cubicBezTo>
                  <a:cubicBezTo>
                    <a:pt x="330841" y="47263"/>
                    <a:pt x="328811" y="48981"/>
                    <a:pt x="326937" y="50907"/>
                  </a:cubicBezTo>
                  <a:cubicBezTo>
                    <a:pt x="322148" y="55800"/>
                    <a:pt x="320691" y="61525"/>
                    <a:pt x="323241" y="67980"/>
                  </a:cubicBezTo>
                  <a:cubicBezTo>
                    <a:pt x="325792" y="74382"/>
                    <a:pt x="330737" y="77661"/>
                    <a:pt x="337556" y="78026"/>
                  </a:cubicBezTo>
                  <a:cubicBezTo>
                    <a:pt x="340366" y="78182"/>
                    <a:pt x="343177" y="78026"/>
                    <a:pt x="346196" y="78026"/>
                  </a:cubicBezTo>
                  <a:cubicBezTo>
                    <a:pt x="346196" y="92965"/>
                    <a:pt x="346196" y="107643"/>
                    <a:pt x="346196" y="122790"/>
                  </a:cubicBezTo>
                  <a:cubicBezTo>
                    <a:pt x="343438" y="122790"/>
                    <a:pt x="340783" y="122790"/>
                    <a:pt x="338076" y="122790"/>
                  </a:cubicBezTo>
                  <a:cubicBezTo>
                    <a:pt x="331049" y="122842"/>
                    <a:pt x="325948" y="126017"/>
                    <a:pt x="323293" y="132524"/>
                  </a:cubicBezTo>
                  <a:cubicBezTo>
                    <a:pt x="320639" y="139030"/>
                    <a:pt x="322044" y="144912"/>
                    <a:pt x="326989" y="149857"/>
                  </a:cubicBezTo>
                  <a:cubicBezTo>
                    <a:pt x="328811" y="151679"/>
                    <a:pt x="330789" y="153345"/>
                    <a:pt x="333392" y="155739"/>
                  </a:cubicBezTo>
                  <a:cubicBezTo>
                    <a:pt x="329175" y="159643"/>
                    <a:pt x="325376" y="163183"/>
                    <a:pt x="321576" y="166670"/>
                  </a:cubicBezTo>
                  <a:cubicBezTo>
                    <a:pt x="321732" y="166930"/>
                    <a:pt x="321888" y="167190"/>
                    <a:pt x="321992" y="167451"/>
                  </a:cubicBezTo>
                  <a:cubicBezTo>
                    <a:pt x="326104" y="167451"/>
                    <a:pt x="330216" y="167399"/>
                    <a:pt x="334381" y="167451"/>
                  </a:cubicBezTo>
                  <a:cubicBezTo>
                    <a:pt x="341876" y="167555"/>
                    <a:pt x="346404" y="171979"/>
                    <a:pt x="346404" y="179475"/>
                  </a:cubicBezTo>
                  <a:cubicBezTo>
                    <a:pt x="346457" y="204928"/>
                    <a:pt x="346457" y="230433"/>
                    <a:pt x="346404" y="255887"/>
                  </a:cubicBezTo>
                  <a:cubicBezTo>
                    <a:pt x="346404" y="263382"/>
                    <a:pt x="341928" y="267859"/>
                    <a:pt x="334381" y="267911"/>
                  </a:cubicBezTo>
                  <a:cubicBezTo>
                    <a:pt x="320170" y="267963"/>
                    <a:pt x="305960" y="267859"/>
                    <a:pt x="291750" y="267963"/>
                  </a:cubicBezTo>
                  <a:cubicBezTo>
                    <a:pt x="286649" y="268015"/>
                    <a:pt x="282901" y="265881"/>
                    <a:pt x="280195" y="261456"/>
                  </a:cubicBezTo>
                  <a:cubicBezTo>
                    <a:pt x="265932" y="270670"/>
                    <a:pt x="250473" y="276239"/>
                    <a:pt x="233504" y="278321"/>
                  </a:cubicBezTo>
                  <a:cubicBezTo>
                    <a:pt x="235014" y="283110"/>
                    <a:pt x="235066" y="287638"/>
                    <a:pt x="232932" y="291959"/>
                  </a:cubicBezTo>
                  <a:cubicBezTo>
                    <a:pt x="230745" y="296331"/>
                    <a:pt x="227206" y="299142"/>
                    <a:pt x="222521" y="300808"/>
                  </a:cubicBezTo>
                  <a:cubicBezTo>
                    <a:pt x="224291" y="307626"/>
                    <a:pt x="223562" y="313820"/>
                    <a:pt x="218409" y="319026"/>
                  </a:cubicBezTo>
                  <a:cubicBezTo>
                    <a:pt x="213360" y="324127"/>
                    <a:pt x="206906" y="324023"/>
                    <a:pt x="200399" y="323867"/>
                  </a:cubicBezTo>
                  <a:cubicBezTo>
                    <a:pt x="202585" y="333965"/>
                    <a:pt x="198994" y="342449"/>
                    <a:pt x="187386" y="346145"/>
                  </a:cubicBezTo>
                  <a:cubicBezTo>
                    <a:pt x="163911" y="346145"/>
                    <a:pt x="140488" y="346145"/>
                    <a:pt x="117012" y="346145"/>
                  </a:cubicBezTo>
                  <a:cubicBezTo>
                    <a:pt x="110506" y="344948"/>
                    <a:pt x="103947" y="344011"/>
                    <a:pt x="97545" y="342449"/>
                  </a:cubicBezTo>
                  <a:cubicBezTo>
                    <a:pt x="86354" y="339690"/>
                    <a:pt x="75996" y="334797"/>
                    <a:pt x="66314" y="328603"/>
                  </a:cubicBezTo>
                  <a:cubicBezTo>
                    <a:pt x="61577" y="334329"/>
                    <a:pt x="60328" y="334954"/>
                    <a:pt x="52937" y="334954"/>
                  </a:cubicBezTo>
                  <a:cubicBezTo>
                    <a:pt x="40080" y="334954"/>
                    <a:pt x="27275" y="334745"/>
                    <a:pt x="14470" y="335058"/>
                  </a:cubicBezTo>
                  <a:cubicBezTo>
                    <a:pt x="7600" y="335214"/>
                    <a:pt x="2655" y="333080"/>
                    <a:pt x="0" y="326573"/>
                  </a:cubicBezTo>
                  <a:cubicBezTo>
                    <a:pt x="0" y="298621"/>
                    <a:pt x="0" y="270670"/>
                    <a:pt x="0" y="242666"/>
                  </a:cubicBezTo>
                  <a:cubicBezTo>
                    <a:pt x="2134" y="238241"/>
                    <a:pt x="5205" y="235014"/>
                    <a:pt x="10567" y="234337"/>
                  </a:cubicBezTo>
                  <a:cubicBezTo>
                    <a:pt x="9630" y="233192"/>
                    <a:pt x="8953" y="232359"/>
                    <a:pt x="8068" y="231266"/>
                  </a:cubicBezTo>
                  <a:cubicBezTo>
                    <a:pt x="10775" y="228664"/>
                    <a:pt x="13377" y="226217"/>
                    <a:pt x="15928" y="223667"/>
                  </a:cubicBezTo>
                  <a:cubicBezTo>
                    <a:pt x="18010" y="221585"/>
                    <a:pt x="18739" y="219034"/>
                    <a:pt x="17489" y="216223"/>
                  </a:cubicBezTo>
                  <a:cubicBezTo>
                    <a:pt x="16292" y="213465"/>
                    <a:pt x="14158" y="212059"/>
                    <a:pt x="11139" y="212111"/>
                  </a:cubicBezTo>
                  <a:cubicBezTo>
                    <a:pt x="7443" y="212163"/>
                    <a:pt x="3696" y="212163"/>
                    <a:pt x="0" y="212215"/>
                  </a:cubicBezTo>
                  <a:cubicBezTo>
                    <a:pt x="0" y="193373"/>
                    <a:pt x="0" y="174634"/>
                    <a:pt x="0" y="155947"/>
                  </a:cubicBezTo>
                  <a:close/>
                  <a:moveTo>
                    <a:pt x="134137" y="290137"/>
                  </a:moveTo>
                  <a:cubicBezTo>
                    <a:pt x="135751" y="290137"/>
                    <a:pt x="137052" y="290137"/>
                    <a:pt x="138406" y="290137"/>
                  </a:cubicBezTo>
                  <a:cubicBezTo>
                    <a:pt x="164015" y="290137"/>
                    <a:pt x="189573" y="290137"/>
                    <a:pt x="215182" y="290137"/>
                  </a:cubicBezTo>
                  <a:cubicBezTo>
                    <a:pt x="216431" y="290137"/>
                    <a:pt x="217680" y="290189"/>
                    <a:pt x="218878" y="289981"/>
                  </a:cubicBezTo>
                  <a:cubicBezTo>
                    <a:pt x="221688" y="289460"/>
                    <a:pt x="223198" y="287638"/>
                    <a:pt x="223354" y="284828"/>
                  </a:cubicBezTo>
                  <a:cubicBezTo>
                    <a:pt x="223458" y="281809"/>
                    <a:pt x="221845" y="279935"/>
                    <a:pt x="219034" y="279206"/>
                  </a:cubicBezTo>
                  <a:cubicBezTo>
                    <a:pt x="217993" y="278946"/>
                    <a:pt x="216796" y="279102"/>
                    <a:pt x="215650" y="279102"/>
                  </a:cubicBezTo>
                  <a:cubicBezTo>
                    <a:pt x="189833" y="279102"/>
                    <a:pt x="164015" y="279102"/>
                    <a:pt x="138197" y="279102"/>
                  </a:cubicBezTo>
                  <a:cubicBezTo>
                    <a:pt x="136896" y="279102"/>
                    <a:pt x="135595" y="279102"/>
                    <a:pt x="134241" y="279102"/>
                  </a:cubicBezTo>
                  <a:cubicBezTo>
                    <a:pt x="134241" y="275146"/>
                    <a:pt x="134241" y="271711"/>
                    <a:pt x="134241" y="267859"/>
                  </a:cubicBezTo>
                  <a:cubicBezTo>
                    <a:pt x="135751" y="267859"/>
                    <a:pt x="137052" y="267859"/>
                    <a:pt x="138354" y="267859"/>
                  </a:cubicBezTo>
                  <a:cubicBezTo>
                    <a:pt x="160111" y="267859"/>
                    <a:pt x="181869" y="267859"/>
                    <a:pt x="203626" y="267859"/>
                  </a:cubicBezTo>
                  <a:cubicBezTo>
                    <a:pt x="204980" y="267859"/>
                    <a:pt x="206333" y="267911"/>
                    <a:pt x="207687" y="267703"/>
                  </a:cubicBezTo>
                  <a:cubicBezTo>
                    <a:pt x="210653" y="267182"/>
                    <a:pt x="212267" y="265152"/>
                    <a:pt x="212267" y="262289"/>
                  </a:cubicBezTo>
                  <a:cubicBezTo>
                    <a:pt x="212267" y="259374"/>
                    <a:pt x="210549" y="257448"/>
                    <a:pt x="207634" y="256876"/>
                  </a:cubicBezTo>
                  <a:cubicBezTo>
                    <a:pt x="206541" y="256668"/>
                    <a:pt x="205396" y="256772"/>
                    <a:pt x="204251" y="256772"/>
                  </a:cubicBezTo>
                  <a:cubicBezTo>
                    <a:pt x="182285" y="256772"/>
                    <a:pt x="160267" y="256772"/>
                    <a:pt x="138302" y="256772"/>
                  </a:cubicBezTo>
                  <a:cubicBezTo>
                    <a:pt x="137000" y="256772"/>
                    <a:pt x="135699" y="256772"/>
                    <a:pt x="134346" y="256772"/>
                  </a:cubicBezTo>
                  <a:cubicBezTo>
                    <a:pt x="134346" y="252816"/>
                    <a:pt x="134346" y="249276"/>
                    <a:pt x="134346" y="245476"/>
                  </a:cubicBezTo>
                  <a:cubicBezTo>
                    <a:pt x="135855" y="245476"/>
                    <a:pt x="137052" y="245476"/>
                    <a:pt x="138302" y="245476"/>
                  </a:cubicBezTo>
                  <a:cubicBezTo>
                    <a:pt x="144496" y="245476"/>
                    <a:pt x="150690" y="245581"/>
                    <a:pt x="156884" y="245424"/>
                  </a:cubicBezTo>
                  <a:cubicBezTo>
                    <a:pt x="163078" y="245268"/>
                    <a:pt x="167451" y="240584"/>
                    <a:pt x="167242" y="234702"/>
                  </a:cubicBezTo>
                  <a:cubicBezTo>
                    <a:pt x="150482" y="234702"/>
                    <a:pt x="133617" y="234025"/>
                    <a:pt x="116908" y="234858"/>
                  </a:cubicBezTo>
                  <a:cubicBezTo>
                    <a:pt x="99575" y="235743"/>
                    <a:pt x="83803" y="242145"/>
                    <a:pt x="69541" y="252087"/>
                  </a:cubicBezTo>
                  <a:cubicBezTo>
                    <a:pt x="67719" y="253388"/>
                    <a:pt x="66939" y="254742"/>
                    <a:pt x="66939" y="257084"/>
                  </a:cubicBezTo>
                  <a:cubicBezTo>
                    <a:pt x="67043" y="275562"/>
                    <a:pt x="66939" y="294041"/>
                    <a:pt x="67095" y="312571"/>
                  </a:cubicBezTo>
                  <a:cubicBezTo>
                    <a:pt x="67095" y="313977"/>
                    <a:pt x="67928" y="315903"/>
                    <a:pt x="69021" y="316683"/>
                  </a:cubicBezTo>
                  <a:cubicBezTo>
                    <a:pt x="83907" y="327458"/>
                    <a:pt x="100512" y="333913"/>
                    <a:pt x="118834" y="334589"/>
                  </a:cubicBezTo>
                  <a:cubicBezTo>
                    <a:pt x="136844" y="335266"/>
                    <a:pt x="154906" y="334901"/>
                    <a:pt x="172968" y="334954"/>
                  </a:cubicBezTo>
                  <a:cubicBezTo>
                    <a:pt x="176560" y="334954"/>
                    <a:pt x="180203" y="335266"/>
                    <a:pt x="183795" y="334797"/>
                  </a:cubicBezTo>
                  <a:cubicBezTo>
                    <a:pt x="185669" y="334589"/>
                    <a:pt x="188063" y="333496"/>
                    <a:pt x="189104" y="331987"/>
                  </a:cubicBezTo>
                  <a:cubicBezTo>
                    <a:pt x="191759" y="328239"/>
                    <a:pt x="188584" y="323814"/>
                    <a:pt x="183430" y="323814"/>
                  </a:cubicBezTo>
                  <a:cubicBezTo>
                    <a:pt x="168231" y="323762"/>
                    <a:pt x="152980" y="323814"/>
                    <a:pt x="137781" y="323814"/>
                  </a:cubicBezTo>
                  <a:cubicBezTo>
                    <a:pt x="136584" y="323814"/>
                    <a:pt x="135439" y="323814"/>
                    <a:pt x="134294" y="323814"/>
                  </a:cubicBezTo>
                  <a:cubicBezTo>
                    <a:pt x="134294" y="319806"/>
                    <a:pt x="134294" y="316371"/>
                    <a:pt x="134294" y="312623"/>
                  </a:cubicBezTo>
                  <a:cubicBezTo>
                    <a:pt x="135855" y="312623"/>
                    <a:pt x="137156" y="312623"/>
                    <a:pt x="138510" y="312623"/>
                  </a:cubicBezTo>
                  <a:cubicBezTo>
                    <a:pt x="160267" y="312623"/>
                    <a:pt x="182025" y="312623"/>
                    <a:pt x="203783" y="312623"/>
                  </a:cubicBezTo>
                  <a:cubicBezTo>
                    <a:pt x="205136" y="312623"/>
                    <a:pt x="206489" y="312623"/>
                    <a:pt x="207843" y="312415"/>
                  </a:cubicBezTo>
                  <a:cubicBezTo>
                    <a:pt x="210706" y="311895"/>
                    <a:pt x="212215" y="309917"/>
                    <a:pt x="212267" y="307210"/>
                  </a:cubicBezTo>
                  <a:cubicBezTo>
                    <a:pt x="212371" y="304295"/>
                    <a:pt x="210706" y="302317"/>
                    <a:pt x="207843" y="301640"/>
                  </a:cubicBezTo>
                  <a:cubicBezTo>
                    <a:pt x="206750" y="301380"/>
                    <a:pt x="205604" y="301484"/>
                    <a:pt x="204459" y="301484"/>
                  </a:cubicBezTo>
                  <a:cubicBezTo>
                    <a:pt x="182337" y="301484"/>
                    <a:pt x="160267" y="301484"/>
                    <a:pt x="138145" y="301484"/>
                  </a:cubicBezTo>
                  <a:cubicBezTo>
                    <a:pt x="136844" y="301484"/>
                    <a:pt x="135543" y="301484"/>
                    <a:pt x="134137" y="301484"/>
                  </a:cubicBezTo>
                  <a:cubicBezTo>
                    <a:pt x="134137" y="297476"/>
                    <a:pt x="134137" y="294093"/>
                    <a:pt x="134137" y="290137"/>
                  </a:cubicBezTo>
                  <a:close/>
                  <a:moveTo>
                    <a:pt x="174842" y="155791"/>
                  </a:moveTo>
                  <a:cubicBezTo>
                    <a:pt x="175414" y="156103"/>
                    <a:pt x="175675" y="156416"/>
                    <a:pt x="175987" y="156416"/>
                  </a:cubicBezTo>
                  <a:cubicBezTo>
                    <a:pt x="190614" y="156312"/>
                    <a:pt x="205292" y="156103"/>
                    <a:pt x="219919" y="156051"/>
                  </a:cubicBezTo>
                  <a:cubicBezTo>
                    <a:pt x="241052" y="156051"/>
                    <a:pt x="260623" y="161465"/>
                    <a:pt x="278581" y="172708"/>
                  </a:cubicBezTo>
                  <a:cubicBezTo>
                    <a:pt x="279102" y="173020"/>
                    <a:pt x="279726" y="173281"/>
                    <a:pt x="280403" y="173593"/>
                  </a:cubicBezTo>
                  <a:cubicBezTo>
                    <a:pt x="283162" y="168648"/>
                    <a:pt x="287378" y="166982"/>
                    <a:pt x="292687" y="167295"/>
                  </a:cubicBezTo>
                  <a:cubicBezTo>
                    <a:pt x="296070" y="167451"/>
                    <a:pt x="299454" y="167347"/>
                    <a:pt x="302837" y="167295"/>
                  </a:cubicBezTo>
                  <a:cubicBezTo>
                    <a:pt x="303826" y="167295"/>
                    <a:pt x="305075" y="167243"/>
                    <a:pt x="305700" y="166670"/>
                  </a:cubicBezTo>
                  <a:cubicBezTo>
                    <a:pt x="309552" y="163078"/>
                    <a:pt x="313247" y="159331"/>
                    <a:pt x="316891" y="155739"/>
                  </a:cubicBezTo>
                  <a:cubicBezTo>
                    <a:pt x="304815" y="136063"/>
                    <a:pt x="311842" y="117689"/>
                    <a:pt x="333287" y="111703"/>
                  </a:cubicBezTo>
                  <a:cubicBezTo>
                    <a:pt x="334068" y="111495"/>
                    <a:pt x="335109" y="110298"/>
                    <a:pt x="335109" y="109517"/>
                  </a:cubicBezTo>
                  <a:cubicBezTo>
                    <a:pt x="335265" y="102802"/>
                    <a:pt x="335213" y="96036"/>
                    <a:pt x="335213" y="89061"/>
                  </a:cubicBezTo>
                  <a:cubicBezTo>
                    <a:pt x="324647" y="87447"/>
                    <a:pt x="316943" y="82190"/>
                    <a:pt x="312935" y="72352"/>
                  </a:cubicBezTo>
                  <a:cubicBezTo>
                    <a:pt x="308979" y="62566"/>
                    <a:pt x="310593" y="53405"/>
                    <a:pt x="316371" y="45597"/>
                  </a:cubicBezTo>
                  <a:cubicBezTo>
                    <a:pt x="310905" y="40132"/>
                    <a:pt x="305700" y="34927"/>
                    <a:pt x="300443" y="29617"/>
                  </a:cubicBezTo>
                  <a:cubicBezTo>
                    <a:pt x="292427" y="35499"/>
                    <a:pt x="283370" y="37061"/>
                    <a:pt x="273688" y="33105"/>
                  </a:cubicBezTo>
                  <a:cubicBezTo>
                    <a:pt x="263902" y="29097"/>
                    <a:pt x="258645" y="21393"/>
                    <a:pt x="256927" y="10879"/>
                  </a:cubicBezTo>
                  <a:cubicBezTo>
                    <a:pt x="249953" y="10879"/>
                    <a:pt x="243238" y="10775"/>
                    <a:pt x="236471" y="10983"/>
                  </a:cubicBezTo>
                  <a:cubicBezTo>
                    <a:pt x="235690" y="10983"/>
                    <a:pt x="234389" y="12492"/>
                    <a:pt x="234181" y="13481"/>
                  </a:cubicBezTo>
                  <a:cubicBezTo>
                    <a:pt x="230017" y="32689"/>
                    <a:pt x="208728" y="41381"/>
                    <a:pt x="192435" y="30450"/>
                  </a:cubicBezTo>
                  <a:cubicBezTo>
                    <a:pt x="191811" y="30034"/>
                    <a:pt x="191134" y="29670"/>
                    <a:pt x="191030" y="29617"/>
                  </a:cubicBezTo>
                  <a:cubicBezTo>
                    <a:pt x="185617" y="34979"/>
                    <a:pt x="180463" y="40132"/>
                    <a:pt x="175102" y="45441"/>
                  </a:cubicBezTo>
                  <a:cubicBezTo>
                    <a:pt x="181140" y="53613"/>
                    <a:pt x="182650" y="62775"/>
                    <a:pt x="178590" y="72508"/>
                  </a:cubicBezTo>
                  <a:cubicBezTo>
                    <a:pt x="174530" y="82294"/>
                    <a:pt x="166774" y="87499"/>
                    <a:pt x="156520" y="89061"/>
                  </a:cubicBezTo>
                  <a:cubicBezTo>
                    <a:pt x="156520" y="96608"/>
                    <a:pt x="156520" y="103895"/>
                    <a:pt x="156520" y="111131"/>
                  </a:cubicBezTo>
                  <a:cubicBezTo>
                    <a:pt x="177705" y="113837"/>
                    <a:pt x="188219" y="138198"/>
                    <a:pt x="174842" y="155791"/>
                  </a:cubicBezTo>
                  <a:close/>
                  <a:moveTo>
                    <a:pt x="11347" y="200660"/>
                  </a:moveTo>
                  <a:cubicBezTo>
                    <a:pt x="19259" y="201336"/>
                    <a:pt x="24985" y="204772"/>
                    <a:pt x="27900" y="212059"/>
                  </a:cubicBezTo>
                  <a:cubicBezTo>
                    <a:pt x="30763" y="219242"/>
                    <a:pt x="29045" y="225697"/>
                    <a:pt x="23371" y="232307"/>
                  </a:cubicBezTo>
                  <a:cubicBezTo>
                    <a:pt x="25974" y="233140"/>
                    <a:pt x="27952" y="234285"/>
                    <a:pt x="29878" y="234337"/>
                  </a:cubicBezTo>
                  <a:cubicBezTo>
                    <a:pt x="37529" y="234546"/>
                    <a:pt x="45233" y="234598"/>
                    <a:pt x="52885" y="234337"/>
                  </a:cubicBezTo>
                  <a:cubicBezTo>
                    <a:pt x="58506" y="234181"/>
                    <a:pt x="63139" y="235430"/>
                    <a:pt x="66002" y="240688"/>
                  </a:cubicBezTo>
                  <a:cubicBezTo>
                    <a:pt x="71051" y="237929"/>
                    <a:pt x="75839" y="235274"/>
                    <a:pt x="80888" y="232463"/>
                  </a:cubicBezTo>
                  <a:cubicBezTo>
                    <a:pt x="52364" y="222730"/>
                    <a:pt x="42006" y="197068"/>
                    <a:pt x="45233" y="176039"/>
                  </a:cubicBezTo>
                  <a:cubicBezTo>
                    <a:pt x="48668" y="153709"/>
                    <a:pt x="67303" y="136220"/>
                    <a:pt x="91247" y="133929"/>
                  </a:cubicBezTo>
                  <a:cubicBezTo>
                    <a:pt x="102021" y="132888"/>
                    <a:pt x="112119" y="135491"/>
                    <a:pt x="121229" y="141269"/>
                  </a:cubicBezTo>
                  <a:cubicBezTo>
                    <a:pt x="134866" y="149857"/>
                    <a:pt x="142674" y="162402"/>
                    <a:pt x="145016" y="178434"/>
                  </a:cubicBezTo>
                  <a:cubicBezTo>
                    <a:pt x="149493" y="178434"/>
                    <a:pt x="153657" y="178434"/>
                    <a:pt x="157821" y="178434"/>
                  </a:cubicBezTo>
                  <a:cubicBezTo>
                    <a:pt x="161933" y="178434"/>
                    <a:pt x="165993" y="178434"/>
                    <a:pt x="170209" y="178434"/>
                  </a:cubicBezTo>
                  <a:cubicBezTo>
                    <a:pt x="169324" y="175623"/>
                    <a:pt x="167711" y="173176"/>
                    <a:pt x="168023" y="170990"/>
                  </a:cubicBezTo>
                  <a:cubicBezTo>
                    <a:pt x="168804" y="164744"/>
                    <a:pt x="164952" y="161361"/>
                    <a:pt x="161100" y="157769"/>
                  </a:cubicBezTo>
                  <a:cubicBezTo>
                    <a:pt x="160371" y="157092"/>
                    <a:pt x="159747" y="156364"/>
                    <a:pt x="158758" y="155219"/>
                  </a:cubicBezTo>
                  <a:cubicBezTo>
                    <a:pt x="160892" y="153293"/>
                    <a:pt x="162974" y="151575"/>
                    <a:pt x="164848" y="149597"/>
                  </a:cubicBezTo>
                  <a:cubicBezTo>
                    <a:pt x="169585" y="144704"/>
                    <a:pt x="171094" y="138926"/>
                    <a:pt x="168440" y="132524"/>
                  </a:cubicBezTo>
                  <a:cubicBezTo>
                    <a:pt x="165785" y="126017"/>
                    <a:pt x="160788" y="122738"/>
                    <a:pt x="153709" y="122686"/>
                  </a:cubicBezTo>
                  <a:cubicBezTo>
                    <a:pt x="151054" y="122686"/>
                    <a:pt x="148348" y="122686"/>
                    <a:pt x="145693" y="122686"/>
                  </a:cubicBezTo>
                  <a:cubicBezTo>
                    <a:pt x="144704" y="119251"/>
                    <a:pt x="146786" y="115035"/>
                    <a:pt x="142101" y="113369"/>
                  </a:cubicBezTo>
                  <a:cubicBezTo>
                    <a:pt x="136376" y="118366"/>
                    <a:pt x="129817" y="119823"/>
                    <a:pt x="122686" y="116856"/>
                  </a:cubicBezTo>
                  <a:cubicBezTo>
                    <a:pt x="115555" y="113889"/>
                    <a:pt x="112276" y="108008"/>
                    <a:pt x="111547" y="100356"/>
                  </a:cubicBezTo>
                  <a:cubicBezTo>
                    <a:pt x="101032" y="100356"/>
                    <a:pt x="90778" y="100356"/>
                    <a:pt x="80524" y="100356"/>
                  </a:cubicBezTo>
                  <a:cubicBezTo>
                    <a:pt x="79847" y="100356"/>
                    <a:pt x="79223" y="100512"/>
                    <a:pt x="78598" y="100564"/>
                  </a:cubicBezTo>
                  <a:cubicBezTo>
                    <a:pt x="77401" y="116596"/>
                    <a:pt x="59860" y="123883"/>
                    <a:pt x="47367" y="113161"/>
                  </a:cubicBezTo>
                  <a:cubicBezTo>
                    <a:pt x="40392" y="120136"/>
                    <a:pt x="33365" y="127163"/>
                    <a:pt x="26390" y="134138"/>
                  </a:cubicBezTo>
                  <a:cubicBezTo>
                    <a:pt x="25609" y="134918"/>
                    <a:pt x="24881" y="135751"/>
                    <a:pt x="23996" y="136688"/>
                  </a:cubicBezTo>
                  <a:cubicBezTo>
                    <a:pt x="29149" y="142518"/>
                    <a:pt x="30763" y="149024"/>
                    <a:pt x="27848" y="156208"/>
                  </a:cubicBezTo>
                  <a:cubicBezTo>
                    <a:pt x="24881" y="163495"/>
                    <a:pt x="18843" y="166774"/>
                    <a:pt x="11399" y="167555"/>
                  </a:cubicBezTo>
                  <a:cubicBezTo>
                    <a:pt x="11347" y="178694"/>
                    <a:pt x="11347" y="189521"/>
                    <a:pt x="11347" y="200660"/>
                  </a:cubicBezTo>
                  <a:close/>
                  <a:moveTo>
                    <a:pt x="222782" y="267390"/>
                  </a:moveTo>
                  <a:cubicBezTo>
                    <a:pt x="223250" y="267494"/>
                    <a:pt x="223718" y="267651"/>
                    <a:pt x="224135" y="267598"/>
                  </a:cubicBezTo>
                  <a:cubicBezTo>
                    <a:pt x="243967" y="267026"/>
                    <a:pt x="261872" y="260780"/>
                    <a:pt x="277904" y="249120"/>
                  </a:cubicBezTo>
                  <a:cubicBezTo>
                    <a:pt x="278841" y="248443"/>
                    <a:pt x="279310" y="246674"/>
                    <a:pt x="279310" y="245424"/>
                  </a:cubicBezTo>
                  <a:cubicBezTo>
                    <a:pt x="279414" y="226842"/>
                    <a:pt x="279362" y="208207"/>
                    <a:pt x="279414" y="189625"/>
                  </a:cubicBezTo>
                  <a:cubicBezTo>
                    <a:pt x="279414" y="187595"/>
                    <a:pt x="278841" y="186346"/>
                    <a:pt x="277176" y="185200"/>
                  </a:cubicBezTo>
                  <a:cubicBezTo>
                    <a:pt x="261144" y="174061"/>
                    <a:pt x="243446" y="167763"/>
                    <a:pt x="223823" y="167399"/>
                  </a:cubicBezTo>
                  <a:cubicBezTo>
                    <a:pt x="209717" y="167138"/>
                    <a:pt x="195663" y="167295"/>
                    <a:pt x="181557" y="167295"/>
                  </a:cubicBezTo>
                  <a:cubicBezTo>
                    <a:pt x="180672" y="167295"/>
                    <a:pt x="179839" y="167451"/>
                    <a:pt x="178954" y="167503"/>
                  </a:cubicBezTo>
                  <a:cubicBezTo>
                    <a:pt x="179474" y="174061"/>
                    <a:pt x="183587" y="178173"/>
                    <a:pt x="189833" y="178278"/>
                  </a:cubicBezTo>
                  <a:cubicBezTo>
                    <a:pt x="195142" y="178382"/>
                    <a:pt x="200451" y="178382"/>
                    <a:pt x="205709" y="178278"/>
                  </a:cubicBezTo>
                  <a:cubicBezTo>
                    <a:pt x="215650" y="178121"/>
                    <a:pt x="223094" y="182181"/>
                    <a:pt x="227779" y="191030"/>
                  </a:cubicBezTo>
                  <a:cubicBezTo>
                    <a:pt x="230433" y="195975"/>
                    <a:pt x="234545" y="199098"/>
                    <a:pt x="240063" y="200243"/>
                  </a:cubicBezTo>
                  <a:cubicBezTo>
                    <a:pt x="241780" y="200608"/>
                    <a:pt x="243602" y="200608"/>
                    <a:pt x="245580" y="200764"/>
                  </a:cubicBezTo>
                  <a:cubicBezTo>
                    <a:pt x="245580" y="204460"/>
                    <a:pt x="245580" y="207999"/>
                    <a:pt x="245580" y="211747"/>
                  </a:cubicBezTo>
                  <a:cubicBezTo>
                    <a:pt x="236575" y="212111"/>
                    <a:pt x="229132" y="209092"/>
                    <a:pt x="222677" y="202950"/>
                  </a:cubicBezTo>
                  <a:cubicBezTo>
                    <a:pt x="217680" y="207687"/>
                    <a:pt x="213933" y="213152"/>
                    <a:pt x="213256" y="219815"/>
                  </a:cubicBezTo>
                  <a:cubicBezTo>
                    <a:pt x="212423" y="228195"/>
                    <a:pt x="212631" y="236680"/>
                    <a:pt x="212475" y="245112"/>
                  </a:cubicBezTo>
                  <a:cubicBezTo>
                    <a:pt x="212475" y="245685"/>
                    <a:pt x="213048" y="246570"/>
                    <a:pt x="213620" y="246882"/>
                  </a:cubicBezTo>
                  <a:cubicBezTo>
                    <a:pt x="221949" y="251358"/>
                    <a:pt x="224655" y="258281"/>
                    <a:pt x="222782" y="267390"/>
                  </a:cubicBezTo>
                  <a:close/>
                  <a:moveTo>
                    <a:pt x="55695" y="245424"/>
                  </a:moveTo>
                  <a:cubicBezTo>
                    <a:pt x="41850" y="245424"/>
                    <a:pt x="28420" y="245528"/>
                    <a:pt x="15043" y="245372"/>
                  </a:cubicBezTo>
                  <a:cubicBezTo>
                    <a:pt x="11868" y="245320"/>
                    <a:pt x="11087" y="246309"/>
                    <a:pt x="11139" y="249328"/>
                  </a:cubicBezTo>
                  <a:cubicBezTo>
                    <a:pt x="11243" y="272856"/>
                    <a:pt x="11191" y="296435"/>
                    <a:pt x="11191" y="319963"/>
                  </a:cubicBezTo>
                  <a:cubicBezTo>
                    <a:pt x="11191" y="321160"/>
                    <a:pt x="11295" y="322357"/>
                    <a:pt x="11399" y="323554"/>
                  </a:cubicBezTo>
                  <a:cubicBezTo>
                    <a:pt x="26338" y="323554"/>
                    <a:pt x="40965" y="323554"/>
                    <a:pt x="55747" y="323554"/>
                  </a:cubicBezTo>
                  <a:cubicBezTo>
                    <a:pt x="55695" y="297528"/>
                    <a:pt x="55695" y="271659"/>
                    <a:pt x="55695" y="245424"/>
                  </a:cubicBezTo>
                  <a:close/>
                  <a:moveTo>
                    <a:pt x="335005" y="178642"/>
                  </a:moveTo>
                  <a:cubicBezTo>
                    <a:pt x="319962" y="178642"/>
                    <a:pt x="305388" y="178642"/>
                    <a:pt x="290657" y="178642"/>
                  </a:cubicBezTo>
                  <a:cubicBezTo>
                    <a:pt x="290657" y="204720"/>
                    <a:pt x="290657" y="230590"/>
                    <a:pt x="290657" y="256407"/>
                  </a:cubicBezTo>
                  <a:cubicBezTo>
                    <a:pt x="305544" y="256407"/>
                    <a:pt x="320222" y="256407"/>
                    <a:pt x="335005" y="256407"/>
                  </a:cubicBezTo>
                  <a:cubicBezTo>
                    <a:pt x="335005" y="230381"/>
                    <a:pt x="335005" y="204616"/>
                    <a:pt x="335005" y="178642"/>
                  </a:cubicBezTo>
                  <a:close/>
                  <a:moveTo>
                    <a:pt x="133669" y="179319"/>
                  </a:moveTo>
                  <a:cubicBezTo>
                    <a:pt x="130702" y="158498"/>
                    <a:pt x="113993" y="144184"/>
                    <a:pt x="93329" y="145121"/>
                  </a:cubicBezTo>
                  <a:cubicBezTo>
                    <a:pt x="76776" y="145901"/>
                    <a:pt x="64909" y="154282"/>
                    <a:pt x="58818" y="169585"/>
                  </a:cubicBezTo>
                  <a:cubicBezTo>
                    <a:pt x="52624" y="185148"/>
                    <a:pt x="55747" y="199567"/>
                    <a:pt x="67459" y="211643"/>
                  </a:cubicBezTo>
                  <a:cubicBezTo>
                    <a:pt x="78286" y="222834"/>
                    <a:pt x="94994" y="226061"/>
                    <a:pt x="109257" y="220387"/>
                  </a:cubicBezTo>
                  <a:cubicBezTo>
                    <a:pt x="111131" y="219659"/>
                    <a:pt x="111651" y="218722"/>
                    <a:pt x="111807" y="216744"/>
                  </a:cubicBezTo>
                  <a:cubicBezTo>
                    <a:pt x="112224" y="210133"/>
                    <a:pt x="115555" y="205344"/>
                    <a:pt x="121541" y="202430"/>
                  </a:cubicBezTo>
                  <a:cubicBezTo>
                    <a:pt x="122322" y="202065"/>
                    <a:pt x="123050" y="201649"/>
                    <a:pt x="123779" y="201284"/>
                  </a:cubicBezTo>
                  <a:cubicBezTo>
                    <a:pt x="121749" y="190145"/>
                    <a:pt x="123831" y="185513"/>
                    <a:pt x="133669" y="179319"/>
                  </a:cubicBezTo>
                  <a:close/>
                  <a:moveTo>
                    <a:pt x="203418" y="212007"/>
                  </a:moveTo>
                  <a:cubicBezTo>
                    <a:pt x="202013" y="212007"/>
                    <a:pt x="200920" y="212007"/>
                    <a:pt x="199775" y="212007"/>
                  </a:cubicBezTo>
                  <a:cubicBezTo>
                    <a:pt x="176768" y="212007"/>
                    <a:pt x="153813" y="212007"/>
                    <a:pt x="130806" y="212007"/>
                  </a:cubicBezTo>
                  <a:cubicBezTo>
                    <a:pt x="129817" y="212007"/>
                    <a:pt x="128776" y="211955"/>
                    <a:pt x="127787" y="212059"/>
                  </a:cubicBezTo>
                  <a:cubicBezTo>
                    <a:pt x="124872" y="212424"/>
                    <a:pt x="122894" y="214714"/>
                    <a:pt x="122998" y="217629"/>
                  </a:cubicBezTo>
                  <a:cubicBezTo>
                    <a:pt x="123102" y="220648"/>
                    <a:pt x="124716" y="222417"/>
                    <a:pt x="127631" y="222938"/>
                  </a:cubicBezTo>
                  <a:cubicBezTo>
                    <a:pt x="128308" y="223042"/>
                    <a:pt x="128984" y="223042"/>
                    <a:pt x="129661" y="223042"/>
                  </a:cubicBezTo>
                  <a:cubicBezTo>
                    <a:pt x="152772" y="223042"/>
                    <a:pt x="175831" y="223042"/>
                    <a:pt x="198942" y="223042"/>
                  </a:cubicBezTo>
                  <a:cubicBezTo>
                    <a:pt x="199671" y="223042"/>
                    <a:pt x="200451" y="222834"/>
                    <a:pt x="201128" y="222782"/>
                  </a:cubicBezTo>
                  <a:cubicBezTo>
                    <a:pt x="201909" y="219190"/>
                    <a:pt x="202638" y="215807"/>
                    <a:pt x="203418" y="212007"/>
                  </a:cubicBezTo>
                  <a:close/>
                  <a:moveTo>
                    <a:pt x="216744" y="192748"/>
                  </a:moveTo>
                  <a:cubicBezTo>
                    <a:pt x="213256" y="191551"/>
                    <a:pt x="210497" y="189833"/>
                    <a:pt x="207739" y="189781"/>
                  </a:cubicBezTo>
                  <a:cubicBezTo>
                    <a:pt x="185200" y="189573"/>
                    <a:pt x="162662" y="189625"/>
                    <a:pt x="140123" y="189677"/>
                  </a:cubicBezTo>
                  <a:cubicBezTo>
                    <a:pt x="136532" y="189677"/>
                    <a:pt x="134085" y="191967"/>
                    <a:pt x="134085" y="195142"/>
                  </a:cubicBezTo>
                  <a:cubicBezTo>
                    <a:pt x="134085" y="198317"/>
                    <a:pt x="136480" y="200660"/>
                    <a:pt x="140071" y="200660"/>
                  </a:cubicBezTo>
                  <a:cubicBezTo>
                    <a:pt x="162610" y="200712"/>
                    <a:pt x="185148" y="200712"/>
                    <a:pt x="207687" y="200660"/>
                  </a:cubicBezTo>
                  <a:cubicBezTo>
                    <a:pt x="208623" y="200660"/>
                    <a:pt x="209769" y="200348"/>
                    <a:pt x="210393" y="199775"/>
                  </a:cubicBezTo>
                  <a:cubicBezTo>
                    <a:pt x="212319" y="197901"/>
                    <a:pt x="213985" y="195819"/>
                    <a:pt x="216744" y="192748"/>
                  </a:cubicBezTo>
                  <a:close/>
                  <a:moveTo>
                    <a:pt x="200920" y="234546"/>
                  </a:moveTo>
                  <a:cubicBezTo>
                    <a:pt x="193372" y="234546"/>
                    <a:pt x="186189" y="234546"/>
                    <a:pt x="179266" y="234546"/>
                  </a:cubicBezTo>
                  <a:cubicBezTo>
                    <a:pt x="178277" y="238241"/>
                    <a:pt x="177288" y="241729"/>
                    <a:pt x="176351" y="245112"/>
                  </a:cubicBezTo>
                  <a:cubicBezTo>
                    <a:pt x="184576" y="245112"/>
                    <a:pt x="192748" y="245112"/>
                    <a:pt x="200920" y="245112"/>
                  </a:cubicBezTo>
                  <a:cubicBezTo>
                    <a:pt x="200920" y="241468"/>
                    <a:pt x="200920" y="238137"/>
                    <a:pt x="200920" y="234546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589" name="Google Shape;589;p6"/>
            <p:cNvSpPr/>
            <p:nvPr/>
          </p:nvSpPr>
          <p:spPr bwMode="auto">
            <a:xfrm>
              <a:off x="6434965" y="6368085"/>
              <a:ext cx="10774" cy="10670"/>
            </a:xfrm>
            <a:custGeom>
              <a:avLst/>
              <a:gdLst/>
              <a:ahLst/>
              <a:cxnLst/>
              <a:rect l="l" t="t" r="r" b="b"/>
              <a:pathLst>
                <a:path w="10774" h="10670" fill="norm" stroke="1" extrusionOk="0">
                  <a:moveTo>
                    <a:pt x="10775" y="10671"/>
                  </a:moveTo>
                  <a:cubicBezTo>
                    <a:pt x="7079" y="10671"/>
                    <a:pt x="3644" y="10671"/>
                    <a:pt x="0" y="10671"/>
                  </a:cubicBezTo>
                  <a:cubicBezTo>
                    <a:pt x="0" y="7079"/>
                    <a:pt x="0" y="3644"/>
                    <a:pt x="0" y="0"/>
                  </a:cubicBezTo>
                  <a:cubicBezTo>
                    <a:pt x="3592" y="0"/>
                    <a:pt x="7079" y="0"/>
                    <a:pt x="10775" y="0"/>
                  </a:cubicBezTo>
                  <a:cubicBezTo>
                    <a:pt x="10775" y="3540"/>
                    <a:pt x="10775" y="6975"/>
                    <a:pt x="10775" y="1067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590" name="Google Shape;590;p6"/>
            <p:cNvSpPr/>
            <p:nvPr/>
          </p:nvSpPr>
          <p:spPr bwMode="auto">
            <a:xfrm>
              <a:off x="6457452" y="6367929"/>
              <a:ext cx="10566" cy="10826"/>
            </a:xfrm>
            <a:custGeom>
              <a:avLst/>
              <a:gdLst/>
              <a:ahLst/>
              <a:cxnLst/>
              <a:rect l="l" t="t" r="r" b="b"/>
              <a:pathLst>
                <a:path w="10566" h="10826" fill="norm" stroke="1" extrusionOk="0">
                  <a:moveTo>
                    <a:pt x="0" y="0"/>
                  </a:moveTo>
                  <a:cubicBezTo>
                    <a:pt x="3644" y="0"/>
                    <a:pt x="6975" y="0"/>
                    <a:pt x="10567" y="0"/>
                  </a:cubicBezTo>
                  <a:cubicBezTo>
                    <a:pt x="10567" y="3644"/>
                    <a:pt x="10567" y="7131"/>
                    <a:pt x="10567" y="10827"/>
                  </a:cubicBezTo>
                  <a:cubicBezTo>
                    <a:pt x="7027" y="10827"/>
                    <a:pt x="3644" y="10827"/>
                    <a:pt x="0" y="10827"/>
                  </a:cubicBezTo>
                  <a:cubicBezTo>
                    <a:pt x="0" y="7183"/>
                    <a:pt x="0" y="3644"/>
                    <a:pt x="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591" name="Google Shape;591;p6"/>
            <p:cNvSpPr/>
            <p:nvPr/>
          </p:nvSpPr>
          <p:spPr bwMode="auto">
            <a:xfrm>
              <a:off x="6479730" y="6368033"/>
              <a:ext cx="10670" cy="10722"/>
            </a:xfrm>
            <a:custGeom>
              <a:avLst/>
              <a:gdLst/>
              <a:ahLst/>
              <a:cxnLst/>
              <a:rect l="l" t="t" r="r" b="b"/>
              <a:pathLst>
                <a:path w="10670" h="10722" fill="norm" stroke="1" extrusionOk="0">
                  <a:moveTo>
                    <a:pt x="10671" y="0"/>
                  </a:moveTo>
                  <a:cubicBezTo>
                    <a:pt x="10671" y="3696"/>
                    <a:pt x="10671" y="7131"/>
                    <a:pt x="10671" y="10723"/>
                  </a:cubicBezTo>
                  <a:cubicBezTo>
                    <a:pt x="7079" y="10723"/>
                    <a:pt x="3696" y="10723"/>
                    <a:pt x="0" y="10723"/>
                  </a:cubicBezTo>
                  <a:cubicBezTo>
                    <a:pt x="0" y="7183"/>
                    <a:pt x="0" y="3696"/>
                    <a:pt x="0" y="0"/>
                  </a:cubicBezTo>
                  <a:cubicBezTo>
                    <a:pt x="3540" y="0"/>
                    <a:pt x="6975" y="0"/>
                    <a:pt x="10671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592" name="Google Shape;592;p6"/>
            <p:cNvSpPr/>
            <p:nvPr/>
          </p:nvSpPr>
          <p:spPr bwMode="auto">
            <a:xfrm>
              <a:off x="6658475" y="6636256"/>
              <a:ext cx="10774" cy="10566"/>
            </a:xfrm>
            <a:custGeom>
              <a:avLst/>
              <a:gdLst/>
              <a:ahLst/>
              <a:cxnLst/>
              <a:rect l="l" t="t" r="r" b="b"/>
              <a:pathLst>
                <a:path w="10774" h="10566" fill="norm" stroke="1" extrusionOk="0">
                  <a:moveTo>
                    <a:pt x="10775" y="0"/>
                  </a:moveTo>
                  <a:cubicBezTo>
                    <a:pt x="10775" y="3592"/>
                    <a:pt x="10775" y="6975"/>
                    <a:pt x="10775" y="10567"/>
                  </a:cubicBezTo>
                  <a:cubicBezTo>
                    <a:pt x="7183" y="10567"/>
                    <a:pt x="3696" y="10567"/>
                    <a:pt x="0" y="10567"/>
                  </a:cubicBezTo>
                  <a:cubicBezTo>
                    <a:pt x="0" y="7079"/>
                    <a:pt x="0" y="3644"/>
                    <a:pt x="0" y="0"/>
                  </a:cubicBezTo>
                  <a:cubicBezTo>
                    <a:pt x="3435" y="0"/>
                    <a:pt x="6975" y="0"/>
                    <a:pt x="1077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593" name="Google Shape;593;p6"/>
            <p:cNvSpPr/>
            <p:nvPr/>
          </p:nvSpPr>
          <p:spPr bwMode="auto">
            <a:xfrm>
              <a:off x="6680858" y="6636204"/>
              <a:ext cx="10670" cy="10722"/>
            </a:xfrm>
            <a:custGeom>
              <a:avLst/>
              <a:gdLst/>
              <a:ahLst/>
              <a:cxnLst/>
              <a:rect l="l" t="t" r="r" b="b"/>
              <a:pathLst>
                <a:path w="10670" h="10722" fill="norm" stroke="1" extrusionOk="0">
                  <a:moveTo>
                    <a:pt x="10671" y="0"/>
                  </a:moveTo>
                  <a:cubicBezTo>
                    <a:pt x="10671" y="3644"/>
                    <a:pt x="10671" y="7027"/>
                    <a:pt x="10671" y="10723"/>
                  </a:cubicBezTo>
                  <a:cubicBezTo>
                    <a:pt x="7079" y="10723"/>
                    <a:pt x="3644" y="10723"/>
                    <a:pt x="0" y="10723"/>
                  </a:cubicBezTo>
                  <a:cubicBezTo>
                    <a:pt x="0" y="7235"/>
                    <a:pt x="0" y="3748"/>
                    <a:pt x="0" y="0"/>
                  </a:cubicBezTo>
                  <a:cubicBezTo>
                    <a:pt x="3435" y="0"/>
                    <a:pt x="6871" y="0"/>
                    <a:pt x="10671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594" name="Google Shape;594;p6"/>
            <p:cNvSpPr/>
            <p:nvPr/>
          </p:nvSpPr>
          <p:spPr bwMode="auto">
            <a:xfrm>
              <a:off x="6703136" y="6636152"/>
              <a:ext cx="10670" cy="10722"/>
            </a:xfrm>
            <a:custGeom>
              <a:avLst/>
              <a:gdLst/>
              <a:ahLst/>
              <a:cxnLst/>
              <a:rect l="l" t="t" r="r" b="b"/>
              <a:pathLst>
                <a:path w="10670" h="10722" fill="norm" stroke="1" extrusionOk="0">
                  <a:moveTo>
                    <a:pt x="0" y="10723"/>
                  </a:moveTo>
                  <a:cubicBezTo>
                    <a:pt x="0" y="6975"/>
                    <a:pt x="0" y="3592"/>
                    <a:pt x="0" y="0"/>
                  </a:cubicBezTo>
                  <a:cubicBezTo>
                    <a:pt x="3592" y="0"/>
                    <a:pt x="7027" y="0"/>
                    <a:pt x="10671" y="0"/>
                  </a:cubicBezTo>
                  <a:cubicBezTo>
                    <a:pt x="10671" y="3540"/>
                    <a:pt x="10671" y="7027"/>
                    <a:pt x="10671" y="10723"/>
                  </a:cubicBezTo>
                  <a:cubicBezTo>
                    <a:pt x="7131" y="10723"/>
                    <a:pt x="3696" y="10723"/>
                    <a:pt x="0" y="10723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595" name="Google Shape;595;p6"/>
            <p:cNvSpPr/>
            <p:nvPr/>
          </p:nvSpPr>
          <p:spPr bwMode="auto">
            <a:xfrm>
              <a:off x="6591224" y="6378912"/>
              <a:ext cx="111703" cy="111704"/>
            </a:xfrm>
            <a:custGeom>
              <a:avLst/>
              <a:gdLst/>
              <a:ahLst/>
              <a:cxnLst/>
              <a:rect l="l" t="t" r="r" b="b"/>
              <a:pathLst>
                <a:path w="111703" h="111704" fill="norm" stroke="1" extrusionOk="0">
                  <a:moveTo>
                    <a:pt x="0" y="55748"/>
                  </a:moveTo>
                  <a:cubicBezTo>
                    <a:pt x="52" y="24881"/>
                    <a:pt x="25141" y="-52"/>
                    <a:pt x="56060" y="0"/>
                  </a:cubicBezTo>
                  <a:cubicBezTo>
                    <a:pt x="86822" y="104"/>
                    <a:pt x="111807" y="25349"/>
                    <a:pt x="111703" y="56216"/>
                  </a:cubicBezTo>
                  <a:cubicBezTo>
                    <a:pt x="111599" y="86979"/>
                    <a:pt x="86354" y="111859"/>
                    <a:pt x="55435" y="111703"/>
                  </a:cubicBezTo>
                  <a:cubicBezTo>
                    <a:pt x="24725" y="111599"/>
                    <a:pt x="-52" y="86562"/>
                    <a:pt x="0" y="55748"/>
                  </a:cubicBezTo>
                  <a:close/>
                  <a:moveTo>
                    <a:pt x="100460" y="55904"/>
                  </a:moveTo>
                  <a:cubicBezTo>
                    <a:pt x="100408" y="31127"/>
                    <a:pt x="80472" y="11243"/>
                    <a:pt x="55695" y="11295"/>
                  </a:cubicBezTo>
                  <a:cubicBezTo>
                    <a:pt x="30971" y="11347"/>
                    <a:pt x="10931" y="31491"/>
                    <a:pt x="11087" y="56112"/>
                  </a:cubicBezTo>
                  <a:cubicBezTo>
                    <a:pt x="11191" y="80576"/>
                    <a:pt x="31335" y="100616"/>
                    <a:pt x="55748" y="100668"/>
                  </a:cubicBezTo>
                  <a:cubicBezTo>
                    <a:pt x="80368" y="100720"/>
                    <a:pt x="100512" y="80576"/>
                    <a:pt x="100460" y="55904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596" name="Google Shape;596;p6"/>
            <p:cNvSpPr/>
            <p:nvPr/>
          </p:nvSpPr>
          <p:spPr bwMode="auto">
            <a:xfrm>
              <a:off x="6591221" y="6378912"/>
              <a:ext cx="11038" cy="11139"/>
            </a:xfrm>
            <a:custGeom>
              <a:avLst/>
              <a:gdLst/>
              <a:ahLst/>
              <a:cxnLst/>
              <a:rect l="l" t="t" r="r" b="b"/>
              <a:pathLst>
                <a:path w="11038" h="11139" fill="norm" stroke="1" extrusionOk="0">
                  <a:moveTo>
                    <a:pt x="11038" y="5570"/>
                  </a:moveTo>
                  <a:cubicBezTo>
                    <a:pt x="11038" y="8693"/>
                    <a:pt x="8592" y="11191"/>
                    <a:pt x="5469" y="11139"/>
                  </a:cubicBezTo>
                  <a:cubicBezTo>
                    <a:pt x="2502" y="11087"/>
                    <a:pt x="107" y="8745"/>
                    <a:pt x="3" y="5778"/>
                  </a:cubicBezTo>
                  <a:cubicBezTo>
                    <a:pt x="-101" y="2655"/>
                    <a:pt x="2294" y="104"/>
                    <a:pt x="5365" y="0"/>
                  </a:cubicBezTo>
                  <a:cubicBezTo>
                    <a:pt x="8488" y="0"/>
                    <a:pt x="11038" y="2446"/>
                    <a:pt x="11038" y="557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597" name="Google Shape;597;p6"/>
            <p:cNvSpPr/>
            <p:nvPr/>
          </p:nvSpPr>
          <p:spPr bwMode="auto">
            <a:xfrm>
              <a:off x="6641454" y="6356633"/>
              <a:ext cx="11140" cy="11088"/>
            </a:xfrm>
            <a:custGeom>
              <a:avLst/>
              <a:gdLst/>
              <a:ahLst/>
              <a:cxnLst/>
              <a:rect l="l" t="t" r="r" b="b"/>
              <a:pathLst>
                <a:path w="11140" h="11088" fill="norm" stroke="1" extrusionOk="0">
                  <a:moveTo>
                    <a:pt x="11140" y="5466"/>
                  </a:moveTo>
                  <a:cubicBezTo>
                    <a:pt x="11192" y="8485"/>
                    <a:pt x="8745" y="11036"/>
                    <a:pt x="5674" y="11088"/>
                  </a:cubicBezTo>
                  <a:cubicBezTo>
                    <a:pt x="2655" y="11140"/>
                    <a:pt x="53" y="8641"/>
                    <a:pt x="1" y="5622"/>
                  </a:cubicBezTo>
                  <a:cubicBezTo>
                    <a:pt x="-51" y="2655"/>
                    <a:pt x="2499" y="1"/>
                    <a:pt x="5518" y="1"/>
                  </a:cubicBezTo>
                  <a:cubicBezTo>
                    <a:pt x="8537" y="-51"/>
                    <a:pt x="11088" y="2447"/>
                    <a:pt x="11140" y="5466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598" name="Google Shape;598;p6"/>
            <p:cNvSpPr/>
            <p:nvPr/>
          </p:nvSpPr>
          <p:spPr bwMode="auto">
            <a:xfrm>
              <a:off x="6691781" y="6479632"/>
              <a:ext cx="11146" cy="10986"/>
            </a:xfrm>
            <a:custGeom>
              <a:avLst/>
              <a:gdLst/>
              <a:ahLst/>
              <a:cxnLst/>
              <a:rect l="l" t="t" r="r" b="b"/>
              <a:pathLst>
                <a:path w="11146" h="10986" fill="norm" stroke="1" extrusionOk="0">
                  <a:moveTo>
                    <a:pt x="11146" y="5622"/>
                  </a:moveTo>
                  <a:cubicBezTo>
                    <a:pt x="11094" y="8693"/>
                    <a:pt x="8492" y="11087"/>
                    <a:pt x="5368" y="10983"/>
                  </a:cubicBezTo>
                  <a:cubicBezTo>
                    <a:pt x="2297" y="10879"/>
                    <a:pt x="-149" y="8276"/>
                    <a:pt x="7" y="5205"/>
                  </a:cubicBezTo>
                  <a:cubicBezTo>
                    <a:pt x="163" y="2238"/>
                    <a:pt x="2610" y="0"/>
                    <a:pt x="5577" y="0"/>
                  </a:cubicBezTo>
                  <a:cubicBezTo>
                    <a:pt x="8752" y="0"/>
                    <a:pt x="11198" y="2498"/>
                    <a:pt x="11146" y="5622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599" name="Google Shape;599;p6"/>
            <p:cNvSpPr/>
            <p:nvPr/>
          </p:nvSpPr>
          <p:spPr bwMode="auto">
            <a:xfrm>
              <a:off x="6714170" y="6429245"/>
              <a:ext cx="11088" cy="11192"/>
            </a:xfrm>
            <a:custGeom>
              <a:avLst/>
              <a:gdLst/>
              <a:ahLst/>
              <a:cxnLst/>
              <a:rect l="l" t="t" r="r" b="b"/>
              <a:pathLst>
                <a:path w="11088" h="11192" fill="norm" stroke="1" extrusionOk="0">
                  <a:moveTo>
                    <a:pt x="11088" y="5518"/>
                  </a:moveTo>
                  <a:cubicBezTo>
                    <a:pt x="11140" y="8485"/>
                    <a:pt x="8589" y="11140"/>
                    <a:pt x="5622" y="11192"/>
                  </a:cubicBezTo>
                  <a:cubicBezTo>
                    <a:pt x="2603" y="11244"/>
                    <a:pt x="53" y="8745"/>
                    <a:pt x="1" y="5674"/>
                  </a:cubicBezTo>
                  <a:cubicBezTo>
                    <a:pt x="-51" y="2603"/>
                    <a:pt x="2395" y="53"/>
                    <a:pt x="5466" y="1"/>
                  </a:cubicBezTo>
                  <a:cubicBezTo>
                    <a:pt x="8433" y="-51"/>
                    <a:pt x="11036" y="2499"/>
                    <a:pt x="11088" y="5518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600" name="Google Shape;600;p6"/>
            <p:cNvSpPr/>
            <p:nvPr/>
          </p:nvSpPr>
          <p:spPr bwMode="auto">
            <a:xfrm>
              <a:off x="6691788" y="6378964"/>
              <a:ext cx="11140" cy="11139"/>
            </a:xfrm>
            <a:custGeom>
              <a:avLst/>
              <a:gdLst/>
              <a:ahLst/>
              <a:cxnLst/>
              <a:rect l="l" t="t" r="r" b="b"/>
              <a:pathLst>
                <a:path w="11140" h="11139" fill="norm" stroke="1" extrusionOk="0">
                  <a:moveTo>
                    <a:pt x="5466" y="11139"/>
                  </a:moveTo>
                  <a:cubicBezTo>
                    <a:pt x="2447" y="11087"/>
                    <a:pt x="-51" y="8537"/>
                    <a:pt x="1" y="5517"/>
                  </a:cubicBezTo>
                  <a:cubicBezTo>
                    <a:pt x="53" y="2498"/>
                    <a:pt x="2655" y="0"/>
                    <a:pt x="5622" y="0"/>
                  </a:cubicBezTo>
                  <a:cubicBezTo>
                    <a:pt x="8589" y="52"/>
                    <a:pt x="11192" y="2707"/>
                    <a:pt x="11140" y="5674"/>
                  </a:cubicBezTo>
                  <a:cubicBezTo>
                    <a:pt x="11088" y="8641"/>
                    <a:pt x="8485" y="11191"/>
                    <a:pt x="5466" y="11139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601" name="Google Shape;601;p6"/>
            <p:cNvSpPr/>
            <p:nvPr/>
          </p:nvSpPr>
          <p:spPr bwMode="auto">
            <a:xfrm>
              <a:off x="6568934" y="6429226"/>
              <a:ext cx="10947" cy="11165"/>
            </a:xfrm>
            <a:custGeom>
              <a:avLst/>
              <a:gdLst/>
              <a:ahLst/>
              <a:cxnLst/>
              <a:rect l="l" t="t" r="r" b="b"/>
              <a:pathLst>
                <a:path w="10947" h="11165" fill="norm" stroke="1" extrusionOk="0">
                  <a:moveTo>
                    <a:pt x="5218" y="11159"/>
                  </a:moveTo>
                  <a:cubicBezTo>
                    <a:pt x="2147" y="11003"/>
                    <a:pt x="-195" y="8400"/>
                    <a:pt x="13" y="5225"/>
                  </a:cubicBezTo>
                  <a:cubicBezTo>
                    <a:pt x="169" y="2102"/>
                    <a:pt x="2824" y="-241"/>
                    <a:pt x="5895" y="20"/>
                  </a:cubicBezTo>
                  <a:cubicBezTo>
                    <a:pt x="8862" y="280"/>
                    <a:pt x="11048" y="2726"/>
                    <a:pt x="10944" y="5745"/>
                  </a:cubicBezTo>
                  <a:cubicBezTo>
                    <a:pt x="10892" y="8869"/>
                    <a:pt x="8289" y="11315"/>
                    <a:pt x="5218" y="11159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602" name="Google Shape;602;p6"/>
            <p:cNvSpPr/>
            <p:nvPr/>
          </p:nvSpPr>
          <p:spPr bwMode="auto">
            <a:xfrm>
              <a:off x="6490556" y="6446056"/>
              <a:ext cx="11192" cy="11143"/>
            </a:xfrm>
            <a:custGeom>
              <a:avLst/>
              <a:gdLst/>
              <a:ahLst/>
              <a:cxnLst/>
              <a:rect l="l" t="t" r="r" b="b"/>
              <a:pathLst>
                <a:path w="11192" h="11143" fill="norm" stroke="1" extrusionOk="0">
                  <a:moveTo>
                    <a:pt x="11192" y="5417"/>
                  </a:moveTo>
                  <a:cubicBezTo>
                    <a:pt x="11244" y="8383"/>
                    <a:pt x="8693" y="11038"/>
                    <a:pt x="5726" y="11142"/>
                  </a:cubicBezTo>
                  <a:cubicBezTo>
                    <a:pt x="2760" y="11194"/>
                    <a:pt x="105" y="8644"/>
                    <a:pt x="1" y="5677"/>
                  </a:cubicBezTo>
                  <a:cubicBezTo>
                    <a:pt x="-51" y="2710"/>
                    <a:pt x="2499" y="55"/>
                    <a:pt x="5466" y="3"/>
                  </a:cubicBezTo>
                  <a:cubicBezTo>
                    <a:pt x="8485" y="-101"/>
                    <a:pt x="11140" y="2398"/>
                    <a:pt x="11192" y="5417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603" name="Google Shape;603;p6"/>
            <p:cNvSpPr/>
            <p:nvPr/>
          </p:nvSpPr>
          <p:spPr bwMode="auto">
            <a:xfrm>
              <a:off x="6538025" y="6465630"/>
              <a:ext cx="11194" cy="11192"/>
            </a:xfrm>
            <a:custGeom>
              <a:avLst/>
              <a:gdLst/>
              <a:ahLst/>
              <a:cxnLst/>
              <a:rect l="l" t="t" r="r" b="b"/>
              <a:pathLst>
                <a:path w="11194" h="11192" fill="norm" stroke="1" extrusionOk="0">
                  <a:moveTo>
                    <a:pt x="5468" y="1"/>
                  </a:moveTo>
                  <a:cubicBezTo>
                    <a:pt x="8435" y="-51"/>
                    <a:pt x="11090" y="2499"/>
                    <a:pt x="11194" y="5466"/>
                  </a:cubicBezTo>
                  <a:cubicBezTo>
                    <a:pt x="11246" y="8433"/>
                    <a:pt x="8696" y="11088"/>
                    <a:pt x="5729" y="11192"/>
                  </a:cubicBezTo>
                  <a:cubicBezTo>
                    <a:pt x="2762" y="11244"/>
                    <a:pt x="107" y="8693"/>
                    <a:pt x="3" y="5726"/>
                  </a:cubicBezTo>
                  <a:cubicBezTo>
                    <a:pt x="-101" y="2760"/>
                    <a:pt x="2502" y="53"/>
                    <a:pt x="546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604" name="Google Shape;604;p6"/>
            <p:cNvSpPr/>
            <p:nvPr/>
          </p:nvSpPr>
          <p:spPr bwMode="auto">
            <a:xfrm>
              <a:off x="6443238" y="6465679"/>
              <a:ext cx="11142" cy="11145"/>
            </a:xfrm>
            <a:custGeom>
              <a:avLst/>
              <a:gdLst/>
              <a:ahLst/>
              <a:cxnLst/>
              <a:rect l="l" t="t" r="r" b="b"/>
              <a:pathLst>
                <a:path w="11142" h="11145" fill="norm" stroke="1" extrusionOk="0">
                  <a:moveTo>
                    <a:pt x="5729" y="11142"/>
                  </a:moveTo>
                  <a:cubicBezTo>
                    <a:pt x="2762" y="11246"/>
                    <a:pt x="107" y="8696"/>
                    <a:pt x="3" y="5729"/>
                  </a:cubicBezTo>
                  <a:cubicBezTo>
                    <a:pt x="-101" y="2762"/>
                    <a:pt x="2450" y="107"/>
                    <a:pt x="5416" y="3"/>
                  </a:cubicBezTo>
                  <a:cubicBezTo>
                    <a:pt x="8383" y="-101"/>
                    <a:pt x="11038" y="2398"/>
                    <a:pt x="11142" y="5417"/>
                  </a:cubicBezTo>
                  <a:cubicBezTo>
                    <a:pt x="11194" y="8383"/>
                    <a:pt x="8748" y="11038"/>
                    <a:pt x="5729" y="11142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605" name="Google Shape;605;p6"/>
            <p:cNvSpPr/>
            <p:nvPr/>
          </p:nvSpPr>
          <p:spPr bwMode="auto">
            <a:xfrm>
              <a:off x="6423563" y="6513047"/>
              <a:ext cx="11093" cy="11195"/>
            </a:xfrm>
            <a:custGeom>
              <a:avLst/>
              <a:gdLst/>
              <a:ahLst/>
              <a:cxnLst/>
              <a:rect l="l" t="t" r="r" b="b"/>
              <a:pathLst>
                <a:path w="11093" h="11195" fill="norm" stroke="1" extrusionOk="0">
                  <a:moveTo>
                    <a:pt x="5729" y="3"/>
                  </a:moveTo>
                  <a:cubicBezTo>
                    <a:pt x="8748" y="107"/>
                    <a:pt x="11194" y="2710"/>
                    <a:pt x="11090" y="5729"/>
                  </a:cubicBezTo>
                  <a:cubicBezTo>
                    <a:pt x="10986" y="8748"/>
                    <a:pt x="8383" y="11246"/>
                    <a:pt x="5416" y="11194"/>
                  </a:cubicBezTo>
                  <a:cubicBezTo>
                    <a:pt x="2450" y="11090"/>
                    <a:pt x="-101" y="8435"/>
                    <a:pt x="3" y="5469"/>
                  </a:cubicBezTo>
                  <a:cubicBezTo>
                    <a:pt x="107" y="2450"/>
                    <a:pt x="2762" y="-101"/>
                    <a:pt x="5729" y="3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606" name="Google Shape;606;p6"/>
            <p:cNvSpPr/>
            <p:nvPr/>
          </p:nvSpPr>
          <p:spPr bwMode="auto">
            <a:xfrm>
              <a:off x="6468226" y="6490667"/>
              <a:ext cx="55905" cy="55904"/>
            </a:xfrm>
            <a:custGeom>
              <a:avLst/>
              <a:gdLst/>
              <a:ahLst/>
              <a:cxnLst/>
              <a:rect l="l" t="t" r="r" b="b"/>
              <a:pathLst>
                <a:path w="55905" h="55904" fill="norm" stroke="1" extrusionOk="0">
                  <a:moveTo>
                    <a:pt x="0" y="27952"/>
                  </a:moveTo>
                  <a:cubicBezTo>
                    <a:pt x="0" y="12597"/>
                    <a:pt x="12701" y="-52"/>
                    <a:pt x="28004" y="0"/>
                  </a:cubicBezTo>
                  <a:cubicBezTo>
                    <a:pt x="43359" y="52"/>
                    <a:pt x="56060" y="12857"/>
                    <a:pt x="55904" y="28108"/>
                  </a:cubicBezTo>
                  <a:cubicBezTo>
                    <a:pt x="55747" y="43359"/>
                    <a:pt x="43255" y="55852"/>
                    <a:pt x="28056" y="55904"/>
                  </a:cubicBezTo>
                  <a:cubicBezTo>
                    <a:pt x="12805" y="56008"/>
                    <a:pt x="52" y="43307"/>
                    <a:pt x="0" y="27952"/>
                  </a:cubicBezTo>
                  <a:close/>
                  <a:moveTo>
                    <a:pt x="27952" y="11295"/>
                  </a:moveTo>
                  <a:cubicBezTo>
                    <a:pt x="18635" y="11295"/>
                    <a:pt x="11295" y="18687"/>
                    <a:pt x="11295" y="28004"/>
                  </a:cubicBezTo>
                  <a:cubicBezTo>
                    <a:pt x="11295" y="37321"/>
                    <a:pt x="18687" y="44661"/>
                    <a:pt x="28004" y="44661"/>
                  </a:cubicBezTo>
                  <a:cubicBezTo>
                    <a:pt x="37321" y="44661"/>
                    <a:pt x="44712" y="37217"/>
                    <a:pt x="44660" y="27952"/>
                  </a:cubicBezTo>
                  <a:cubicBezTo>
                    <a:pt x="44660" y="18635"/>
                    <a:pt x="37269" y="11243"/>
                    <a:pt x="27952" y="11295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607" name="Google Shape;607;p6"/>
            <p:cNvSpPr/>
            <p:nvPr/>
          </p:nvSpPr>
          <p:spPr bwMode="auto">
            <a:xfrm>
              <a:off x="6613607" y="6401294"/>
              <a:ext cx="66990" cy="66990"/>
            </a:xfrm>
            <a:custGeom>
              <a:avLst/>
              <a:gdLst/>
              <a:ahLst/>
              <a:cxnLst/>
              <a:rect l="l" t="t" r="r" b="b"/>
              <a:pathLst>
                <a:path w="66990" h="66990" fill="norm" stroke="1" extrusionOk="0">
                  <a:moveTo>
                    <a:pt x="0" y="33625"/>
                  </a:moveTo>
                  <a:cubicBezTo>
                    <a:pt x="-52" y="15095"/>
                    <a:pt x="14991" y="0"/>
                    <a:pt x="33469" y="0"/>
                  </a:cubicBezTo>
                  <a:cubicBezTo>
                    <a:pt x="51896" y="0"/>
                    <a:pt x="67043" y="15199"/>
                    <a:pt x="66991" y="33625"/>
                  </a:cubicBezTo>
                  <a:cubicBezTo>
                    <a:pt x="66939" y="51948"/>
                    <a:pt x="52000" y="66939"/>
                    <a:pt x="33626" y="66991"/>
                  </a:cubicBezTo>
                  <a:cubicBezTo>
                    <a:pt x="15043" y="67043"/>
                    <a:pt x="52" y="52156"/>
                    <a:pt x="0" y="33625"/>
                  </a:cubicBezTo>
                  <a:close/>
                  <a:moveTo>
                    <a:pt x="33365" y="11243"/>
                  </a:moveTo>
                  <a:cubicBezTo>
                    <a:pt x="20977" y="11295"/>
                    <a:pt x="10931" y="21445"/>
                    <a:pt x="11087" y="33678"/>
                  </a:cubicBezTo>
                  <a:cubicBezTo>
                    <a:pt x="11243" y="45858"/>
                    <a:pt x="21237" y="55800"/>
                    <a:pt x="33365" y="55904"/>
                  </a:cubicBezTo>
                  <a:cubicBezTo>
                    <a:pt x="45650" y="55956"/>
                    <a:pt x="55696" y="45910"/>
                    <a:pt x="55748" y="33521"/>
                  </a:cubicBezTo>
                  <a:cubicBezTo>
                    <a:pt x="55748" y="21081"/>
                    <a:pt x="45806" y="11191"/>
                    <a:pt x="33365" y="11243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</p:grpSp>
      <p:sp>
        <p:nvSpPr>
          <p:cNvPr id="1403947579" name="Google Shape;608;p6"/>
          <p:cNvSpPr txBox="1"/>
          <p:nvPr/>
        </p:nvSpPr>
        <p:spPr bwMode="auto">
          <a:xfrm>
            <a:off x="875187" y="6390182"/>
            <a:ext cx="13785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pPr>
            <a:r>
              <a:rPr lang="en-US" sz="14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</a:rPr>
              <a:t>The University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77411588" name="Google Shape;609;p6"/>
          <p:cNvSpPr txBox="1"/>
          <p:nvPr/>
        </p:nvSpPr>
        <p:spPr bwMode="auto">
          <a:xfrm>
            <a:off x="3035846" y="6390182"/>
            <a:ext cx="10311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pPr>
            <a:r>
              <a:rPr lang="en-US"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Innovations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021419308" name="Google Shape;610;p6"/>
          <p:cNvSpPr txBox="1"/>
          <p:nvPr/>
        </p:nvSpPr>
        <p:spPr bwMode="auto">
          <a:xfrm>
            <a:off x="4848939" y="6276042"/>
            <a:ext cx="1155900" cy="52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pPr>
            <a:r>
              <a:rPr lang="en-US" sz="14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</a:rPr>
              <a:t>Translational Research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06576508" name="Google Shape;611;p6"/>
          <p:cNvSpPr txBox="1"/>
          <p:nvPr/>
        </p:nvSpPr>
        <p:spPr bwMode="auto">
          <a:xfrm>
            <a:off x="6786916" y="6390182"/>
            <a:ext cx="11214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pPr>
            <a:r>
              <a:rPr lang="en-US" sz="14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</a:rPr>
              <a:t>Mobilization 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45589493" name="Google Shape;612;p6"/>
          <p:cNvSpPr txBox="1"/>
          <p:nvPr/>
        </p:nvSpPr>
        <p:spPr bwMode="auto">
          <a:xfrm>
            <a:off x="8690450" y="6390182"/>
            <a:ext cx="12090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pPr>
            <a:r>
              <a:rPr lang="en-US" sz="14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</a:rPr>
              <a:t>Collaborators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732905173" name="Google Shape;613;p6"/>
          <p:cNvSpPr/>
          <p:nvPr/>
        </p:nvSpPr>
        <p:spPr bwMode="auto">
          <a:xfrm>
            <a:off x="543031" y="6352930"/>
            <a:ext cx="332155" cy="336336"/>
          </a:xfrm>
          <a:custGeom>
            <a:avLst/>
            <a:gdLst/>
            <a:ahLst/>
            <a:cxnLst/>
            <a:rect l="l" t="t" r="r" b="b"/>
            <a:pathLst>
              <a:path w="332156" h="336336" fill="norm" stroke="1" extrusionOk="0">
                <a:moveTo>
                  <a:pt x="320402" y="336337"/>
                </a:moveTo>
                <a:cubicBezTo>
                  <a:pt x="224802" y="336337"/>
                  <a:pt x="129113" y="336337"/>
                  <a:pt x="33512" y="336337"/>
                </a:cubicBezTo>
                <a:cubicBezTo>
                  <a:pt x="32898" y="336161"/>
                  <a:pt x="32372" y="335810"/>
                  <a:pt x="31758" y="335723"/>
                </a:cubicBezTo>
                <a:cubicBezTo>
                  <a:pt x="16936" y="332565"/>
                  <a:pt x="6762" y="323970"/>
                  <a:pt x="2026" y="309498"/>
                </a:cubicBezTo>
                <a:cubicBezTo>
                  <a:pt x="-2535" y="295290"/>
                  <a:pt x="710" y="282572"/>
                  <a:pt x="10709" y="271521"/>
                </a:cubicBezTo>
                <a:cubicBezTo>
                  <a:pt x="11323" y="270820"/>
                  <a:pt x="11936" y="270118"/>
                  <a:pt x="12726" y="269241"/>
                </a:cubicBezTo>
                <a:cubicBezTo>
                  <a:pt x="11323" y="268802"/>
                  <a:pt x="10182" y="268451"/>
                  <a:pt x="9130" y="268013"/>
                </a:cubicBezTo>
                <a:cubicBezTo>
                  <a:pt x="3604" y="265733"/>
                  <a:pt x="8" y="260295"/>
                  <a:pt x="184" y="254331"/>
                </a:cubicBezTo>
                <a:cubicBezTo>
                  <a:pt x="359" y="248103"/>
                  <a:pt x="2990" y="242841"/>
                  <a:pt x="9042" y="241087"/>
                </a:cubicBezTo>
                <a:cubicBezTo>
                  <a:pt x="13691" y="239683"/>
                  <a:pt x="14305" y="236965"/>
                  <a:pt x="14392" y="233281"/>
                </a:cubicBezTo>
                <a:cubicBezTo>
                  <a:pt x="14480" y="230737"/>
                  <a:pt x="14129" y="228282"/>
                  <a:pt x="14129" y="225738"/>
                </a:cubicBezTo>
                <a:cubicBezTo>
                  <a:pt x="14041" y="223107"/>
                  <a:pt x="12989" y="221791"/>
                  <a:pt x="10270" y="221002"/>
                </a:cubicBezTo>
                <a:cubicBezTo>
                  <a:pt x="3692" y="219072"/>
                  <a:pt x="-343" y="212845"/>
                  <a:pt x="184" y="206179"/>
                </a:cubicBezTo>
                <a:cubicBezTo>
                  <a:pt x="798" y="198812"/>
                  <a:pt x="5622" y="193286"/>
                  <a:pt x="12901" y="192585"/>
                </a:cubicBezTo>
                <a:cubicBezTo>
                  <a:pt x="17988" y="192059"/>
                  <a:pt x="23163" y="192322"/>
                  <a:pt x="28338" y="192234"/>
                </a:cubicBezTo>
                <a:cubicBezTo>
                  <a:pt x="29478" y="192234"/>
                  <a:pt x="30530" y="192146"/>
                  <a:pt x="32197" y="192059"/>
                </a:cubicBezTo>
                <a:cubicBezTo>
                  <a:pt x="31232" y="191006"/>
                  <a:pt x="30706" y="190392"/>
                  <a:pt x="30180" y="189866"/>
                </a:cubicBezTo>
                <a:cubicBezTo>
                  <a:pt x="12112" y="170044"/>
                  <a:pt x="18515" y="139434"/>
                  <a:pt x="42897" y="128383"/>
                </a:cubicBezTo>
                <a:cubicBezTo>
                  <a:pt x="50791" y="124875"/>
                  <a:pt x="59035" y="124787"/>
                  <a:pt x="67367" y="125050"/>
                </a:cubicBezTo>
                <a:cubicBezTo>
                  <a:pt x="69735" y="125138"/>
                  <a:pt x="70788" y="124436"/>
                  <a:pt x="71490" y="122068"/>
                </a:cubicBezTo>
                <a:cubicBezTo>
                  <a:pt x="75524" y="108123"/>
                  <a:pt x="79734" y="94177"/>
                  <a:pt x="83856" y="80232"/>
                </a:cubicBezTo>
                <a:cubicBezTo>
                  <a:pt x="84119" y="79443"/>
                  <a:pt x="84207" y="78653"/>
                  <a:pt x="84470" y="77688"/>
                </a:cubicBezTo>
                <a:cubicBezTo>
                  <a:pt x="80173" y="76548"/>
                  <a:pt x="76226" y="75496"/>
                  <a:pt x="72191" y="74443"/>
                </a:cubicBezTo>
                <a:cubicBezTo>
                  <a:pt x="54387" y="69795"/>
                  <a:pt x="36670" y="65146"/>
                  <a:pt x="18865" y="60498"/>
                </a:cubicBezTo>
                <a:cubicBezTo>
                  <a:pt x="14743" y="59445"/>
                  <a:pt x="11323" y="57604"/>
                  <a:pt x="9568" y="53481"/>
                </a:cubicBezTo>
                <a:cubicBezTo>
                  <a:pt x="6499" y="46465"/>
                  <a:pt x="9919" y="39010"/>
                  <a:pt x="17462" y="36905"/>
                </a:cubicBezTo>
                <a:cubicBezTo>
                  <a:pt x="28864" y="33747"/>
                  <a:pt x="40266" y="30853"/>
                  <a:pt x="51668" y="27783"/>
                </a:cubicBezTo>
                <a:cubicBezTo>
                  <a:pt x="58947" y="25854"/>
                  <a:pt x="66227" y="23924"/>
                  <a:pt x="73507" y="22082"/>
                </a:cubicBezTo>
                <a:cubicBezTo>
                  <a:pt x="77892" y="20942"/>
                  <a:pt x="80874" y="23661"/>
                  <a:pt x="80173" y="27783"/>
                </a:cubicBezTo>
                <a:cubicBezTo>
                  <a:pt x="79734" y="30414"/>
                  <a:pt x="77717" y="31204"/>
                  <a:pt x="75524" y="31730"/>
                </a:cubicBezTo>
                <a:cubicBezTo>
                  <a:pt x="57983" y="36291"/>
                  <a:pt x="40441" y="40851"/>
                  <a:pt x="22900" y="45588"/>
                </a:cubicBezTo>
                <a:cubicBezTo>
                  <a:pt x="21233" y="46026"/>
                  <a:pt x="19742" y="47429"/>
                  <a:pt x="18251" y="48307"/>
                </a:cubicBezTo>
                <a:cubicBezTo>
                  <a:pt x="19742" y="49271"/>
                  <a:pt x="21146" y="50762"/>
                  <a:pt x="22724" y="51201"/>
                </a:cubicBezTo>
                <a:cubicBezTo>
                  <a:pt x="63157" y="61901"/>
                  <a:pt x="103766" y="71900"/>
                  <a:pt x="144023" y="83302"/>
                </a:cubicBezTo>
                <a:cubicBezTo>
                  <a:pt x="163494" y="88827"/>
                  <a:pt x="181474" y="85845"/>
                  <a:pt x="199893" y="79706"/>
                </a:cubicBezTo>
                <a:cubicBezTo>
                  <a:pt x="199717" y="79443"/>
                  <a:pt x="199717" y="79092"/>
                  <a:pt x="199454" y="78916"/>
                </a:cubicBezTo>
                <a:cubicBezTo>
                  <a:pt x="191648" y="71812"/>
                  <a:pt x="183930" y="64796"/>
                  <a:pt x="176036" y="57779"/>
                </a:cubicBezTo>
                <a:cubicBezTo>
                  <a:pt x="175335" y="57165"/>
                  <a:pt x="173668" y="57077"/>
                  <a:pt x="172616" y="57340"/>
                </a:cubicBezTo>
                <a:cubicBezTo>
                  <a:pt x="166038" y="59358"/>
                  <a:pt x="159811" y="58744"/>
                  <a:pt x="154022" y="55148"/>
                </a:cubicBezTo>
                <a:cubicBezTo>
                  <a:pt x="152619" y="54271"/>
                  <a:pt x="151215" y="52166"/>
                  <a:pt x="151040" y="50499"/>
                </a:cubicBezTo>
                <a:cubicBezTo>
                  <a:pt x="150689" y="45588"/>
                  <a:pt x="150689" y="40676"/>
                  <a:pt x="150952" y="35764"/>
                </a:cubicBezTo>
                <a:cubicBezTo>
                  <a:pt x="151391" y="27959"/>
                  <a:pt x="157267" y="22345"/>
                  <a:pt x="165073" y="22170"/>
                </a:cubicBezTo>
                <a:cubicBezTo>
                  <a:pt x="172791" y="21907"/>
                  <a:pt x="178843" y="26906"/>
                  <a:pt x="179808" y="34624"/>
                </a:cubicBezTo>
                <a:cubicBezTo>
                  <a:pt x="180246" y="38045"/>
                  <a:pt x="180159" y="41641"/>
                  <a:pt x="180159" y="45061"/>
                </a:cubicBezTo>
                <a:cubicBezTo>
                  <a:pt x="180159" y="47166"/>
                  <a:pt x="180773" y="48657"/>
                  <a:pt x="182351" y="50148"/>
                </a:cubicBezTo>
                <a:cubicBezTo>
                  <a:pt x="191385" y="58217"/>
                  <a:pt x="200419" y="66374"/>
                  <a:pt x="209365" y="74619"/>
                </a:cubicBezTo>
                <a:cubicBezTo>
                  <a:pt x="211119" y="76197"/>
                  <a:pt x="212610" y="76636"/>
                  <a:pt x="214891" y="76022"/>
                </a:cubicBezTo>
                <a:cubicBezTo>
                  <a:pt x="246378" y="67690"/>
                  <a:pt x="277864" y="59445"/>
                  <a:pt x="309264" y="51113"/>
                </a:cubicBezTo>
                <a:cubicBezTo>
                  <a:pt x="310930" y="50675"/>
                  <a:pt x="312333" y="49184"/>
                  <a:pt x="313824" y="48219"/>
                </a:cubicBezTo>
                <a:cubicBezTo>
                  <a:pt x="312246" y="47254"/>
                  <a:pt x="310842" y="45851"/>
                  <a:pt x="309176" y="45412"/>
                </a:cubicBezTo>
                <a:cubicBezTo>
                  <a:pt x="270234" y="35063"/>
                  <a:pt x="231117" y="25240"/>
                  <a:pt x="192350" y="14452"/>
                </a:cubicBezTo>
                <a:cubicBezTo>
                  <a:pt x="174545" y="9452"/>
                  <a:pt x="157443" y="8926"/>
                  <a:pt x="139813" y="14539"/>
                </a:cubicBezTo>
                <a:cubicBezTo>
                  <a:pt x="127534" y="18486"/>
                  <a:pt x="114905" y="21205"/>
                  <a:pt x="102450" y="24450"/>
                </a:cubicBezTo>
                <a:cubicBezTo>
                  <a:pt x="99907" y="25152"/>
                  <a:pt x="97889" y="24889"/>
                  <a:pt x="96486" y="22521"/>
                </a:cubicBezTo>
                <a:cubicBezTo>
                  <a:pt x="94557" y="19363"/>
                  <a:pt x="95960" y="16030"/>
                  <a:pt x="99907" y="15066"/>
                </a:cubicBezTo>
                <a:cubicBezTo>
                  <a:pt x="116133" y="10768"/>
                  <a:pt x="132358" y="6383"/>
                  <a:pt x="148672" y="2173"/>
                </a:cubicBezTo>
                <a:cubicBezTo>
                  <a:pt x="160512" y="-809"/>
                  <a:pt x="172440" y="-722"/>
                  <a:pt x="184369" y="2436"/>
                </a:cubicBezTo>
                <a:cubicBezTo>
                  <a:pt x="208313" y="8751"/>
                  <a:pt x="232344" y="14978"/>
                  <a:pt x="256288" y="21293"/>
                </a:cubicBezTo>
                <a:cubicBezTo>
                  <a:pt x="275233" y="26292"/>
                  <a:pt x="294178" y="31116"/>
                  <a:pt x="312947" y="36291"/>
                </a:cubicBezTo>
                <a:cubicBezTo>
                  <a:pt x="315929" y="37080"/>
                  <a:pt x="319262" y="38834"/>
                  <a:pt x="321104" y="41202"/>
                </a:cubicBezTo>
                <a:cubicBezTo>
                  <a:pt x="326454" y="47780"/>
                  <a:pt x="322946" y="57516"/>
                  <a:pt x="314789" y="59796"/>
                </a:cubicBezTo>
                <a:cubicBezTo>
                  <a:pt x="299967" y="63918"/>
                  <a:pt x="285056" y="67690"/>
                  <a:pt x="270146" y="71637"/>
                </a:cubicBezTo>
                <a:cubicBezTo>
                  <a:pt x="262691" y="73566"/>
                  <a:pt x="255236" y="75583"/>
                  <a:pt x="247693" y="77601"/>
                </a:cubicBezTo>
                <a:cubicBezTo>
                  <a:pt x="247869" y="78566"/>
                  <a:pt x="247956" y="79179"/>
                  <a:pt x="248219" y="79793"/>
                </a:cubicBezTo>
                <a:cubicBezTo>
                  <a:pt x="252517" y="94265"/>
                  <a:pt x="256815" y="108649"/>
                  <a:pt x="261288" y="123121"/>
                </a:cubicBezTo>
                <a:cubicBezTo>
                  <a:pt x="261551" y="123910"/>
                  <a:pt x="263305" y="124787"/>
                  <a:pt x="264445" y="124787"/>
                </a:cubicBezTo>
                <a:cubicBezTo>
                  <a:pt x="275496" y="124875"/>
                  <a:pt x="286547" y="124787"/>
                  <a:pt x="297598" y="124875"/>
                </a:cubicBezTo>
                <a:cubicBezTo>
                  <a:pt x="305843" y="124963"/>
                  <a:pt x="311456" y="130488"/>
                  <a:pt x="311807" y="138557"/>
                </a:cubicBezTo>
                <a:cubicBezTo>
                  <a:pt x="312158" y="147328"/>
                  <a:pt x="307071" y="153555"/>
                  <a:pt x="298739" y="154432"/>
                </a:cubicBezTo>
                <a:cubicBezTo>
                  <a:pt x="296721" y="154608"/>
                  <a:pt x="296020" y="155397"/>
                  <a:pt x="296020" y="157239"/>
                </a:cubicBezTo>
                <a:cubicBezTo>
                  <a:pt x="296020" y="161361"/>
                  <a:pt x="296020" y="165483"/>
                  <a:pt x="296020" y="169606"/>
                </a:cubicBezTo>
                <a:cubicBezTo>
                  <a:pt x="296020" y="171535"/>
                  <a:pt x="296897" y="172061"/>
                  <a:pt x="298826" y="172324"/>
                </a:cubicBezTo>
                <a:cubicBezTo>
                  <a:pt x="306106" y="173289"/>
                  <a:pt x="311456" y="178289"/>
                  <a:pt x="312070" y="185568"/>
                </a:cubicBezTo>
                <a:cubicBezTo>
                  <a:pt x="312333" y="188813"/>
                  <a:pt x="311193" y="192322"/>
                  <a:pt x="310667" y="196005"/>
                </a:cubicBezTo>
                <a:cubicBezTo>
                  <a:pt x="321981" y="201969"/>
                  <a:pt x="329436" y="211529"/>
                  <a:pt x="331629" y="224861"/>
                </a:cubicBezTo>
                <a:cubicBezTo>
                  <a:pt x="333734" y="238368"/>
                  <a:pt x="328998" y="249594"/>
                  <a:pt x="319438" y="259242"/>
                </a:cubicBezTo>
                <a:cubicBezTo>
                  <a:pt x="320841" y="259681"/>
                  <a:pt x="321893" y="260032"/>
                  <a:pt x="322946" y="260382"/>
                </a:cubicBezTo>
                <a:cubicBezTo>
                  <a:pt x="328471" y="262575"/>
                  <a:pt x="332067" y="267837"/>
                  <a:pt x="332155" y="273889"/>
                </a:cubicBezTo>
                <a:cubicBezTo>
                  <a:pt x="332243" y="279941"/>
                  <a:pt x="328910" y="285905"/>
                  <a:pt x="323209" y="287484"/>
                </a:cubicBezTo>
                <a:cubicBezTo>
                  <a:pt x="318648" y="288712"/>
                  <a:pt x="318122" y="291518"/>
                  <a:pt x="317947" y="295114"/>
                </a:cubicBezTo>
                <a:cubicBezTo>
                  <a:pt x="317859" y="297833"/>
                  <a:pt x="318297" y="300552"/>
                  <a:pt x="318297" y="303271"/>
                </a:cubicBezTo>
                <a:cubicBezTo>
                  <a:pt x="318297" y="305727"/>
                  <a:pt x="319525" y="306779"/>
                  <a:pt x="321893" y="307481"/>
                </a:cubicBezTo>
                <a:cubicBezTo>
                  <a:pt x="329348" y="309674"/>
                  <a:pt x="333295" y="316778"/>
                  <a:pt x="331804" y="324409"/>
                </a:cubicBezTo>
                <a:cubicBezTo>
                  <a:pt x="330489" y="330899"/>
                  <a:pt x="326103" y="334232"/>
                  <a:pt x="320402" y="336337"/>
                </a:cubicBezTo>
                <a:close/>
                <a:moveTo>
                  <a:pt x="87540" y="279239"/>
                </a:moveTo>
                <a:cubicBezTo>
                  <a:pt x="88768" y="279239"/>
                  <a:pt x="89820" y="279239"/>
                  <a:pt x="90961" y="279239"/>
                </a:cubicBezTo>
                <a:cubicBezTo>
                  <a:pt x="165687" y="279239"/>
                  <a:pt x="240413" y="279239"/>
                  <a:pt x="315140" y="279239"/>
                </a:cubicBezTo>
                <a:cubicBezTo>
                  <a:pt x="316017" y="279239"/>
                  <a:pt x="316894" y="279327"/>
                  <a:pt x="317771" y="279152"/>
                </a:cubicBezTo>
                <a:cubicBezTo>
                  <a:pt x="320490" y="278801"/>
                  <a:pt x="322507" y="276520"/>
                  <a:pt x="322244" y="273977"/>
                </a:cubicBezTo>
                <a:cubicBezTo>
                  <a:pt x="321981" y="271258"/>
                  <a:pt x="320490" y="269592"/>
                  <a:pt x="317596" y="269328"/>
                </a:cubicBezTo>
                <a:cubicBezTo>
                  <a:pt x="316543" y="269241"/>
                  <a:pt x="315403" y="269241"/>
                  <a:pt x="314351" y="269241"/>
                </a:cubicBezTo>
                <a:cubicBezTo>
                  <a:pt x="299265" y="269241"/>
                  <a:pt x="284179" y="269241"/>
                  <a:pt x="269094" y="269153"/>
                </a:cubicBezTo>
                <a:cubicBezTo>
                  <a:pt x="267427" y="269153"/>
                  <a:pt x="265235" y="268802"/>
                  <a:pt x="264357" y="267750"/>
                </a:cubicBezTo>
                <a:cubicBezTo>
                  <a:pt x="263305" y="266434"/>
                  <a:pt x="262779" y="263891"/>
                  <a:pt x="263393" y="262487"/>
                </a:cubicBezTo>
                <a:cubicBezTo>
                  <a:pt x="264007" y="261084"/>
                  <a:pt x="266199" y="259593"/>
                  <a:pt x="267778" y="259505"/>
                </a:cubicBezTo>
                <a:cubicBezTo>
                  <a:pt x="276198" y="259242"/>
                  <a:pt x="284618" y="259418"/>
                  <a:pt x="293038" y="259330"/>
                </a:cubicBezTo>
                <a:cubicBezTo>
                  <a:pt x="311719" y="259067"/>
                  <a:pt x="324963" y="243279"/>
                  <a:pt x="321806" y="225387"/>
                </a:cubicBezTo>
                <a:cubicBezTo>
                  <a:pt x="319350" y="211529"/>
                  <a:pt x="307246" y="201969"/>
                  <a:pt x="291985" y="201969"/>
                </a:cubicBezTo>
                <a:cubicBezTo>
                  <a:pt x="200419" y="201969"/>
                  <a:pt x="108853" y="201969"/>
                  <a:pt x="17287" y="201969"/>
                </a:cubicBezTo>
                <a:cubicBezTo>
                  <a:pt x="16673" y="201969"/>
                  <a:pt x="15971" y="201969"/>
                  <a:pt x="15357" y="201969"/>
                </a:cubicBezTo>
                <a:cubicBezTo>
                  <a:pt x="12112" y="202233"/>
                  <a:pt x="10007" y="204338"/>
                  <a:pt x="10095" y="207056"/>
                </a:cubicBezTo>
                <a:cubicBezTo>
                  <a:pt x="10182" y="209688"/>
                  <a:pt x="12200" y="211705"/>
                  <a:pt x="15269" y="211968"/>
                </a:cubicBezTo>
                <a:cubicBezTo>
                  <a:pt x="16497" y="212056"/>
                  <a:pt x="17637" y="211968"/>
                  <a:pt x="18865" y="211968"/>
                </a:cubicBezTo>
                <a:cubicBezTo>
                  <a:pt x="109204" y="211968"/>
                  <a:pt x="199630" y="211968"/>
                  <a:pt x="289968" y="211968"/>
                </a:cubicBezTo>
                <a:cubicBezTo>
                  <a:pt x="291634" y="211968"/>
                  <a:pt x="293213" y="211968"/>
                  <a:pt x="294880" y="212056"/>
                </a:cubicBezTo>
                <a:cubicBezTo>
                  <a:pt x="303036" y="212494"/>
                  <a:pt x="309965" y="218283"/>
                  <a:pt x="311895" y="226089"/>
                </a:cubicBezTo>
                <a:cubicBezTo>
                  <a:pt x="313824" y="234070"/>
                  <a:pt x="310404" y="242227"/>
                  <a:pt x="303475" y="246525"/>
                </a:cubicBezTo>
                <a:cubicBezTo>
                  <a:pt x="299703" y="248893"/>
                  <a:pt x="295494" y="249244"/>
                  <a:pt x="291196" y="249244"/>
                </a:cubicBezTo>
                <a:cubicBezTo>
                  <a:pt x="224889" y="249244"/>
                  <a:pt x="158583" y="249244"/>
                  <a:pt x="92276" y="249244"/>
                </a:cubicBezTo>
                <a:cubicBezTo>
                  <a:pt x="90785" y="249244"/>
                  <a:pt x="89294" y="249244"/>
                  <a:pt x="87803" y="249244"/>
                </a:cubicBezTo>
                <a:cubicBezTo>
                  <a:pt x="87803" y="252840"/>
                  <a:pt x="87803" y="255909"/>
                  <a:pt x="87803" y="259330"/>
                </a:cubicBezTo>
                <a:cubicBezTo>
                  <a:pt x="89470" y="259330"/>
                  <a:pt x="90873" y="259330"/>
                  <a:pt x="92276" y="259330"/>
                </a:cubicBezTo>
                <a:cubicBezTo>
                  <a:pt x="140866" y="259330"/>
                  <a:pt x="189456" y="259330"/>
                  <a:pt x="237958" y="259330"/>
                </a:cubicBezTo>
                <a:cubicBezTo>
                  <a:pt x="239186" y="259330"/>
                  <a:pt x="240326" y="259330"/>
                  <a:pt x="241554" y="259330"/>
                </a:cubicBezTo>
                <a:cubicBezTo>
                  <a:pt x="244623" y="259505"/>
                  <a:pt x="246290" y="261172"/>
                  <a:pt x="246290" y="264066"/>
                </a:cubicBezTo>
                <a:cubicBezTo>
                  <a:pt x="246290" y="266873"/>
                  <a:pt x="244623" y="268802"/>
                  <a:pt x="241729" y="269065"/>
                </a:cubicBezTo>
                <a:cubicBezTo>
                  <a:pt x="240677" y="269153"/>
                  <a:pt x="239536" y="269153"/>
                  <a:pt x="238484" y="269153"/>
                </a:cubicBezTo>
                <a:cubicBezTo>
                  <a:pt x="189719" y="269153"/>
                  <a:pt x="140866" y="269153"/>
                  <a:pt x="92101" y="269153"/>
                </a:cubicBezTo>
                <a:cubicBezTo>
                  <a:pt x="90697" y="269153"/>
                  <a:pt x="89294" y="269153"/>
                  <a:pt x="87715" y="269153"/>
                </a:cubicBezTo>
                <a:cubicBezTo>
                  <a:pt x="87540" y="272661"/>
                  <a:pt x="87540" y="275643"/>
                  <a:pt x="87540" y="279239"/>
                </a:cubicBezTo>
                <a:close/>
                <a:moveTo>
                  <a:pt x="308211" y="289063"/>
                </a:moveTo>
                <a:cubicBezTo>
                  <a:pt x="307597" y="289063"/>
                  <a:pt x="306983" y="289063"/>
                  <a:pt x="306282" y="289063"/>
                </a:cubicBezTo>
                <a:cubicBezTo>
                  <a:pt x="232783" y="289063"/>
                  <a:pt x="159284" y="289063"/>
                  <a:pt x="85786" y="289063"/>
                </a:cubicBezTo>
                <a:cubicBezTo>
                  <a:pt x="84470" y="289063"/>
                  <a:pt x="82979" y="289501"/>
                  <a:pt x="81751" y="290115"/>
                </a:cubicBezTo>
                <a:cubicBezTo>
                  <a:pt x="75349" y="293360"/>
                  <a:pt x="68946" y="296781"/>
                  <a:pt x="62543" y="300114"/>
                </a:cubicBezTo>
                <a:cubicBezTo>
                  <a:pt x="57544" y="302657"/>
                  <a:pt x="54211" y="300640"/>
                  <a:pt x="54124" y="294939"/>
                </a:cubicBezTo>
                <a:cubicBezTo>
                  <a:pt x="54124" y="293097"/>
                  <a:pt x="54124" y="291255"/>
                  <a:pt x="54124" y="289150"/>
                </a:cubicBezTo>
                <a:cubicBezTo>
                  <a:pt x="48160" y="289150"/>
                  <a:pt x="42546" y="288887"/>
                  <a:pt x="36845" y="289238"/>
                </a:cubicBezTo>
                <a:cubicBezTo>
                  <a:pt x="32811" y="289501"/>
                  <a:pt x="29916" y="293448"/>
                  <a:pt x="29741" y="297482"/>
                </a:cubicBezTo>
                <a:cubicBezTo>
                  <a:pt x="29566" y="301517"/>
                  <a:pt x="32285" y="305201"/>
                  <a:pt x="36319" y="306165"/>
                </a:cubicBezTo>
                <a:cubicBezTo>
                  <a:pt x="37898" y="306516"/>
                  <a:pt x="39564" y="306604"/>
                  <a:pt x="41231" y="306604"/>
                </a:cubicBezTo>
                <a:cubicBezTo>
                  <a:pt x="129113" y="306604"/>
                  <a:pt x="216908" y="306604"/>
                  <a:pt x="304790" y="306604"/>
                </a:cubicBezTo>
                <a:cubicBezTo>
                  <a:pt x="305931" y="306604"/>
                  <a:pt x="307159" y="306604"/>
                  <a:pt x="308299" y="306604"/>
                </a:cubicBezTo>
                <a:cubicBezTo>
                  <a:pt x="308211" y="300815"/>
                  <a:pt x="308211" y="295202"/>
                  <a:pt x="308211" y="289063"/>
                </a:cubicBezTo>
                <a:close/>
                <a:moveTo>
                  <a:pt x="193578" y="134873"/>
                </a:moveTo>
                <a:cubicBezTo>
                  <a:pt x="191999" y="134873"/>
                  <a:pt x="190771" y="134873"/>
                  <a:pt x="189631" y="134873"/>
                </a:cubicBezTo>
                <a:cubicBezTo>
                  <a:pt x="146830" y="134873"/>
                  <a:pt x="104117" y="134873"/>
                  <a:pt x="61316" y="134873"/>
                </a:cubicBezTo>
                <a:cubicBezTo>
                  <a:pt x="59912" y="134873"/>
                  <a:pt x="58509" y="134873"/>
                  <a:pt x="57018" y="134961"/>
                </a:cubicBezTo>
                <a:cubicBezTo>
                  <a:pt x="38161" y="136101"/>
                  <a:pt x="25268" y="154432"/>
                  <a:pt x="30969" y="172237"/>
                </a:cubicBezTo>
                <a:cubicBezTo>
                  <a:pt x="34126" y="182235"/>
                  <a:pt x="44037" y="192322"/>
                  <a:pt x="60175" y="192234"/>
                </a:cubicBezTo>
                <a:cubicBezTo>
                  <a:pt x="138498" y="192059"/>
                  <a:pt x="216820" y="192146"/>
                  <a:pt x="295143" y="192146"/>
                </a:cubicBezTo>
                <a:cubicBezTo>
                  <a:pt x="296107" y="192146"/>
                  <a:pt x="297072" y="192146"/>
                  <a:pt x="298125" y="192059"/>
                </a:cubicBezTo>
                <a:cubicBezTo>
                  <a:pt x="300931" y="191795"/>
                  <a:pt x="302247" y="190129"/>
                  <a:pt x="302335" y="187498"/>
                </a:cubicBezTo>
                <a:cubicBezTo>
                  <a:pt x="302422" y="184779"/>
                  <a:pt x="301194" y="182849"/>
                  <a:pt x="298388" y="182235"/>
                </a:cubicBezTo>
                <a:cubicBezTo>
                  <a:pt x="297248" y="181972"/>
                  <a:pt x="296020" y="182148"/>
                  <a:pt x="294792" y="182148"/>
                </a:cubicBezTo>
                <a:cubicBezTo>
                  <a:pt x="217083" y="182148"/>
                  <a:pt x="139463" y="182148"/>
                  <a:pt x="61754" y="182148"/>
                </a:cubicBezTo>
                <a:cubicBezTo>
                  <a:pt x="60000" y="182148"/>
                  <a:pt x="58246" y="182148"/>
                  <a:pt x="56492" y="182060"/>
                </a:cubicBezTo>
                <a:cubicBezTo>
                  <a:pt x="46405" y="181358"/>
                  <a:pt x="38424" y="171623"/>
                  <a:pt x="39740" y="161536"/>
                </a:cubicBezTo>
                <a:cubicBezTo>
                  <a:pt x="41055" y="151275"/>
                  <a:pt x="48773" y="144784"/>
                  <a:pt x="59825" y="144784"/>
                </a:cubicBezTo>
                <a:cubicBezTo>
                  <a:pt x="102626" y="144784"/>
                  <a:pt x="145339" y="144784"/>
                  <a:pt x="188140" y="144784"/>
                </a:cubicBezTo>
                <a:cubicBezTo>
                  <a:pt x="189543" y="144784"/>
                  <a:pt x="190859" y="144784"/>
                  <a:pt x="192175" y="144784"/>
                </a:cubicBezTo>
                <a:cubicBezTo>
                  <a:pt x="192701" y="141276"/>
                  <a:pt x="193139" y="138294"/>
                  <a:pt x="193578" y="134873"/>
                </a:cubicBezTo>
                <a:close/>
                <a:moveTo>
                  <a:pt x="195595" y="124875"/>
                </a:moveTo>
                <a:cubicBezTo>
                  <a:pt x="197612" y="121542"/>
                  <a:pt x="198753" y="117507"/>
                  <a:pt x="201384" y="115578"/>
                </a:cubicBezTo>
                <a:cubicBezTo>
                  <a:pt x="206032" y="112157"/>
                  <a:pt x="205857" y="107947"/>
                  <a:pt x="205681" y="103299"/>
                </a:cubicBezTo>
                <a:cubicBezTo>
                  <a:pt x="205594" y="100755"/>
                  <a:pt x="205681" y="98300"/>
                  <a:pt x="205681" y="95756"/>
                </a:cubicBezTo>
                <a:cubicBezTo>
                  <a:pt x="205681" y="93563"/>
                  <a:pt x="205681" y="91283"/>
                  <a:pt x="205681" y="88827"/>
                </a:cubicBezTo>
                <a:cubicBezTo>
                  <a:pt x="200507" y="90143"/>
                  <a:pt x="195946" y="91195"/>
                  <a:pt x="191473" y="92599"/>
                </a:cubicBezTo>
                <a:cubicBezTo>
                  <a:pt x="174633" y="97949"/>
                  <a:pt x="157881" y="97686"/>
                  <a:pt x="140866" y="92686"/>
                </a:cubicBezTo>
                <a:cubicBezTo>
                  <a:pt x="125517" y="88126"/>
                  <a:pt x="109905" y="84442"/>
                  <a:pt x="94030" y="80232"/>
                </a:cubicBezTo>
                <a:cubicBezTo>
                  <a:pt x="89645" y="95142"/>
                  <a:pt x="85260" y="109965"/>
                  <a:pt x="80787" y="124875"/>
                </a:cubicBezTo>
                <a:cubicBezTo>
                  <a:pt x="119465" y="124875"/>
                  <a:pt x="157618" y="124875"/>
                  <a:pt x="195595" y="124875"/>
                </a:cubicBezTo>
                <a:close/>
                <a:moveTo>
                  <a:pt x="191561" y="154871"/>
                </a:moveTo>
                <a:cubicBezTo>
                  <a:pt x="190420" y="154783"/>
                  <a:pt x="189543" y="154695"/>
                  <a:pt x="188754" y="154695"/>
                </a:cubicBezTo>
                <a:cubicBezTo>
                  <a:pt x="145778" y="154695"/>
                  <a:pt x="102801" y="154695"/>
                  <a:pt x="59737" y="154695"/>
                </a:cubicBezTo>
                <a:cubicBezTo>
                  <a:pt x="58509" y="154695"/>
                  <a:pt x="57281" y="154783"/>
                  <a:pt x="56141" y="155046"/>
                </a:cubicBezTo>
                <a:cubicBezTo>
                  <a:pt x="52019" y="156011"/>
                  <a:pt x="49212" y="159870"/>
                  <a:pt x="49475" y="163992"/>
                </a:cubicBezTo>
                <a:cubicBezTo>
                  <a:pt x="49738" y="168202"/>
                  <a:pt x="52983" y="171710"/>
                  <a:pt x="57106" y="172149"/>
                </a:cubicBezTo>
                <a:cubicBezTo>
                  <a:pt x="58334" y="172324"/>
                  <a:pt x="59474" y="172237"/>
                  <a:pt x="60702" y="172237"/>
                </a:cubicBezTo>
                <a:cubicBezTo>
                  <a:pt x="134639" y="172237"/>
                  <a:pt x="208576" y="172237"/>
                  <a:pt x="282601" y="172237"/>
                </a:cubicBezTo>
                <a:cubicBezTo>
                  <a:pt x="283741" y="172237"/>
                  <a:pt x="284969" y="172237"/>
                  <a:pt x="285933" y="172237"/>
                </a:cubicBezTo>
                <a:cubicBezTo>
                  <a:pt x="285933" y="166185"/>
                  <a:pt x="285933" y="160572"/>
                  <a:pt x="285933" y="154783"/>
                </a:cubicBezTo>
                <a:cubicBezTo>
                  <a:pt x="267340" y="154783"/>
                  <a:pt x="248746" y="154783"/>
                  <a:pt x="229976" y="154783"/>
                </a:cubicBezTo>
                <a:cubicBezTo>
                  <a:pt x="229889" y="155485"/>
                  <a:pt x="229801" y="156011"/>
                  <a:pt x="229801" y="156537"/>
                </a:cubicBezTo>
                <a:cubicBezTo>
                  <a:pt x="229450" y="162063"/>
                  <a:pt x="228222" y="163203"/>
                  <a:pt x="222872" y="163291"/>
                </a:cubicBezTo>
                <a:cubicBezTo>
                  <a:pt x="214452" y="163291"/>
                  <a:pt x="206032" y="163291"/>
                  <a:pt x="197612" y="163291"/>
                </a:cubicBezTo>
                <a:cubicBezTo>
                  <a:pt x="193578" y="163291"/>
                  <a:pt x="192175" y="161887"/>
                  <a:pt x="191824" y="157765"/>
                </a:cubicBezTo>
                <a:cubicBezTo>
                  <a:pt x="191648" y="156976"/>
                  <a:pt x="191648" y="156099"/>
                  <a:pt x="191561" y="154871"/>
                </a:cubicBezTo>
                <a:close/>
                <a:moveTo>
                  <a:pt x="53948" y="269328"/>
                </a:moveTo>
                <a:cubicBezTo>
                  <a:pt x="48160" y="269328"/>
                  <a:pt x="42634" y="269153"/>
                  <a:pt x="37108" y="269328"/>
                </a:cubicBezTo>
                <a:cubicBezTo>
                  <a:pt x="22198" y="269942"/>
                  <a:pt x="10007" y="282748"/>
                  <a:pt x="9919" y="297658"/>
                </a:cubicBezTo>
                <a:cubicBezTo>
                  <a:pt x="9832" y="313796"/>
                  <a:pt x="22724" y="326426"/>
                  <a:pt x="39389" y="326426"/>
                </a:cubicBezTo>
                <a:cubicBezTo>
                  <a:pt x="131394" y="326426"/>
                  <a:pt x="223398" y="326426"/>
                  <a:pt x="315491" y="326426"/>
                </a:cubicBezTo>
                <a:cubicBezTo>
                  <a:pt x="316368" y="326426"/>
                  <a:pt x="317245" y="326514"/>
                  <a:pt x="318122" y="326338"/>
                </a:cubicBezTo>
                <a:cubicBezTo>
                  <a:pt x="320841" y="325724"/>
                  <a:pt x="322420" y="323970"/>
                  <a:pt x="322244" y="321251"/>
                </a:cubicBezTo>
                <a:cubicBezTo>
                  <a:pt x="322069" y="318532"/>
                  <a:pt x="320490" y="316778"/>
                  <a:pt x="317683" y="316603"/>
                </a:cubicBezTo>
                <a:cubicBezTo>
                  <a:pt x="316456" y="316515"/>
                  <a:pt x="315315" y="316515"/>
                  <a:pt x="314087" y="316515"/>
                </a:cubicBezTo>
                <a:cubicBezTo>
                  <a:pt x="223486" y="316515"/>
                  <a:pt x="132885" y="316515"/>
                  <a:pt x="42283" y="316515"/>
                </a:cubicBezTo>
                <a:cubicBezTo>
                  <a:pt x="41055" y="316515"/>
                  <a:pt x="39915" y="316515"/>
                  <a:pt x="38687" y="316515"/>
                </a:cubicBezTo>
                <a:cubicBezTo>
                  <a:pt x="30004" y="315989"/>
                  <a:pt x="23602" y="311428"/>
                  <a:pt x="21146" y="304061"/>
                </a:cubicBezTo>
                <a:cubicBezTo>
                  <a:pt x="17023" y="291694"/>
                  <a:pt x="25443" y="279590"/>
                  <a:pt x="38512" y="279239"/>
                </a:cubicBezTo>
                <a:cubicBezTo>
                  <a:pt x="43599" y="279064"/>
                  <a:pt x="48773" y="279239"/>
                  <a:pt x="54036" y="279239"/>
                </a:cubicBezTo>
                <a:cubicBezTo>
                  <a:pt x="53948" y="275907"/>
                  <a:pt x="53948" y="272837"/>
                  <a:pt x="53948" y="269328"/>
                </a:cubicBezTo>
                <a:close/>
                <a:moveTo>
                  <a:pt x="87628" y="239508"/>
                </a:moveTo>
                <a:cubicBezTo>
                  <a:pt x="89206" y="239508"/>
                  <a:pt x="90610" y="239508"/>
                  <a:pt x="92013" y="239508"/>
                </a:cubicBezTo>
                <a:cubicBezTo>
                  <a:pt x="158232" y="239508"/>
                  <a:pt x="224363" y="239508"/>
                  <a:pt x="290582" y="239508"/>
                </a:cubicBezTo>
                <a:cubicBezTo>
                  <a:pt x="292073" y="239508"/>
                  <a:pt x="293652" y="239508"/>
                  <a:pt x="295143" y="239333"/>
                </a:cubicBezTo>
                <a:cubicBezTo>
                  <a:pt x="299177" y="238719"/>
                  <a:pt x="301808" y="235912"/>
                  <a:pt x="302335" y="231878"/>
                </a:cubicBezTo>
                <a:cubicBezTo>
                  <a:pt x="303124" y="225738"/>
                  <a:pt x="299002" y="221967"/>
                  <a:pt x="291547" y="221967"/>
                </a:cubicBezTo>
                <a:cubicBezTo>
                  <a:pt x="224714" y="221967"/>
                  <a:pt x="157881" y="221967"/>
                  <a:pt x="91048" y="221967"/>
                </a:cubicBezTo>
                <a:cubicBezTo>
                  <a:pt x="89908" y="221967"/>
                  <a:pt x="88768" y="222142"/>
                  <a:pt x="87628" y="222142"/>
                </a:cubicBezTo>
                <a:cubicBezTo>
                  <a:pt x="87628" y="228106"/>
                  <a:pt x="87628" y="233632"/>
                  <a:pt x="87628" y="239508"/>
                </a:cubicBezTo>
                <a:close/>
                <a:moveTo>
                  <a:pt x="238133" y="80320"/>
                </a:moveTo>
                <a:cubicBezTo>
                  <a:pt x="231029" y="82162"/>
                  <a:pt x="224275" y="83828"/>
                  <a:pt x="217522" y="85758"/>
                </a:cubicBezTo>
                <a:cubicBezTo>
                  <a:pt x="216645" y="86021"/>
                  <a:pt x="215680" y="87512"/>
                  <a:pt x="215592" y="88476"/>
                </a:cubicBezTo>
                <a:cubicBezTo>
                  <a:pt x="215417" y="95581"/>
                  <a:pt x="215505" y="102685"/>
                  <a:pt x="215505" y="109789"/>
                </a:cubicBezTo>
                <a:cubicBezTo>
                  <a:pt x="215505" y="110666"/>
                  <a:pt x="215855" y="111894"/>
                  <a:pt x="216469" y="112333"/>
                </a:cubicBezTo>
                <a:cubicBezTo>
                  <a:pt x="220592" y="115052"/>
                  <a:pt x="222784" y="119086"/>
                  <a:pt x="224626" y="123559"/>
                </a:cubicBezTo>
                <a:cubicBezTo>
                  <a:pt x="224889" y="124261"/>
                  <a:pt x="226030" y="125050"/>
                  <a:pt x="226731" y="125050"/>
                </a:cubicBezTo>
                <a:cubicBezTo>
                  <a:pt x="234800" y="125138"/>
                  <a:pt x="242869" y="125138"/>
                  <a:pt x="251377" y="125138"/>
                </a:cubicBezTo>
                <a:cubicBezTo>
                  <a:pt x="246904" y="109965"/>
                  <a:pt x="242606" y="95318"/>
                  <a:pt x="238133" y="80320"/>
                </a:cubicBezTo>
                <a:close/>
                <a:moveTo>
                  <a:pt x="64298" y="222142"/>
                </a:moveTo>
                <a:cubicBezTo>
                  <a:pt x="64298" y="244244"/>
                  <a:pt x="64298" y="265908"/>
                  <a:pt x="64298" y="288098"/>
                </a:cubicBezTo>
                <a:cubicBezTo>
                  <a:pt x="68157" y="286081"/>
                  <a:pt x="71577" y="284151"/>
                  <a:pt x="75086" y="282572"/>
                </a:cubicBezTo>
                <a:cubicBezTo>
                  <a:pt x="77103" y="281607"/>
                  <a:pt x="77629" y="280380"/>
                  <a:pt x="77629" y="278275"/>
                </a:cubicBezTo>
                <a:cubicBezTo>
                  <a:pt x="77541" y="260558"/>
                  <a:pt x="77541" y="242841"/>
                  <a:pt x="77541" y="225124"/>
                </a:cubicBezTo>
                <a:cubicBezTo>
                  <a:pt x="77541" y="224159"/>
                  <a:pt x="77454" y="223195"/>
                  <a:pt x="77366" y="222142"/>
                </a:cubicBezTo>
                <a:cubicBezTo>
                  <a:pt x="72893" y="222142"/>
                  <a:pt x="68683" y="222142"/>
                  <a:pt x="64298" y="222142"/>
                </a:cubicBezTo>
                <a:close/>
                <a:moveTo>
                  <a:pt x="227696" y="134873"/>
                </a:moveTo>
                <a:cubicBezTo>
                  <a:pt x="228222" y="138469"/>
                  <a:pt x="228661" y="141539"/>
                  <a:pt x="229099" y="144697"/>
                </a:cubicBezTo>
                <a:cubicBezTo>
                  <a:pt x="230064" y="144784"/>
                  <a:pt x="230678" y="144784"/>
                  <a:pt x="231292" y="144784"/>
                </a:cubicBezTo>
                <a:cubicBezTo>
                  <a:pt x="252956" y="144784"/>
                  <a:pt x="274619" y="144784"/>
                  <a:pt x="296283" y="144784"/>
                </a:cubicBezTo>
                <a:cubicBezTo>
                  <a:pt x="296897" y="144784"/>
                  <a:pt x="297598" y="144784"/>
                  <a:pt x="298212" y="144697"/>
                </a:cubicBezTo>
                <a:cubicBezTo>
                  <a:pt x="300756" y="144346"/>
                  <a:pt x="302159" y="142767"/>
                  <a:pt x="302422" y="140311"/>
                </a:cubicBezTo>
                <a:cubicBezTo>
                  <a:pt x="302686" y="137856"/>
                  <a:pt x="301545" y="136014"/>
                  <a:pt x="299177" y="135224"/>
                </a:cubicBezTo>
                <a:cubicBezTo>
                  <a:pt x="297949" y="134786"/>
                  <a:pt x="296634" y="134786"/>
                  <a:pt x="295318" y="134786"/>
                </a:cubicBezTo>
                <a:cubicBezTo>
                  <a:pt x="274005" y="134786"/>
                  <a:pt x="252692" y="134786"/>
                  <a:pt x="231292" y="134786"/>
                </a:cubicBezTo>
                <a:cubicBezTo>
                  <a:pt x="230327" y="134873"/>
                  <a:pt x="229275" y="134873"/>
                  <a:pt x="227696" y="134873"/>
                </a:cubicBezTo>
                <a:close/>
                <a:moveTo>
                  <a:pt x="54036" y="222142"/>
                </a:moveTo>
                <a:cubicBezTo>
                  <a:pt x="43686" y="222142"/>
                  <a:pt x="33776" y="222142"/>
                  <a:pt x="23952" y="222142"/>
                </a:cubicBezTo>
                <a:cubicBezTo>
                  <a:pt x="23952" y="228018"/>
                  <a:pt x="23952" y="233632"/>
                  <a:pt x="23952" y="239157"/>
                </a:cubicBezTo>
                <a:cubicBezTo>
                  <a:pt x="33951" y="239157"/>
                  <a:pt x="43950" y="239157"/>
                  <a:pt x="54036" y="239157"/>
                </a:cubicBezTo>
                <a:cubicBezTo>
                  <a:pt x="54036" y="233456"/>
                  <a:pt x="54036" y="228018"/>
                  <a:pt x="54036" y="222142"/>
                </a:cubicBezTo>
                <a:close/>
                <a:moveTo>
                  <a:pt x="53948" y="249594"/>
                </a:moveTo>
                <a:cubicBezTo>
                  <a:pt x="53071" y="249507"/>
                  <a:pt x="52457" y="249331"/>
                  <a:pt x="51843" y="249331"/>
                </a:cubicBezTo>
                <a:cubicBezTo>
                  <a:pt x="39915" y="249331"/>
                  <a:pt x="28075" y="249331"/>
                  <a:pt x="16146" y="249331"/>
                </a:cubicBezTo>
                <a:cubicBezTo>
                  <a:pt x="15269" y="249331"/>
                  <a:pt x="14217" y="249244"/>
                  <a:pt x="13603" y="249682"/>
                </a:cubicBezTo>
                <a:cubicBezTo>
                  <a:pt x="12287" y="250647"/>
                  <a:pt x="10621" y="251875"/>
                  <a:pt x="10270" y="253278"/>
                </a:cubicBezTo>
                <a:cubicBezTo>
                  <a:pt x="9919" y="254681"/>
                  <a:pt x="10621" y="256874"/>
                  <a:pt x="11673" y="257927"/>
                </a:cubicBezTo>
                <a:cubicBezTo>
                  <a:pt x="12726" y="258979"/>
                  <a:pt x="14831" y="259330"/>
                  <a:pt x="16497" y="259330"/>
                </a:cubicBezTo>
                <a:cubicBezTo>
                  <a:pt x="27022" y="259418"/>
                  <a:pt x="37635" y="259418"/>
                  <a:pt x="48247" y="259418"/>
                </a:cubicBezTo>
                <a:cubicBezTo>
                  <a:pt x="50089" y="259418"/>
                  <a:pt x="51931" y="259418"/>
                  <a:pt x="53948" y="259418"/>
                </a:cubicBezTo>
                <a:cubicBezTo>
                  <a:pt x="53948" y="255909"/>
                  <a:pt x="53948" y="252840"/>
                  <a:pt x="53948" y="249594"/>
                </a:cubicBezTo>
                <a:close/>
                <a:moveTo>
                  <a:pt x="219802" y="153292"/>
                </a:moveTo>
                <a:cubicBezTo>
                  <a:pt x="219627" y="150398"/>
                  <a:pt x="219715" y="147766"/>
                  <a:pt x="219188" y="145398"/>
                </a:cubicBezTo>
                <a:cubicBezTo>
                  <a:pt x="217610" y="138206"/>
                  <a:pt x="215943" y="131014"/>
                  <a:pt x="214014" y="123910"/>
                </a:cubicBezTo>
                <a:cubicBezTo>
                  <a:pt x="213663" y="122682"/>
                  <a:pt x="211909" y="121103"/>
                  <a:pt x="210593" y="120928"/>
                </a:cubicBezTo>
                <a:cubicBezTo>
                  <a:pt x="209628" y="120753"/>
                  <a:pt x="207962" y="122419"/>
                  <a:pt x="207436" y="123647"/>
                </a:cubicBezTo>
                <a:cubicBezTo>
                  <a:pt x="202875" y="132944"/>
                  <a:pt x="202261" y="143030"/>
                  <a:pt x="201559" y="153292"/>
                </a:cubicBezTo>
                <a:cubicBezTo>
                  <a:pt x="207786" y="153292"/>
                  <a:pt x="213575" y="153292"/>
                  <a:pt x="219802" y="153292"/>
                </a:cubicBezTo>
                <a:close/>
                <a:moveTo>
                  <a:pt x="160863" y="41378"/>
                </a:moveTo>
                <a:cubicBezTo>
                  <a:pt x="160863" y="41378"/>
                  <a:pt x="160863" y="41378"/>
                  <a:pt x="160863" y="41378"/>
                </a:cubicBezTo>
                <a:cubicBezTo>
                  <a:pt x="160863" y="42167"/>
                  <a:pt x="160863" y="42869"/>
                  <a:pt x="160863" y="43658"/>
                </a:cubicBezTo>
                <a:cubicBezTo>
                  <a:pt x="160863" y="48219"/>
                  <a:pt x="161740" y="49008"/>
                  <a:pt x="166389" y="48745"/>
                </a:cubicBezTo>
                <a:cubicBezTo>
                  <a:pt x="167266" y="48657"/>
                  <a:pt x="168231" y="48570"/>
                  <a:pt x="168932" y="48219"/>
                </a:cubicBezTo>
                <a:cubicBezTo>
                  <a:pt x="169546" y="47868"/>
                  <a:pt x="170423" y="47079"/>
                  <a:pt x="170423" y="46552"/>
                </a:cubicBezTo>
                <a:cubicBezTo>
                  <a:pt x="170511" y="43044"/>
                  <a:pt x="170599" y="39536"/>
                  <a:pt x="170248" y="36115"/>
                </a:cubicBezTo>
                <a:cubicBezTo>
                  <a:pt x="169985" y="33484"/>
                  <a:pt x="168055" y="32168"/>
                  <a:pt x="165424" y="32256"/>
                </a:cubicBezTo>
                <a:cubicBezTo>
                  <a:pt x="162793" y="32344"/>
                  <a:pt x="161214" y="33923"/>
                  <a:pt x="160951" y="36554"/>
                </a:cubicBezTo>
                <a:cubicBezTo>
                  <a:pt x="160775" y="38133"/>
                  <a:pt x="160863" y="39711"/>
                  <a:pt x="160863" y="41378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289701685" name="Google Shape;614;p6"/>
          <p:cNvSpPr txBox="1"/>
          <p:nvPr/>
        </p:nvSpPr>
        <p:spPr bwMode="auto">
          <a:xfrm>
            <a:off x="10681522" y="6397891"/>
            <a:ext cx="11214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pPr>
            <a:r>
              <a:rPr lang="en-US" sz="14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</a:rPr>
              <a:t>Recognitions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grpSp>
        <p:nvGrpSpPr>
          <p:cNvPr id="1200481987" name="Google Shape;615;p6"/>
          <p:cNvGrpSpPr/>
          <p:nvPr/>
        </p:nvGrpSpPr>
        <p:grpSpPr bwMode="auto">
          <a:xfrm>
            <a:off x="10399521" y="6312157"/>
            <a:ext cx="318276" cy="423136"/>
            <a:chOff x="4890592" y="1835560"/>
            <a:chExt cx="2409354" cy="3203147"/>
          </a:xfrm>
        </p:grpSpPr>
        <p:sp>
          <p:nvSpPr>
            <p:cNvPr id="616" name="Google Shape;616;p6"/>
            <p:cNvSpPr/>
            <p:nvPr/>
          </p:nvSpPr>
          <p:spPr bwMode="auto">
            <a:xfrm>
              <a:off x="4890592" y="1835560"/>
              <a:ext cx="2409354" cy="3203147"/>
            </a:xfrm>
            <a:custGeom>
              <a:avLst/>
              <a:gdLst/>
              <a:ahLst/>
              <a:cxnLst/>
              <a:rect l="l" t="t" r="r" b="b"/>
              <a:pathLst>
                <a:path w="2409354" h="3203147" fill="norm" stroke="1" extrusionOk="0">
                  <a:moveTo>
                    <a:pt x="692010" y="2856454"/>
                  </a:moveTo>
                  <a:cubicBezTo>
                    <a:pt x="692010" y="2680241"/>
                    <a:pt x="691057" y="2504981"/>
                    <a:pt x="692962" y="2328769"/>
                  </a:cubicBezTo>
                  <a:cubicBezTo>
                    <a:pt x="692962" y="2304956"/>
                    <a:pt x="685342" y="2293526"/>
                    <a:pt x="664387" y="2283049"/>
                  </a:cubicBezTo>
                  <a:cubicBezTo>
                    <a:pt x="208140" y="2034446"/>
                    <a:pt x="-11888" y="1647731"/>
                    <a:pt x="495" y="1128619"/>
                  </a:cubicBezTo>
                  <a:cubicBezTo>
                    <a:pt x="1447" y="1102901"/>
                    <a:pt x="4305" y="1076231"/>
                    <a:pt x="8115" y="1050514"/>
                  </a:cubicBezTo>
                  <a:cubicBezTo>
                    <a:pt x="12877" y="1017176"/>
                    <a:pt x="33832" y="998126"/>
                    <a:pt x="61455" y="1000031"/>
                  </a:cubicBezTo>
                  <a:cubicBezTo>
                    <a:pt x="90982" y="1001936"/>
                    <a:pt x="110032" y="1025749"/>
                    <a:pt x="106222" y="1060991"/>
                  </a:cubicBezTo>
                  <a:cubicBezTo>
                    <a:pt x="93840" y="1168624"/>
                    <a:pt x="91935" y="1277209"/>
                    <a:pt x="111937" y="1383889"/>
                  </a:cubicBezTo>
                  <a:cubicBezTo>
                    <a:pt x="184327" y="1773461"/>
                    <a:pt x="398640" y="2057306"/>
                    <a:pt x="761542" y="2218279"/>
                  </a:cubicBezTo>
                  <a:cubicBezTo>
                    <a:pt x="1309230" y="2460214"/>
                    <a:pt x="1943595" y="2222089"/>
                    <a:pt x="2202675" y="1682021"/>
                  </a:cubicBezTo>
                  <a:cubicBezTo>
                    <a:pt x="2520810" y="1019081"/>
                    <a:pt x="2107425" y="229459"/>
                    <a:pt x="1383525" y="113254"/>
                  </a:cubicBezTo>
                  <a:cubicBezTo>
                    <a:pt x="1240650" y="90394"/>
                    <a:pt x="1099680" y="93251"/>
                    <a:pt x="958710" y="126589"/>
                  </a:cubicBezTo>
                  <a:cubicBezTo>
                    <a:pt x="952995" y="127541"/>
                    <a:pt x="947280" y="129446"/>
                    <a:pt x="941565" y="129446"/>
                  </a:cubicBezTo>
                  <a:cubicBezTo>
                    <a:pt x="907275" y="134209"/>
                    <a:pt x="884415" y="120874"/>
                    <a:pt x="877747" y="93251"/>
                  </a:cubicBezTo>
                  <a:cubicBezTo>
                    <a:pt x="871080" y="66581"/>
                    <a:pt x="887272" y="40864"/>
                    <a:pt x="920610" y="34196"/>
                  </a:cubicBezTo>
                  <a:cubicBezTo>
                    <a:pt x="987285" y="21814"/>
                    <a:pt x="1053960" y="6574"/>
                    <a:pt x="1120635" y="2764"/>
                  </a:cubicBezTo>
                  <a:cubicBezTo>
                    <a:pt x="1718805" y="-37241"/>
                    <a:pt x="2249347" y="360904"/>
                    <a:pt x="2380792" y="947644"/>
                  </a:cubicBezTo>
                  <a:cubicBezTo>
                    <a:pt x="2498902" y="1476281"/>
                    <a:pt x="2242680" y="2025874"/>
                    <a:pt x="1760715" y="2273524"/>
                  </a:cubicBezTo>
                  <a:cubicBezTo>
                    <a:pt x="1726425" y="2291621"/>
                    <a:pt x="1714042" y="2308766"/>
                    <a:pt x="1714995" y="2347819"/>
                  </a:cubicBezTo>
                  <a:cubicBezTo>
                    <a:pt x="1715947" y="2481169"/>
                    <a:pt x="1715947" y="2614519"/>
                    <a:pt x="1715947" y="2747869"/>
                  </a:cubicBezTo>
                  <a:cubicBezTo>
                    <a:pt x="1715947" y="2809781"/>
                    <a:pt x="1715947" y="2871694"/>
                    <a:pt x="1715947" y="2933606"/>
                  </a:cubicBezTo>
                  <a:cubicBezTo>
                    <a:pt x="1715947" y="2970754"/>
                    <a:pt x="1715947" y="3007901"/>
                    <a:pt x="1715947" y="3044096"/>
                  </a:cubicBezTo>
                  <a:cubicBezTo>
                    <a:pt x="1715947" y="3089816"/>
                    <a:pt x="1730235" y="3163159"/>
                    <a:pt x="1687372" y="3195544"/>
                  </a:cubicBezTo>
                  <a:cubicBezTo>
                    <a:pt x="1665465" y="3212689"/>
                    <a:pt x="1642605" y="3197449"/>
                    <a:pt x="1623555" y="3183161"/>
                  </a:cubicBezTo>
                  <a:cubicBezTo>
                    <a:pt x="1519732" y="3104104"/>
                    <a:pt x="1414957" y="3025999"/>
                    <a:pt x="1310182" y="2947894"/>
                  </a:cubicBezTo>
                  <a:cubicBezTo>
                    <a:pt x="1291132" y="2933606"/>
                    <a:pt x="1272082" y="2919319"/>
                    <a:pt x="1253032" y="2905031"/>
                  </a:cubicBezTo>
                  <a:cubicBezTo>
                    <a:pt x="1203502" y="2867884"/>
                    <a:pt x="1203502" y="2867884"/>
                    <a:pt x="1153020" y="2905984"/>
                  </a:cubicBezTo>
                  <a:cubicBezTo>
                    <a:pt x="1031100" y="2997424"/>
                    <a:pt x="910132" y="3087911"/>
                    <a:pt x="788212" y="3179351"/>
                  </a:cubicBezTo>
                  <a:cubicBezTo>
                    <a:pt x="768210" y="3194591"/>
                    <a:pt x="747255" y="3209831"/>
                    <a:pt x="720585" y="3197449"/>
                  </a:cubicBezTo>
                  <a:cubicBezTo>
                    <a:pt x="692010" y="3184114"/>
                    <a:pt x="691057" y="3157444"/>
                    <a:pt x="691057" y="3130774"/>
                  </a:cubicBezTo>
                  <a:cubicBezTo>
                    <a:pt x="692010" y="2957419"/>
                    <a:pt x="692010" y="3030761"/>
                    <a:pt x="692010" y="2856454"/>
                  </a:cubicBezTo>
                  <a:close/>
                  <a:moveTo>
                    <a:pt x="793927" y="2340199"/>
                  </a:moveTo>
                  <a:cubicBezTo>
                    <a:pt x="793927" y="2662144"/>
                    <a:pt x="793927" y="2732629"/>
                    <a:pt x="793927" y="3054574"/>
                  </a:cubicBezTo>
                  <a:cubicBezTo>
                    <a:pt x="918705" y="2961229"/>
                    <a:pt x="1038720" y="2870741"/>
                    <a:pt x="1159687" y="2780254"/>
                  </a:cubicBezTo>
                  <a:cubicBezTo>
                    <a:pt x="1196835" y="2752631"/>
                    <a:pt x="1211122" y="2752631"/>
                    <a:pt x="1248270" y="2779301"/>
                  </a:cubicBezTo>
                  <a:cubicBezTo>
                    <a:pt x="1342567" y="2849786"/>
                    <a:pt x="1435912" y="2920271"/>
                    <a:pt x="1530210" y="2990756"/>
                  </a:cubicBezTo>
                  <a:cubicBezTo>
                    <a:pt x="1556880" y="3010759"/>
                    <a:pt x="1584502" y="3030761"/>
                    <a:pt x="1614982" y="3053621"/>
                  </a:cubicBezTo>
                  <a:cubicBezTo>
                    <a:pt x="1614982" y="2730724"/>
                    <a:pt x="1614982" y="2659286"/>
                    <a:pt x="1614982" y="2339246"/>
                  </a:cubicBezTo>
                  <a:cubicBezTo>
                    <a:pt x="1340662" y="2434496"/>
                    <a:pt x="1068247" y="2434496"/>
                    <a:pt x="793927" y="2340199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617" name="Google Shape;617;p6"/>
            <p:cNvSpPr/>
            <p:nvPr/>
          </p:nvSpPr>
          <p:spPr bwMode="auto">
            <a:xfrm>
              <a:off x="5208261" y="2153600"/>
              <a:ext cx="1773563" cy="1773558"/>
            </a:xfrm>
            <a:custGeom>
              <a:avLst/>
              <a:gdLst/>
              <a:ahLst/>
              <a:cxnLst/>
              <a:rect l="l" t="t" r="r" b="b"/>
              <a:pathLst>
                <a:path w="1773563" h="1773558" fill="norm" stroke="1" extrusionOk="0">
                  <a:moveTo>
                    <a:pt x="886784" y="2"/>
                  </a:moveTo>
                  <a:cubicBezTo>
                    <a:pt x="1375417" y="-951"/>
                    <a:pt x="1774514" y="397194"/>
                    <a:pt x="1773562" y="884874"/>
                  </a:cubicBezTo>
                  <a:cubicBezTo>
                    <a:pt x="1772609" y="1377317"/>
                    <a:pt x="1378274" y="1772604"/>
                    <a:pt x="886784" y="1773557"/>
                  </a:cubicBezTo>
                  <a:cubicBezTo>
                    <a:pt x="399104" y="1774509"/>
                    <a:pt x="959" y="1377317"/>
                    <a:pt x="7" y="887732"/>
                  </a:cubicBezTo>
                  <a:cubicBezTo>
                    <a:pt x="-1898" y="398147"/>
                    <a:pt x="395294" y="954"/>
                    <a:pt x="886784" y="2"/>
                  </a:cubicBezTo>
                  <a:close/>
                  <a:moveTo>
                    <a:pt x="883927" y="1675449"/>
                  </a:moveTo>
                  <a:cubicBezTo>
                    <a:pt x="1311599" y="1681164"/>
                    <a:pt x="1667834" y="1329692"/>
                    <a:pt x="1675454" y="896304"/>
                  </a:cubicBezTo>
                  <a:cubicBezTo>
                    <a:pt x="1682122" y="462917"/>
                    <a:pt x="1330649" y="103824"/>
                    <a:pt x="892499" y="98109"/>
                  </a:cubicBezTo>
                  <a:cubicBezTo>
                    <a:pt x="464827" y="92394"/>
                    <a:pt x="101924" y="446724"/>
                    <a:pt x="98114" y="874397"/>
                  </a:cubicBezTo>
                  <a:cubicBezTo>
                    <a:pt x="93352" y="1316357"/>
                    <a:pt x="440062" y="1669734"/>
                    <a:pt x="883927" y="1675449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618" name="Google Shape;618;p6"/>
            <p:cNvSpPr/>
            <p:nvPr/>
          </p:nvSpPr>
          <p:spPr bwMode="auto">
            <a:xfrm>
              <a:off x="5004953" y="2365795"/>
              <a:ext cx="180456" cy="218580"/>
            </a:xfrm>
            <a:custGeom>
              <a:avLst/>
              <a:gdLst/>
              <a:ahLst/>
              <a:cxnLst/>
              <a:rect l="l" t="t" r="r" b="b"/>
              <a:pathLst>
                <a:path w="180456" h="218580" fill="norm" stroke="1" extrusionOk="0">
                  <a:moveTo>
                    <a:pt x="180456" y="42124"/>
                  </a:moveTo>
                  <a:cubicBezTo>
                    <a:pt x="142356" y="103084"/>
                    <a:pt x="108066" y="160234"/>
                    <a:pt x="69014" y="214527"/>
                  </a:cubicBezTo>
                  <a:cubicBezTo>
                    <a:pt x="63299" y="222147"/>
                    <a:pt x="28056" y="218337"/>
                    <a:pt x="15674" y="208812"/>
                  </a:cubicBezTo>
                  <a:cubicBezTo>
                    <a:pt x="4244" y="198334"/>
                    <a:pt x="-4329" y="169759"/>
                    <a:pt x="2339" y="156424"/>
                  </a:cubicBezTo>
                  <a:cubicBezTo>
                    <a:pt x="25199" y="107847"/>
                    <a:pt x="52821" y="60222"/>
                    <a:pt x="83301" y="15454"/>
                  </a:cubicBezTo>
                  <a:cubicBezTo>
                    <a:pt x="91874" y="3072"/>
                    <a:pt x="121401" y="-2643"/>
                    <a:pt x="138546" y="1167"/>
                  </a:cubicBezTo>
                  <a:cubicBezTo>
                    <a:pt x="153786" y="3072"/>
                    <a:pt x="164264" y="24027"/>
                    <a:pt x="180456" y="42124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619" name="Google Shape;619;p6"/>
            <p:cNvSpPr/>
            <p:nvPr/>
          </p:nvSpPr>
          <p:spPr bwMode="auto">
            <a:xfrm>
              <a:off x="5307873" y="2016318"/>
              <a:ext cx="216625" cy="183988"/>
            </a:xfrm>
            <a:custGeom>
              <a:avLst/>
              <a:gdLst/>
              <a:ahLst/>
              <a:cxnLst/>
              <a:rect l="l" t="t" r="r" b="b"/>
              <a:pathLst>
                <a:path w="216625" h="183988" fill="norm" stroke="1" extrusionOk="0">
                  <a:moveTo>
                    <a:pt x="216626" y="57274"/>
                  </a:moveTo>
                  <a:cubicBezTo>
                    <a:pt x="210911" y="64894"/>
                    <a:pt x="203291" y="81086"/>
                    <a:pt x="190908" y="91564"/>
                  </a:cubicBezTo>
                  <a:cubicBezTo>
                    <a:pt x="156618" y="119186"/>
                    <a:pt x="120423" y="143951"/>
                    <a:pt x="85181" y="169669"/>
                  </a:cubicBezTo>
                  <a:cubicBezTo>
                    <a:pt x="57558" y="189671"/>
                    <a:pt x="30888" y="188719"/>
                    <a:pt x="11838" y="166811"/>
                  </a:cubicBezTo>
                  <a:cubicBezTo>
                    <a:pt x="-7212" y="143951"/>
                    <a:pt x="-3402" y="113471"/>
                    <a:pt x="24221" y="92516"/>
                  </a:cubicBezTo>
                  <a:cubicBezTo>
                    <a:pt x="61368" y="62989"/>
                    <a:pt x="99468" y="34414"/>
                    <a:pt x="139473" y="9649"/>
                  </a:cubicBezTo>
                  <a:cubicBezTo>
                    <a:pt x="173763" y="-14164"/>
                    <a:pt x="215673" y="7744"/>
                    <a:pt x="216626" y="57274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620" name="Google Shape;620;p6"/>
            <p:cNvSpPr/>
            <p:nvPr/>
          </p:nvSpPr>
          <p:spPr bwMode="auto">
            <a:xfrm>
              <a:off x="5601955" y="2523901"/>
              <a:ext cx="982825" cy="938660"/>
            </a:xfrm>
            <a:custGeom>
              <a:avLst/>
              <a:gdLst/>
              <a:ahLst/>
              <a:cxnLst/>
              <a:rect l="l" t="t" r="r" b="b"/>
              <a:pathLst>
                <a:path w="982825" h="938660" fill="norm" stroke="1" extrusionOk="0">
                  <a:moveTo>
                    <a:pt x="171147" y="873666"/>
                  </a:moveTo>
                  <a:cubicBezTo>
                    <a:pt x="183529" y="800323"/>
                    <a:pt x="196864" y="719361"/>
                    <a:pt x="212104" y="639351"/>
                  </a:cubicBezTo>
                  <a:cubicBezTo>
                    <a:pt x="216867" y="613633"/>
                    <a:pt x="213057" y="595536"/>
                    <a:pt x="193054" y="576486"/>
                  </a:cubicBezTo>
                  <a:cubicBezTo>
                    <a:pt x="135904" y="524098"/>
                    <a:pt x="82564" y="468853"/>
                    <a:pt x="26367" y="415513"/>
                  </a:cubicBezTo>
                  <a:cubicBezTo>
                    <a:pt x="8269" y="398368"/>
                    <a:pt x="-6018" y="379318"/>
                    <a:pt x="2554" y="352648"/>
                  </a:cubicBezTo>
                  <a:cubicBezTo>
                    <a:pt x="12079" y="326931"/>
                    <a:pt x="33987" y="320263"/>
                    <a:pt x="58752" y="316453"/>
                  </a:cubicBezTo>
                  <a:cubicBezTo>
                    <a:pt x="137809" y="305976"/>
                    <a:pt x="215914" y="294546"/>
                    <a:pt x="294972" y="281211"/>
                  </a:cubicBezTo>
                  <a:cubicBezTo>
                    <a:pt x="309259" y="278353"/>
                    <a:pt x="327357" y="265971"/>
                    <a:pt x="334024" y="253588"/>
                  </a:cubicBezTo>
                  <a:cubicBezTo>
                    <a:pt x="371172" y="183103"/>
                    <a:pt x="405462" y="111666"/>
                    <a:pt x="440704" y="40228"/>
                  </a:cubicBezTo>
                  <a:cubicBezTo>
                    <a:pt x="452134" y="17368"/>
                    <a:pt x="467374" y="-5492"/>
                    <a:pt x="493092" y="1176"/>
                  </a:cubicBezTo>
                  <a:cubicBezTo>
                    <a:pt x="513094" y="5938"/>
                    <a:pt x="535002" y="24036"/>
                    <a:pt x="544527" y="42133"/>
                  </a:cubicBezTo>
                  <a:cubicBezTo>
                    <a:pt x="580722" y="108808"/>
                    <a:pt x="614059" y="177388"/>
                    <a:pt x="646444" y="245968"/>
                  </a:cubicBezTo>
                  <a:cubicBezTo>
                    <a:pt x="657874" y="269781"/>
                    <a:pt x="670257" y="281211"/>
                    <a:pt x="698832" y="285021"/>
                  </a:cubicBezTo>
                  <a:cubicBezTo>
                    <a:pt x="776937" y="293593"/>
                    <a:pt x="854089" y="305023"/>
                    <a:pt x="931242" y="319311"/>
                  </a:cubicBezTo>
                  <a:cubicBezTo>
                    <a:pt x="950292" y="323121"/>
                    <a:pt x="976009" y="339313"/>
                    <a:pt x="981724" y="354553"/>
                  </a:cubicBezTo>
                  <a:cubicBezTo>
                    <a:pt x="986487" y="370746"/>
                    <a:pt x="975057" y="398368"/>
                    <a:pt x="961722" y="412656"/>
                  </a:cubicBezTo>
                  <a:cubicBezTo>
                    <a:pt x="906477" y="469806"/>
                    <a:pt x="849327" y="525051"/>
                    <a:pt x="791224" y="579343"/>
                  </a:cubicBezTo>
                  <a:cubicBezTo>
                    <a:pt x="774079" y="595536"/>
                    <a:pt x="769317" y="610776"/>
                    <a:pt x="774079" y="632683"/>
                  </a:cubicBezTo>
                  <a:cubicBezTo>
                    <a:pt x="788367" y="706978"/>
                    <a:pt x="800749" y="782226"/>
                    <a:pt x="813132" y="857473"/>
                  </a:cubicBezTo>
                  <a:cubicBezTo>
                    <a:pt x="815989" y="874618"/>
                    <a:pt x="816942" y="893668"/>
                    <a:pt x="812179" y="909861"/>
                  </a:cubicBezTo>
                  <a:cubicBezTo>
                    <a:pt x="803607" y="938436"/>
                    <a:pt x="770269" y="947008"/>
                    <a:pt x="736932" y="929863"/>
                  </a:cubicBezTo>
                  <a:cubicBezTo>
                    <a:pt x="664542" y="892716"/>
                    <a:pt x="591199" y="854616"/>
                    <a:pt x="519762" y="815563"/>
                  </a:cubicBezTo>
                  <a:cubicBezTo>
                    <a:pt x="500712" y="805086"/>
                    <a:pt x="486424" y="806038"/>
                    <a:pt x="467374" y="816516"/>
                  </a:cubicBezTo>
                  <a:cubicBezTo>
                    <a:pt x="395937" y="855568"/>
                    <a:pt x="322594" y="893668"/>
                    <a:pt x="250204" y="930816"/>
                  </a:cubicBezTo>
                  <a:cubicBezTo>
                    <a:pt x="204484" y="951771"/>
                    <a:pt x="169242" y="928911"/>
                    <a:pt x="171147" y="873666"/>
                  </a:cubicBezTo>
                  <a:close/>
                  <a:moveTo>
                    <a:pt x="820752" y="401226"/>
                  </a:moveTo>
                  <a:cubicBezTo>
                    <a:pt x="763602" y="392653"/>
                    <a:pt x="705499" y="381223"/>
                    <a:pt x="646444" y="375508"/>
                  </a:cubicBezTo>
                  <a:cubicBezTo>
                    <a:pt x="609297" y="371698"/>
                    <a:pt x="589294" y="355506"/>
                    <a:pt x="574054" y="322168"/>
                  </a:cubicBezTo>
                  <a:cubicBezTo>
                    <a:pt x="550242" y="268828"/>
                    <a:pt x="522619" y="216441"/>
                    <a:pt x="492139" y="156433"/>
                  </a:cubicBezTo>
                  <a:cubicBezTo>
                    <a:pt x="468327" y="205963"/>
                    <a:pt x="443562" y="245968"/>
                    <a:pt x="427369" y="289783"/>
                  </a:cubicBezTo>
                  <a:cubicBezTo>
                    <a:pt x="405462" y="351696"/>
                    <a:pt x="365457" y="382176"/>
                    <a:pt x="299734" y="380271"/>
                  </a:cubicBezTo>
                  <a:cubicBezTo>
                    <a:pt x="297829" y="380271"/>
                    <a:pt x="294972" y="380271"/>
                    <a:pt x="293067" y="381223"/>
                  </a:cubicBezTo>
                  <a:cubicBezTo>
                    <a:pt x="249252" y="387891"/>
                    <a:pt x="205437" y="394558"/>
                    <a:pt x="164479" y="401226"/>
                  </a:cubicBezTo>
                  <a:cubicBezTo>
                    <a:pt x="209247" y="447898"/>
                    <a:pt x="251157" y="492666"/>
                    <a:pt x="294019" y="536481"/>
                  </a:cubicBezTo>
                  <a:cubicBezTo>
                    <a:pt x="314022" y="556483"/>
                    <a:pt x="322594" y="577438"/>
                    <a:pt x="316879" y="606013"/>
                  </a:cubicBezTo>
                  <a:cubicBezTo>
                    <a:pt x="304497" y="666973"/>
                    <a:pt x="295924" y="729838"/>
                    <a:pt x="284494" y="797466"/>
                  </a:cubicBezTo>
                  <a:cubicBezTo>
                    <a:pt x="341644" y="767938"/>
                    <a:pt x="393079" y="743173"/>
                    <a:pt x="443562" y="713646"/>
                  </a:cubicBezTo>
                  <a:cubicBezTo>
                    <a:pt x="477852" y="693643"/>
                    <a:pt x="507379" y="692691"/>
                    <a:pt x="542622" y="713646"/>
                  </a:cubicBezTo>
                  <a:cubicBezTo>
                    <a:pt x="592152" y="743173"/>
                    <a:pt x="644539" y="767938"/>
                    <a:pt x="700737" y="797466"/>
                  </a:cubicBezTo>
                  <a:cubicBezTo>
                    <a:pt x="689307" y="730791"/>
                    <a:pt x="681687" y="669831"/>
                    <a:pt x="668352" y="609823"/>
                  </a:cubicBezTo>
                  <a:cubicBezTo>
                    <a:pt x="661684" y="577438"/>
                    <a:pt x="671209" y="555531"/>
                    <a:pt x="693117" y="533623"/>
                  </a:cubicBezTo>
                  <a:cubicBezTo>
                    <a:pt x="736932" y="492666"/>
                    <a:pt x="777889" y="447898"/>
                    <a:pt x="820752" y="401226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</p:grpSp>
      <p:sp>
        <p:nvSpPr>
          <p:cNvPr id="794643649" name="Google Shape;621;p6"/>
          <p:cNvSpPr>
            <a:spLocks noGrp="1"/>
          </p:cNvSpPr>
          <p:nvPr>
            <p:ph type="pic" idx="3"/>
          </p:nvPr>
        </p:nvSpPr>
        <p:spPr bwMode="auto">
          <a:xfrm>
            <a:off x="945416" y="1511142"/>
            <a:ext cx="1387500" cy="1387500"/>
          </a:xfrm>
          <a:prstGeom prst="ellipse">
            <a:avLst/>
          </a:prstGeom>
          <a:solidFill>
            <a:schemeClr val="lt1"/>
          </a:solidFill>
          <a:ln w="12700" cap="flat" cmpd="sng">
            <a:solidFill>
              <a:schemeClr val="accent6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lang="en-IN"/>
          </a:p>
        </p:txBody>
      </p:sp>
      <p:sp>
        <p:nvSpPr>
          <p:cNvPr id="313981652" name="Google Shape;622;p6"/>
          <p:cNvSpPr txBox="1">
            <a:spLocks noGrp="1"/>
          </p:cNvSpPr>
          <p:nvPr>
            <p:ph type="body" idx="4"/>
          </p:nvPr>
        </p:nvSpPr>
        <p:spPr bwMode="auto">
          <a:xfrm>
            <a:off x="2422630" y="1625442"/>
            <a:ext cx="26511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90F50"/>
              </a:buClr>
              <a:buSzPts val="1800"/>
              <a:buNone/>
              <a:defRPr sz="1800" b="1">
                <a:solidFill>
                  <a:srgbClr val="B90F50"/>
                </a:solidFill>
                <a:latin typeface="Arial"/>
                <a:ea typeface="Arial"/>
                <a:cs typeface="Arial"/>
              </a:defRPr>
            </a:lvl1pPr>
            <a:lvl2pPr marL="91440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B90F50"/>
              </a:buClr>
              <a:buSzPts val="1800"/>
              <a:buNone/>
              <a:defRPr sz="1800" b="1">
                <a:solidFill>
                  <a:srgbClr val="B90F50"/>
                </a:solidFill>
                <a:latin typeface="Arial"/>
                <a:ea typeface="Arial"/>
                <a:cs typeface="Arial"/>
              </a:defRPr>
            </a:lvl2pPr>
            <a:lvl3pPr marL="137160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B90F50"/>
              </a:buClr>
              <a:buSzPts val="1800"/>
              <a:buNone/>
              <a:defRPr sz="1800" b="1">
                <a:solidFill>
                  <a:srgbClr val="B90F50"/>
                </a:solidFill>
                <a:latin typeface="Arial"/>
                <a:ea typeface="Arial"/>
                <a:cs typeface="Arial"/>
              </a:defRPr>
            </a:lvl3pPr>
            <a:lvl4pPr marL="182880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B90F50"/>
              </a:buClr>
              <a:buSzPts val="1800"/>
              <a:buNone/>
              <a:defRPr sz="1800" b="1">
                <a:solidFill>
                  <a:srgbClr val="B90F50"/>
                </a:solidFill>
                <a:latin typeface="Arial"/>
                <a:ea typeface="Arial"/>
                <a:cs typeface="Arial"/>
              </a:defRPr>
            </a:lvl4pPr>
            <a:lvl5pPr marL="228600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B90F50"/>
              </a:buClr>
              <a:buSzPts val="1800"/>
              <a:buNone/>
              <a:defRPr sz="1800" b="1">
                <a:solidFill>
                  <a:srgbClr val="B90F50"/>
                </a:solidFill>
                <a:latin typeface="Arial"/>
                <a:ea typeface="Arial"/>
                <a:cs typeface="Arial"/>
              </a:defRPr>
            </a:lvl5pPr>
            <a:lvl6pPr marL="274320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479713017" name="Google Shape;623;p6"/>
          <p:cNvSpPr txBox="1">
            <a:spLocks noGrp="1"/>
          </p:cNvSpPr>
          <p:nvPr>
            <p:ph type="body" idx="5"/>
          </p:nvPr>
        </p:nvSpPr>
        <p:spPr bwMode="auto">
          <a:xfrm>
            <a:off x="2422630" y="2006442"/>
            <a:ext cx="2651100" cy="88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04800" algn="l" rtl="0">
              <a:lnSpc>
                <a:spcPct val="7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>
                <a:latin typeface="Times New Roman"/>
                <a:ea typeface="Times New Roman"/>
                <a:cs typeface="Times New Roman"/>
              </a:defRPr>
            </a:lvl1pPr>
            <a:lvl2pPr marL="914400" lvl="1" indent="-3048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>
                <a:latin typeface="Times New Roman"/>
                <a:ea typeface="Times New Roman"/>
                <a:cs typeface="Times New Roman"/>
              </a:defRPr>
            </a:lvl2pPr>
            <a:lvl3pPr marL="1371600" lvl="2" indent="-3048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>
                <a:latin typeface="Times New Roman"/>
                <a:ea typeface="Times New Roman"/>
                <a:cs typeface="Times New Roman"/>
              </a:defRPr>
            </a:lvl3pPr>
            <a:lvl4pPr marL="1828800" lvl="3" indent="-3048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>
                <a:latin typeface="Times New Roman"/>
                <a:ea typeface="Times New Roman"/>
                <a:cs typeface="Times New Roman"/>
              </a:defRPr>
            </a:lvl4pPr>
            <a:lvl5pPr marL="2286000" lvl="4" indent="-3048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>
                <a:latin typeface="Times New Roman"/>
                <a:ea typeface="Times New Roman"/>
                <a:cs typeface="Times New Roman"/>
              </a:defRPr>
            </a:lvl5pPr>
            <a:lvl6pPr marL="274320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1233979611" name="Google Shape;624;p6"/>
          <p:cNvSpPr>
            <a:spLocks noGrp="1"/>
          </p:cNvSpPr>
          <p:nvPr>
            <p:ph type="pic" idx="6"/>
          </p:nvPr>
        </p:nvSpPr>
        <p:spPr bwMode="auto">
          <a:xfrm>
            <a:off x="933795" y="3027841"/>
            <a:ext cx="1387500" cy="1387500"/>
          </a:xfrm>
          <a:prstGeom prst="ellipse">
            <a:avLst/>
          </a:prstGeom>
          <a:solidFill>
            <a:schemeClr val="lt1"/>
          </a:solidFill>
          <a:ln w="12700" cap="flat" cmpd="sng">
            <a:solidFill>
              <a:schemeClr val="accent6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lang="en-IN"/>
          </a:p>
        </p:txBody>
      </p:sp>
      <p:sp>
        <p:nvSpPr>
          <p:cNvPr id="366963407" name="Google Shape;625;p6"/>
          <p:cNvSpPr txBox="1">
            <a:spLocks noGrp="1"/>
          </p:cNvSpPr>
          <p:nvPr>
            <p:ph type="body" idx="7"/>
          </p:nvPr>
        </p:nvSpPr>
        <p:spPr bwMode="auto">
          <a:xfrm>
            <a:off x="2411009" y="3142141"/>
            <a:ext cx="26511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90F50"/>
              </a:buClr>
              <a:buSzPts val="1800"/>
              <a:buNone/>
              <a:defRPr sz="1800" b="1">
                <a:solidFill>
                  <a:srgbClr val="B90F50"/>
                </a:solidFill>
                <a:latin typeface="Arial"/>
                <a:ea typeface="Arial"/>
                <a:cs typeface="Arial"/>
              </a:defRPr>
            </a:lvl1pPr>
            <a:lvl2pPr marL="91440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B90F50"/>
              </a:buClr>
              <a:buSzPts val="1800"/>
              <a:buNone/>
              <a:defRPr sz="1800" b="1">
                <a:solidFill>
                  <a:srgbClr val="B90F50"/>
                </a:solidFill>
                <a:latin typeface="Arial"/>
                <a:ea typeface="Arial"/>
                <a:cs typeface="Arial"/>
              </a:defRPr>
            </a:lvl2pPr>
            <a:lvl3pPr marL="137160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B90F50"/>
              </a:buClr>
              <a:buSzPts val="1800"/>
              <a:buNone/>
              <a:defRPr sz="1800" b="1">
                <a:solidFill>
                  <a:srgbClr val="B90F50"/>
                </a:solidFill>
                <a:latin typeface="Arial"/>
                <a:ea typeface="Arial"/>
                <a:cs typeface="Arial"/>
              </a:defRPr>
            </a:lvl3pPr>
            <a:lvl4pPr marL="182880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B90F50"/>
              </a:buClr>
              <a:buSzPts val="1800"/>
              <a:buNone/>
              <a:defRPr sz="1800" b="1">
                <a:solidFill>
                  <a:srgbClr val="B90F50"/>
                </a:solidFill>
                <a:latin typeface="Arial"/>
                <a:ea typeface="Arial"/>
                <a:cs typeface="Arial"/>
              </a:defRPr>
            </a:lvl4pPr>
            <a:lvl5pPr marL="228600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B90F50"/>
              </a:buClr>
              <a:buSzPts val="1800"/>
              <a:buNone/>
              <a:defRPr sz="1800" b="1">
                <a:solidFill>
                  <a:srgbClr val="B90F50"/>
                </a:solidFill>
                <a:latin typeface="Arial"/>
                <a:ea typeface="Arial"/>
                <a:cs typeface="Arial"/>
              </a:defRPr>
            </a:lvl5pPr>
            <a:lvl6pPr marL="274320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690399814" name="Google Shape;626;p6"/>
          <p:cNvSpPr txBox="1">
            <a:spLocks noGrp="1"/>
          </p:cNvSpPr>
          <p:nvPr>
            <p:ph type="body" idx="8"/>
          </p:nvPr>
        </p:nvSpPr>
        <p:spPr bwMode="auto">
          <a:xfrm>
            <a:off x="2411009" y="3523141"/>
            <a:ext cx="2651100" cy="88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04800" algn="l" rtl="0">
              <a:lnSpc>
                <a:spcPct val="7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>
                <a:latin typeface="Times New Roman"/>
                <a:ea typeface="Times New Roman"/>
                <a:cs typeface="Times New Roman"/>
              </a:defRPr>
            </a:lvl1pPr>
            <a:lvl2pPr marL="914400" lvl="1" indent="-3048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>
                <a:latin typeface="Times New Roman"/>
                <a:ea typeface="Times New Roman"/>
                <a:cs typeface="Times New Roman"/>
              </a:defRPr>
            </a:lvl2pPr>
            <a:lvl3pPr marL="1371600" lvl="2" indent="-3048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>
                <a:latin typeface="Times New Roman"/>
                <a:ea typeface="Times New Roman"/>
                <a:cs typeface="Times New Roman"/>
              </a:defRPr>
            </a:lvl3pPr>
            <a:lvl4pPr marL="1828800" lvl="3" indent="-3048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>
                <a:latin typeface="Times New Roman"/>
                <a:ea typeface="Times New Roman"/>
                <a:cs typeface="Times New Roman"/>
              </a:defRPr>
            </a:lvl4pPr>
            <a:lvl5pPr marL="2286000" lvl="4" indent="-3048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>
                <a:latin typeface="Times New Roman"/>
                <a:ea typeface="Times New Roman"/>
                <a:cs typeface="Times New Roman"/>
              </a:defRPr>
            </a:lvl5pPr>
            <a:lvl6pPr marL="274320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92640333" name="Google Shape;627;p6"/>
          <p:cNvSpPr>
            <a:spLocks noGrp="1"/>
          </p:cNvSpPr>
          <p:nvPr>
            <p:ph type="pic" idx="9"/>
          </p:nvPr>
        </p:nvSpPr>
        <p:spPr bwMode="auto">
          <a:xfrm>
            <a:off x="933795" y="4571947"/>
            <a:ext cx="1387500" cy="1387500"/>
          </a:xfrm>
          <a:prstGeom prst="ellipse">
            <a:avLst/>
          </a:prstGeom>
          <a:solidFill>
            <a:schemeClr val="lt1"/>
          </a:solidFill>
          <a:ln w="12700" cap="flat" cmpd="sng">
            <a:solidFill>
              <a:schemeClr val="accent6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lang="en-IN"/>
          </a:p>
        </p:txBody>
      </p:sp>
      <p:sp>
        <p:nvSpPr>
          <p:cNvPr id="843874106" name="Google Shape;628;p6"/>
          <p:cNvSpPr txBox="1">
            <a:spLocks noGrp="1"/>
          </p:cNvSpPr>
          <p:nvPr>
            <p:ph type="body" idx="13"/>
          </p:nvPr>
        </p:nvSpPr>
        <p:spPr bwMode="auto">
          <a:xfrm>
            <a:off x="2411009" y="4686246"/>
            <a:ext cx="26511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90F50"/>
              </a:buClr>
              <a:buSzPts val="1800"/>
              <a:buNone/>
              <a:defRPr sz="1800" b="1">
                <a:solidFill>
                  <a:srgbClr val="B90F50"/>
                </a:solidFill>
                <a:latin typeface="Arial"/>
                <a:ea typeface="Arial"/>
                <a:cs typeface="Arial"/>
              </a:defRPr>
            </a:lvl1pPr>
            <a:lvl2pPr marL="91440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B90F50"/>
              </a:buClr>
              <a:buSzPts val="1800"/>
              <a:buNone/>
              <a:defRPr sz="1800" b="1">
                <a:solidFill>
                  <a:srgbClr val="B90F50"/>
                </a:solidFill>
                <a:latin typeface="Arial"/>
                <a:ea typeface="Arial"/>
                <a:cs typeface="Arial"/>
              </a:defRPr>
            </a:lvl2pPr>
            <a:lvl3pPr marL="137160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B90F50"/>
              </a:buClr>
              <a:buSzPts val="1800"/>
              <a:buNone/>
              <a:defRPr sz="1800" b="1">
                <a:solidFill>
                  <a:srgbClr val="B90F50"/>
                </a:solidFill>
                <a:latin typeface="Arial"/>
                <a:ea typeface="Arial"/>
                <a:cs typeface="Arial"/>
              </a:defRPr>
            </a:lvl3pPr>
            <a:lvl4pPr marL="182880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B90F50"/>
              </a:buClr>
              <a:buSzPts val="1800"/>
              <a:buNone/>
              <a:defRPr sz="1800" b="1">
                <a:solidFill>
                  <a:srgbClr val="B90F50"/>
                </a:solidFill>
                <a:latin typeface="Arial"/>
                <a:ea typeface="Arial"/>
                <a:cs typeface="Arial"/>
              </a:defRPr>
            </a:lvl4pPr>
            <a:lvl5pPr marL="228600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B90F50"/>
              </a:buClr>
              <a:buSzPts val="1800"/>
              <a:buNone/>
              <a:defRPr sz="1800" b="1">
                <a:solidFill>
                  <a:srgbClr val="B90F50"/>
                </a:solidFill>
                <a:latin typeface="Arial"/>
                <a:ea typeface="Arial"/>
                <a:cs typeface="Arial"/>
              </a:defRPr>
            </a:lvl5pPr>
            <a:lvl6pPr marL="274320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1159476206" name="Google Shape;629;p6"/>
          <p:cNvSpPr txBox="1">
            <a:spLocks noGrp="1"/>
          </p:cNvSpPr>
          <p:nvPr>
            <p:ph type="body" idx="14"/>
          </p:nvPr>
        </p:nvSpPr>
        <p:spPr bwMode="auto">
          <a:xfrm>
            <a:off x="2411009" y="5067247"/>
            <a:ext cx="2651100" cy="88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04800" algn="l" rtl="0">
              <a:lnSpc>
                <a:spcPct val="7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>
                <a:latin typeface="Times New Roman"/>
                <a:ea typeface="Times New Roman"/>
                <a:cs typeface="Times New Roman"/>
              </a:defRPr>
            </a:lvl1pPr>
            <a:lvl2pPr marL="914400" lvl="1" indent="-3048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>
                <a:latin typeface="Times New Roman"/>
                <a:ea typeface="Times New Roman"/>
                <a:cs typeface="Times New Roman"/>
              </a:defRPr>
            </a:lvl2pPr>
            <a:lvl3pPr marL="1371600" lvl="2" indent="-3048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>
                <a:latin typeface="Times New Roman"/>
                <a:ea typeface="Times New Roman"/>
                <a:cs typeface="Times New Roman"/>
              </a:defRPr>
            </a:lvl3pPr>
            <a:lvl4pPr marL="1828800" lvl="3" indent="-3048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>
                <a:latin typeface="Times New Roman"/>
                <a:ea typeface="Times New Roman"/>
                <a:cs typeface="Times New Roman"/>
              </a:defRPr>
            </a:lvl4pPr>
            <a:lvl5pPr marL="2286000" lvl="4" indent="-3048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>
                <a:latin typeface="Times New Roman"/>
                <a:ea typeface="Times New Roman"/>
                <a:cs typeface="Times New Roman"/>
              </a:defRPr>
            </a:lvl5pPr>
            <a:lvl6pPr marL="274320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702002346" name="Google Shape;630;p6"/>
          <p:cNvSpPr>
            <a:spLocks noGrp="1"/>
          </p:cNvSpPr>
          <p:nvPr>
            <p:ph type="pic" idx="15"/>
          </p:nvPr>
        </p:nvSpPr>
        <p:spPr bwMode="auto">
          <a:xfrm>
            <a:off x="6055143" y="1520779"/>
            <a:ext cx="1387500" cy="1387500"/>
          </a:xfrm>
          <a:prstGeom prst="ellipse">
            <a:avLst/>
          </a:prstGeom>
          <a:solidFill>
            <a:schemeClr val="lt1"/>
          </a:solidFill>
          <a:ln w="12700" cap="flat" cmpd="sng">
            <a:solidFill>
              <a:schemeClr val="accent6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lang="en-IN"/>
          </a:p>
        </p:txBody>
      </p:sp>
      <p:sp>
        <p:nvSpPr>
          <p:cNvPr id="157640558" name="Google Shape;631;p6"/>
          <p:cNvSpPr txBox="1">
            <a:spLocks noGrp="1"/>
          </p:cNvSpPr>
          <p:nvPr>
            <p:ph type="body" idx="16"/>
          </p:nvPr>
        </p:nvSpPr>
        <p:spPr bwMode="auto">
          <a:xfrm>
            <a:off x="7532357" y="1635079"/>
            <a:ext cx="26511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90F50"/>
              </a:buClr>
              <a:buSzPts val="1800"/>
              <a:buNone/>
              <a:defRPr sz="1800" b="1">
                <a:solidFill>
                  <a:srgbClr val="B90F50"/>
                </a:solidFill>
                <a:latin typeface="Arial"/>
                <a:ea typeface="Arial"/>
                <a:cs typeface="Arial"/>
              </a:defRPr>
            </a:lvl1pPr>
            <a:lvl2pPr marL="91440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B90F50"/>
              </a:buClr>
              <a:buSzPts val="1800"/>
              <a:buNone/>
              <a:defRPr sz="1800" b="1">
                <a:solidFill>
                  <a:srgbClr val="B90F50"/>
                </a:solidFill>
                <a:latin typeface="Arial"/>
                <a:ea typeface="Arial"/>
                <a:cs typeface="Arial"/>
              </a:defRPr>
            </a:lvl2pPr>
            <a:lvl3pPr marL="137160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B90F50"/>
              </a:buClr>
              <a:buSzPts val="1800"/>
              <a:buNone/>
              <a:defRPr sz="1800" b="1">
                <a:solidFill>
                  <a:srgbClr val="B90F50"/>
                </a:solidFill>
                <a:latin typeface="Arial"/>
                <a:ea typeface="Arial"/>
                <a:cs typeface="Arial"/>
              </a:defRPr>
            </a:lvl3pPr>
            <a:lvl4pPr marL="182880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B90F50"/>
              </a:buClr>
              <a:buSzPts val="1800"/>
              <a:buNone/>
              <a:defRPr sz="1800" b="1">
                <a:solidFill>
                  <a:srgbClr val="B90F50"/>
                </a:solidFill>
                <a:latin typeface="Arial"/>
                <a:ea typeface="Arial"/>
                <a:cs typeface="Arial"/>
              </a:defRPr>
            </a:lvl4pPr>
            <a:lvl5pPr marL="228600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B90F50"/>
              </a:buClr>
              <a:buSzPts val="1800"/>
              <a:buNone/>
              <a:defRPr sz="1800" b="1">
                <a:solidFill>
                  <a:srgbClr val="B90F50"/>
                </a:solidFill>
                <a:latin typeface="Arial"/>
                <a:ea typeface="Arial"/>
                <a:cs typeface="Arial"/>
              </a:defRPr>
            </a:lvl5pPr>
            <a:lvl6pPr marL="274320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1157217024" name="Google Shape;632;p6"/>
          <p:cNvSpPr txBox="1">
            <a:spLocks noGrp="1"/>
          </p:cNvSpPr>
          <p:nvPr>
            <p:ph type="body" idx="17"/>
          </p:nvPr>
        </p:nvSpPr>
        <p:spPr bwMode="auto">
          <a:xfrm>
            <a:off x="7532357" y="2016079"/>
            <a:ext cx="2651100" cy="88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04800" algn="l" rtl="0">
              <a:lnSpc>
                <a:spcPct val="7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>
                <a:latin typeface="Times New Roman"/>
                <a:ea typeface="Times New Roman"/>
                <a:cs typeface="Times New Roman"/>
              </a:defRPr>
            </a:lvl1pPr>
            <a:lvl2pPr marL="914400" lvl="1" indent="-3048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>
                <a:latin typeface="Times New Roman"/>
                <a:ea typeface="Times New Roman"/>
                <a:cs typeface="Times New Roman"/>
              </a:defRPr>
            </a:lvl2pPr>
            <a:lvl3pPr marL="1371600" lvl="2" indent="-3048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>
                <a:latin typeface="Times New Roman"/>
                <a:ea typeface="Times New Roman"/>
                <a:cs typeface="Times New Roman"/>
              </a:defRPr>
            </a:lvl3pPr>
            <a:lvl4pPr marL="1828800" lvl="3" indent="-3048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>
                <a:latin typeface="Times New Roman"/>
                <a:ea typeface="Times New Roman"/>
                <a:cs typeface="Times New Roman"/>
              </a:defRPr>
            </a:lvl4pPr>
            <a:lvl5pPr marL="2286000" lvl="4" indent="-3048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>
                <a:latin typeface="Times New Roman"/>
                <a:ea typeface="Times New Roman"/>
                <a:cs typeface="Times New Roman"/>
              </a:defRPr>
            </a:lvl5pPr>
            <a:lvl6pPr marL="274320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502822849" name="Google Shape;633;p6"/>
          <p:cNvSpPr>
            <a:spLocks noGrp="1"/>
          </p:cNvSpPr>
          <p:nvPr>
            <p:ph type="pic" idx="18"/>
          </p:nvPr>
        </p:nvSpPr>
        <p:spPr bwMode="auto">
          <a:xfrm>
            <a:off x="6043522" y="3037478"/>
            <a:ext cx="1387500" cy="1387500"/>
          </a:xfrm>
          <a:prstGeom prst="ellipse">
            <a:avLst/>
          </a:prstGeom>
          <a:solidFill>
            <a:schemeClr val="lt1"/>
          </a:solidFill>
          <a:ln w="12700" cap="flat" cmpd="sng">
            <a:solidFill>
              <a:schemeClr val="accent6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lang="en-IN"/>
          </a:p>
        </p:txBody>
      </p:sp>
      <p:sp>
        <p:nvSpPr>
          <p:cNvPr id="1806706864" name="Google Shape;634;p6"/>
          <p:cNvSpPr txBox="1">
            <a:spLocks noGrp="1"/>
          </p:cNvSpPr>
          <p:nvPr>
            <p:ph type="body" idx="19"/>
          </p:nvPr>
        </p:nvSpPr>
        <p:spPr bwMode="auto">
          <a:xfrm>
            <a:off x="7520736" y="3151778"/>
            <a:ext cx="26511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90F50"/>
              </a:buClr>
              <a:buSzPts val="1800"/>
              <a:buNone/>
              <a:defRPr sz="1800" b="1">
                <a:solidFill>
                  <a:srgbClr val="B90F50"/>
                </a:solidFill>
                <a:latin typeface="Arial"/>
                <a:ea typeface="Arial"/>
                <a:cs typeface="Arial"/>
              </a:defRPr>
            </a:lvl1pPr>
            <a:lvl2pPr marL="91440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B90F50"/>
              </a:buClr>
              <a:buSzPts val="1800"/>
              <a:buNone/>
              <a:defRPr sz="1800" b="1">
                <a:solidFill>
                  <a:srgbClr val="B90F50"/>
                </a:solidFill>
                <a:latin typeface="Arial"/>
                <a:ea typeface="Arial"/>
                <a:cs typeface="Arial"/>
              </a:defRPr>
            </a:lvl2pPr>
            <a:lvl3pPr marL="137160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B90F50"/>
              </a:buClr>
              <a:buSzPts val="1800"/>
              <a:buNone/>
              <a:defRPr sz="1800" b="1">
                <a:solidFill>
                  <a:srgbClr val="B90F50"/>
                </a:solidFill>
                <a:latin typeface="Arial"/>
                <a:ea typeface="Arial"/>
                <a:cs typeface="Arial"/>
              </a:defRPr>
            </a:lvl3pPr>
            <a:lvl4pPr marL="182880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B90F50"/>
              </a:buClr>
              <a:buSzPts val="1800"/>
              <a:buNone/>
              <a:defRPr sz="1800" b="1">
                <a:solidFill>
                  <a:srgbClr val="B90F50"/>
                </a:solidFill>
                <a:latin typeface="Arial"/>
                <a:ea typeface="Arial"/>
                <a:cs typeface="Arial"/>
              </a:defRPr>
            </a:lvl4pPr>
            <a:lvl5pPr marL="228600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B90F50"/>
              </a:buClr>
              <a:buSzPts val="1800"/>
              <a:buNone/>
              <a:defRPr sz="1800" b="1">
                <a:solidFill>
                  <a:srgbClr val="B90F50"/>
                </a:solidFill>
                <a:latin typeface="Arial"/>
                <a:ea typeface="Arial"/>
                <a:cs typeface="Arial"/>
              </a:defRPr>
            </a:lvl5pPr>
            <a:lvl6pPr marL="274320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1993236134" name="Google Shape;635;p6"/>
          <p:cNvSpPr txBox="1">
            <a:spLocks noGrp="1"/>
          </p:cNvSpPr>
          <p:nvPr>
            <p:ph type="body" idx="20"/>
          </p:nvPr>
        </p:nvSpPr>
        <p:spPr bwMode="auto">
          <a:xfrm>
            <a:off x="7520736" y="3532778"/>
            <a:ext cx="2651100" cy="88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04800" algn="l" rtl="0">
              <a:lnSpc>
                <a:spcPct val="7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>
                <a:latin typeface="Times New Roman"/>
                <a:ea typeface="Times New Roman"/>
                <a:cs typeface="Times New Roman"/>
              </a:defRPr>
            </a:lvl1pPr>
            <a:lvl2pPr marL="914400" lvl="1" indent="-3048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>
                <a:latin typeface="Times New Roman"/>
                <a:ea typeface="Times New Roman"/>
                <a:cs typeface="Times New Roman"/>
              </a:defRPr>
            </a:lvl2pPr>
            <a:lvl3pPr marL="1371600" lvl="2" indent="-3048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>
                <a:latin typeface="Times New Roman"/>
                <a:ea typeface="Times New Roman"/>
                <a:cs typeface="Times New Roman"/>
              </a:defRPr>
            </a:lvl3pPr>
            <a:lvl4pPr marL="1828800" lvl="3" indent="-3048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>
                <a:latin typeface="Times New Roman"/>
                <a:ea typeface="Times New Roman"/>
                <a:cs typeface="Times New Roman"/>
              </a:defRPr>
            </a:lvl4pPr>
            <a:lvl5pPr marL="2286000" lvl="4" indent="-3048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>
                <a:latin typeface="Times New Roman"/>
                <a:ea typeface="Times New Roman"/>
                <a:cs typeface="Times New Roman"/>
              </a:defRPr>
            </a:lvl5pPr>
            <a:lvl6pPr marL="274320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738913941" name="Google Shape;636;p6"/>
          <p:cNvSpPr>
            <a:spLocks noGrp="1"/>
          </p:cNvSpPr>
          <p:nvPr>
            <p:ph type="pic" idx="21"/>
          </p:nvPr>
        </p:nvSpPr>
        <p:spPr bwMode="auto">
          <a:xfrm>
            <a:off x="6043522" y="4581584"/>
            <a:ext cx="1387500" cy="1387500"/>
          </a:xfrm>
          <a:prstGeom prst="ellipse">
            <a:avLst/>
          </a:prstGeom>
          <a:solidFill>
            <a:schemeClr val="lt1"/>
          </a:solidFill>
          <a:ln w="12700" cap="flat" cmpd="sng">
            <a:solidFill>
              <a:schemeClr val="accent6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lang="en-IN"/>
          </a:p>
        </p:txBody>
      </p:sp>
      <p:sp>
        <p:nvSpPr>
          <p:cNvPr id="1336873643" name="Google Shape;637;p6"/>
          <p:cNvSpPr txBox="1">
            <a:spLocks noGrp="1"/>
          </p:cNvSpPr>
          <p:nvPr>
            <p:ph type="body" idx="22"/>
          </p:nvPr>
        </p:nvSpPr>
        <p:spPr bwMode="auto">
          <a:xfrm>
            <a:off x="7520736" y="4695884"/>
            <a:ext cx="26511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90F50"/>
              </a:buClr>
              <a:buSzPts val="1800"/>
              <a:buNone/>
              <a:defRPr sz="1800" b="1">
                <a:solidFill>
                  <a:srgbClr val="B90F50"/>
                </a:solidFill>
                <a:latin typeface="Arial"/>
                <a:ea typeface="Arial"/>
                <a:cs typeface="Arial"/>
              </a:defRPr>
            </a:lvl1pPr>
            <a:lvl2pPr marL="91440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B90F50"/>
              </a:buClr>
              <a:buSzPts val="1800"/>
              <a:buNone/>
              <a:defRPr sz="1800" b="1">
                <a:solidFill>
                  <a:srgbClr val="B90F50"/>
                </a:solidFill>
                <a:latin typeface="Arial"/>
                <a:ea typeface="Arial"/>
                <a:cs typeface="Arial"/>
              </a:defRPr>
            </a:lvl2pPr>
            <a:lvl3pPr marL="137160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B90F50"/>
              </a:buClr>
              <a:buSzPts val="1800"/>
              <a:buNone/>
              <a:defRPr sz="1800" b="1">
                <a:solidFill>
                  <a:srgbClr val="B90F50"/>
                </a:solidFill>
                <a:latin typeface="Arial"/>
                <a:ea typeface="Arial"/>
                <a:cs typeface="Arial"/>
              </a:defRPr>
            </a:lvl3pPr>
            <a:lvl4pPr marL="182880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B90F50"/>
              </a:buClr>
              <a:buSzPts val="1800"/>
              <a:buNone/>
              <a:defRPr sz="1800" b="1">
                <a:solidFill>
                  <a:srgbClr val="B90F50"/>
                </a:solidFill>
                <a:latin typeface="Arial"/>
                <a:ea typeface="Arial"/>
                <a:cs typeface="Arial"/>
              </a:defRPr>
            </a:lvl4pPr>
            <a:lvl5pPr marL="228600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B90F50"/>
              </a:buClr>
              <a:buSzPts val="1800"/>
              <a:buNone/>
              <a:defRPr sz="1800" b="1">
                <a:solidFill>
                  <a:srgbClr val="B90F50"/>
                </a:solidFill>
                <a:latin typeface="Arial"/>
                <a:ea typeface="Arial"/>
                <a:cs typeface="Arial"/>
              </a:defRPr>
            </a:lvl5pPr>
            <a:lvl6pPr marL="274320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32314589" name="Google Shape;638;p6"/>
          <p:cNvSpPr txBox="1">
            <a:spLocks noGrp="1"/>
          </p:cNvSpPr>
          <p:nvPr>
            <p:ph type="body" idx="23"/>
          </p:nvPr>
        </p:nvSpPr>
        <p:spPr bwMode="auto">
          <a:xfrm>
            <a:off x="7520736" y="5076884"/>
            <a:ext cx="2651100" cy="88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04800" algn="l" rtl="0">
              <a:lnSpc>
                <a:spcPct val="7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>
                <a:latin typeface="Times New Roman"/>
                <a:ea typeface="Times New Roman"/>
                <a:cs typeface="Times New Roman"/>
              </a:defRPr>
            </a:lvl1pPr>
            <a:lvl2pPr marL="914400" lvl="1" indent="-3048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>
                <a:latin typeface="Times New Roman"/>
                <a:ea typeface="Times New Roman"/>
                <a:cs typeface="Times New Roman"/>
              </a:defRPr>
            </a:lvl2pPr>
            <a:lvl3pPr marL="1371600" lvl="2" indent="-3048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>
                <a:latin typeface="Times New Roman"/>
                <a:ea typeface="Times New Roman"/>
                <a:cs typeface="Times New Roman"/>
              </a:defRPr>
            </a:lvl3pPr>
            <a:lvl4pPr marL="1828800" lvl="3" indent="-3048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>
                <a:latin typeface="Times New Roman"/>
                <a:ea typeface="Times New Roman"/>
                <a:cs typeface="Times New Roman"/>
              </a:defRPr>
            </a:lvl4pPr>
            <a:lvl5pPr marL="2286000" lvl="4" indent="-3048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>
                <a:latin typeface="Times New Roman"/>
                <a:ea typeface="Times New Roman"/>
                <a:cs typeface="Times New Roman"/>
              </a:defRPr>
            </a:lvl5pPr>
            <a:lvl6pPr marL="274320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798544769" name="Google Shape;639;p6"/>
          <p:cNvSpPr/>
          <p:nvPr/>
        </p:nvSpPr>
        <p:spPr bwMode="auto">
          <a:xfrm>
            <a:off x="0" y="6745403"/>
            <a:ext cx="12192000" cy="130500"/>
          </a:xfrm>
          <a:prstGeom prst="rect">
            <a:avLst/>
          </a:prstGeom>
          <a:solidFill>
            <a:srgbClr val="B90F50"/>
          </a:solidFill>
          <a:ln w="19050" cap="flat" cmpd="sng">
            <a:solidFill>
              <a:srgbClr val="B90F5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14_Blank" preserve="0" showMasterPhAnim="0" showMasterSp="1" userDrawn="1">
  <p:cSld name="14_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20532577" name="Google Shape;641;p7"/>
          <p:cNvSpPr txBox="1">
            <a:spLocks noGrp="1"/>
          </p:cNvSpPr>
          <p:nvPr>
            <p:ph type="body" idx="1"/>
          </p:nvPr>
        </p:nvSpPr>
        <p:spPr bwMode="auto">
          <a:xfrm>
            <a:off x="1500992" y="870906"/>
            <a:ext cx="10547400" cy="46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latin typeface="Calibri"/>
                <a:ea typeface="Calibri"/>
                <a:cs typeface="Calibri"/>
              </a:defRPr>
            </a:lvl1pPr>
            <a:lvl2pPr marL="91440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latin typeface="Calibri"/>
                <a:ea typeface="Calibri"/>
                <a:cs typeface="Calibri"/>
              </a:defRPr>
            </a:lvl2pPr>
            <a:lvl3pPr marL="137160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latin typeface="Calibri"/>
                <a:ea typeface="Calibri"/>
                <a:cs typeface="Calibri"/>
              </a:defRPr>
            </a:lvl3pPr>
            <a:lvl4pPr marL="182880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latin typeface="Calibri"/>
                <a:ea typeface="Calibri"/>
                <a:cs typeface="Calibri"/>
              </a:defRPr>
            </a:lvl4pPr>
            <a:lvl5pPr marL="228600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latin typeface="Calibri"/>
                <a:ea typeface="Calibri"/>
                <a:cs typeface="Calibri"/>
              </a:defRPr>
            </a:lvl5pPr>
            <a:lvl6pPr marL="274320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pPr>
              <a:defRPr/>
            </a:pPr>
            <a:endParaRPr/>
          </a:p>
        </p:txBody>
      </p:sp>
      <p:cxnSp>
        <p:nvCxnSpPr>
          <p:cNvPr id="546306271" name="Google Shape;642;p7"/>
          <p:cNvCxnSpPr/>
          <p:nvPr/>
        </p:nvCxnSpPr>
        <p:spPr bwMode="auto">
          <a:xfrm>
            <a:off x="655399" y="1299220"/>
            <a:ext cx="11238300" cy="24900"/>
          </a:xfrm>
          <a:prstGeom prst="straightConnector1">
            <a:avLst/>
          </a:prstGeom>
          <a:noFill/>
          <a:ln w="9525" cap="flat" cmpd="sng">
            <a:solidFill>
              <a:srgbClr val="B8114F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651989667" name="Google Shape;643;p7"/>
          <p:cNvSpPr txBox="1">
            <a:spLocks noGrp="1"/>
          </p:cNvSpPr>
          <p:nvPr>
            <p:ph type="body" idx="2"/>
          </p:nvPr>
        </p:nvSpPr>
        <p:spPr bwMode="auto">
          <a:xfrm>
            <a:off x="1488293" y="416192"/>
            <a:ext cx="10560000" cy="57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8114F"/>
              </a:buClr>
              <a:buSzPts val="3600"/>
              <a:buNone/>
              <a:defRPr sz="3600">
                <a:solidFill>
                  <a:srgbClr val="B8114F"/>
                </a:solidFill>
                <a:latin typeface="Georgia"/>
                <a:ea typeface="Georgia"/>
                <a:cs typeface="Georgia"/>
              </a:defRPr>
            </a:lvl1pPr>
            <a:lvl2pPr marL="91440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/>
            </a:lvl2pPr>
            <a:lvl3pPr marL="137160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/>
            </a:lvl3pPr>
            <a:lvl4pPr marL="182880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4pPr>
            <a:lvl5pPr marL="228600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5pPr>
            <a:lvl6pPr marL="274320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pPr>
              <a:defRPr/>
            </a:pPr>
            <a:endParaRPr/>
          </a:p>
        </p:txBody>
      </p:sp>
      <p:grpSp>
        <p:nvGrpSpPr>
          <p:cNvPr id="1730771839" name="Google Shape;644;p7"/>
          <p:cNvGrpSpPr/>
          <p:nvPr/>
        </p:nvGrpSpPr>
        <p:grpSpPr bwMode="auto">
          <a:xfrm>
            <a:off x="655527" y="416137"/>
            <a:ext cx="624253" cy="765101"/>
            <a:chOff x="4819650" y="1862134"/>
            <a:chExt cx="2558414" cy="3135659"/>
          </a:xfrm>
        </p:grpSpPr>
        <p:sp>
          <p:nvSpPr>
            <p:cNvPr id="645" name="Google Shape;645;p7"/>
            <p:cNvSpPr/>
            <p:nvPr/>
          </p:nvSpPr>
          <p:spPr bwMode="auto">
            <a:xfrm>
              <a:off x="6353176" y="3360420"/>
              <a:ext cx="621029" cy="45720"/>
            </a:xfrm>
            <a:custGeom>
              <a:avLst/>
              <a:gdLst/>
              <a:ahLst/>
              <a:cxnLst/>
              <a:rect l="l" t="t" r="r" b="b"/>
              <a:pathLst>
                <a:path w="621029" h="45720" fill="norm" stroke="1" extrusionOk="0">
                  <a:moveTo>
                    <a:pt x="38100" y="20002"/>
                  </a:moveTo>
                  <a:lnTo>
                    <a:pt x="0" y="32385"/>
                  </a:lnTo>
                  <a:cubicBezTo>
                    <a:pt x="11430" y="39052"/>
                    <a:pt x="27622" y="44767"/>
                    <a:pt x="50483" y="44767"/>
                  </a:cubicBezTo>
                  <a:cubicBezTo>
                    <a:pt x="51435" y="44767"/>
                    <a:pt x="53340" y="44767"/>
                    <a:pt x="54292" y="44767"/>
                  </a:cubicBezTo>
                  <a:cubicBezTo>
                    <a:pt x="58103" y="44767"/>
                    <a:pt x="60960" y="44767"/>
                    <a:pt x="63817" y="45720"/>
                  </a:cubicBezTo>
                  <a:lnTo>
                    <a:pt x="604838" y="45720"/>
                  </a:lnTo>
                  <a:cubicBezTo>
                    <a:pt x="610553" y="30480"/>
                    <a:pt x="616268" y="15240"/>
                    <a:pt x="621030" y="0"/>
                  </a:cubicBezTo>
                  <a:lnTo>
                    <a:pt x="83820" y="0"/>
                  </a:lnTo>
                  <a:cubicBezTo>
                    <a:pt x="70485" y="7620"/>
                    <a:pt x="55245" y="14288"/>
                    <a:pt x="38100" y="20002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646" name="Google Shape;646;p7"/>
            <p:cNvSpPr/>
            <p:nvPr/>
          </p:nvSpPr>
          <p:spPr bwMode="auto">
            <a:xfrm>
              <a:off x="5218745" y="3360420"/>
              <a:ext cx="625792" cy="45720"/>
            </a:xfrm>
            <a:custGeom>
              <a:avLst/>
              <a:gdLst/>
              <a:ahLst/>
              <a:cxnLst/>
              <a:rect l="l" t="t" r="r" b="b"/>
              <a:pathLst>
                <a:path w="625792" h="45720" fill="norm" stroke="1" extrusionOk="0">
                  <a:moveTo>
                    <a:pt x="570548" y="44767"/>
                  </a:moveTo>
                  <a:cubicBezTo>
                    <a:pt x="572453" y="44767"/>
                    <a:pt x="573405" y="44767"/>
                    <a:pt x="575310" y="44767"/>
                  </a:cubicBezTo>
                  <a:cubicBezTo>
                    <a:pt x="599123" y="44767"/>
                    <a:pt x="614363" y="39052"/>
                    <a:pt x="625793" y="32385"/>
                  </a:cubicBezTo>
                  <a:lnTo>
                    <a:pt x="587693" y="20002"/>
                  </a:lnTo>
                  <a:cubicBezTo>
                    <a:pt x="570548" y="14288"/>
                    <a:pt x="555307" y="7620"/>
                    <a:pt x="541020" y="0"/>
                  </a:cubicBezTo>
                  <a:lnTo>
                    <a:pt x="0" y="0"/>
                  </a:lnTo>
                  <a:cubicBezTo>
                    <a:pt x="4763" y="15240"/>
                    <a:pt x="10477" y="30480"/>
                    <a:pt x="16192" y="45720"/>
                  </a:cubicBezTo>
                  <a:lnTo>
                    <a:pt x="561023" y="45720"/>
                  </a:lnTo>
                  <a:cubicBezTo>
                    <a:pt x="563880" y="44767"/>
                    <a:pt x="566738" y="44767"/>
                    <a:pt x="570548" y="44767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647" name="Google Shape;647;p7"/>
            <p:cNvSpPr/>
            <p:nvPr/>
          </p:nvSpPr>
          <p:spPr bwMode="auto">
            <a:xfrm>
              <a:off x="6231251" y="3445190"/>
              <a:ext cx="710565" cy="45720"/>
            </a:xfrm>
            <a:custGeom>
              <a:avLst/>
              <a:gdLst/>
              <a:ahLst/>
              <a:cxnLst/>
              <a:rect l="l" t="t" r="r" b="b"/>
              <a:pathLst>
                <a:path w="710565" h="45720" fill="norm" stroke="1" extrusionOk="0">
                  <a:moveTo>
                    <a:pt x="188595" y="953"/>
                  </a:moveTo>
                  <a:cubicBezTo>
                    <a:pt x="167640" y="14288"/>
                    <a:pt x="124778" y="27623"/>
                    <a:pt x="81915" y="27623"/>
                  </a:cubicBezTo>
                  <a:lnTo>
                    <a:pt x="80963" y="27623"/>
                  </a:lnTo>
                  <a:cubicBezTo>
                    <a:pt x="77153" y="27623"/>
                    <a:pt x="73342" y="26670"/>
                    <a:pt x="70485" y="25717"/>
                  </a:cubicBezTo>
                  <a:cubicBezTo>
                    <a:pt x="57150" y="33338"/>
                    <a:pt x="26670" y="41910"/>
                    <a:pt x="0" y="45720"/>
                  </a:cubicBezTo>
                  <a:lnTo>
                    <a:pt x="688658" y="45720"/>
                  </a:lnTo>
                  <a:cubicBezTo>
                    <a:pt x="696278" y="30480"/>
                    <a:pt x="703898" y="15240"/>
                    <a:pt x="710565" y="0"/>
                  </a:cubicBezTo>
                  <a:lnTo>
                    <a:pt x="189548" y="0"/>
                  </a:lnTo>
                  <a:cubicBezTo>
                    <a:pt x="189548" y="953"/>
                    <a:pt x="189548" y="953"/>
                    <a:pt x="188595" y="953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648" name="Google Shape;648;p7"/>
            <p:cNvSpPr/>
            <p:nvPr/>
          </p:nvSpPr>
          <p:spPr bwMode="auto">
            <a:xfrm>
              <a:off x="5252084" y="3446143"/>
              <a:ext cx="714374" cy="45720"/>
            </a:xfrm>
            <a:custGeom>
              <a:avLst/>
              <a:gdLst/>
              <a:ahLst/>
              <a:cxnLst/>
              <a:rect l="l" t="t" r="r" b="b"/>
              <a:pathLst>
                <a:path w="714374" h="45720" fill="norm" stroke="1" extrusionOk="0">
                  <a:moveTo>
                    <a:pt x="643890" y="25717"/>
                  </a:moveTo>
                  <a:cubicBezTo>
                    <a:pt x="641032" y="26670"/>
                    <a:pt x="637223" y="27622"/>
                    <a:pt x="633413" y="27622"/>
                  </a:cubicBezTo>
                  <a:lnTo>
                    <a:pt x="632460" y="27622"/>
                  </a:lnTo>
                  <a:cubicBezTo>
                    <a:pt x="589598" y="27622"/>
                    <a:pt x="546735" y="14288"/>
                    <a:pt x="525780" y="952"/>
                  </a:cubicBezTo>
                  <a:cubicBezTo>
                    <a:pt x="525780" y="952"/>
                    <a:pt x="524828" y="0"/>
                    <a:pt x="523875" y="0"/>
                  </a:cubicBezTo>
                  <a:lnTo>
                    <a:pt x="0" y="0"/>
                  </a:lnTo>
                  <a:cubicBezTo>
                    <a:pt x="6667" y="15240"/>
                    <a:pt x="14288" y="30480"/>
                    <a:pt x="21907" y="45720"/>
                  </a:cubicBezTo>
                  <a:lnTo>
                    <a:pt x="714375" y="45720"/>
                  </a:lnTo>
                  <a:cubicBezTo>
                    <a:pt x="687705" y="41910"/>
                    <a:pt x="657225" y="33338"/>
                    <a:pt x="643890" y="25717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649" name="Google Shape;649;p7"/>
            <p:cNvSpPr/>
            <p:nvPr/>
          </p:nvSpPr>
          <p:spPr bwMode="auto">
            <a:xfrm>
              <a:off x="4989988" y="1862134"/>
              <a:ext cx="2212551" cy="2412682"/>
            </a:xfrm>
            <a:custGeom>
              <a:avLst/>
              <a:gdLst/>
              <a:ahLst/>
              <a:cxnLst/>
              <a:rect l="l" t="t" r="r" b="b"/>
              <a:pathLst>
                <a:path w="2212551" h="2412682" fill="norm" stroke="1" extrusionOk="0">
                  <a:moveTo>
                    <a:pt x="78263" y="1206818"/>
                  </a:moveTo>
                  <a:cubicBezTo>
                    <a:pt x="54450" y="1213485"/>
                    <a:pt x="36353" y="1225868"/>
                    <a:pt x="23018" y="1245870"/>
                  </a:cubicBezTo>
                  <a:cubicBezTo>
                    <a:pt x="-23655" y="1316355"/>
                    <a:pt x="10635" y="1460183"/>
                    <a:pt x="38258" y="1575435"/>
                  </a:cubicBezTo>
                  <a:cubicBezTo>
                    <a:pt x="47783" y="1616393"/>
                    <a:pt x="57308" y="1655445"/>
                    <a:pt x="61118" y="1684973"/>
                  </a:cubicBezTo>
                  <a:cubicBezTo>
                    <a:pt x="62070" y="1689735"/>
                    <a:pt x="62070" y="1695450"/>
                    <a:pt x="63023" y="1701165"/>
                  </a:cubicBezTo>
                  <a:cubicBezTo>
                    <a:pt x="67785" y="1736408"/>
                    <a:pt x="73500" y="1777365"/>
                    <a:pt x="65880" y="1802130"/>
                  </a:cubicBezTo>
                  <a:lnTo>
                    <a:pt x="63023" y="1809750"/>
                  </a:lnTo>
                  <a:lnTo>
                    <a:pt x="70643" y="1811655"/>
                  </a:lnTo>
                  <a:cubicBezTo>
                    <a:pt x="96360" y="1817370"/>
                    <a:pt x="128745" y="1842135"/>
                    <a:pt x="157320" y="1864995"/>
                  </a:cubicBezTo>
                  <a:cubicBezTo>
                    <a:pt x="161130" y="1868805"/>
                    <a:pt x="165893" y="1871663"/>
                    <a:pt x="169703" y="1874520"/>
                  </a:cubicBezTo>
                  <a:cubicBezTo>
                    <a:pt x="192563" y="1892618"/>
                    <a:pt x="222090" y="1920240"/>
                    <a:pt x="252570" y="1948815"/>
                  </a:cubicBezTo>
                  <a:cubicBezTo>
                    <a:pt x="336390" y="2027873"/>
                    <a:pt x="441165" y="2126933"/>
                    <a:pt x="524985" y="2126933"/>
                  </a:cubicBezTo>
                  <a:cubicBezTo>
                    <a:pt x="526890" y="2126933"/>
                    <a:pt x="528795" y="2126933"/>
                    <a:pt x="530700" y="2126933"/>
                  </a:cubicBezTo>
                  <a:cubicBezTo>
                    <a:pt x="554513" y="2125980"/>
                    <a:pt x="575468" y="2115503"/>
                    <a:pt x="592613" y="2098358"/>
                  </a:cubicBezTo>
                  <a:cubicBezTo>
                    <a:pt x="585945" y="2122170"/>
                    <a:pt x="587850" y="2145030"/>
                    <a:pt x="599280" y="2165985"/>
                  </a:cubicBezTo>
                  <a:cubicBezTo>
                    <a:pt x="637380" y="2241233"/>
                    <a:pt x="778350" y="2284095"/>
                    <a:pt x="891698" y="2317433"/>
                  </a:cubicBezTo>
                  <a:cubicBezTo>
                    <a:pt x="932655" y="2329815"/>
                    <a:pt x="970755" y="2341245"/>
                    <a:pt x="997425" y="2352675"/>
                  </a:cubicBezTo>
                  <a:cubicBezTo>
                    <a:pt x="1002188" y="2354580"/>
                    <a:pt x="1006950" y="2356485"/>
                    <a:pt x="1011713" y="2358390"/>
                  </a:cubicBezTo>
                  <a:cubicBezTo>
                    <a:pt x="1045050" y="2371725"/>
                    <a:pt x="1083150" y="2386965"/>
                    <a:pt x="1101248" y="2406968"/>
                  </a:cubicBezTo>
                  <a:lnTo>
                    <a:pt x="1106963" y="2412683"/>
                  </a:lnTo>
                  <a:lnTo>
                    <a:pt x="1112678" y="2406968"/>
                  </a:lnTo>
                  <a:cubicBezTo>
                    <a:pt x="1130775" y="2387918"/>
                    <a:pt x="1168875" y="2372678"/>
                    <a:pt x="1202213" y="2358390"/>
                  </a:cubicBezTo>
                  <a:cubicBezTo>
                    <a:pt x="1206975" y="2356485"/>
                    <a:pt x="1211738" y="2354580"/>
                    <a:pt x="1216500" y="2352675"/>
                  </a:cubicBezTo>
                  <a:cubicBezTo>
                    <a:pt x="1243170" y="2341245"/>
                    <a:pt x="1282223" y="2329815"/>
                    <a:pt x="1322228" y="2317433"/>
                  </a:cubicBezTo>
                  <a:cubicBezTo>
                    <a:pt x="1435575" y="2283143"/>
                    <a:pt x="1576545" y="2241233"/>
                    <a:pt x="1614645" y="2165985"/>
                  </a:cubicBezTo>
                  <a:cubicBezTo>
                    <a:pt x="1625123" y="2145030"/>
                    <a:pt x="1627028" y="2121218"/>
                    <a:pt x="1620360" y="2097405"/>
                  </a:cubicBezTo>
                  <a:cubicBezTo>
                    <a:pt x="1637505" y="2114550"/>
                    <a:pt x="1658460" y="2124075"/>
                    <a:pt x="1682273" y="2125980"/>
                  </a:cubicBezTo>
                  <a:cubicBezTo>
                    <a:pt x="1684178" y="2125980"/>
                    <a:pt x="1686083" y="2125980"/>
                    <a:pt x="1687988" y="2125980"/>
                  </a:cubicBezTo>
                  <a:cubicBezTo>
                    <a:pt x="1771808" y="2125980"/>
                    <a:pt x="1875630" y="2027873"/>
                    <a:pt x="1960403" y="1947863"/>
                  </a:cubicBezTo>
                  <a:cubicBezTo>
                    <a:pt x="1990883" y="1918335"/>
                    <a:pt x="2020410" y="1891665"/>
                    <a:pt x="2043270" y="1873568"/>
                  </a:cubicBezTo>
                  <a:cubicBezTo>
                    <a:pt x="2047080" y="1870710"/>
                    <a:pt x="2051843" y="1866900"/>
                    <a:pt x="2055653" y="1864043"/>
                  </a:cubicBezTo>
                  <a:cubicBezTo>
                    <a:pt x="2084228" y="1842135"/>
                    <a:pt x="2116613" y="1816418"/>
                    <a:pt x="2142330" y="1810703"/>
                  </a:cubicBezTo>
                  <a:lnTo>
                    <a:pt x="2149950" y="1808798"/>
                  </a:lnTo>
                  <a:lnTo>
                    <a:pt x="2147093" y="1801178"/>
                  </a:lnTo>
                  <a:cubicBezTo>
                    <a:pt x="2139473" y="1776413"/>
                    <a:pt x="2145188" y="1735455"/>
                    <a:pt x="2149950" y="1700213"/>
                  </a:cubicBezTo>
                  <a:cubicBezTo>
                    <a:pt x="2150903" y="1694498"/>
                    <a:pt x="2151855" y="1689735"/>
                    <a:pt x="2151855" y="1684020"/>
                  </a:cubicBezTo>
                  <a:cubicBezTo>
                    <a:pt x="2155665" y="1655445"/>
                    <a:pt x="2165190" y="1616393"/>
                    <a:pt x="2174715" y="1574483"/>
                  </a:cubicBezTo>
                  <a:cubicBezTo>
                    <a:pt x="2202338" y="1459230"/>
                    <a:pt x="2235675" y="1315403"/>
                    <a:pt x="2189955" y="1244918"/>
                  </a:cubicBezTo>
                  <a:cubicBezTo>
                    <a:pt x="2176620" y="1224915"/>
                    <a:pt x="2157570" y="1211580"/>
                    <a:pt x="2133758" y="1205865"/>
                  </a:cubicBezTo>
                  <a:cubicBezTo>
                    <a:pt x="2157570" y="1199198"/>
                    <a:pt x="2175668" y="1186815"/>
                    <a:pt x="2189003" y="1166813"/>
                  </a:cubicBezTo>
                  <a:cubicBezTo>
                    <a:pt x="2235675" y="1096328"/>
                    <a:pt x="2201385" y="952500"/>
                    <a:pt x="2173763" y="837248"/>
                  </a:cubicBezTo>
                  <a:cubicBezTo>
                    <a:pt x="2164238" y="796290"/>
                    <a:pt x="2154713" y="757238"/>
                    <a:pt x="2150903" y="727710"/>
                  </a:cubicBezTo>
                  <a:cubicBezTo>
                    <a:pt x="2149950" y="722948"/>
                    <a:pt x="2149950" y="717233"/>
                    <a:pt x="2148998" y="711518"/>
                  </a:cubicBezTo>
                  <a:cubicBezTo>
                    <a:pt x="2144235" y="676275"/>
                    <a:pt x="2138520" y="635318"/>
                    <a:pt x="2146140" y="610553"/>
                  </a:cubicBezTo>
                  <a:lnTo>
                    <a:pt x="2148998" y="602933"/>
                  </a:lnTo>
                  <a:lnTo>
                    <a:pt x="2141378" y="601028"/>
                  </a:lnTo>
                  <a:cubicBezTo>
                    <a:pt x="2115660" y="595313"/>
                    <a:pt x="2083275" y="570548"/>
                    <a:pt x="2054700" y="547688"/>
                  </a:cubicBezTo>
                  <a:cubicBezTo>
                    <a:pt x="2049938" y="543878"/>
                    <a:pt x="2046128" y="541020"/>
                    <a:pt x="2042318" y="538163"/>
                  </a:cubicBezTo>
                  <a:cubicBezTo>
                    <a:pt x="2019458" y="520065"/>
                    <a:pt x="1989930" y="492443"/>
                    <a:pt x="1959450" y="463868"/>
                  </a:cubicBezTo>
                  <a:cubicBezTo>
                    <a:pt x="1875630" y="384810"/>
                    <a:pt x="1770855" y="285750"/>
                    <a:pt x="1687035" y="285750"/>
                  </a:cubicBezTo>
                  <a:cubicBezTo>
                    <a:pt x="1685130" y="285750"/>
                    <a:pt x="1683225" y="285750"/>
                    <a:pt x="1681320" y="285750"/>
                  </a:cubicBezTo>
                  <a:cubicBezTo>
                    <a:pt x="1657508" y="286703"/>
                    <a:pt x="1636553" y="297180"/>
                    <a:pt x="1619408" y="314325"/>
                  </a:cubicBezTo>
                  <a:cubicBezTo>
                    <a:pt x="1626075" y="290513"/>
                    <a:pt x="1624170" y="267653"/>
                    <a:pt x="1612740" y="246698"/>
                  </a:cubicBezTo>
                  <a:cubicBezTo>
                    <a:pt x="1574640" y="171450"/>
                    <a:pt x="1433670" y="128588"/>
                    <a:pt x="1319370" y="95250"/>
                  </a:cubicBezTo>
                  <a:cubicBezTo>
                    <a:pt x="1278413" y="82868"/>
                    <a:pt x="1240313" y="71438"/>
                    <a:pt x="1213643" y="60008"/>
                  </a:cubicBezTo>
                  <a:cubicBezTo>
                    <a:pt x="1208880" y="58103"/>
                    <a:pt x="1204118" y="56197"/>
                    <a:pt x="1199355" y="54293"/>
                  </a:cubicBezTo>
                  <a:cubicBezTo>
                    <a:pt x="1166018" y="40958"/>
                    <a:pt x="1127918" y="25717"/>
                    <a:pt x="1109820" y="5715"/>
                  </a:cubicBezTo>
                  <a:lnTo>
                    <a:pt x="1106010" y="0"/>
                  </a:lnTo>
                  <a:lnTo>
                    <a:pt x="1100295" y="5715"/>
                  </a:lnTo>
                  <a:cubicBezTo>
                    <a:pt x="1082198" y="24765"/>
                    <a:pt x="1044098" y="40005"/>
                    <a:pt x="1010760" y="54293"/>
                  </a:cubicBezTo>
                  <a:cubicBezTo>
                    <a:pt x="1005998" y="56197"/>
                    <a:pt x="1001235" y="58103"/>
                    <a:pt x="996473" y="60008"/>
                  </a:cubicBezTo>
                  <a:cubicBezTo>
                    <a:pt x="969803" y="71438"/>
                    <a:pt x="930750" y="82868"/>
                    <a:pt x="890745" y="95250"/>
                  </a:cubicBezTo>
                  <a:cubicBezTo>
                    <a:pt x="777398" y="129540"/>
                    <a:pt x="636428" y="171450"/>
                    <a:pt x="598328" y="246698"/>
                  </a:cubicBezTo>
                  <a:cubicBezTo>
                    <a:pt x="587850" y="267653"/>
                    <a:pt x="585945" y="291465"/>
                    <a:pt x="592613" y="315278"/>
                  </a:cubicBezTo>
                  <a:cubicBezTo>
                    <a:pt x="575468" y="298133"/>
                    <a:pt x="554513" y="288608"/>
                    <a:pt x="530700" y="286703"/>
                  </a:cubicBezTo>
                  <a:cubicBezTo>
                    <a:pt x="445928" y="281940"/>
                    <a:pt x="339248" y="382905"/>
                    <a:pt x="252570" y="464820"/>
                  </a:cubicBezTo>
                  <a:cubicBezTo>
                    <a:pt x="222090" y="494348"/>
                    <a:pt x="192563" y="521018"/>
                    <a:pt x="169703" y="539115"/>
                  </a:cubicBezTo>
                  <a:cubicBezTo>
                    <a:pt x="165893" y="541973"/>
                    <a:pt x="161130" y="545783"/>
                    <a:pt x="157320" y="548640"/>
                  </a:cubicBezTo>
                  <a:cubicBezTo>
                    <a:pt x="128745" y="570548"/>
                    <a:pt x="96360" y="596265"/>
                    <a:pt x="70643" y="601980"/>
                  </a:cubicBezTo>
                  <a:lnTo>
                    <a:pt x="63023" y="603885"/>
                  </a:lnTo>
                  <a:lnTo>
                    <a:pt x="65880" y="611505"/>
                  </a:lnTo>
                  <a:cubicBezTo>
                    <a:pt x="73500" y="636270"/>
                    <a:pt x="67785" y="677228"/>
                    <a:pt x="63023" y="712470"/>
                  </a:cubicBezTo>
                  <a:cubicBezTo>
                    <a:pt x="62070" y="718185"/>
                    <a:pt x="61118" y="722948"/>
                    <a:pt x="61118" y="728663"/>
                  </a:cubicBezTo>
                  <a:cubicBezTo>
                    <a:pt x="57308" y="757238"/>
                    <a:pt x="47783" y="796290"/>
                    <a:pt x="38258" y="838200"/>
                  </a:cubicBezTo>
                  <a:cubicBezTo>
                    <a:pt x="10635" y="953453"/>
                    <a:pt x="-22702" y="1097280"/>
                    <a:pt x="23018" y="1167765"/>
                  </a:cubicBezTo>
                  <a:cubicBezTo>
                    <a:pt x="35400" y="1187768"/>
                    <a:pt x="53498" y="1201103"/>
                    <a:pt x="78263" y="1206818"/>
                  </a:cubicBezTo>
                  <a:close/>
                  <a:moveTo>
                    <a:pt x="1106963" y="193358"/>
                  </a:moveTo>
                  <a:cubicBezTo>
                    <a:pt x="1663223" y="193358"/>
                    <a:pt x="2115660" y="647700"/>
                    <a:pt x="2115660" y="1206818"/>
                  </a:cubicBezTo>
                  <a:cubicBezTo>
                    <a:pt x="2115660" y="1765935"/>
                    <a:pt x="1663223" y="2220278"/>
                    <a:pt x="1106963" y="2220278"/>
                  </a:cubicBezTo>
                  <a:cubicBezTo>
                    <a:pt x="550703" y="2220278"/>
                    <a:pt x="98265" y="1765935"/>
                    <a:pt x="98265" y="1206818"/>
                  </a:cubicBezTo>
                  <a:cubicBezTo>
                    <a:pt x="98265" y="647700"/>
                    <a:pt x="550703" y="193358"/>
                    <a:pt x="1106963" y="193358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650" name="Google Shape;650;p7"/>
            <p:cNvSpPr/>
            <p:nvPr/>
          </p:nvSpPr>
          <p:spPr bwMode="auto">
            <a:xfrm>
              <a:off x="5638798" y="3871913"/>
              <a:ext cx="916304" cy="45720"/>
            </a:xfrm>
            <a:custGeom>
              <a:avLst/>
              <a:gdLst/>
              <a:ahLst/>
              <a:cxnLst/>
              <a:rect l="l" t="t" r="r" b="b"/>
              <a:pathLst>
                <a:path w="916304" h="45720" fill="norm" stroke="1" extrusionOk="0">
                  <a:moveTo>
                    <a:pt x="90488" y="45720"/>
                  </a:moveTo>
                  <a:lnTo>
                    <a:pt x="825818" y="45720"/>
                  </a:lnTo>
                  <a:cubicBezTo>
                    <a:pt x="857250" y="32385"/>
                    <a:pt x="887730" y="17145"/>
                    <a:pt x="916305" y="0"/>
                  </a:cubicBezTo>
                  <a:lnTo>
                    <a:pt x="0" y="0"/>
                  </a:lnTo>
                  <a:cubicBezTo>
                    <a:pt x="28575" y="16192"/>
                    <a:pt x="59055" y="31433"/>
                    <a:pt x="90488" y="45720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651" name="Google Shape;651;p7"/>
            <p:cNvSpPr/>
            <p:nvPr/>
          </p:nvSpPr>
          <p:spPr bwMode="auto">
            <a:xfrm>
              <a:off x="5838827" y="3957637"/>
              <a:ext cx="516254" cy="36195"/>
            </a:xfrm>
            <a:custGeom>
              <a:avLst/>
              <a:gdLst/>
              <a:ahLst/>
              <a:cxnLst/>
              <a:rect l="l" t="t" r="r" b="b"/>
              <a:pathLst>
                <a:path w="516254" h="36195" fill="norm" stroke="1" extrusionOk="0">
                  <a:moveTo>
                    <a:pt x="258128" y="36195"/>
                  </a:moveTo>
                  <a:cubicBezTo>
                    <a:pt x="347663" y="36195"/>
                    <a:pt x="434340" y="23813"/>
                    <a:pt x="516255" y="0"/>
                  </a:cubicBezTo>
                  <a:lnTo>
                    <a:pt x="0" y="0"/>
                  </a:lnTo>
                  <a:cubicBezTo>
                    <a:pt x="81915" y="22860"/>
                    <a:pt x="168592" y="36195"/>
                    <a:pt x="258128" y="36195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652" name="Google Shape;652;p7"/>
            <p:cNvSpPr/>
            <p:nvPr/>
          </p:nvSpPr>
          <p:spPr bwMode="auto">
            <a:xfrm>
              <a:off x="6180769" y="3058476"/>
              <a:ext cx="205999" cy="305752"/>
            </a:xfrm>
            <a:custGeom>
              <a:avLst/>
              <a:gdLst/>
              <a:ahLst/>
              <a:cxnLst/>
              <a:rect l="l" t="t" r="r" b="b"/>
              <a:pathLst>
                <a:path w="205999" h="305752" fill="norm" stroke="1" extrusionOk="0">
                  <a:moveTo>
                    <a:pt x="140018" y="11430"/>
                  </a:moveTo>
                  <a:cubicBezTo>
                    <a:pt x="134303" y="5715"/>
                    <a:pt x="115253" y="0"/>
                    <a:pt x="92393" y="0"/>
                  </a:cubicBezTo>
                  <a:cubicBezTo>
                    <a:pt x="81915" y="0"/>
                    <a:pt x="72390" y="952"/>
                    <a:pt x="62865" y="3810"/>
                  </a:cubicBezTo>
                  <a:cubicBezTo>
                    <a:pt x="28575" y="12382"/>
                    <a:pt x="0" y="48577"/>
                    <a:pt x="0" y="66675"/>
                  </a:cubicBezTo>
                  <a:cubicBezTo>
                    <a:pt x="10478" y="80010"/>
                    <a:pt x="23813" y="94297"/>
                    <a:pt x="36195" y="106680"/>
                  </a:cubicBezTo>
                  <a:cubicBezTo>
                    <a:pt x="63818" y="133350"/>
                    <a:pt x="89535" y="160020"/>
                    <a:pt x="90488" y="196215"/>
                  </a:cubicBezTo>
                  <a:cubicBezTo>
                    <a:pt x="91440" y="213360"/>
                    <a:pt x="88583" y="228600"/>
                    <a:pt x="82868" y="243840"/>
                  </a:cubicBezTo>
                  <a:cubicBezTo>
                    <a:pt x="70485" y="276225"/>
                    <a:pt x="40958" y="295275"/>
                    <a:pt x="14288" y="305752"/>
                  </a:cubicBezTo>
                  <a:cubicBezTo>
                    <a:pt x="92393" y="301942"/>
                    <a:pt x="149543" y="284797"/>
                    <a:pt x="179070" y="253365"/>
                  </a:cubicBezTo>
                  <a:cubicBezTo>
                    <a:pt x="199073" y="233363"/>
                    <a:pt x="207645" y="206692"/>
                    <a:pt x="205740" y="174307"/>
                  </a:cubicBezTo>
                  <a:cubicBezTo>
                    <a:pt x="203835" y="152400"/>
                    <a:pt x="187643" y="130492"/>
                    <a:pt x="172403" y="108585"/>
                  </a:cubicBezTo>
                  <a:cubicBezTo>
                    <a:pt x="150495" y="79057"/>
                    <a:pt x="127635" y="47625"/>
                    <a:pt x="140018" y="11430"/>
                  </a:cubicBezTo>
                  <a:cubicBezTo>
                    <a:pt x="140970" y="11430"/>
                    <a:pt x="140018" y="11430"/>
                    <a:pt x="140018" y="11430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653" name="Google Shape;653;p7"/>
            <p:cNvSpPr/>
            <p:nvPr/>
          </p:nvSpPr>
          <p:spPr bwMode="auto">
            <a:xfrm>
              <a:off x="6236969" y="3089908"/>
              <a:ext cx="262116" cy="284797"/>
            </a:xfrm>
            <a:custGeom>
              <a:avLst/>
              <a:gdLst/>
              <a:ahLst/>
              <a:cxnLst/>
              <a:rect l="l" t="t" r="r" b="b"/>
              <a:pathLst>
                <a:path w="262116" h="284797" fill="norm" stroke="1" extrusionOk="0">
                  <a:moveTo>
                    <a:pt x="190500" y="0"/>
                  </a:moveTo>
                  <a:cubicBezTo>
                    <a:pt x="178117" y="0"/>
                    <a:pt x="160020" y="953"/>
                    <a:pt x="142875" y="7620"/>
                  </a:cubicBezTo>
                  <a:cubicBezTo>
                    <a:pt x="121920" y="15240"/>
                    <a:pt x="109538" y="22860"/>
                    <a:pt x="104775" y="30480"/>
                  </a:cubicBezTo>
                  <a:cubicBezTo>
                    <a:pt x="111442" y="42863"/>
                    <a:pt x="120015" y="56198"/>
                    <a:pt x="129540" y="67628"/>
                  </a:cubicBezTo>
                  <a:cubicBezTo>
                    <a:pt x="146685" y="90488"/>
                    <a:pt x="163830" y="114300"/>
                    <a:pt x="165735" y="140970"/>
                  </a:cubicBezTo>
                  <a:cubicBezTo>
                    <a:pt x="168592" y="178118"/>
                    <a:pt x="158115" y="208598"/>
                    <a:pt x="135255" y="231458"/>
                  </a:cubicBezTo>
                  <a:cubicBezTo>
                    <a:pt x="107633" y="260033"/>
                    <a:pt x="61913" y="278130"/>
                    <a:pt x="0" y="284798"/>
                  </a:cubicBezTo>
                  <a:cubicBezTo>
                    <a:pt x="4763" y="284798"/>
                    <a:pt x="8572" y="284798"/>
                    <a:pt x="13335" y="284798"/>
                  </a:cubicBezTo>
                  <a:cubicBezTo>
                    <a:pt x="105727" y="284798"/>
                    <a:pt x="180975" y="263843"/>
                    <a:pt x="223838" y="225743"/>
                  </a:cubicBezTo>
                  <a:cubicBezTo>
                    <a:pt x="250508" y="201930"/>
                    <a:pt x="263842" y="173355"/>
                    <a:pt x="261938" y="140970"/>
                  </a:cubicBezTo>
                  <a:cubicBezTo>
                    <a:pt x="260985" y="119063"/>
                    <a:pt x="248602" y="101918"/>
                    <a:pt x="237172" y="84773"/>
                  </a:cubicBezTo>
                  <a:cubicBezTo>
                    <a:pt x="220980" y="61913"/>
                    <a:pt x="202883" y="36195"/>
                    <a:pt x="222885" y="953"/>
                  </a:cubicBezTo>
                  <a:cubicBezTo>
                    <a:pt x="216217" y="1905"/>
                    <a:pt x="204788" y="0"/>
                    <a:pt x="190500" y="0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654" name="Google Shape;654;p7"/>
            <p:cNvSpPr/>
            <p:nvPr/>
          </p:nvSpPr>
          <p:spPr bwMode="auto">
            <a:xfrm>
              <a:off x="5940556" y="3035616"/>
              <a:ext cx="315693" cy="330517"/>
            </a:xfrm>
            <a:custGeom>
              <a:avLst/>
              <a:gdLst/>
              <a:ahLst/>
              <a:cxnLst/>
              <a:rect l="l" t="t" r="r" b="b"/>
              <a:pathLst>
                <a:path w="315693" h="330517" fill="norm" stroke="1" extrusionOk="0">
                  <a:moveTo>
                    <a:pt x="308793" y="260985"/>
                  </a:moveTo>
                  <a:cubicBezTo>
                    <a:pt x="314507" y="247650"/>
                    <a:pt x="316412" y="234315"/>
                    <a:pt x="315460" y="219075"/>
                  </a:cubicBezTo>
                  <a:cubicBezTo>
                    <a:pt x="313555" y="188595"/>
                    <a:pt x="290695" y="163830"/>
                    <a:pt x="265930" y="140017"/>
                  </a:cubicBezTo>
                  <a:cubicBezTo>
                    <a:pt x="257357" y="131445"/>
                    <a:pt x="212590" y="87630"/>
                    <a:pt x="196398" y="49530"/>
                  </a:cubicBezTo>
                  <a:lnTo>
                    <a:pt x="193540" y="43815"/>
                  </a:lnTo>
                  <a:cubicBezTo>
                    <a:pt x="183062" y="16192"/>
                    <a:pt x="175443" y="0"/>
                    <a:pt x="157345" y="0"/>
                  </a:cubicBezTo>
                  <a:cubicBezTo>
                    <a:pt x="140200" y="0"/>
                    <a:pt x="131628" y="18098"/>
                    <a:pt x="120198" y="45720"/>
                  </a:cubicBezTo>
                  <a:cubicBezTo>
                    <a:pt x="119245" y="46673"/>
                    <a:pt x="89718" y="102870"/>
                    <a:pt x="46855" y="143828"/>
                  </a:cubicBezTo>
                  <a:cubicBezTo>
                    <a:pt x="22090" y="166688"/>
                    <a:pt x="1135" y="190500"/>
                    <a:pt x="182" y="220028"/>
                  </a:cubicBezTo>
                  <a:cubicBezTo>
                    <a:pt x="-770" y="234315"/>
                    <a:pt x="2087" y="247650"/>
                    <a:pt x="6850" y="261938"/>
                  </a:cubicBezTo>
                  <a:cubicBezTo>
                    <a:pt x="24948" y="309563"/>
                    <a:pt x="94480" y="330517"/>
                    <a:pt x="155440" y="330517"/>
                  </a:cubicBezTo>
                  <a:lnTo>
                    <a:pt x="158298" y="330517"/>
                  </a:lnTo>
                  <a:lnTo>
                    <a:pt x="158298" y="330517"/>
                  </a:lnTo>
                  <a:lnTo>
                    <a:pt x="158298" y="330517"/>
                  </a:lnTo>
                  <a:lnTo>
                    <a:pt x="161155" y="330517"/>
                  </a:lnTo>
                  <a:cubicBezTo>
                    <a:pt x="221162" y="329565"/>
                    <a:pt x="290695" y="308610"/>
                    <a:pt x="308793" y="260985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655" name="Google Shape;655;p7"/>
            <p:cNvSpPr/>
            <p:nvPr/>
          </p:nvSpPr>
          <p:spPr bwMode="auto">
            <a:xfrm>
              <a:off x="5809991" y="3058476"/>
              <a:ext cx="205999" cy="305752"/>
            </a:xfrm>
            <a:custGeom>
              <a:avLst/>
              <a:gdLst/>
              <a:ahLst/>
              <a:cxnLst/>
              <a:rect l="l" t="t" r="r" b="b"/>
              <a:pathLst>
                <a:path w="205999" h="305752" fill="norm" stroke="1" extrusionOk="0">
                  <a:moveTo>
                    <a:pt x="259" y="174307"/>
                  </a:moveTo>
                  <a:cubicBezTo>
                    <a:pt x="-1646" y="206692"/>
                    <a:pt x="6927" y="233363"/>
                    <a:pt x="26929" y="253365"/>
                  </a:cubicBezTo>
                  <a:cubicBezTo>
                    <a:pt x="56457" y="283845"/>
                    <a:pt x="113607" y="301942"/>
                    <a:pt x="191712" y="305752"/>
                  </a:cubicBezTo>
                  <a:cubicBezTo>
                    <a:pt x="165042" y="295275"/>
                    <a:pt x="135514" y="276225"/>
                    <a:pt x="123132" y="243840"/>
                  </a:cubicBezTo>
                  <a:cubicBezTo>
                    <a:pt x="117417" y="228600"/>
                    <a:pt x="114559" y="212407"/>
                    <a:pt x="115512" y="196215"/>
                  </a:cubicBezTo>
                  <a:cubicBezTo>
                    <a:pt x="117417" y="160020"/>
                    <a:pt x="142182" y="133350"/>
                    <a:pt x="169804" y="106680"/>
                  </a:cubicBezTo>
                  <a:cubicBezTo>
                    <a:pt x="182187" y="94297"/>
                    <a:pt x="195522" y="80010"/>
                    <a:pt x="205999" y="66675"/>
                  </a:cubicBezTo>
                  <a:cubicBezTo>
                    <a:pt x="205999" y="48577"/>
                    <a:pt x="177424" y="12382"/>
                    <a:pt x="143134" y="3810"/>
                  </a:cubicBezTo>
                  <a:cubicBezTo>
                    <a:pt x="133609" y="1905"/>
                    <a:pt x="124084" y="0"/>
                    <a:pt x="113607" y="0"/>
                  </a:cubicBezTo>
                  <a:cubicBezTo>
                    <a:pt x="90747" y="0"/>
                    <a:pt x="71697" y="5715"/>
                    <a:pt x="65982" y="11430"/>
                  </a:cubicBezTo>
                  <a:cubicBezTo>
                    <a:pt x="65982" y="11430"/>
                    <a:pt x="65029" y="12382"/>
                    <a:pt x="65029" y="12382"/>
                  </a:cubicBezTo>
                  <a:cubicBezTo>
                    <a:pt x="78364" y="48577"/>
                    <a:pt x="55504" y="79057"/>
                    <a:pt x="33597" y="109538"/>
                  </a:cubicBezTo>
                  <a:cubicBezTo>
                    <a:pt x="18357" y="130492"/>
                    <a:pt x="2164" y="152400"/>
                    <a:pt x="259" y="174307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656" name="Google Shape;656;p7"/>
            <p:cNvSpPr/>
            <p:nvPr/>
          </p:nvSpPr>
          <p:spPr bwMode="auto">
            <a:xfrm>
              <a:off x="5698627" y="3091815"/>
              <a:ext cx="262116" cy="284797"/>
            </a:xfrm>
            <a:custGeom>
              <a:avLst/>
              <a:gdLst/>
              <a:ahLst/>
              <a:cxnLst/>
              <a:rect l="l" t="t" r="r" b="b"/>
              <a:pathLst>
                <a:path w="262116" h="284797" fill="norm" stroke="1" extrusionOk="0">
                  <a:moveTo>
                    <a:pt x="179" y="140970"/>
                  </a:moveTo>
                  <a:cubicBezTo>
                    <a:pt x="-1726" y="173355"/>
                    <a:pt x="11609" y="201930"/>
                    <a:pt x="38279" y="225742"/>
                  </a:cubicBezTo>
                  <a:cubicBezTo>
                    <a:pt x="81142" y="263842"/>
                    <a:pt x="156389" y="284797"/>
                    <a:pt x="248781" y="284797"/>
                  </a:cubicBezTo>
                  <a:cubicBezTo>
                    <a:pt x="253544" y="284797"/>
                    <a:pt x="257354" y="284797"/>
                    <a:pt x="262117" y="284797"/>
                  </a:cubicBezTo>
                  <a:cubicBezTo>
                    <a:pt x="199252" y="277177"/>
                    <a:pt x="154484" y="259080"/>
                    <a:pt x="126862" y="231457"/>
                  </a:cubicBezTo>
                  <a:cubicBezTo>
                    <a:pt x="104002" y="207645"/>
                    <a:pt x="93524" y="177165"/>
                    <a:pt x="96382" y="140970"/>
                  </a:cubicBezTo>
                  <a:cubicBezTo>
                    <a:pt x="98287" y="114300"/>
                    <a:pt x="115432" y="90488"/>
                    <a:pt x="132577" y="67627"/>
                  </a:cubicBezTo>
                  <a:cubicBezTo>
                    <a:pt x="142102" y="55245"/>
                    <a:pt x="150674" y="42863"/>
                    <a:pt x="157342" y="30480"/>
                  </a:cubicBezTo>
                  <a:cubicBezTo>
                    <a:pt x="152579" y="21907"/>
                    <a:pt x="140197" y="14288"/>
                    <a:pt x="119242" y="7620"/>
                  </a:cubicBezTo>
                  <a:cubicBezTo>
                    <a:pt x="102097" y="1905"/>
                    <a:pt x="83047" y="0"/>
                    <a:pt x="71617" y="0"/>
                  </a:cubicBezTo>
                  <a:cubicBezTo>
                    <a:pt x="57329" y="0"/>
                    <a:pt x="45899" y="1905"/>
                    <a:pt x="40184" y="3810"/>
                  </a:cubicBezTo>
                  <a:cubicBezTo>
                    <a:pt x="61139" y="39052"/>
                    <a:pt x="42089" y="64770"/>
                    <a:pt x="25897" y="87630"/>
                  </a:cubicBezTo>
                  <a:cubicBezTo>
                    <a:pt x="13514" y="101917"/>
                    <a:pt x="2084" y="119063"/>
                    <a:pt x="179" y="140970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657" name="Google Shape;657;p7"/>
            <p:cNvSpPr/>
            <p:nvPr/>
          </p:nvSpPr>
          <p:spPr bwMode="auto">
            <a:xfrm>
              <a:off x="5791200" y="3389944"/>
              <a:ext cx="150495" cy="61912"/>
            </a:xfrm>
            <a:custGeom>
              <a:avLst/>
              <a:gdLst/>
              <a:ahLst/>
              <a:cxnLst/>
              <a:rect l="l" t="t" r="r" b="b"/>
              <a:pathLst>
                <a:path w="150495" h="61912" fill="norm" stroke="1" extrusionOk="0">
                  <a:moveTo>
                    <a:pt x="122873" y="25718"/>
                  </a:moveTo>
                  <a:cubicBezTo>
                    <a:pt x="126683" y="23813"/>
                    <a:pt x="129540" y="21908"/>
                    <a:pt x="131445" y="20003"/>
                  </a:cubicBezTo>
                  <a:cubicBezTo>
                    <a:pt x="137160" y="16193"/>
                    <a:pt x="140970" y="12383"/>
                    <a:pt x="144780" y="8573"/>
                  </a:cubicBezTo>
                  <a:cubicBezTo>
                    <a:pt x="146685" y="6668"/>
                    <a:pt x="148590" y="4763"/>
                    <a:pt x="150495" y="2858"/>
                  </a:cubicBezTo>
                  <a:cubicBezTo>
                    <a:pt x="132398" y="2858"/>
                    <a:pt x="115252" y="1905"/>
                    <a:pt x="98108" y="0"/>
                  </a:cubicBezTo>
                  <a:lnTo>
                    <a:pt x="98108" y="0"/>
                  </a:lnTo>
                  <a:cubicBezTo>
                    <a:pt x="96202" y="0"/>
                    <a:pt x="95250" y="953"/>
                    <a:pt x="94298" y="1905"/>
                  </a:cubicBezTo>
                  <a:cubicBezTo>
                    <a:pt x="92392" y="3810"/>
                    <a:pt x="89535" y="5715"/>
                    <a:pt x="87630" y="7620"/>
                  </a:cubicBezTo>
                  <a:cubicBezTo>
                    <a:pt x="73342" y="20003"/>
                    <a:pt x="49530" y="40005"/>
                    <a:pt x="1905" y="40005"/>
                  </a:cubicBezTo>
                  <a:lnTo>
                    <a:pt x="0" y="40005"/>
                  </a:lnTo>
                  <a:cubicBezTo>
                    <a:pt x="16192" y="48578"/>
                    <a:pt x="53340" y="60960"/>
                    <a:pt x="92392" y="61913"/>
                  </a:cubicBezTo>
                  <a:lnTo>
                    <a:pt x="92392" y="61913"/>
                  </a:lnTo>
                  <a:cubicBezTo>
                    <a:pt x="96202" y="61913"/>
                    <a:pt x="97155" y="60960"/>
                    <a:pt x="97155" y="59055"/>
                  </a:cubicBezTo>
                  <a:cubicBezTo>
                    <a:pt x="97155" y="56198"/>
                    <a:pt x="97155" y="54293"/>
                    <a:pt x="97155" y="52388"/>
                  </a:cubicBezTo>
                  <a:cubicBezTo>
                    <a:pt x="100013" y="40005"/>
                    <a:pt x="110490" y="33338"/>
                    <a:pt x="122873" y="25718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658" name="Google Shape;658;p7"/>
            <p:cNvSpPr/>
            <p:nvPr/>
          </p:nvSpPr>
          <p:spPr bwMode="auto">
            <a:xfrm>
              <a:off x="5904547" y="3388996"/>
              <a:ext cx="103822" cy="80962"/>
            </a:xfrm>
            <a:custGeom>
              <a:avLst/>
              <a:gdLst/>
              <a:ahLst/>
              <a:cxnLst/>
              <a:rect l="l" t="t" r="r" b="b"/>
              <a:pathLst>
                <a:path w="103822" h="80962" fill="norm" stroke="1" extrusionOk="0">
                  <a:moveTo>
                    <a:pt x="68580" y="80963"/>
                  </a:moveTo>
                  <a:cubicBezTo>
                    <a:pt x="78105" y="80963"/>
                    <a:pt x="87630" y="80010"/>
                    <a:pt x="94298" y="77152"/>
                  </a:cubicBezTo>
                  <a:cubicBezTo>
                    <a:pt x="99060" y="75247"/>
                    <a:pt x="102870" y="73342"/>
                    <a:pt x="103823" y="71438"/>
                  </a:cubicBezTo>
                  <a:cubicBezTo>
                    <a:pt x="101918" y="69533"/>
                    <a:pt x="100965" y="67627"/>
                    <a:pt x="99060" y="65722"/>
                  </a:cubicBezTo>
                  <a:cubicBezTo>
                    <a:pt x="88582" y="48577"/>
                    <a:pt x="81915" y="21908"/>
                    <a:pt x="101918" y="952"/>
                  </a:cubicBezTo>
                  <a:cubicBezTo>
                    <a:pt x="101918" y="952"/>
                    <a:pt x="101918" y="952"/>
                    <a:pt x="102870" y="0"/>
                  </a:cubicBezTo>
                  <a:cubicBezTo>
                    <a:pt x="97155" y="952"/>
                    <a:pt x="90487" y="952"/>
                    <a:pt x="84773" y="952"/>
                  </a:cubicBezTo>
                  <a:cubicBezTo>
                    <a:pt x="55245" y="4763"/>
                    <a:pt x="49530" y="10477"/>
                    <a:pt x="42862" y="19050"/>
                  </a:cubicBezTo>
                  <a:cubicBezTo>
                    <a:pt x="39052" y="22860"/>
                    <a:pt x="34290" y="27622"/>
                    <a:pt x="27623" y="33338"/>
                  </a:cubicBezTo>
                  <a:cubicBezTo>
                    <a:pt x="24765" y="35242"/>
                    <a:pt x="21907" y="37147"/>
                    <a:pt x="19050" y="39052"/>
                  </a:cubicBezTo>
                  <a:cubicBezTo>
                    <a:pt x="9525" y="44767"/>
                    <a:pt x="952" y="50483"/>
                    <a:pt x="0" y="55245"/>
                  </a:cubicBezTo>
                  <a:cubicBezTo>
                    <a:pt x="0" y="57150"/>
                    <a:pt x="0" y="58102"/>
                    <a:pt x="1905" y="60960"/>
                  </a:cubicBezTo>
                  <a:cubicBezTo>
                    <a:pt x="8573" y="71438"/>
                    <a:pt x="39052" y="80963"/>
                    <a:pt x="68580" y="80963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659" name="Google Shape;659;p7"/>
            <p:cNvSpPr/>
            <p:nvPr/>
          </p:nvSpPr>
          <p:spPr bwMode="auto">
            <a:xfrm>
              <a:off x="6010119" y="3382326"/>
              <a:ext cx="179377" cy="129539"/>
            </a:xfrm>
            <a:custGeom>
              <a:avLst/>
              <a:gdLst/>
              <a:ahLst/>
              <a:cxnLst/>
              <a:rect l="l" t="t" r="r" b="b"/>
              <a:pathLst>
                <a:path w="179377" h="129539" fill="norm" stroke="1" extrusionOk="0">
                  <a:moveTo>
                    <a:pt x="88736" y="0"/>
                  </a:moveTo>
                  <a:lnTo>
                    <a:pt x="88736" y="0"/>
                  </a:lnTo>
                  <a:lnTo>
                    <a:pt x="87784" y="0"/>
                  </a:lnTo>
                  <a:cubicBezTo>
                    <a:pt x="44921" y="0"/>
                    <a:pt x="20156" y="5715"/>
                    <a:pt x="8726" y="19050"/>
                  </a:cubicBezTo>
                  <a:cubicBezTo>
                    <a:pt x="-4609" y="33338"/>
                    <a:pt x="-799" y="52388"/>
                    <a:pt x="7774" y="64770"/>
                  </a:cubicBezTo>
                  <a:cubicBezTo>
                    <a:pt x="9679" y="67627"/>
                    <a:pt x="11584" y="70485"/>
                    <a:pt x="14441" y="72390"/>
                  </a:cubicBezTo>
                  <a:lnTo>
                    <a:pt x="16346" y="74295"/>
                  </a:lnTo>
                  <a:cubicBezTo>
                    <a:pt x="23014" y="79057"/>
                    <a:pt x="30634" y="81915"/>
                    <a:pt x="38254" y="84772"/>
                  </a:cubicBezTo>
                  <a:cubicBezTo>
                    <a:pt x="56351" y="91440"/>
                    <a:pt x="76354" y="99060"/>
                    <a:pt x="89689" y="129540"/>
                  </a:cubicBezTo>
                  <a:cubicBezTo>
                    <a:pt x="103024" y="98107"/>
                    <a:pt x="123026" y="91440"/>
                    <a:pt x="141124" y="84772"/>
                  </a:cubicBezTo>
                  <a:cubicBezTo>
                    <a:pt x="148744" y="81915"/>
                    <a:pt x="156364" y="79057"/>
                    <a:pt x="163031" y="74295"/>
                  </a:cubicBezTo>
                  <a:lnTo>
                    <a:pt x="164936" y="72390"/>
                  </a:lnTo>
                  <a:cubicBezTo>
                    <a:pt x="167794" y="70485"/>
                    <a:pt x="169699" y="67627"/>
                    <a:pt x="171604" y="64770"/>
                  </a:cubicBezTo>
                  <a:cubicBezTo>
                    <a:pt x="180176" y="52388"/>
                    <a:pt x="183986" y="33338"/>
                    <a:pt x="170651" y="19050"/>
                  </a:cubicBezTo>
                  <a:cubicBezTo>
                    <a:pt x="157316" y="5715"/>
                    <a:pt x="131599" y="0"/>
                    <a:pt x="88736" y="0"/>
                  </a:cubicBezTo>
                  <a:lnTo>
                    <a:pt x="88736" y="0"/>
                  </a:ln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660" name="Google Shape;660;p7"/>
            <p:cNvSpPr/>
            <p:nvPr/>
          </p:nvSpPr>
          <p:spPr bwMode="auto">
            <a:xfrm>
              <a:off x="6188393" y="3388996"/>
              <a:ext cx="104775" cy="81913"/>
            </a:xfrm>
            <a:custGeom>
              <a:avLst/>
              <a:gdLst/>
              <a:ahLst/>
              <a:cxnLst/>
              <a:rect l="l" t="t" r="r" b="b"/>
              <a:pathLst>
                <a:path w="104775" h="81914" fill="norm" stroke="1" extrusionOk="0">
                  <a:moveTo>
                    <a:pt x="0" y="72390"/>
                  </a:moveTo>
                  <a:cubicBezTo>
                    <a:pt x="1905" y="74295"/>
                    <a:pt x="4763" y="77152"/>
                    <a:pt x="9525" y="78105"/>
                  </a:cubicBezTo>
                  <a:cubicBezTo>
                    <a:pt x="16192" y="80010"/>
                    <a:pt x="24765" y="81915"/>
                    <a:pt x="35242" y="81915"/>
                  </a:cubicBezTo>
                  <a:cubicBezTo>
                    <a:pt x="64770" y="81915"/>
                    <a:pt x="95250" y="72390"/>
                    <a:pt x="102870" y="60960"/>
                  </a:cubicBezTo>
                  <a:cubicBezTo>
                    <a:pt x="104775" y="59055"/>
                    <a:pt x="104775" y="57150"/>
                    <a:pt x="104775" y="55245"/>
                  </a:cubicBezTo>
                  <a:cubicBezTo>
                    <a:pt x="103823" y="50483"/>
                    <a:pt x="95250" y="44767"/>
                    <a:pt x="85725" y="39052"/>
                  </a:cubicBezTo>
                  <a:cubicBezTo>
                    <a:pt x="82867" y="37147"/>
                    <a:pt x="80010" y="35242"/>
                    <a:pt x="77153" y="33338"/>
                  </a:cubicBezTo>
                  <a:cubicBezTo>
                    <a:pt x="69533" y="28575"/>
                    <a:pt x="65723" y="23813"/>
                    <a:pt x="61913" y="19050"/>
                  </a:cubicBezTo>
                  <a:cubicBezTo>
                    <a:pt x="54292" y="11430"/>
                    <a:pt x="48578" y="4763"/>
                    <a:pt x="20003" y="952"/>
                  </a:cubicBezTo>
                  <a:cubicBezTo>
                    <a:pt x="14288" y="952"/>
                    <a:pt x="8573" y="0"/>
                    <a:pt x="1905" y="0"/>
                  </a:cubicBezTo>
                  <a:cubicBezTo>
                    <a:pt x="1905" y="0"/>
                    <a:pt x="1905" y="0"/>
                    <a:pt x="2858" y="952"/>
                  </a:cubicBezTo>
                  <a:cubicBezTo>
                    <a:pt x="21908" y="21908"/>
                    <a:pt x="16192" y="49530"/>
                    <a:pt x="5715" y="65722"/>
                  </a:cubicBezTo>
                  <a:cubicBezTo>
                    <a:pt x="3810" y="67627"/>
                    <a:pt x="1905" y="70485"/>
                    <a:pt x="0" y="72390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661" name="Google Shape;661;p7"/>
            <p:cNvSpPr/>
            <p:nvPr/>
          </p:nvSpPr>
          <p:spPr bwMode="auto">
            <a:xfrm>
              <a:off x="6255066" y="3388042"/>
              <a:ext cx="150495" cy="61912"/>
            </a:xfrm>
            <a:custGeom>
              <a:avLst/>
              <a:gdLst/>
              <a:ahLst/>
              <a:cxnLst/>
              <a:rect l="l" t="t" r="r" b="b"/>
              <a:pathLst>
                <a:path w="150495" h="61912" fill="norm" stroke="1" extrusionOk="0">
                  <a:moveTo>
                    <a:pt x="58103" y="61913"/>
                  </a:moveTo>
                  <a:lnTo>
                    <a:pt x="58103" y="61913"/>
                  </a:lnTo>
                  <a:cubicBezTo>
                    <a:pt x="97155" y="61913"/>
                    <a:pt x="135255" y="49530"/>
                    <a:pt x="150495" y="40005"/>
                  </a:cubicBezTo>
                  <a:lnTo>
                    <a:pt x="148590" y="40005"/>
                  </a:lnTo>
                  <a:cubicBezTo>
                    <a:pt x="100965" y="40005"/>
                    <a:pt x="77153" y="20003"/>
                    <a:pt x="62865" y="7620"/>
                  </a:cubicBezTo>
                  <a:cubicBezTo>
                    <a:pt x="60960" y="5715"/>
                    <a:pt x="58103" y="3810"/>
                    <a:pt x="56198" y="1905"/>
                  </a:cubicBezTo>
                  <a:cubicBezTo>
                    <a:pt x="55245" y="953"/>
                    <a:pt x="54292" y="953"/>
                    <a:pt x="52388" y="0"/>
                  </a:cubicBezTo>
                  <a:lnTo>
                    <a:pt x="52388" y="0"/>
                  </a:lnTo>
                  <a:cubicBezTo>
                    <a:pt x="35242" y="1905"/>
                    <a:pt x="17145" y="2858"/>
                    <a:pt x="0" y="2858"/>
                  </a:cubicBezTo>
                  <a:cubicBezTo>
                    <a:pt x="1905" y="4763"/>
                    <a:pt x="3810" y="6667"/>
                    <a:pt x="5715" y="8573"/>
                  </a:cubicBezTo>
                  <a:cubicBezTo>
                    <a:pt x="9525" y="12383"/>
                    <a:pt x="12383" y="16192"/>
                    <a:pt x="19050" y="20003"/>
                  </a:cubicBezTo>
                  <a:cubicBezTo>
                    <a:pt x="21908" y="21908"/>
                    <a:pt x="24765" y="23813"/>
                    <a:pt x="27623" y="25717"/>
                  </a:cubicBezTo>
                  <a:cubicBezTo>
                    <a:pt x="40005" y="33338"/>
                    <a:pt x="50483" y="40005"/>
                    <a:pt x="52388" y="51435"/>
                  </a:cubicBezTo>
                  <a:cubicBezTo>
                    <a:pt x="52388" y="53340"/>
                    <a:pt x="53340" y="56198"/>
                    <a:pt x="52388" y="58103"/>
                  </a:cubicBezTo>
                  <a:cubicBezTo>
                    <a:pt x="53340" y="60960"/>
                    <a:pt x="54292" y="61913"/>
                    <a:pt x="58103" y="61913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662" name="Google Shape;662;p7"/>
            <p:cNvSpPr/>
            <p:nvPr/>
          </p:nvSpPr>
          <p:spPr bwMode="auto">
            <a:xfrm>
              <a:off x="5622573" y="3664502"/>
              <a:ext cx="433339" cy="150232"/>
            </a:xfrm>
            <a:custGeom>
              <a:avLst/>
              <a:gdLst/>
              <a:ahLst/>
              <a:cxnLst/>
              <a:rect l="l" t="t" r="r" b="b"/>
              <a:pathLst>
                <a:path w="433339" h="150232" fill="norm" stroke="1" extrusionOk="0">
                  <a:moveTo>
                    <a:pt x="281020" y="82629"/>
                  </a:moveTo>
                  <a:cubicBezTo>
                    <a:pt x="285782" y="84534"/>
                    <a:pt x="349600" y="103584"/>
                    <a:pt x="361982" y="104537"/>
                  </a:cubicBezTo>
                  <a:cubicBezTo>
                    <a:pt x="382937" y="107394"/>
                    <a:pt x="404845" y="106442"/>
                    <a:pt x="421037" y="92154"/>
                  </a:cubicBezTo>
                  <a:cubicBezTo>
                    <a:pt x="421990" y="91202"/>
                    <a:pt x="422942" y="90249"/>
                    <a:pt x="424847" y="89297"/>
                  </a:cubicBezTo>
                  <a:cubicBezTo>
                    <a:pt x="427705" y="85487"/>
                    <a:pt x="430562" y="82629"/>
                    <a:pt x="431515" y="78819"/>
                  </a:cubicBezTo>
                  <a:cubicBezTo>
                    <a:pt x="440087" y="56912"/>
                    <a:pt x="419132" y="30242"/>
                    <a:pt x="354362" y="15002"/>
                  </a:cubicBezTo>
                  <a:cubicBezTo>
                    <a:pt x="274352" y="-4048"/>
                    <a:pt x="153385" y="-6906"/>
                    <a:pt x="67660" y="17859"/>
                  </a:cubicBezTo>
                  <a:cubicBezTo>
                    <a:pt x="19082" y="32147"/>
                    <a:pt x="-920" y="52149"/>
                    <a:pt x="32" y="72152"/>
                  </a:cubicBezTo>
                  <a:cubicBezTo>
                    <a:pt x="32" y="77867"/>
                    <a:pt x="1937" y="82629"/>
                    <a:pt x="4795" y="88344"/>
                  </a:cubicBezTo>
                  <a:lnTo>
                    <a:pt x="4795" y="88344"/>
                  </a:lnTo>
                  <a:cubicBezTo>
                    <a:pt x="10510" y="97869"/>
                    <a:pt x="20035" y="107394"/>
                    <a:pt x="33370" y="115014"/>
                  </a:cubicBezTo>
                  <a:cubicBezTo>
                    <a:pt x="40037" y="118824"/>
                    <a:pt x="46705" y="122634"/>
                    <a:pt x="55277" y="125492"/>
                  </a:cubicBezTo>
                  <a:lnTo>
                    <a:pt x="55277" y="125492"/>
                  </a:lnTo>
                  <a:cubicBezTo>
                    <a:pt x="69565" y="131207"/>
                    <a:pt x="84805" y="135969"/>
                    <a:pt x="102902" y="138827"/>
                  </a:cubicBezTo>
                  <a:cubicBezTo>
                    <a:pt x="150527" y="148352"/>
                    <a:pt x="208630" y="152162"/>
                    <a:pt x="258160" y="149304"/>
                  </a:cubicBezTo>
                  <a:cubicBezTo>
                    <a:pt x="330550" y="145494"/>
                    <a:pt x="324835" y="123587"/>
                    <a:pt x="309595" y="114062"/>
                  </a:cubicBezTo>
                  <a:cubicBezTo>
                    <a:pt x="305785" y="112157"/>
                    <a:pt x="287687" y="102632"/>
                    <a:pt x="275305" y="93107"/>
                  </a:cubicBezTo>
                  <a:cubicBezTo>
                    <a:pt x="264827" y="86439"/>
                    <a:pt x="271495" y="78819"/>
                    <a:pt x="281020" y="82629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663" name="Google Shape;663;p7"/>
            <p:cNvSpPr/>
            <p:nvPr/>
          </p:nvSpPr>
          <p:spPr bwMode="auto">
            <a:xfrm>
              <a:off x="5892166" y="3782374"/>
              <a:ext cx="786764" cy="50482"/>
            </a:xfrm>
            <a:custGeom>
              <a:avLst/>
              <a:gdLst/>
              <a:ahLst/>
              <a:cxnLst/>
              <a:rect l="l" t="t" r="r" b="b"/>
              <a:pathLst>
                <a:path w="786764" h="50482" fill="norm" stroke="1" extrusionOk="0">
                  <a:moveTo>
                    <a:pt x="64770" y="0"/>
                  </a:moveTo>
                  <a:cubicBezTo>
                    <a:pt x="65723" y="952"/>
                    <a:pt x="65723" y="2857"/>
                    <a:pt x="65723" y="4763"/>
                  </a:cubicBezTo>
                  <a:cubicBezTo>
                    <a:pt x="66675" y="8572"/>
                    <a:pt x="66675" y="13335"/>
                    <a:pt x="65723" y="17145"/>
                  </a:cubicBezTo>
                  <a:cubicBezTo>
                    <a:pt x="60007" y="40957"/>
                    <a:pt x="28575" y="47625"/>
                    <a:pt x="0" y="50482"/>
                  </a:cubicBezTo>
                  <a:lnTo>
                    <a:pt x="725805" y="50482"/>
                  </a:lnTo>
                  <a:cubicBezTo>
                    <a:pt x="746760" y="36195"/>
                    <a:pt x="766763" y="20955"/>
                    <a:pt x="786765" y="4763"/>
                  </a:cubicBezTo>
                  <a:lnTo>
                    <a:pt x="81915" y="4763"/>
                  </a:lnTo>
                  <a:cubicBezTo>
                    <a:pt x="78105" y="2857"/>
                    <a:pt x="72390" y="1905"/>
                    <a:pt x="64770" y="0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664" name="Google Shape;664;p7"/>
            <p:cNvSpPr/>
            <p:nvPr/>
          </p:nvSpPr>
          <p:spPr bwMode="auto">
            <a:xfrm>
              <a:off x="5514024" y="3787137"/>
              <a:ext cx="279082" cy="45719"/>
            </a:xfrm>
            <a:custGeom>
              <a:avLst/>
              <a:gdLst/>
              <a:ahLst/>
              <a:cxnLst/>
              <a:rect l="l" t="t" r="r" b="b"/>
              <a:pathLst>
                <a:path w="279082" h="45719" fill="norm" stroke="1" extrusionOk="0">
                  <a:moveTo>
                    <a:pt x="206692" y="35242"/>
                  </a:moveTo>
                  <a:cubicBezTo>
                    <a:pt x="187642" y="31432"/>
                    <a:pt x="171450" y="26670"/>
                    <a:pt x="157163" y="20955"/>
                  </a:cubicBezTo>
                  <a:lnTo>
                    <a:pt x="156210" y="20955"/>
                  </a:lnTo>
                  <a:lnTo>
                    <a:pt x="155257" y="20955"/>
                  </a:lnTo>
                  <a:cubicBezTo>
                    <a:pt x="146685" y="17145"/>
                    <a:pt x="139065" y="13335"/>
                    <a:pt x="131445" y="9525"/>
                  </a:cubicBezTo>
                  <a:cubicBezTo>
                    <a:pt x="126682" y="6667"/>
                    <a:pt x="121920" y="3810"/>
                    <a:pt x="118110" y="0"/>
                  </a:cubicBezTo>
                  <a:lnTo>
                    <a:pt x="0" y="0"/>
                  </a:lnTo>
                  <a:cubicBezTo>
                    <a:pt x="20002" y="16192"/>
                    <a:pt x="40005" y="31432"/>
                    <a:pt x="60960" y="45720"/>
                  </a:cubicBezTo>
                  <a:lnTo>
                    <a:pt x="279082" y="45720"/>
                  </a:lnTo>
                  <a:cubicBezTo>
                    <a:pt x="253365" y="42863"/>
                    <a:pt x="228600" y="40005"/>
                    <a:pt x="206692" y="35242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665" name="Google Shape;665;p7"/>
            <p:cNvSpPr/>
            <p:nvPr/>
          </p:nvSpPr>
          <p:spPr bwMode="auto">
            <a:xfrm>
              <a:off x="5295902" y="3529966"/>
              <a:ext cx="984884" cy="45719"/>
            </a:xfrm>
            <a:custGeom>
              <a:avLst/>
              <a:gdLst/>
              <a:ahLst/>
              <a:cxnLst/>
              <a:rect l="l" t="t" r="r" b="b"/>
              <a:pathLst>
                <a:path w="984884" h="45719" fill="norm" stroke="1" extrusionOk="0">
                  <a:moveTo>
                    <a:pt x="950595" y="44767"/>
                  </a:moveTo>
                  <a:cubicBezTo>
                    <a:pt x="947738" y="36195"/>
                    <a:pt x="948690" y="26670"/>
                    <a:pt x="953453" y="19050"/>
                  </a:cubicBezTo>
                  <a:cubicBezTo>
                    <a:pt x="956310" y="14288"/>
                    <a:pt x="960120" y="11430"/>
                    <a:pt x="966788" y="7620"/>
                  </a:cubicBezTo>
                  <a:cubicBezTo>
                    <a:pt x="971550" y="4763"/>
                    <a:pt x="978218" y="2857"/>
                    <a:pt x="984885" y="0"/>
                  </a:cubicBezTo>
                  <a:lnTo>
                    <a:pt x="0" y="0"/>
                  </a:lnTo>
                  <a:cubicBezTo>
                    <a:pt x="8573" y="15240"/>
                    <a:pt x="18098" y="30480"/>
                    <a:pt x="28575" y="45720"/>
                  </a:cubicBezTo>
                  <a:lnTo>
                    <a:pt x="951547" y="45720"/>
                  </a:lnTo>
                  <a:cubicBezTo>
                    <a:pt x="950595" y="45720"/>
                    <a:pt x="950595" y="45720"/>
                    <a:pt x="950595" y="44767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666" name="Google Shape;666;p7"/>
            <p:cNvSpPr/>
            <p:nvPr/>
          </p:nvSpPr>
          <p:spPr bwMode="auto">
            <a:xfrm>
              <a:off x="6517960" y="3529966"/>
              <a:ext cx="381000" cy="45719"/>
            </a:xfrm>
            <a:custGeom>
              <a:avLst/>
              <a:gdLst/>
              <a:ahLst/>
              <a:cxnLst/>
              <a:rect l="l" t="t" r="r" b="b"/>
              <a:pathLst>
                <a:path w="381000" h="45719" fill="norm" stroke="1" extrusionOk="0">
                  <a:moveTo>
                    <a:pt x="74295" y="15240"/>
                  </a:moveTo>
                  <a:cubicBezTo>
                    <a:pt x="111442" y="24765"/>
                    <a:pt x="139065" y="35242"/>
                    <a:pt x="159067" y="45720"/>
                  </a:cubicBezTo>
                  <a:lnTo>
                    <a:pt x="352425" y="45720"/>
                  </a:lnTo>
                  <a:cubicBezTo>
                    <a:pt x="361950" y="30480"/>
                    <a:pt x="371475" y="15240"/>
                    <a:pt x="381000" y="0"/>
                  </a:cubicBezTo>
                  <a:lnTo>
                    <a:pt x="0" y="0"/>
                  </a:lnTo>
                  <a:cubicBezTo>
                    <a:pt x="25717" y="4763"/>
                    <a:pt x="51435" y="9525"/>
                    <a:pt x="74295" y="15240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667" name="Google Shape;667;p7"/>
            <p:cNvSpPr/>
            <p:nvPr/>
          </p:nvSpPr>
          <p:spPr bwMode="auto">
            <a:xfrm>
              <a:off x="6681789" y="3615689"/>
              <a:ext cx="161925" cy="45719"/>
            </a:xfrm>
            <a:custGeom>
              <a:avLst/>
              <a:gdLst/>
              <a:ahLst/>
              <a:cxnLst/>
              <a:rect l="l" t="t" r="r" b="b"/>
              <a:pathLst>
                <a:path w="161925" h="45719" fill="norm" stroke="1" extrusionOk="0">
                  <a:moveTo>
                    <a:pt x="28575" y="7620"/>
                  </a:moveTo>
                  <a:cubicBezTo>
                    <a:pt x="27622" y="17145"/>
                    <a:pt x="21908" y="26670"/>
                    <a:pt x="13335" y="35242"/>
                  </a:cubicBezTo>
                  <a:lnTo>
                    <a:pt x="10478" y="38100"/>
                  </a:lnTo>
                  <a:cubicBezTo>
                    <a:pt x="7620" y="40957"/>
                    <a:pt x="3810" y="43815"/>
                    <a:pt x="0" y="45720"/>
                  </a:cubicBezTo>
                  <a:lnTo>
                    <a:pt x="125730" y="45720"/>
                  </a:lnTo>
                  <a:cubicBezTo>
                    <a:pt x="138113" y="30480"/>
                    <a:pt x="150495" y="16192"/>
                    <a:pt x="161925" y="0"/>
                  </a:cubicBezTo>
                  <a:lnTo>
                    <a:pt x="29528" y="0"/>
                  </a:lnTo>
                  <a:cubicBezTo>
                    <a:pt x="28575" y="2857"/>
                    <a:pt x="28575" y="4763"/>
                    <a:pt x="28575" y="7620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668" name="Google Shape;668;p7"/>
            <p:cNvSpPr/>
            <p:nvPr/>
          </p:nvSpPr>
          <p:spPr bwMode="auto">
            <a:xfrm>
              <a:off x="5352096" y="3615689"/>
              <a:ext cx="815339" cy="45719"/>
            </a:xfrm>
            <a:custGeom>
              <a:avLst/>
              <a:gdLst/>
              <a:ahLst/>
              <a:cxnLst/>
              <a:rect l="l" t="t" r="r" b="b"/>
              <a:pathLst>
                <a:path w="815339" h="45719" fill="norm" stroke="1" extrusionOk="0">
                  <a:moveTo>
                    <a:pt x="344805" y="45720"/>
                  </a:moveTo>
                  <a:cubicBezTo>
                    <a:pt x="384810" y="35242"/>
                    <a:pt x="432435" y="30480"/>
                    <a:pt x="483870" y="30480"/>
                  </a:cubicBezTo>
                  <a:cubicBezTo>
                    <a:pt x="535305" y="30480"/>
                    <a:pt x="587693" y="36195"/>
                    <a:pt x="628650" y="45720"/>
                  </a:cubicBezTo>
                  <a:lnTo>
                    <a:pt x="805815" y="45720"/>
                  </a:lnTo>
                  <a:cubicBezTo>
                    <a:pt x="802005" y="35242"/>
                    <a:pt x="802957" y="26670"/>
                    <a:pt x="803910" y="20955"/>
                  </a:cubicBezTo>
                  <a:cubicBezTo>
                    <a:pt x="805815" y="12382"/>
                    <a:pt x="809625" y="5715"/>
                    <a:pt x="815340" y="0"/>
                  </a:cubicBezTo>
                  <a:lnTo>
                    <a:pt x="0" y="0"/>
                  </a:lnTo>
                  <a:cubicBezTo>
                    <a:pt x="11430" y="15240"/>
                    <a:pt x="23813" y="30480"/>
                    <a:pt x="36195" y="45720"/>
                  </a:cubicBezTo>
                  <a:lnTo>
                    <a:pt x="344805" y="45720"/>
                  </a:ln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669" name="Google Shape;669;p7"/>
            <p:cNvSpPr/>
            <p:nvPr/>
          </p:nvSpPr>
          <p:spPr bwMode="auto">
            <a:xfrm>
              <a:off x="5422584" y="3701413"/>
              <a:ext cx="196214" cy="45719"/>
            </a:xfrm>
            <a:custGeom>
              <a:avLst/>
              <a:gdLst/>
              <a:ahLst/>
              <a:cxnLst/>
              <a:rect l="l" t="t" r="r" b="b"/>
              <a:pathLst>
                <a:path w="196214" h="45719" fill="norm" stroke="1" extrusionOk="0">
                  <a:moveTo>
                    <a:pt x="181927" y="36195"/>
                  </a:moveTo>
                  <a:cubicBezTo>
                    <a:pt x="181927" y="25717"/>
                    <a:pt x="184785" y="12382"/>
                    <a:pt x="196215" y="0"/>
                  </a:cubicBezTo>
                  <a:lnTo>
                    <a:pt x="0" y="0"/>
                  </a:lnTo>
                  <a:cubicBezTo>
                    <a:pt x="14288" y="15240"/>
                    <a:pt x="30480" y="30480"/>
                    <a:pt x="45720" y="45720"/>
                  </a:cubicBezTo>
                  <a:lnTo>
                    <a:pt x="182880" y="45720"/>
                  </a:lnTo>
                  <a:cubicBezTo>
                    <a:pt x="181927" y="41910"/>
                    <a:pt x="181927" y="39052"/>
                    <a:pt x="181927" y="36195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670" name="Google Shape;670;p7"/>
            <p:cNvSpPr/>
            <p:nvPr/>
          </p:nvSpPr>
          <p:spPr bwMode="auto">
            <a:xfrm>
              <a:off x="6060758" y="3701413"/>
              <a:ext cx="711517" cy="45719"/>
            </a:xfrm>
            <a:custGeom>
              <a:avLst/>
              <a:gdLst/>
              <a:ahLst/>
              <a:cxnLst/>
              <a:rect l="l" t="t" r="r" b="b"/>
              <a:pathLst>
                <a:path w="711517" h="45719" fill="norm" stroke="1" extrusionOk="0">
                  <a:moveTo>
                    <a:pt x="472440" y="14288"/>
                  </a:moveTo>
                  <a:lnTo>
                    <a:pt x="465772" y="15240"/>
                  </a:lnTo>
                  <a:cubicBezTo>
                    <a:pt x="410527" y="26670"/>
                    <a:pt x="353377" y="32385"/>
                    <a:pt x="300038" y="32385"/>
                  </a:cubicBezTo>
                  <a:cubicBezTo>
                    <a:pt x="246697" y="32385"/>
                    <a:pt x="179070" y="26670"/>
                    <a:pt x="135255" y="0"/>
                  </a:cubicBezTo>
                  <a:lnTo>
                    <a:pt x="0" y="0"/>
                  </a:lnTo>
                  <a:cubicBezTo>
                    <a:pt x="2858" y="3810"/>
                    <a:pt x="6667" y="7620"/>
                    <a:pt x="8572" y="11430"/>
                  </a:cubicBezTo>
                  <a:cubicBezTo>
                    <a:pt x="14288" y="21907"/>
                    <a:pt x="15240" y="34290"/>
                    <a:pt x="12383" y="45720"/>
                  </a:cubicBezTo>
                  <a:lnTo>
                    <a:pt x="665797" y="45720"/>
                  </a:lnTo>
                  <a:cubicBezTo>
                    <a:pt x="681990" y="31432"/>
                    <a:pt x="697230" y="16192"/>
                    <a:pt x="711518" y="0"/>
                  </a:cubicBezTo>
                  <a:lnTo>
                    <a:pt x="529590" y="0"/>
                  </a:lnTo>
                  <a:cubicBezTo>
                    <a:pt x="510540" y="4763"/>
                    <a:pt x="492442" y="9525"/>
                    <a:pt x="472440" y="14288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671" name="Google Shape;671;p7"/>
            <p:cNvSpPr/>
            <p:nvPr/>
          </p:nvSpPr>
          <p:spPr bwMode="auto">
            <a:xfrm>
              <a:off x="6172093" y="3539491"/>
              <a:ext cx="520239" cy="177164"/>
            </a:xfrm>
            <a:custGeom>
              <a:avLst/>
              <a:gdLst/>
              <a:ahLst/>
              <a:cxnLst/>
              <a:rect l="l" t="t" r="r" b="b"/>
              <a:pathLst>
                <a:path w="520239" h="177164" fill="norm" stroke="1" extrusionOk="0">
                  <a:moveTo>
                    <a:pt x="167746" y="80010"/>
                  </a:moveTo>
                  <a:cubicBezTo>
                    <a:pt x="158221" y="80010"/>
                    <a:pt x="146791" y="78105"/>
                    <a:pt x="134408" y="76200"/>
                  </a:cubicBezTo>
                  <a:cubicBezTo>
                    <a:pt x="121073" y="74295"/>
                    <a:pt x="105833" y="71438"/>
                    <a:pt x="90593" y="71438"/>
                  </a:cubicBezTo>
                  <a:cubicBezTo>
                    <a:pt x="86783" y="71438"/>
                    <a:pt x="82973" y="71438"/>
                    <a:pt x="79163" y="71438"/>
                  </a:cubicBezTo>
                  <a:cubicBezTo>
                    <a:pt x="60113" y="71438"/>
                    <a:pt x="42968" y="73342"/>
                    <a:pt x="29633" y="77152"/>
                  </a:cubicBezTo>
                  <a:cubicBezTo>
                    <a:pt x="10583" y="81915"/>
                    <a:pt x="-17992" y="106680"/>
                    <a:pt x="15346" y="134302"/>
                  </a:cubicBezTo>
                  <a:cubicBezTo>
                    <a:pt x="42968" y="161925"/>
                    <a:pt x="103928" y="177165"/>
                    <a:pt x="188701" y="177165"/>
                  </a:cubicBezTo>
                  <a:cubicBezTo>
                    <a:pt x="241088" y="177165"/>
                    <a:pt x="297286" y="171450"/>
                    <a:pt x="351578" y="160020"/>
                  </a:cubicBezTo>
                  <a:lnTo>
                    <a:pt x="357293" y="159067"/>
                  </a:lnTo>
                  <a:cubicBezTo>
                    <a:pt x="426826" y="144780"/>
                    <a:pt x="483023" y="122872"/>
                    <a:pt x="506836" y="101917"/>
                  </a:cubicBezTo>
                  <a:lnTo>
                    <a:pt x="509693" y="99060"/>
                  </a:lnTo>
                  <a:cubicBezTo>
                    <a:pt x="515408" y="93345"/>
                    <a:pt x="519218" y="87630"/>
                    <a:pt x="520171" y="81915"/>
                  </a:cubicBezTo>
                  <a:cubicBezTo>
                    <a:pt x="521123" y="72390"/>
                    <a:pt x="513503" y="48577"/>
                    <a:pt x="415396" y="23813"/>
                  </a:cubicBezTo>
                  <a:cubicBezTo>
                    <a:pt x="357293" y="9525"/>
                    <a:pt x="279188" y="0"/>
                    <a:pt x="211561" y="0"/>
                  </a:cubicBezTo>
                  <a:lnTo>
                    <a:pt x="207751" y="0"/>
                  </a:lnTo>
                  <a:cubicBezTo>
                    <a:pt x="146791" y="0"/>
                    <a:pt x="113453" y="6667"/>
                    <a:pt x="99166" y="15240"/>
                  </a:cubicBezTo>
                  <a:cubicBezTo>
                    <a:pt x="96308" y="17145"/>
                    <a:pt x="93451" y="19050"/>
                    <a:pt x="92498" y="20955"/>
                  </a:cubicBezTo>
                  <a:cubicBezTo>
                    <a:pt x="91546" y="22860"/>
                    <a:pt x="90593" y="26670"/>
                    <a:pt x="91546" y="30480"/>
                  </a:cubicBezTo>
                  <a:cubicBezTo>
                    <a:pt x="101071" y="53340"/>
                    <a:pt x="140123" y="59055"/>
                    <a:pt x="175366" y="59055"/>
                  </a:cubicBezTo>
                  <a:cubicBezTo>
                    <a:pt x="195368" y="60007"/>
                    <a:pt x="194416" y="68580"/>
                    <a:pt x="190606" y="72390"/>
                  </a:cubicBezTo>
                  <a:cubicBezTo>
                    <a:pt x="183938" y="79057"/>
                    <a:pt x="174413" y="80010"/>
                    <a:pt x="167746" y="80010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672" name="Google Shape;672;p7"/>
            <p:cNvSpPr/>
            <p:nvPr/>
          </p:nvSpPr>
          <p:spPr bwMode="auto">
            <a:xfrm>
              <a:off x="6639878" y="3308983"/>
              <a:ext cx="231457" cy="38100"/>
            </a:xfrm>
            <a:custGeom>
              <a:avLst/>
              <a:gdLst/>
              <a:ahLst/>
              <a:cxnLst/>
              <a:rect l="l" t="t" r="r" b="b"/>
              <a:pathLst>
                <a:path w="231457" h="38100" fill="norm" stroke="1" extrusionOk="0">
                  <a:moveTo>
                    <a:pt x="231457" y="20003"/>
                  </a:moveTo>
                  <a:lnTo>
                    <a:pt x="1905" y="0"/>
                  </a:lnTo>
                  <a:cubicBezTo>
                    <a:pt x="952" y="5715"/>
                    <a:pt x="952" y="12383"/>
                    <a:pt x="0" y="18098"/>
                  </a:cubicBezTo>
                  <a:lnTo>
                    <a:pt x="229552" y="38100"/>
                  </a:lnTo>
                  <a:cubicBezTo>
                    <a:pt x="229552" y="32385"/>
                    <a:pt x="230505" y="25718"/>
                    <a:pt x="231457" y="20003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673" name="Google Shape;673;p7"/>
            <p:cNvSpPr/>
            <p:nvPr/>
          </p:nvSpPr>
          <p:spPr bwMode="auto">
            <a:xfrm>
              <a:off x="6636069" y="3126102"/>
              <a:ext cx="230504" cy="58102"/>
            </a:xfrm>
            <a:custGeom>
              <a:avLst/>
              <a:gdLst/>
              <a:ahLst/>
              <a:cxnLst/>
              <a:rect l="l" t="t" r="r" b="b"/>
              <a:pathLst>
                <a:path w="230504" h="58102" fill="norm" stroke="1" extrusionOk="0">
                  <a:moveTo>
                    <a:pt x="227648" y="0"/>
                  </a:moveTo>
                  <a:lnTo>
                    <a:pt x="0" y="40005"/>
                  </a:lnTo>
                  <a:cubicBezTo>
                    <a:pt x="953" y="45720"/>
                    <a:pt x="1905" y="52388"/>
                    <a:pt x="2858" y="58103"/>
                  </a:cubicBezTo>
                  <a:lnTo>
                    <a:pt x="230505" y="17145"/>
                  </a:lnTo>
                  <a:cubicBezTo>
                    <a:pt x="229553" y="12383"/>
                    <a:pt x="228600" y="6667"/>
                    <a:pt x="227648" y="0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674" name="Google Shape;674;p7"/>
            <p:cNvSpPr/>
            <p:nvPr/>
          </p:nvSpPr>
          <p:spPr bwMode="auto">
            <a:xfrm>
              <a:off x="6594158" y="2932748"/>
              <a:ext cx="217170" cy="114299"/>
            </a:xfrm>
            <a:custGeom>
              <a:avLst/>
              <a:gdLst/>
              <a:ahLst/>
              <a:cxnLst/>
              <a:rect l="l" t="t" r="r" b="b"/>
              <a:pathLst>
                <a:path w="217170" h="114299" fill="norm" stroke="1" extrusionOk="0">
                  <a:moveTo>
                    <a:pt x="0" y="98107"/>
                  </a:moveTo>
                  <a:cubicBezTo>
                    <a:pt x="2858" y="103823"/>
                    <a:pt x="4763" y="109537"/>
                    <a:pt x="7620" y="114300"/>
                  </a:cubicBezTo>
                  <a:lnTo>
                    <a:pt x="217170" y="16192"/>
                  </a:lnTo>
                  <a:cubicBezTo>
                    <a:pt x="214313" y="10477"/>
                    <a:pt x="212408" y="4763"/>
                    <a:pt x="209550" y="0"/>
                  </a:cubicBezTo>
                  <a:lnTo>
                    <a:pt x="0" y="98107"/>
                  </a:ln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675" name="Google Shape;675;p7"/>
            <p:cNvSpPr/>
            <p:nvPr/>
          </p:nvSpPr>
          <p:spPr bwMode="auto">
            <a:xfrm>
              <a:off x="6518908" y="2761295"/>
              <a:ext cx="188594" cy="163829"/>
            </a:xfrm>
            <a:custGeom>
              <a:avLst/>
              <a:gdLst/>
              <a:ahLst/>
              <a:cxnLst/>
              <a:rect l="l" t="t" r="r" b="b"/>
              <a:pathLst>
                <a:path w="188595" h="163829" fill="norm" stroke="1" extrusionOk="0">
                  <a:moveTo>
                    <a:pt x="188595" y="14288"/>
                  </a:moveTo>
                  <a:cubicBezTo>
                    <a:pt x="184785" y="9525"/>
                    <a:pt x="180975" y="4763"/>
                    <a:pt x="177165" y="0"/>
                  </a:cubicBezTo>
                  <a:lnTo>
                    <a:pt x="0" y="149542"/>
                  </a:lnTo>
                  <a:cubicBezTo>
                    <a:pt x="3810" y="154305"/>
                    <a:pt x="7620" y="159067"/>
                    <a:pt x="11430" y="163830"/>
                  </a:cubicBezTo>
                  <a:lnTo>
                    <a:pt x="188595" y="14288"/>
                  </a:ln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676" name="Google Shape;676;p7"/>
            <p:cNvSpPr/>
            <p:nvPr/>
          </p:nvSpPr>
          <p:spPr bwMode="auto">
            <a:xfrm>
              <a:off x="6419849" y="2628897"/>
              <a:ext cx="149542" cy="200025"/>
            </a:xfrm>
            <a:custGeom>
              <a:avLst/>
              <a:gdLst/>
              <a:ahLst/>
              <a:cxnLst/>
              <a:rect l="l" t="t" r="r" b="b"/>
              <a:pathLst>
                <a:path w="149542" h="200025" fill="norm" stroke="1" extrusionOk="0">
                  <a:moveTo>
                    <a:pt x="149542" y="10477"/>
                  </a:moveTo>
                  <a:cubicBezTo>
                    <a:pt x="144780" y="6667"/>
                    <a:pt x="140017" y="2858"/>
                    <a:pt x="135255" y="0"/>
                  </a:cubicBezTo>
                  <a:lnTo>
                    <a:pt x="0" y="188595"/>
                  </a:lnTo>
                  <a:cubicBezTo>
                    <a:pt x="4763" y="192405"/>
                    <a:pt x="9525" y="196215"/>
                    <a:pt x="14288" y="200025"/>
                  </a:cubicBezTo>
                  <a:lnTo>
                    <a:pt x="149542" y="10477"/>
                  </a:ln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677" name="Google Shape;677;p7"/>
            <p:cNvSpPr/>
            <p:nvPr/>
          </p:nvSpPr>
          <p:spPr bwMode="auto">
            <a:xfrm>
              <a:off x="6299832" y="2535555"/>
              <a:ext cx="100965" cy="222885"/>
            </a:xfrm>
            <a:custGeom>
              <a:avLst/>
              <a:gdLst/>
              <a:ahLst/>
              <a:cxnLst/>
              <a:rect l="l" t="t" r="r" b="b"/>
              <a:pathLst>
                <a:path w="100965" h="222885" fill="norm" stroke="1" extrusionOk="0">
                  <a:moveTo>
                    <a:pt x="17145" y="222885"/>
                  </a:moveTo>
                  <a:lnTo>
                    <a:pt x="100965" y="6668"/>
                  </a:lnTo>
                  <a:cubicBezTo>
                    <a:pt x="95250" y="4763"/>
                    <a:pt x="89535" y="1905"/>
                    <a:pt x="83820" y="0"/>
                  </a:cubicBezTo>
                  <a:lnTo>
                    <a:pt x="0" y="216218"/>
                  </a:lnTo>
                  <a:cubicBezTo>
                    <a:pt x="6668" y="218123"/>
                    <a:pt x="12383" y="220980"/>
                    <a:pt x="17145" y="222885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678" name="Google Shape;678;p7"/>
            <p:cNvSpPr/>
            <p:nvPr/>
          </p:nvSpPr>
          <p:spPr bwMode="auto">
            <a:xfrm>
              <a:off x="5330190" y="3309937"/>
              <a:ext cx="228600" cy="37147"/>
            </a:xfrm>
            <a:custGeom>
              <a:avLst/>
              <a:gdLst/>
              <a:ahLst/>
              <a:cxnLst/>
              <a:rect l="l" t="t" r="r" b="b"/>
              <a:pathLst>
                <a:path w="228600" h="37147" fill="norm" stroke="1" extrusionOk="0">
                  <a:moveTo>
                    <a:pt x="1905" y="37147"/>
                  </a:moveTo>
                  <a:lnTo>
                    <a:pt x="228600" y="18097"/>
                  </a:lnTo>
                  <a:cubicBezTo>
                    <a:pt x="227648" y="12383"/>
                    <a:pt x="226695" y="5715"/>
                    <a:pt x="226695" y="0"/>
                  </a:cubicBezTo>
                  <a:lnTo>
                    <a:pt x="0" y="19050"/>
                  </a:lnTo>
                  <a:cubicBezTo>
                    <a:pt x="0" y="24765"/>
                    <a:pt x="952" y="30480"/>
                    <a:pt x="1905" y="37147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679" name="Google Shape;679;p7"/>
            <p:cNvSpPr/>
            <p:nvPr/>
          </p:nvSpPr>
          <p:spPr bwMode="auto">
            <a:xfrm>
              <a:off x="5333999" y="3127056"/>
              <a:ext cx="227647" cy="58102"/>
            </a:xfrm>
            <a:custGeom>
              <a:avLst/>
              <a:gdLst/>
              <a:ahLst/>
              <a:cxnLst/>
              <a:rect l="l" t="t" r="r" b="b"/>
              <a:pathLst>
                <a:path w="227647" h="58102" fill="norm" stroke="1" extrusionOk="0">
                  <a:moveTo>
                    <a:pt x="227648" y="40005"/>
                  </a:moveTo>
                  <a:lnTo>
                    <a:pt x="2858" y="0"/>
                  </a:lnTo>
                  <a:cubicBezTo>
                    <a:pt x="1905" y="5715"/>
                    <a:pt x="952" y="12383"/>
                    <a:pt x="0" y="18097"/>
                  </a:cubicBezTo>
                  <a:lnTo>
                    <a:pt x="224790" y="58102"/>
                  </a:lnTo>
                  <a:cubicBezTo>
                    <a:pt x="225742" y="51435"/>
                    <a:pt x="226695" y="45720"/>
                    <a:pt x="227648" y="40005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680" name="Google Shape;680;p7"/>
            <p:cNvSpPr/>
            <p:nvPr/>
          </p:nvSpPr>
          <p:spPr bwMode="auto">
            <a:xfrm>
              <a:off x="5389244" y="2933696"/>
              <a:ext cx="215264" cy="113347"/>
            </a:xfrm>
            <a:custGeom>
              <a:avLst/>
              <a:gdLst/>
              <a:ahLst/>
              <a:cxnLst/>
              <a:rect l="l" t="t" r="r" b="b"/>
              <a:pathLst>
                <a:path w="215264" h="113347" fill="norm" stroke="1" extrusionOk="0">
                  <a:moveTo>
                    <a:pt x="0" y="16192"/>
                  </a:moveTo>
                  <a:lnTo>
                    <a:pt x="207645" y="113347"/>
                  </a:lnTo>
                  <a:cubicBezTo>
                    <a:pt x="209550" y="107633"/>
                    <a:pt x="212407" y="101917"/>
                    <a:pt x="215265" y="97155"/>
                  </a:cubicBezTo>
                  <a:lnTo>
                    <a:pt x="7620" y="0"/>
                  </a:lnTo>
                  <a:cubicBezTo>
                    <a:pt x="4763" y="4763"/>
                    <a:pt x="1905" y="10477"/>
                    <a:pt x="0" y="16192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681" name="Google Shape;681;p7"/>
            <p:cNvSpPr/>
            <p:nvPr/>
          </p:nvSpPr>
          <p:spPr bwMode="auto">
            <a:xfrm>
              <a:off x="5492111" y="2762249"/>
              <a:ext cx="187642" cy="161925"/>
            </a:xfrm>
            <a:custGeom>
              <a:avLst/>
              <a:gdLst/>
              <a:ahLst/>
              <a:cxnLst/>
              <a:rect l="l" t="t" r="r" b="b"/>
              <a:pathLst>
                <a:path w="187642" h="161925" fill="norm" stroke="1" extrusionOk="0">
                  <a:moveTo>
                    <a:pt x="187643" y="147638"/>
                  </a:moveTo>
                  <a:lnTo>
                    <a:pt x="11430" y="0"/>
                  </a:lnTo>
                  <a:cubicBezTo>
                    <a:pt x="7620" y="4763"/>
                    <a:pt x="3810" y="9525"/>
                    <a:pt x="0" y="14288"/>
                  </a:cubicBezTo>
                  <a:lnTo>
                    <a:pt x="175260" y="161925"/>
                  </a:lnTo>
                  <a:cubicBezTo>
                    <a:pt x="180023" y="157163"/>
                    <a:pt x="183833" y="152400"/>
                    <a:pt x="187643" y="147638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682" name="Google Shape;682;p7"/>
            <p:cNvSpPr/>
            <p:nvPr/>
          </p:nvSpPr>
          <p:spPr bwMode="auto">
            <a:xfrm>
              <a:off x="5621654" y="2635567"/>
              <a:ext cx="151447" cy="197167"/>
            </a:xfrm>
            <a:custGeom>
              <a:avLst/>
              <a:gdLst/>
              <a:ahLst/>
              <a:cxnLst/>
              <a:rect l="l" t="t" r="r" b="b"/>
              <a:pathLst>
                <a:path w="151447" h="197167" fill="norm" stroke="1" extrusionOk="0">
                  <a:moveTo>
                    <a:pt x="137160" y="197168"/>
                  </a:moveTo>
                  <a:cubicBezTo>
                    <a:pt x="141923" y="193358"/>
                    <a:pt x="146685" y="189548"/>
                    <a:pt x="151448" y="185738"/>
                  </a:cubicBezTo>
                  <a:lnTo>
                    <a:pt x="14288" y="0"/>
                  </a:lnTo>
                  <a:cubicBezTo>
                    <a:pt x="9525" y="3810"/>
                    <a:pt x="4763" y="7620"/>
                    <a:pt x="0" y="11430"/>
                  </a:cubicBezTo>
                  <a:lnTo>
                    <a:pt x="137160" y="197168"/>
                  </a:ln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683" name="Google Shape;683;p7"/>
            <p:cNvSpPr/>
            <p:nvPr/>
          </p:nvSpPr>
          <p:spPr bwMode="auto">
            <a:xfrm>
              <a:off x="5765485" y="2550792"/>
              <a:ext cx="109537" cy="219074"/>
            </a:xfrm>
            <a:custGeom>
              <a:avLst/>
              <a:gdLst/>
              <a:ahLst/>
              <a:cxnLst/>
              <a:rect l="l" t="t" r="r" b="b"/>
              <a:pathLst>
                <a:path w="109537" h="219075" fill="norm" stroke="1" extrusionOk="0">
                  <a:moveTo>
                    <a:pt x="109538" y="210502"/>
                  </a:moveTo>
                  <a:lnTo>
                    <a:pt x="16192" y="0"/>
                  </a:lnTo>
                  <a:cubicBezTo>
                    <a:pt x="10477" y="2857"/>
                    <a:pt x="4763" y="4763"/>
                    <a:pt x="0" y="7620"/>
                  </a:cubicBezTo>
                  <a:lnTo>
                    <a:pt x="93345" y="219075"/>
                  </a:lnTo>
                  <a:cubicBezTo>
                    <a:pt x="98107" y="215265"/>
                    <a:pt x="103822" y="212407"/>
                    <a:pt x="109538" y="210502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684" name="Google Shape;684;p7"/>
            <p:cNvSpPr/>
            <p:nvPr/>
          </p:nvSpPr>
          <p:spPr bwMode="auto">
            <a:xfrm>
              <a:off x="6642734" y="3220404"/>
              <a:ext cx="401955" cy="36194"/>
            </a:xfrm>
            <a:custGeom>
              <a:avLst/>
              <a:gdLst/>
              <a:ahLst/>
              <a:cxnLst/>
              <a:rect l="l" t="t" r="r" b="b"/>
              <a:pathLst>
                <a:path w="401955" h="36194" fill="norm" stroke="1" extrusionOk="0">
                  <a:moveTo>
                    <a:pt x="953" y="36195"/>
                  </a:moveTo>
                  <a:lnTo>
                    <a:pt x="401955" y="18097"/>
                  </a:lnTo>
                  <a:cubicBezTo>
                    <a:pt x="401955" y="12382"/>
                    <a:pt x="401955" y="5715"/>
                    <a:pt x="401003" y="0"/>
                  </a:cubicBezTo>
                  <a:lnTo>
                    <a:pt x="0" y="18097"/>
                  </a:lnTo>
                  <a:cubicBezTo>
                    <a:pt x="953" y="23813"/>
                    <a:pt x="953" y="29527"/>
                    <a:pt x="953" y="36195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685" name="Google Shape;685;p7"/>
            <p:cNvSpPr/>
            <p:nvPr/>
          </p:nvSpPr>
          <p:spPr bwMode="auto">
            <a:xfrm>
              <a:off x="6619873" y="2976561"/>
              <a:ext cx="388620" cy="138112"/>
            </a:xfrm>
            <a:custGeom>
              <a:avLst/>
              <a:gdLst/>
              <a:ahLst/>
              <a:cxnLst/>
              <a:rect l="l" t="t" r="r" b="b"/>
              <a:pathLst>
                <a:path w="388620" h="138112" fill="norm" stroke="1" extrusionOk="0">
                  <a:moveTo>
                    <a:pt x="4763" y="138113"/>
                  </a:moveTo>
                  <a:lnTo>
                    <a:pt x="388620" y="17145"/>
                  </a:lnTo>
                  <a:cubicBezTo>
                    <a:pt x="386715" y="11430"/>
                    <a:pt x="384810" y="5715"/>
                    <a:pt x="383858" y="0"/>
                  </a:cubicBezTo>
                  <a:lnTo>
                    <a:pt x="0" y="120967"/>
                  </a:lnTo>
                  <a:cubicBezTo>
                    <a:pt x="1905" y="126683"/>
                    <a:pt x="3810" y="132397"/>
                    <a:pt x="4763" y="138113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686" name="Google Shape;686;p7"/>
            <p:cNvSpPr/>
            <p:nvPr/>
          </p:nvSpPr>
          <p:spPr bwMode="auto">
            <a:xfrm>
              <a:off x="6560819" y="2752723"/>
              <a:ext cx="348614" cy="231457"/>
            </a:xfrm>
            <a:custGeom>
              <a:avLst/>
              <a:gdLst/>
              <a:ahLst/>
              <a:cxnLst/>
              <a:rect l="l" t="t" r="r" b="b"/>
              <a:pathLst>
                <a:path w="348614" h="231457" fill="norm" stroke="1" extrusionOk="0">
                  <a:moveTo>
                    <a:pt x="9525" y="231458"/>
                  </a:moveTo>
                  <a:lnTo>
                    <a:pt x="348615" y="15240"/>
                  </a:lnTo>
                  <a:cubicBezTo>
                    <a:pt x="345758" y="10477"/>
                    <a:pt x="341947" y="4763"/>
                    <a:pt x="339090" y="0"/>
                  </a:cubicBezTo>
                  <a:lnTo>
                    <a:pt x="0" y="216217"/>
                  </a:lnTo>
                  <a:cubicBezTo>
                    <a:pt x="2858" y="220980"/>
                    <a:pt x="5715" y="225742"/>
                    <a:pt x="9525" y="231458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687" name="Google Shape;687;p7"/>
            <p:cNvSpPr/>
            <p:nvPr/>
          </p:nvSpPr>
          <p:spPr bwMode="auto">
            <a:xfrm>
              <a:off x="6470332" y="2562224"/>
              <a:ext cx="284797" cy="309562"/>
            </a:xfrm>
            <a:custGeom>
              <a:avLst/>
              <a:gdLst/>
              <a:ahLst/>
              <a:cxnLst/>
              <a:rect l="l" t="t" r="r" b="b"/>
              <a:pathLst>
                <a:path w="284797" h="309562" fill="norm" stroke="1" extrusionOk="0">
                  <a:moveTo>
                    <a:pt x="284797" y="12383"/>
                  </a:moveTo>
                  <a:cubicBezTo>
                    <a:pt x="280035" y="8573"/>
                    <a:pt x="276225" y="3810"/>
                    <a:pt x="271463" y="0"/>
                  </a:cubicBezTo>
                  <a:lnTo>
                    <a:pt x="0" y="297180"/>
                  </a:lnTo>
                  <a:cubicBezTo>
                    <a:pt x="4763" y="300990"/>
                    <a:pt x="8572" y="305753"/>
                    <a:pt x="13335" y="309563"/>
                  </a:cubicBezTo>
                  <a:lnTo>
                    <a:pt x="284797" y="12383"/>
                  </a:ln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688" name="Google Shape;688;p7"/>
            <p:cNvSpPr/>
            <p:nvPr/>
          </p:nvSpPr>
          <p:spPr bwMode="auto">
            <a:xfrm>
              <a:off x="6357939" y="2423157"/>
              <a:ext cx="205740" cy="364807"/>
            </a:xfrm>
            <a:custGeom>
              <a:avLst/>
              <a:gdLst/>
              <a:ahLst/>
              <a:cxnLst/>
              <a:rect l="l" t="t" r="r" b="b"/>
              <a:pathLst>
                <a:path w="205740" h="364807" fill="norm" stroke="1" extrusionOk="0">
                  <a:moveTo>
                    <a:pt x="205740" y="8573"/>
                  </a:moveTo>
                  <a:cubicBezTo>
                    <a:pt x="200025" y="5715"/>
                    <a:pt x="195263" y="2857"/>
                    <a:pt x="189547" y="0"/>
                  </a:cubicBezTo>
                  <a:lnTo>
                    <a:pt x="0" y="355282"/>
                  </a:lnTo>
                  <a:cubicBezTo>
                    <a:pt x="5715" y="358140"/>
                    <a:pt x="10478" y="360998"/>
                    <a:pt x="16192" y="364807"/>
                  </a:cubicBezTo>
                  <a:lnTo>
                    <a:pt x="205740" y="8573"/>
                  </a:ln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689" name="Google Shape;689;p7"/>
            <p:cNvSpPr/>
            <p:nvPr/>
          </p:nvSpPr>
          <p:spPr bwMode="auto">
            <a:xfrm>
              <a:off x="5155881" y="3220404"/>
              <a:ext cx="398144" cy="35242"/>
            </a:xfrm>
            <a:custGeom>
              <a:avLst/>
              <a:gdLst/>
              <a:ahLst/>
              <a:cxnLst/>
              <a:rect l="l" t="t" r="r" b="b"/>
              <a:pathLst>
                <a:path w="398144" h="35242" fill="norm" stroke="1" extrusionOk="0">
                  <a:moveTo>
                    <a:pt x="398145" y="17145"/>
                  </a:moveTo>
                  <a:lnTo>
                    <a:pt x="953" y="0"/>
                  </a:lnTo>
                  <a:cubicBezTo>
                    <a:pt x="953" y="5715"/>
                    <a:pt x="953" y="12382"/>
                    <a:pt x="0" y="18097"/>
                  </a:cubicBezTo>
                  <a:lnTo>
                    <a:pt x="398145" y="35242"/>
                  </a:lnTo>
                  <a:cubicBezTo>
                    <a:pt x="398145" y="29527"/>
                    <a:pt x="398145" y="23813"/>
                    <a:pt x="398145" y="17145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690" name="Google Shape;690;p7"/>
            <p:cNvSpPr/>
            <p:nvPr/>
          </p:nvSpPr>
          <p:spPr bwMode="auto">
            <a:xfrm>
              <a:off x="5193029" y="2977515"/>
              <a:ext cx="384809" cy="137160"/>
            </a:xfrm>
            <a:custGeom>
              <a:avLst/>
              <a:gdLst/>
              <a:ahLst/>
              <a:cxnLst/>
              <a:rect l="l" t="t" r="r" b="b"/>
              <a:pathLst>
                <a:path w="384809" h="137160" fill="norm" stroke="1" extrusionOk="0">
                  <a:moveTo>
                    <a:pt x="384810" y="120015"/>
                  </a:moveTo>
                  <a:lnTo>
                    <a:pt x="4763" y="0"/>
                  </a:lnTo>
                  <a:cubicBezTo>
                    <a:pt x="2857" y="5715"/>
                    <a:pt x="952" y="11430"/>
                    <a:pt x="0" y="17145"/>
                  </a:cubicBezTo>
                  <a:lnTo>
                    <a:pt x="381000" y="137160"/>
                  </a:lnTo>
                  <a:cubicBezTo>
                    <a:pt x="381953" y="131445"/>
                    <a:pt x="382905" y="125730"/>
                    <a:pt x="384810" y="120015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691" name="Google Shape;691;p7"/>
            <p:cNvSpPr/>
            <p:nvPr/>
          </p:nvSpPr>
          <p:spPr bwMode="auto">
            <a:xfrm>
              <a:off x="5291140" y="2752723"/>
              <a:ext cx="346710" cy="230504"/>
            </a:xfrm>
            <a:custGeom>
              <a:avLst/>
              <a:gdLst/>
              <a:ahLst/>
              <a:cxnLst/>
              <a:rect l="l" t="t" r="r" b="b"/>
              <a:pathLst>
                <a:path w="346710" h="230504" fill="norm" stroke="1" extrusionOk="0">
                  <a:moveTo>
                    <a:pt x="346710" y="215265"/>
                  </a:moveTo>
                  <a:lnTo>
                    <a:pt x="9525" y="0"/>
                  </a:lnTo>
                  <a:cubicBezTo>
                    <a:pt x="6668" y="4763"/>
                    <a:pt x="2857" y="10477"/>
                    <a:pt x="0" y="15240"/>
                  </a:cubicBezTo>
                  <a:lnTo>
                    <a:pt x="337185" y="230505"/>
                  </a:lnTo>
                  <a:cubicBezTo>
                    <a:pt x="340042" y="224790"/>
                    <a:pt x="342900" y="220027"/>
                    <a:pt x="346710" y="215265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692" name="Google Shape;692;p7"/>
            <p:cNvSpPr/>
            <p:nvPr/>
          </p:nvSpPr>
          <p:spPr bwMode="auto">
            <a:xfrm>
              <a:off x="5434011" y="2573652"/>
              <a:ext cx="288607" cy="302895"/>
            </a:xfrm>
            <a:custGeom>
              <a:avLst/>
              <a:gdLst/>
              <a:ahLst/>
              <a:cxnLst/>
              <a:rect l="l" t="t" r="r" b="b"/>
              <a:pathLst>
                <a:path w="288607" h="302895" fill="norm" stroke="1" extrusionOk="0">
                  <a:moveTo>
                    <a:pt x="288608" y="290513"/>
                  </a:moveTo>
                  <a:lnTo>
                    <a:pt x="13335" y="0"/>
                  </a:lnTo>
                  <a:cubicBezTo>
                    <a:pt x="8573" y="3810"/>
                    <a:pt x="4763" y="8573"/>
                    <a:pt x="0" y="12383"/>
                  </a:cubicBezTo>
                  <a:lnTo>
                    <a:pt x="275273" y="302895"/>
                  </a:lnTo>
                  <a:cubicBezTo>
                    <a:pt x="279083" y="299085"/>
                    <a:pt x="283845" y="294323"/>
                    <a:pt x="288608" y="290513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693" name="Google Shape;693;p7"/>
            <p:cNvSpPr/>
            <p:nvPr/>
          </p:nvSpPr>
          <p:spPr bwMode="auto">
            <a:xfrm>
              <a:off x="5604510" y="2442208"/>
              <a:ext cx="217169" cy="356235"/>
            </a:xfrm>
            <a:custGeom>
              <a:avLst/>
              <a:gdLst/>
              <a:ahLst/>
              <a:cxnLst/>
              <a:rect l="l" t="t" r="r" b="b"/>
              <a:pathLst>
                <a:path w="217169" h="356235" fill="norm" stroke="1" extrusionOk="0">
                  <a:moveTo>
                    <a:pt x="0" y="9525"/>
                  </a:moveTo>
                  <a:lnTo>
                    <a:pt x="201930" y="356235"/>
                  </a:lnTo>
                  <a:cubicBezTo>
                    <a:pt x="206692" y="353378"/>
                    <a:pt x="212407" y="349567"/>
                    <a:pt x="217170" y="346710"/>
                  </a:cubicBezTo>
                  <a:lnTo>
                    <a:pt x="16192" y="0"/>
                  </a:lnTo>
                  <a:cubicBezTo>
                    <a:pt x="10477" y="2857"/>
                    <a:pt x="5715" y="5715"/>
                    <a:pt x="0" y="9525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694" name="Google Shape;694;p7"/>
            <p:cNvSpPr/>
            <p:nvPr/>
          </p:nvSpPr>
          <p:spPr bwMode="auto">
            <a:xfrm>
              <a:off x="5412104" y="2451733"/>
              <a:ext cx="70485" cy="72007"/>
            </a:xfrm>
            <a:custGeom>
              <a:avLst/>
              <a:gdLst/>
              <a:ahLst/>
              <a:cxnLst/>
              <a:rect l="l" t="t" r="r" b="b"/>
              <a:pathLst>
                <a:path w="70485" h="72007" fill="norm" stroke="1" extrusionOk="0">
                  <a:moveTo>
                    <a:pt x="41910" y="11430"/>
                  </a:moveTo>
                  <a:lnTo>
                    <a:pt x="28575" y="0"/>
                  </a:lnTo>
                  <a:lnTo>
                    <a:pt x="6668" y="24765"/>
                  </a:lnTo>
                  <a:cubicBezTo>
                    <a:pt x="1905" y="29527"/>
                    <a:pt x="0" y="35242"/>
                    <a:pt x="0" y="41910"/>
                  </a:cubicBezTo>
                  <a:cubicBezTo>
                    <a:pt x="0" y="48577"/>
                    <a:pt x="2858" y="54292"/>
                    <a:pt x="7620" y="58102"/>
                  </a:cubicBezTo>
                  <a:cubicBezTo>
                    <a:pt x="13335" y="62865"/>
                    <a:pt x="21908" y="67627"/>
                    <a:pt x="32385" y="69532"/>
                  </a:cubicBezTo>
                  <a:cubicBezTo>
                    <a:pt x="42863" y="72390"/>
                    <a:pt x="55245" y="72390"/>
                    <a:pt x="69533" y="71438"/>
                  </a:cubicBezTo>
                  <a:lnTo>
                    <a:pt x="70485" y="63817"/>
                  </a:lnTo>
                  <a:cubicBezTo>
                    <a:pt x="61913" y="63817"/>
                    <a:pt x="53340" y="62865"/>
                    <a:pt x="46673" y="60960"/>
                  </a:cubicBezTo>
                  <a:cubicBezTo>
                    <a:pt x="40005" y="59055"/>
                    <a:pt x="34290" y="56198"/>
                    <a:pt x="30480" y="52388"/>
                  </a:cubicBezTo>
                  <a:cubicBezTo>
                    <a:pt x="26670" y="49530"/>
                    <a:pt x="24765" y="44767"/>
                    <a:pt x="23813" y="40005"/>
                  </a:cubicBezTo>
                  <a:cubicBezTo>
                    <a:pt x="22860" y="35242"/>
                    <a:pt x="24765" y="31432"/>
                    <a:pt x="27623" y="27623"/>
                  </a:cubicBezTo>
                  <a:lnTo>
                    <a:pt x="41910" y="11430"/>
                  </a:ln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695" name="Google Shape;695;p7"/>
            <p:cNvSpPr/>
            <p:nvPr/>
          </p:nvSpPr>
          <p:spPr bwMode="auto">
            <a:xfrm>
              <a:off x="5534023" y="2244085"/>
              <a:ext cx="77033" cy="27621"/>
            </a:xfrm>
            <a:custGeom>
              <a:avLst/>
              <a:gdLst/>
              <a:ahLst/>
              <a:cxnLst/>
              <a:rect l="l" t="t" r="r" b="b"/>
              <a:pathLst>
                <a:path w="77033" h="27622" fill="norm" stroke="1" extrusionOk="0">
                  <a:moveTo>
                    <a:pt x="24765" y="15240"/>
                  </a:moveTo>
                  <a:cubicBezTo>
                    <a:pt x="27623" y="13335"/>
                    <a:pt x="30480" y="12383"/>
                    <a:pt x="34290" y="12383"/>
                  </a:cubicBezTo>
                  <a:cubicBezTo>
                    <a:pt x="37148" y="12383"/>
                    <a:pt x="40005" y="12383"/>
                    <a:pt x="42863" y="13335"/>
                  </a:cubicBezTo>
                  <a:lnTo>
                    <a:pt x="75248" y="27623"/>
                  </a:lnTo>
                  <a:cubicBezTo>
                    <a:pt x="80010" y="24765"/>
                    <a:pt x="75248" y="20003"/>
                    <a:pt x="60960" y="12383"/>
                  </a:cubicBezTo>
                  <a:cubicBezTo>
                    <a:pt x="53340" y="8573"/>
                    <a:pt x="48577" y="6668"/>
                    <a:pt x="45720" y="5715"/>
                  </a:cubicBezTo>
                  <a:cubicBezTo>
                    <a:pt x="39052" y="2858"/>
                    <a:pt x="31433" y="953"/>
                    <a:pt x="23813" y="0"/>
                  </a:cubicBezTo>
                  <a:cubicBezTo>
                    <a:pt x="16192" y="0"/>
                    <a:pt x="10477" y="953"/>
                    <a:pt x="5715" y="3810"/>
                  </a:cubicBezTo>
                  <a:cubicBezTo>
                    <a:pt x="2858" y="5715"/>
                    <a:pt x="952" y="7620"/>
                    <a:pt x="0" y="9525"/>
                  </a:cubicBezTo>
                  <a:lnTo>
                    <a:pt x="17145" y="21908"/>
                  </a:lnTo>
                  <a:cubicBezTo>
                    <a:pt x="19050" y="18098"/>
                    <a:pt x="21908" y="16193"/>
                    <a:pt x="24765" y="15240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696" name="Google Shape;696;p7"/>
            <p:cNvSpPr/>
            <p:nvPr/>
          </p:nvSpPr>
          <p:spPr bwMode="auto">
            <a:xfrm>
              <a:off x="5629272" y="2180187"/>
              <a:ext cx="80010" cy="46758"/>
            </a:xfrm>
            <a:custGeom>
              <a:avLst/>
              <a:gdLst/>
              <a:ahLst/>
              <a:cxnLst/>
              <a:rect l="l" t="t" r="r" b="b"/>
              <a:pathLst>
                <a:path w="80010" h="46758" fill="norm" stroke="1" extrusionOk="0">
                  <a:moveTo>
                    <a:pt x="20002" y="43901"/>
                  </a:moveTo>
                  <a:cubicBezTo>
                    <a:pt x="22860" y="41996"/>
                    <a:pt x="25717" y="41043"/>
                    <a:pt x="27623" y="40091"/>
                  </a:cubicBezTo>
                  <a:cubicBezTo>
                    <a:pt x="32385" y="38186"/>
                    <a:pt x="38100" y="37233"/>
                    <a:pt x="44767" y="37233"/>
                  </a:cubicBezTo>
                  <a:cubicBezTo>
                    <a:pt x="52388" y="37233"/>
                    <a:pt x="60008" y="39138"/>
                    <a:pt x="68580" y="41996"/>
                  </a:cubicBezTo>
                  <a:lnTo>
                    <a:pt x="80010" y="37233"/>
                  </a:lnTo>
                  <a:lnTo>
                    <a:pt x="50483" y="10563"/>
                  </a:lnTo>
                  <a:cubicBezTo>
                    <a:pt x="45720" y="5801"/>
                    <a:pt x="40958" y="2943"/>
                    <a:pt x="36195" y="1038"/>
                  </a:cubicBezTo>
                  <a:cubicBezTo>
                    <a:pt x="30480" y="-867"/>
                    <a:pt x="25717" y="86"/>
                    <a:pt x="20955" y="1991"/>
                  </a:cubicBezTo>
                  <a:cubicBezTo>
                    <a:pt x="15240" y="4848"/>
                    <a:pt x="11430" y="7706"/>
                    <a:pt x="9525" y="9611"/>
                  </a:cubicBezTo>
                  <a:lnTo>
                    <a:pt x="26670" y="21993"/>
                  </a:lnTo>
                  <a:cubicBezTo>
                    <a:pt x="26670" y="21041"/>
                    <a:pt x="27623" y="19136"/>
                    <a:pt x="28575" y="18183"/>
                  </a:cubicBezTo>
                  <a:cubicBezTo>
                    <a:pt x="30480" y="16278"/>
                    <a:pt x="32385" y="15326"/>
                    <a:pt x="34290" y="14373"/>
                  </a:cubicBezTo>
                  <a:cubicBezTo>
                    <a:pt x="37148" y="13421"/>
                    <a:pt x="40005" y="13421"/>
                    <a:pt x="43815" y="14373"/>
                  </a:cubicBezTo>
                  <a:cubicBezTo>
                    <a:pt x="47625" y="16278"/>
                    <a:pt x="51435" y="18183"/>
                    <a:pt x="55245" y="21993"/>
                  </a:cubicBezTo>
                  <a:lnTo>
                    <a:pt x="73342" y="35328"/>
                  </a:lnTo>
                  <a:lnTo>
                    <a:pt x="71438" y="36281"/>
                  </a:lnTo>
                  <a:cubicBezTo>
                    <a:pt x="54292" y="31518"/>
                    <a:pt x="40958" y="27708"/>
                    <a:pt x="31433" y="25803"/>
                  </a:cubicBezTo>
                  <a:cubicBezTo>
                    <a:pt x="20955" y="23898"/>
                    <a:pt x="13335" y="23898"/>
                    <a:pt x="9525" y="25803"/>
                  </a:cubicBezTo>
                  <a:cubicBezTo>
                    <a:pt x="7620" y="26756"/>
                    <a:pt x="5715" y="27708"/>
                    <a:pt x="3810" y="28661"/>
                  </a:cubicBezTo>
                  <a:cubicBezTo>
                    <a:pt x="1905" y="29613"/>
                    <a:pt x="952" y="30566"/>
                    <a:pt x="0" y="32471"/>
                  </a:cubicBezTo>
                  <a:lnTo>
                    <a:pt x="16192" y="46758"/>
                  </a:lnTo>
                  <a:cubicBezTo>
                    <a:pt x="16192" y="46758"/>
                    <a:pt x="18098" y="45806"/>
                    <a:pt x="20002" y="43901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697" name="Google Shape;697;p7"/>
            <p:cNvSpPr/>
            <p:nvPr/>
          </p:nvSpPr>
          <p:spPr bwMode="auto">
            <a:xfrm>
              <a:off x="5366384" y="2163124"/>
              <a:ext cx="518291" cy="331470"/>
            </a:xfrm>
            <a:custGeom>
              <a:avLst/>
              <a:gdLst/>
              <a:ahLst/>
              <a:cxnLst/>
              <a:rect l="l" t="t" r="r" b="b"/>
              <a:pathLst>
                <a:path w="518291" h="331470" fill="norm" stroke="1" extrusionOk="0">
                  <a:moveTo>
                    <a:pt x="83820" y="260985"/>
                  </a:moveTo>
                  <a:cubicBezTo>
                    <a:pt x="84773" y="260985"/>
                    <a:pt x="85725" y="260985"/>
                    <a:pt x="86677" y="261938"/>
                  </a:cubicBezTo>
                  <a:cubicBezTo>
                    <a:pt x="87630" y="262890"/>
                    <a:pt x="89535" y="263843"/>
                    <a:pt x="90488" y="264795"/>
                  </a:cubicBezTo>
                  <a:cubicBezTo>
                    <a:pt x="93345" y="267653"/>
                    <a:pt x="94298" y="272415"/>
                    <a:pt x="92392" y="278130"/>
                  </a:cubicBezTo>
                  <a:cubicBezTo>
                    <a:pt x="90488" y="283845"/>
                    <a:pt x="87630" y="289560"/>
                    <a:pt x="81915" y="294323"/>
                  </a:cubicBezTo>
                  <a:cubicBezTo>
                    <a:pt x="93345" y="301943"/>
                    <a:pt x="105727" y="305753"/>
                    <a:pt x="118110" y="307658"/>
                  </a:cubicBezTo>
                  <a:cubicBezTo>
                    <a:pt x="129540" y="308610"/>
                    <a:pt x="139065" y="305753"/>
                    <a:pt x="145732" y="300038"/>
                  </a:cubicBezTo>
                  <a:cubicBezTo>
                    <a:pt x="148590" y="297180"/>
                    <a:pt x="151448" y="293370"/>
                    <a:pt x="152400" y="289560"/>
                  </a:cubicBezTo>
                  <a:cubicBezTo>
                    <a:pt x="154305" y="284798"/>
                    <a:pt x="156210" y="280988"/>
                    <a:pt x="156210" y="275273"/>
                  </a:cubicBezTo>
                  <a:lnTo>
                    <a:pt x="170498" y="289560"/>
                  </a:lnTo>
                  <a:lnTo>
                    <a:pt x="193357" y="284798"/>
                  </a:lnTo>
                  <a:lnTo>
                    <a:pt x="129540" y="218123"/>
                  </a:lnTo>
                  <a:cubicBezTo>
                    <a:pt x="139065" y="209550"/>
                    <a:pt x="148590" y="201930"/>
                    <a:pt x="158115" y="193358"/>
                  </a:cubicBezTo>
                  <a:lnTo>
                    <a:pt x="206692" y="255270"/>
                  </a:lnTo>
                  <a:lnTo>
                    <a:pt x="231457" y="253365"/>
                  </a:lnTo>
                  <a:lnTo>
                    <a:pt x="174307" y="180023"/>
                  </a:lnTo>
                  <a:cubicBezTo>
                    <a:pt x="184785" y="171450"/>
                    <a:pt x="196215" y="163830"/>
                    <a:pt x="206692" y="156210"/>
                  </a:cubicBezTo>
                  <a:lnTo>
                    <a:pt x="221932" y="180023"/>
                  </a:lnTo>
                  <a:lnTo>
                    <a:pt x="213360" y="185738"/>
                  </a:lnTo>
                  <a:cubicBezTo>
                    <a:pt x="212407" y="186690"/>
                    <a:pt x="211455" y="187643"/>
                    <a:pt x="211455" y="189548"/>
                  </a:cubicBezTo>
                  <a:cubicBezTo>
                    <a:pt x="210502" y="190500"/>
                    <a:pt x="211455" y="192405"/>
                    <a:pt x="212407" y="193358"/>
                  </a:cubicBezTo>
                  <a:cubicBezTo>
                    <a:pt x="215265" y="197168"/>
                    <a:pt x="220980" y="200025"/>
                    <a:pt x="231457" y="201930"/>
                  </a:cubicBezTo>
                  <a:cubicBezTo>
                    <a:pt x="241935" y="203835"/>
                    <a:pt x="248602" y="203835"/>
                    <a:pt x="252413" y="200978"/>
                  </a:cubicBezTo>
                  <a:cubicBezTo>
                    <a:pt x="254317" y="200025"/>
                    <a:pt x="255270" y="198120"/>
                    <a:pt x="255270" y="197168"/>
                  </a:cubicBezTo>
                  <a:cubicBezTo>
                    <a:pt x="255270" y="195263"/>
                    <a:pt x="255270" y="193358"/>
                    <a:pt x="254317" y="192405"/>
                  </a:cubicBezTo>
                  <a:lnTo>
                    <a:pt x="223838" y="145733"/>
                  </a:lnTo>
                  <a:cubicBezTo>
                    <a:pt x="231457" y="140970"/>
                    <a:pt x="239077" y="135255"/>
                    <a:pt x="246698" y="130493"/>
                  </a:cubicBezTo>
                  <a:lnTo>
                    <a:pt x="291465" y="199073"/>
                  </a:lnTo>
                  <a:lnTo>
                    <a:pt x="314325" y="197168"/>
                  </a:lnTo>
                  <a:lnTo>
                    <a:pt x="263842" y="119063"/>
                  </a:lnTo>
                  <a:cubicBezTo>
                    <a:pt x="286703" y="104775"/>
                    <a:pt x="310515" y="92393"/>
                    <a:pt x="335280" y="80010"/>
                  </a:cubicBezTo>
                  <a:lnTo>
                    <a:pt x="347663" y="105728"/>
                  </a:lnTo>
                  <a:lnTo>
                    <a:pt x="307657" y="125730"/>
                  </a:lnTo>
                  <a:cubicBezTo>
                    <a:pt x="305753" y="126683"/>
                    <a:pt x="303848" y="128588"/>
                    <a:pt x="302895" y="130493"/>
                  </a:cubicBezTo>
                  <a:cubicBezTo>
                    <a:pt x="301942" y="133350"/>
                    <a:pt x="301942" y="135255"/>
                    <a:pt x="302895" y="137160"/>
                  </a:cubicBezTo>
                  <a:cubicBezTo>
                    <a:pt x="305753" y="141923"/>
                    <a:pt x="310515" y="146685"/>
                    <a:pt x="317182" y="149543"/>
                  </a:cubicBezTo>
                  <a:cubicBezTo>
                    <a:pt x="323850" y="153353"/>
                    <a:pt x="329565" y="154305"/>
                    <a:pt x="333375" y="152400"/>
                  </a:cubicBezTo>
                  <a:cubicBezTo>
                    <a:pt x="334328" y="151448"/>
                    <a:pt x="335280" y="150495"/>
                    <a:pt x="335280" y="149543"/>
                  </a:cubicBezTo>
                  <a:cubicBezTo>
                    <a:pt x="336232" y="148590"/>
                    <a:pt x="336232" y="147638"/>
                    <a:pt x="335280" y="145733"/>
                  </a:cubicBezTo>
                  <a:lnTo>
                    <a:pt x="331470" y="139065"/>
                  </a:lnTo>
                  <a:cubicBezTo>
                    <a:pt x="330517" y="138113"/>
                    <a:pt x="330517" y="136208"/>
                    <a:pt x="331470" y="135255"/>
                  </a:cubicBezTo>
                  <a:cubicBezTo>
                    <a:pt x="331470" y="134303"/>
                    <a:pt x="332423" y="132398"/>
                    <a:pt x="333375" y="132398"/>
                  </a:cubicBezTo>
                  <a:lnTo>
                    <a:pt x="355282" y="120968"/>
                  </a:lnTo>
                  <a:lnTo>
                    <a:pt x="371475" y="153353"/>
                  </a:lnTo>
                  <a:lnTo>
                    <a:pt x="394335" y="154305"/>
                  </a:lnTo>
                  <a:lnTo>
                    <a:pt x="352425" y="71438"/>
                  </a:lnTo>
                  <a:cubicBezTo>
                    <a:pt x="378142" y="60008"/>
                    <a:pt x="403860" y="48578"/>
                    <a:pt x="431482" y="39053"/>
                  </a:cubicBezTo>
                  <a:lnTo>
                    <a:pt x="442913" y="69533"/>
                  </a:lnTo>
                  <a:cubicBezTo>
                    <a:pt x="436245" y="65723"/>
                    <a:pt x="429578" y="62865"/>
                    <a:pt x="422910" y="60960"/>
                  </a:cubicBezTo>
                  <a:cubicBezTo>
                    <a:pt x="417195" y="59055"/>
                    <a:pt x="411480" y="59055"/>
                    <a:pt x="408623" y="60960"/>
                  </a:cubicBezTo>
                  <a:cubicBezTo>
                    <a:pt x="401003" y="63818"/>
                    <a:pt x="395288" y="68580"/>
                    <a:pt x="391478" y="75248"/>
                  </a:cubicBezTo>
                  <a:cubicBezTo>
                    <a:pt x="387667" y="81915"/>
                    <a:pt x="387667" y="88583"/>
                    <a:pt x="389573" y="95250"/>
                  </a:cubicBezTo>
                  <a:cubicBezTo>
                    <a:pt x="392430" y="102870"/>
                    <a:pt x="399098" y="108585"/>
                    <a:pt x="408623" y="113348"/>
                  </a:cubicBezTo>
                  <a:cubicBezTo>
                    <a:pt x="418148" y="118110"/>
                    <a:pt x="427673" y="119063"/>
                    <a:pt x="434340" y="117158"/>
                  </a:cubicBezTo>
                  <a:cubicBezTo>
                    <a:pt x="437198" y="116205"/>
                    <a:pt x="441007" y="113348"/>
                    <a:pt x="443865" y="110490"/>
                  </a:cubicBezTo>
                  <a:cubicBezTo>
                    <a:pt x="446723" y="107633"/>
                    <a:pt x="450532" y="103823"/>
                    <a:pt x="453390" y="98108"/>
                  </a:cubicBezTo>
                  <a:lnTo>
                    <a:pt x="460057" y="116205"/>
                  </a:lnTo>
                  <a:lnTo>
                    <a:pt x="482917" y="120968"/>
                  </a:lnTo>
                  <a:lnTo>
                    <a:pt x="468630" y="80963"/>
                  </a:lnTo>
                  <a:cubicBezTo>
                    <a:pt x="470535" y="75248"/>
                    <a:pt x="473392" y="71438"/>
                    <a:pt x="476250" y="67628"/>
                  </a:cubicBezTo>
                  <a:cubicBezTo>
                    <a:pt x="480060" y="63818"/>
                    <a:pt x="482917" y="60960"/>
                    <a:pt x="486728" y="60008"/>
                  </a:cubicBezTo>
                  <a:cubicBezTo>
                    <a:pt x="488632" y="59055"/>
                    <a:pt x="490538" y="59055"/>
                    <a:pt x="492442" y="60960"/>
                  </a:cubicBezTo>
                  <a:cubicBezTo>
                    <a:pt x="494348" y="61913"/>
                    <a:pt x="496253" y="63818"/>
                    <a:pt x="497205" y="65723"/>
                  </a:cubicBezTo>
                  <a:cubicBezTo>
                    <a:pt x="499110" y="69533"/>
                    <a:pt x="499110" y="75248"/>
                    <a:pt x="499110" y="80963"/>
                  </a:cubicBezTo>
                  <a:cubicBezTo>
                    <a:pt x="498157" y="86678"/>
                    <a:pt x="497205" y="93345"/>
                    <a:pt x="495300" y="99060"/>
                  </a:cubicBezTo>
                  <a:lnTo>
                    <a:pt x="516255" y="104775"/>
                  </a:lnTo>
                  <a:cubicBezTo>
                    <a:pt x="519113" y="91440"/>
                    <a:pt x="519113" y="80010"/>
                    <a:pt x="515303" y="69533"/>
                  </a:cubicBezTo>
                  <a:cubicBezTo>
                    <a:pt x="512445" y="61913"/>
                    <a:pt x="506730" y="55245"/>
                    <a:pt x="498157" y="50483"/>
                  </a:cubicBezTo>
                  <a:cubicBezTo>
                    <a:pt x="489585" y="44768"/>
                    <a:pt x="481965" y="43815"/>
                    <a:pt x="476250" y="45720"/>
                  </a:cubicBezTo>
                  <a:cubicBezTo>
                    <a:pt x="473392" y="46673"/>
                    <a:pt x="470535" y="48578"/>
                    <a:pt x="467678" y="50483"/>
                  </a:cubicBezTo>
                  <a:cubicBezTo>
                    <a:pt x="464820" y="52388"/>
                    <a:pt x="461963" y="56198"/>
                    <a:pt x="459105" y="59055"/>
                  </a:cubicBezTo>
                  <a:lnTo>
                    <a:pt x="450532" y="34290"/>
                  </a:lnTo>
                  <a:cubicBezTo>
                    <a:pt x="470535" y="27623"/>
                    <a:pt x="490538" y="21908"/>
                    <a:pt x="511492" y="16193"/>
                  </a:cubicBezTo>
                  <a:lnTo>
                    <a:pt x="506730" y="12383"/>
                  </a:lnTo>
                  <a:lnTo>
                    <a:pt x="506730" y="12383"/>
                  </a:lnTo>
                  <a:lnTo>
                    <a:pt x="505778" y="11430"/>
                  </a:lnTo>
                  <a:lnTo>
                    <a:pt x="493395" y="0"/>
                  </a:lnTo>
                  <a:cubicBezTo>
                    <a:pt x="295275" y="52388"/>
                    <a:pt x="122873" y="168593"/>
                    <a:pt x="0" y="325755"/>
                  </a:cubicBezTo>
                  <a:lnTo>
                    <a:pt x="20955" y="331470"/>
                  </a:lnTo>
                  <a:cubicBezTo>
                    <a:pt x="40957" y="306705"/>
                    <a:pt x="61913" y="282893"/>
                    <a:pt x="83820" y="260985"/>
                  </a:cubicBezTo>
                  <a:close/>
                  <a:moveTo>
                    <a:pt x="436245" y="93345"/>
                  </a:moveTo>
                  <a:cubicBezTo>
                    <a:pt x="432435" y="97155"/>
                    <a:pt x="427673" y="100013"/>
                    <a:pt x="423863" y="101918"/>
                  </a:cubicBezTo>
                  <a:cubicBezTo>
                    <a:pt x="421005" y="102870"/>
                    <a:pt x="418148" y="102870"/>
                    <a:pt x="416242" y="101918"/>
                  </a:cubicBezTo>
                  <a:cubicBezTo>
                    <a:pt x="413385" y="100965"/>
                    <a:pt x="412432" y="99060"/>
                    <a:pt x="411480" y="97155"/>
                  </a:cubicBezTo>
                  <a:cubicBezTo>
                    <a:pt x="409575" y="92393"/>
                    <a:pt x="410528" y="88583"/>
                    <a:pt x="412432" y="84773"/>
                  </a:cubicBezTo>
                  <a:cubicBezTo>
                    <a:pt x="414338" y="80010"/>
                    <a:pt x="417195" y="77153"/>
                    <a:pt x="421957" y="76200"/>
                  </a:cubicBezTo>
                  <a:cubicBezTo>
                    <a:pt x="425767" y="75248"/>
                    <a:pt x="429578" y="74295"/>
                    <a:pt x="434340" y="75248"/>
                  </a:cubicBezTo>
                  <a:cubicBezTo>
                    <a:pt x="439103" y="75248"/>
                    <a:pt x="443865" y="77153"/>
                    <a:pt x="447675" y="79058"/>
                  </a:cubicBezTo>
                  <a:cubicBezTo>
                    <a:pt x="443865" y="83820"/>
                    <a:pt x="440055" y="89535"/>
                    <a:pt x="436245" y="93345"/>
                  </a:cubicBezTo>
                  <a:close/>
                  <a:moveTo>
                    <a:pt x="115252" y="231458"/>
                  </a:moveTo>
                  <a:lnTo>
                    <a:pt x="140970" y="258127"/>
                  </a:lnTo>
                  <a:cubicBezTo>
                    <a:pt x="140017" y="265748"/>
                    <a:pt x="138113" y="272415"/>
                    <a:pt x="136207" y="278130"/>
                  </a:cubicBezTo>
                  <a:cubicBezTo>
                    <a:pt x="134302" y="283845"/>
                    <a:pt x="131445" y="287655"/>
                    <a:pt x="128588" y="291465"/>
                  </a:cubicBezTo>
                  <a:cubicBezTo>
                    <a:pt x="125730" y="294323"/>
                    <a:pt x="121920" y="296228"/>
                    <a:pt x="118110" y="297180"/>
                  </a:cubicBezTo>
                  <a:cubicBezTo>
                    <a:pt x="114300" y="298133"/>
                    <a:pt x="110490" y="298133"/>
                    <a:pt x="106680" y="297180"/>
                  </a:cubicBezTo>
                  <a:cubicBezTo>
                    <a:pt x="106680" y="297180"/>
                    <a:pt x="105727" y="296228"/>
                    <a:pt x="105727" y="296228"/>
                  </a:cubicBezTo>
                  <a:cubicBezTo>
                    <a:pt x="105727" y="295275"/>
                    <a:pt x="105727" y="295275"/>
                    <a:pt x="105727" y="295275"/>
                  </a:cubicBezTo>
                  <a:cubicBezTo>
                    <a:pt x="110490" y="288608"/>
                    <a:pt x="113348" y="282893"/>
                    <a:pt x="115252" y="277178"/>
                  </a:cubicBezTo>
                  <a:cubicBezTo>
                    <a:pt x="117157" y="271463"/>
                    <a:pt x="116205" y="266700"/>
                    <a:pt x="114300" y="264795"/>
                  </a:cubicBezTo>
                  <a:cubicBezTo>
                    <a:pt x="112395" y="262890"/>
                    <a:pt x="109538" y="260985"/>
                    <a:pt x="104775" y="259080"/>
                  </a:cubicBezTo>
                  <a:cubicBezTo>
                    <a:pt x="100965" y="258127"/>
                    <a:pt x="96202" y="257175"/>
                    <a:pt x="91440" y="256223"/>
                  </a:cubicBezTo>
                  <a:cubicBezTo>
                    <a:pt x="98107" y="246698"/>
                    <a:pt x="106680" y="239077"/>
                    <a:pt x="115252" y="231458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698" name="Google Shape;698;p7"/>
            <p:cNvSpPr/>
            <p:nvPr/>
          </p:nvSpPr>
          <p:spPr bwMode="auto">
            <a:xfrm>
              <a:off x="5730238" y="2140744"/>
              <a:ext cx="72130" cy="40481"/>
            </a:xfrm>
            <a:custGeom>
              <a:avLst/>
              <a:gdLst/>
              <a:ahLst/>
              <a:cxnLst/>
              <a:rect l="l" t="t" r="r" b="b"/>
              <a:pathLst>
                <a:path w="72130" h="40481" fill="norm" stroke="1" extrusionOk="0">
                  <a:moveTo>
                    <a:pt x="22860" y="17621"/>
                  </a:moveTo>
                  <a:cubicBezTo>
                    <a:pt x="25718" y="16669"/>
                    <a:pt x="29527" y="16669"/>
                    <a:pt x="32385" y="16669"/>
                  </a:cubicBezTo>
                  <a:cubicBezTo>
                    <a:pt x="35243" y="16669"/>
                    <a:pt x="38100" y="17621"/>
                    <a:pt x="40958" y="19526"/>
                  </a:cubicBezTo>
                  <a:lnTo>
                    <a:pt x="69533" y="40481"/>
                  </a:lnTo>
                  <a:cubicBezTo>
                    <a:pt x="75248" y="38576"/>
                    <a:pt x="71438" y="32861"/>
                    <a:pt x="59055" y="22384"/>
                  </a:cubicBezTo>
                  <a:cubicBezTo>
                    <a:pt x="52388" y="16669"/>
                    <a:pt x="48577" y="13811"/>
                    <a:pt x="45720" y="11906"/>
                  </a:cubicBezTo>
                  <a:cubicBezTo>
                    <a:pt x="40005" y="7144"/>
                    <a:pt x="33338" y="3334"/>
                    <a:pt x="25718" y="1429"/>
                  </a:cubicBezTo>
                  <a:cubicBezTo>
                    <a:pt x="19050" y="-476"/>
                    <a:pt x="12383" y="-476"/>
                    <a:pt x="7620" y="1429"/>
                  </a:cubicBezTo>
                  <a:cubicBezTo>
                    <a:pt x="4763" y="2381"/>
                    <a:pt x="1905" y="4286"/>
                    <a:pt x="0" y="5239"/>
                  </a:cubicBezTo>
                  <a:lnTo>
                    <a:pt x="14288" y="21431"/>
                  </a:lnTo>
                  <a:cubicBezTo>
                    <a:pt x="17145" y="20479"/>
                    <a:pt x="20002" y="18574"/>
                    <a:pt x="22860" y="17621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699" name="Google Shape;699;p7"/>
            <p:cNvSpPr/>
            <p:nvPr/>
          </p:nvSpPr>
          <p:spPr bwMode="auto">
            <a:xfrm>
              <a:off x="6128206" y="2241837"/>
              <a:ext cx="60187" cy="55030"/>
            </a:xfrm>
            <a:custGeom>
              <a:avLst/>
              <a:gdLst/>
              <a:ahLst/>
              <a:cxnLst/>
              <a:rect l="l" t="t" r="r" b="b"/>
              <a:pathLst>
                <a:path w="60187" h="55030" fill="norm" stroke="1" extrusionOk="0">
                  <a:moveTo>
                    <a:pt x="19230" y="17489"/>
                  </a:moveTo>
                  <a:cubicBezTo>
                    <a:pt x="23041" y="15584"/>
                    <a:pt x="27803" y="14631"/>
                    <a:pt x="32566" y="14631"/>
                  </a:cubicBezTo>
                  <a:lnTo>
                    <a:pt x="43996" y="15584"/>
                  </a:lnTo>
                  <a:lnTo>
                    <a:pt x="36375" y="1296"/>
                  </a:lnTo>
                  <a:lnTo>
                    <a:pt x="25898" y="344"/>
                  </a:lnTo>
                  <a:cubicBezTo>
                    <a:pt x="19230" y="-609"/>
                    <a:pt x="13516" y="344"/>
                    <a:pt x="8753" y="4154"/>
                  </a:cubicBezTo>
                  <a:cubicBezTo>
                    <a:pt x="3991" y="7011"/>
                    <a:pt x="1133" y="10821"/>
                    <a:pt x="180" y="16536"/>
                  </a:cubicBezTo>
                  <a:cubicBezTo>
                    <a:pt x="-772" y="25109"/>
                    <a:pt x="2086" y="33681"/>
                    <a:pt x="7800" y="41301"/>
                  </a:cubicBezTo>
                  <a:cubicBezTo>
                    <a:pt x="14468" y="48921"/>
                    <a:pt x="22088" y="53684"/>
                    <a:pt x="30661" y="54636"/>
                  </a:cubicBezTo>
                  <a:cubicBezTo>
                    <a:pt x="36375" y="55589"/>
                    <a:pt x="42091" y="54636"/>
                    <a:pt x="46853" y="53684"/>
                  </a:cubicBezTo>
                  <a:cubicBezTo>
                    <a:pt x="51616" y="52731"/>
                    <a:pt x="56378" y="50826"/>
                    <a:pt x="60188" y="47969"/>
                  </a:cubicBezTo>
                  <a:lnTo>
                    <a:pt x="52568" y="31776"/>
                  </a:lnTo>
                  <a:cubicBezTo>
                    <a:pt x="47805" y="34634"/>
                    <a:pt x="43043" y="37491"/>
                    <a:pt x="37328" y="39396"/>
                  </a:cubicBezTo>
                  <a:cubicBezTo>
                    <a:pt x="31613" y="41301"/>
                    <a:pt x="26850" y="41301"/>
                    <a:pt x="22088" y="41301"/>
                  </a:cubicBezTo>
                  <a:cubicBezTo>
                    <a:pt x="19230" y="41301"/>
                    <a:pt x="16373" y="39396"/>
                    <a:pt x="14468" y="36539"/>
                  </a:cubicBezTo>
                  <a:cubicBezTo>
                    <a:pt x="12563" y="33681"/>
                    <a:pt x="11611" y="30824"/>
                    <a:pt x="11611" y="27014"/>
                  </a:cubicBezTo>
                  <a:cubicBezTo>
                    <a:pt x="12563" y="23204"/>
                    <a:pt x="15421" y="20346"/>
                    <a:pt x="19230" y="17489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700" name="Google Shape;700;p7"/>
            <p:cNvSpPr/>
            <p:nvPr/>
          </p:nvSpPr>
          <p:spPr bwMode="auto">
            <a:xfrm>
              <a:off x="6304220" y="2196423"/>
              <a:ext cx="62287" cy="78143"/>
            </a:xfrm>
            <a:custGeom>
              <a:avLst/>
              <a:gdLst/>
              <a:ahLst/>
              <a:cxnLst/>
              <a:rect l="l" t="t" r="r" b="b"/>
              <a:pathLst>
                <a:path w="62287" h="78143" fill="norm" stroke="1" extrusionOk="0">
                  <a:moveTo>
                    <a:pt x="23235" y="22899"/>
                  </a:moveTo>
                  <a:cubicBezTo>
                    <a:pt x="27045" y="20041"/>
                    <a:pt x="31808" y="19089"/>
                    <a:pt x="36570" y="20994"/>
                  </a:cubicBezTo>
                  <a:lnTo>
                    <a:pt x="57525" y="26709"/>
                  </a:lnTo>
                  <a:lnTo>
                    <a:pt x="62288" y="9564"/>
                  </a:lnTo>
                  <a:lnTo>
                    <a:pt x="30855" y="991"/>
                  </a:lnTo>
                  <a:cubicBezTo>
                    <a:pt x="24188" y="-914"/>
                    <a:pt x="18473" y="39"/>
                    <a:pt x="12758" y="2896"/>
                  </a:cubicBezTo>
                  <a:cubicBezTo>
                    <a:pt x="7043" y="5754"/>
                    <a:pt x="3233" y="10516"/>
                    <a:pt x="1328" y="16231"/>
                  </a:cubicBezTo>
                  <a:cubicBezTo>
                    <a:pt x="-577" y="23851"/>
                    <a:pt x="-577" y="33376"/>
                    <a:pt x="2280" y="43854"/>
                  </a:cubicBezTo>
                  <a:cubicBezTo>
                    <a:pt x="5138" y="54331"/>
                    <a:pt x="9900" y="65761"/>
                    <a:pt x="16568" y="78144"/>
                  </a:cubicBezTo>
                  <a:lnTo>
                    <a:pt x="24188" y="75286"/>
                  </a:lnTo>
                  <a:cubicBezTo>
                    <a:pt x="20378" y="67666"/>
                    <a:pt x="17520" y="60046"/>
                    <a:pt x="16568" y="52426"/>
                  </a:cubicBezTo>
                  <a:cubicBezTo>
                    <a:pt x="15615" y="44806"/>
                    <a:pt x="15615" y="39091"/>
                    <a:pt x="16568" y="33376"/>
                  </a:cubicBezTo>
                  <a:cubicBezTo>
                    <a:pt x="16568" y="29566"/>
                    <a:pt x="19425" y="25756"/>
                    <a:pt x="23235" y="22899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701" name="Google Shape;701;p7"/>
            <p:cNvSpPr/>
            <p:nvPr/>
          </p:nvSpPr>
          <p:spPr bwMode="auto">
            <a:xfrm>
              <a:off x="6667143" y="2388355"/>
              <a:ext cx="87538" cy="98620"/>
            </a:xfrm>
            <a:custGeom>
              <a:avLst/>
              <a:gdLst/>
              <a:ahLst/>
              <a:cxnLst/>
              <a:rect l="l" t="t" r="r" b="b"/>
              <a:pathLst>
                <a:path w="87539" h="98620" fill="norm" stroke="1" extrusionOk="0">
                  <a:moveTo>
                    <a:pt x="52745" y="513"/>
                  </a:moveTo>
                  <a:cubicBezTo>
                    <a:pt x="45125" y="2418"/>
                    <a:pt x="41315" y="7180"/>
                    <a:pt x="39410" y="17658"/>
                  </a:cubicBezTo>
                  <a:cubicBezTo>
                    <a:pt x="37505" y="28135"/>
                    <a:pt x="38457" y="40518"/>
                    <a:pt x="43220" y="52900"/>
                  </a:cubicBezTo>
                  <a:cubicBezTo>
                    <a:pt x="34647" y="55758"/>
                    <a:pt x="26075" y="54805"/>
                    <a:pt x="18455" y="51948"/>
                  </a:cubicBezTo>
                  <a:cubicBezTo>
                    <a:pt x="20360" y="49090"/>
                    <a:pt x="20360" y="46233"/>
                    <a:pt x="20360" y="44328"/>
                  </a:cubicBezTo>
                  <a:cubicBezTo>
                    <a:pt x="20360" y="41470"/>
                    <a:pt x="20360" y="39565"/>
                    <a:pt x="19407" y="38613"/>
                  </a:cubicBezTo>
                  <a:cubicBezTo>
                    <a:pt x="17502" y="36708"/>
                    <a:pt x="14645" y="35755"/>
                    <a:pt x="11787" y="35755"/>
                  </a:cubicBezTo>
                  <a:cubicBezTo>
                    <a:pt x="8930" y="36708"/>
                    <a:pt x="5120" y="37660"/>
                    <a:pt x="3215" y="40518"/>
                  </a:cubicBezTo>
                  <a:cubicBezTo>
                    <a:pt x="357" y="43375"/>
                    <a:pt x="-595" y="47185"/>
                    <a:pt x="357" y="51948"/>
                  </a:cubicBezTo>
                  <a:cubicBezTo>
                    <a:pt x="1310" y="56710"/>
                    <a:pt x="4167" y="60520"/>
                    <a:pt x="7977" y="64330"/>
                  </a:cubicBezTo>
                  <a:lnTo>
                    <a:pt x="1310" y="95763"/>
                  </a:lnTo>
                  <a:lnTo>
                    <a:pt x="12740" y="98620"/>
                  </a:lnTo>
                  <a:lnTo>
                    <a:pt x="13692" y="67188"/>
                  </a:lnTo>
                  <a:cubicBezTo>
                    <a:pt x="27027" y="70998"/>
                    <a:pt x="39410" y="71950"/>
                    <a:pt x="50840" y="70045"/>
                  </a:cubicBezTo>
                  <a:cubicBezTo>
                    <a:pt x="62270" y="69093"/>
                    <a:pt x="70842" y="65283"/>
                    <a:pt x="76557" y="58615"/>
                  </a:cubicBezTo>
                  <a:cubicBezTo>
                    <a:pt x="87987" y="46233"/>
                    <a:pt x="93702" y="23373"/>
                    <a:pt x="77510" y="5275"/>
                  </a:cubicBezTo>
                  <a:cubicBezTo>
                    <a:pt x="72747" y="2418"/>
                    <a:pt x="65127" y="-1392"/>
                    <a:pt x="52745" y="513"/>
                  </a:cubicBezTo>
                  <a:close/>
                  <a:moveTo>
                    <a:pt x="70842" y="29088"/>
                  </a:moveTo>
                  <a:cubicBezTo>
                    <a:pt x="69890" y="33850"/>
                    <a:pt x="67985" y="37660"/>
                    <a:pt x="65127" y="41470"/>
                  </a:cubicBezTo>
                  <a:cubicBezTo>
                    <a:pt x="62270" y="44328"/>
                    <a:pt x="59412" y="47185"/>
                    <a:pt x="56555" y="48138"/>
                  </a:cubicBezTo>
                  <a:cubicBezTo>
                    <a:pt x="53697" y="50043"/>
                    <a:pt x="51792" y="50995"/>
                    <a:pt x="49887" y="50995"/>
                  </a:cubicBezTo>
                  <a:cubicBezTo>
                    <a:pt x="47982" y="44328"/>
                    <a:pt x="47982" y="37660"/>
                    <a:pt x="47982" y="32898"/>
                  </a:cubicBezTo>
                  <a:cubicBezTo>
                    <a:pt x="47982" y="27183"/>
                    <a:pt x="49887" y="23373"/>
                    <a:pt x="51792" y="21468"/>
                  </a:cubicBezTo>
                  <a:cubicBezTo>
                    <a:pt x="54650" y="18610"/>
                    <a:pt x="57507" y="16705"/>
                    <a:pt x="60365" y="16705"/>
                  </a:cubicBezTo>
                  <a:cubicBezTo>
                    <a:pt x="63222" y="15753"/>
                    <a:pt x="66080" y="16705"/>
                    <a:pt x="67985" y="18610"/>
                  </a:cubicBezTo>
                  <a:cubicBezTo>
                    <a:pt x="69890" y="21468"/>
                    <a:pt x="70842" y="25278"/>
                    <a:pt x="70842" y="29088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702" name="Google Shape;702;p7"/>
            <p:cNvSpPr/>
            <p:nvPr/>
          </p:nvSpPr>
          <p:spPr bwMode="auto">
            <a:xfrm>
              <a:off x="6644398" y="2477449"/>
              <a:ext cx="71922" cy="76930"/>
            </a:xfrm>
            <a:custGeom>
              <a:avLst/>
              <a:gdLst/>
              <a:ahLst/>
              <a:cxnLst/>
              <a:rect l="l" t="t" r="r" b="b"/>
              <a:pathLst>
                <a:path w="71922" h="76930" fill="norm" stroke="1" extrusionOk="0">
                  <a:moveTo>
                    <a:pt x="47868" y="60008"/>
                  </a:moveTo>
                  <a:cubicBezTo>
                    <a:pt x="41200" y="59055"/>
                    <a:pt x="36438" y="56198"/>
                    <a:pt x="31675" y="50483"/>
                  </a:cubicBezTo>
                  <a:cubicBezTo>
                    <a:pt x="24055" y="40958"/>
                    <a:pt x="17388" y="32385"/>
                    <a:pt x="13578" y="23813"/>
                  </a:cubicBezTo>
                  <a:cubicBezTo>
                    <a:pt x="9768" y="15240"/>
                    <a:pt x="7863" y="7620"/>
                    <a:pt x="7863" y="952"/>
                  </a:cubicBezTo>
                  <a:lnTo>
                    <a:pt x="243" y="0"/>
                  </a:lnTo>
                  <a:cubicBezTo>
                    <a:pt x="-710" y="10477"/>
                    <a:pt x="1195" y="20955"/>
                    <a:pt x="5005" y="32385"/>
                  </a:cubicBezTo>
                  <a:cubicBezTo>
                    <a:pt x="8815" y="43815"/>
                    <a:pt x="15483" y="54293"/>
                    <a:pt x="23103" y="63818"/>
                  </a:cubicBezTo>
                  <a:cubicBezTo>
                    <a:pt x="28818" y="70485"/>
                    <a:pt x="36438" y="75248"/>
                    <a:pt x="44058" y="76200"/>
                  </a:cubicBezTo>
                  <a:cubicBezTo>
                    <a:pt x="51678" y="78105"/>
                    <a:pt x="58345" y="76200"/>
                    <a:pt x="64060" y="71438"/>
                  </a:cubicBezTo>
                  <a:cubicBezTo>
                    <a:pt x="68823" y="67627"/>
                    <a:pt x="71680" y="60960"/>
                    <a:pt x="71680" y="52388"/>
                  </a:cubicBezTo>
                  <a:cubicBezTo>
                    <a:pt x="72633" y="43815"/>
                    <a:pt x="70728" y="37148"/>
                    <a:pt x="66918" y="32385"/>
                  </a:cubicBezTo>
                  <a:cubicBezTo>
                    <a:pt x="65013" y="29527"/>
                    <a:pt x="62155" y="27623"/>
                    <a:pt x="58345" y="26670"/>
                  </a:cubicBezTo>
                  <a:cubicBezTo>
                    <a:pt x="54535" y="24765"/>
                    <a:pt x="50725" y="23813"/>
                    <a:pt x="45963" y="23813"/>
                  </a:cubicBezTo>
                  <a:lnTo>
                    <a:pt x="45010" y="41910"/>
                  </a:lnTo>
                  <a:cubicBezTo>
                    <a:pt x="48820" y="41910"/>
                    <a:pt x="51678" y="41910"/>
                    <a:pt x="55488" y="42863"/>
                  </a:cubicBezTo>
                  <a:cubicBezTo>
                    <a:pt x="59298" y="43815"/>
                    <a:pt x="61203" y="44768"/>
                    <a:pt x="63108" y="46673"/>
                  </a:cubicBezTo>
                  <a:cubicBezTo>
                    <a:pt x="65013" y="48577"/>
                    <a:pt x="65013" y="49530"/>
                    <a:pt x="65013" y="51435"/>
                  </a:cubicBezTo>
                  <a:cubicBezTo>
                    <a:pt x="65013" y="53340"/>
                    <a:pt x="65013" y="55245"/>
                    <a:pt x="63108" y="56198"/>
                  </a:cubicBezTo>
                  <a:cubicBezTo>
                    <a:pt x="59298" y="60008"/>
                    <a:pt x="54535" y="60960"/>
                    <a:pt x="47868" y="60008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703" name="Google Shape;703;p7"/>
            <p:cNvSpPr/>
            <p:nvPr/>
          </p:nvSpPr>
          <p:spPr bwMode="auto">
            <a:xfrm>
              <a:off x="5945504" y="2138362"/>
              <a:ext cx="782002" cy="306704"/>
            </a:xfrm>
            <a:custGeom>
              <a:avLst/>
              <a:gdLst/>
              <a:ahLst/>
              <a:cxnLst/>
              <a:rect l="l" t="t" r="r" b="b"/>
              <a:pathLst>
                <a:path w="782002" h="306704" fill="norm" stroke="1" extrusionOk="0">
                  <a:moveTo>
                    <a:pt x="26670" y="97155"/>
                  </a:moveTo>
                  <a:cubicBezTo>
                    <a:pt x="37148" y="103823"/>
                    <a:pt x="46673" y="107632"/>
                    <a:pt x="56198" y="106680"/>
                  </a:cubicBezTo>
                  <a:cubicBezTo>
                    <a:pt x="62865" y="105727"/>
                    <a:pt x="68580" y="102870"/>
                    <a:pt x="73342" y="97155"/>
                  </a:cubicBezTo>
                  <a:cubicBezTo>
                    <a:pt x="78105" y="91440"/>
                    <a:pt x="80010" y="84773"/>
                    <a:pt x="79058" y="77152"/>
                  </a:cubicBezTo>
                  <a:cubicBezTo>
                    <a:pt x="79058" y="74295"/>
                    <a:pt x="78105" y="71438"/>
                    <a:pt x="77153" y="68580"/>
                  </a:cubicBezTo>
                  <a:cubicBezTo>
                    <a:pt x="76200" y="65723"/>
                    <a:pt x="74295" y="63818"/>
                    <a:pt x="72390" y="60960"/>
                  </a:cubicBezTo>
                  <a:cubicBezTo>
                    <a:pt x="77153" y="63818"/>
                    <a:pt x="80963" y="65723"/>
                    <a:pt x="84773" y="67627"/>
                  </a:cubicBezTo>
                  <a:cubicBezTo>
                    <a:pt x="88583" y="69532"/>
                    <a:pt x="92392" y="69532"/>
                    <a:pt x="96203" y="69532"/>
                  </a:cubicBezTo>
                  <a:cubicBezTo>
                    <a:pt x="100013" y="68580"/>
                    <a:pt x="102870" y="67627"/>
                    <a:pt x="104775" y="66675"/>
                  </a:cubicBezTo>
                  <a:lnTo>
                    <a:pt x="107633" y="98107"/>
                  </a:lnTo>
                  <a:lnTo>
                    <a:pt x="128588" y="107632"/>
                  </a:lnTo>
                  <a:lnTo>
                    <a:pt x="120015" y="15240"/>
                  </a:lnTo>
                  <a:cubicBezTo>
                    <a:pt x="132398" y="14288"/>
                    <a:pt x="143828" y="14288"/>
                    <a:pt x="156210" y="14288"/>
                  </a:cubicBezTo>
                  <a:cubicBezTo>
                    <a:pt x="158115" y="14288"/>
                    <a:pt x="160020" y="14288"/>
                    <a:pt x="161925" y="14288"/>
                  </a:cubicBezTo>
                  <a:lnTo>
                    <a:pt x="160020" y="51435"/>
                  </a:lnTo>
                  <a:lnTo>
                    <a:pt x="153353" y="51435"/>
                  </a:lnTo>
                  <a:cubicBezTo>
                    <a:pt x="151448" y="51435"/>
                    <a:pt x="150495" y="51435"/>
                    <a:pt x="149542" y="53340"/>
                  </a:cubicBezTo>
                  <a:cubicBezTo>
                    <a:pt x="148590" y="54293"/>
                    <a:pt x="147638" y="55245"/>
                    <a:pt x="147638" y="57150"/>
                  </a:cubicBezTo>
                  <a:cubicBezTo>
                    <a:pt x="147638" y="60960"/>
                    <a:pt x="151448" y="66675"/>
                    <a:pt x="158115" y="74295"/>
                  </a:cubicBezTo>
                  <a:cubicBezTo>
                    <a:pt x="165735" y="81915"/>
                    <a:pt x="170498" y="86677"/>
                    <a:pt x="174308" y="86677"/>
                  </a:cubicBezTo>
                  <a:cubicBezTo>
                    <a:pt x="175260" y="86677"/>
                    <a:pt x="176213" y="85725"/>
                    <a:pt x="177165" y="84773"/>
                  </a:cubicBezTo>
                  <a:cubicBezTo>
                    <a:pt x="178117" y="82868"/>
                    <a:pt x="179070" y="81915"/>
                    <a:pt x="179070" y="80010"/>
                  </a:cubicBezTo>
                  <a:lnTo>
                    <a:pt x="179070" y="71438"/>
                  </a:lnTo>
                  <a:lnTo>
                    <a:pt x="212408" y="73343"/>
                  </a:lnTo>
                  <a:lnTo>
                    <a:pt x="211455" y="98107"/>
                  </a:lnTo>
                  <a:lnTo>
                    <a:pt x="231458" y="112395"/>
                  </a:lnTo>
                  <a:lnTo>
                    <a:pt x="236220" y="19050"/>
                  </a:lnTo>
                  <a:cubicBezTo>
                    <a:pt x="264795" y="21907"/>
                    <a:pt x="292417" y="25718"/>
                    <a:pt x="320040" y="30480"/>
                  </a:cubicBezTo>
                  <a:lnTo>
                    <a:pt x="317183" y="45720"/>
                  </a:lnTo>
                  <a:lnTo>
                    <a:pt x="288608" y="40957"/>
                  </a:lnTo>
                  <a:cubicBezTo>
                    <a:pt x="281940" y="40005"/>
                    <a:pt x="275273" y="40957"/>
                    <a:pt x="269558" y="44768"/>
                  </a:cubicBezTo>
                  <a:cubicBezTo>
                    <a:pt x="263842" y="48577"/>
                    <a:pt x="260985" y="53340"/>
                    <a:pt x="260033" y="59055"/>
                  </a:cubicBezTo>
                  <a:cubicBezTo>
                    <a:pt x="258128" y="67627"/>
                    <a:pt x="259080" y="77152"/>
                    <a:pt x="262890" y="87630"/>
                  </a:cubicBezTo>
                  <a:cubicBezTo>
                    <a:pt x="265748" y="98107"/>
                    <a:pt x="271463" y="108585"/>
                    <a:pt x="278130" y="119063"/>
                  </a:cubicBezTo>
                  <a:lnTo>
                    <a:pt x="285750" y="116205"/>
                  </a:lnTo>
                  <a:cubicBezTo>
                    <a:pt x="280988" y="109538"/>
                    <a:pt x="277178" y="102870"/>
                    <a:pt x="275273" y="96202"/>
                  </a:cubicBezTo>
                  <a:cubicBezTo>
                    <a:pt x="273367" y="88582"/>
                    <a:pt x="273367" y="81915"/>
                    <a:pt x="274320" y="75248"/>
                  </a:cubicBezTo>
                  <a:cubicBezTo>
                    <a:pt x="275273" y="70485"/>
                    <a:pt x="277178" y="66675"/>
                    <a:pt x="281940" y="63818"/>
                  </a:cubicBezTo>
                  <a:cubicBezTo>
                    <a:pt x="285750" y="60960"/>
                    <a:pt x="290513" y="60007"/>
                    <a:pt x="295275" y="60960"/>
                  </a:cubicBezTo>
                  <a:lnTo>
                    <a:pt x="315278" y="64770"/>
                  </a:lnTo>
                  <a:lnTo>
                    <a:pt x="307658" y="111443"/>
                  </a:lnTo>
                  <a:lnTo>
                    <a:pt x="325755" y="128588"/>
                  </a:lnTo>
                  <a:lnTo>
                    <a:pt x="340995" y="36195"/>
                  </a:lnTo>
                  <a:cubicBezTo>
                    <a:pt x="393383" y="46673"/>
                    <a:pt x="444817" y="61913"/>
                    <a:pt x="494348" y="81915"/>
                  </a:cubicBezTo>
                  <a:lnTo>
                    <a:pt x="483870" y="109538"/>
                  </a:lnTo>
                  <a:cubicBezTo>
                    <a:pt x="481013" y="101918"/>
                    <a:pt x="477203" y="95250"/>
                    <a:pt x="472440" y="89535"/>
                  </a:cubicBezTo>
                  <a:cubicBezTo>
                    <a:pt x="467678" y="83820"/>
                    <a:pt x="461963" y="80010"/>
                    <a:pt x="457200" y="78105"/>
                  </a:cubicBezTo>
                  <a:cubicBezTo>
                    <a:pt x="448628" y="75248"/>
                    <a:pt x="441008" y="74295"/>
                    <a:pt x="433388" y="77152"/>
                  </a:cubicBezTo>
                  <a:cubicBezTo>
                    <a:pt x="425767" y="80010"/>
                    <a:pt x="421005" y="84773"/>
                    <a:pt x="418148" y="91440"/>
                  </a:cubicBezTo>
                  <a:cubicBezTo>
                    <a:pt x="415290" y="100013"/>
                    <a:pt x="416242" y="109538"/>
                    <a:pt x="421958" y="120968"/>
                  </a:cubicBezTo>
                  <a:cubicBezTo>
                    <a:pt x="427673" y="132398"/>
                    <a:pt x="434340" y="140018"/>
                    <a:pt x="441960" y="142875"/>
                  </a:cubicBezTo>
                  <a:cubicBezTo>
                    <a:pt x="446723" y="144780"/>
                    <a:pt x="451485" y="144780"/>
                    <a:pt x="456248" y="144780"/>
                  </a:cubicBezTo>
                  <a:cubicBezTo>
                    <a:pt x="461010" y="144780"/>
                    <a:pt x="466725" y="142875"/>
                    <a:pt x="471488" y="140970"/>
                  </a:cubicBezTo>
                  <a:lnTo>
                    <a:pt x="464820" y="158115"/>
                  </a:lnTo>
                  <a:lnTo>
                    <a:pt x="479108" y="178118"/>
                  </a:lnTo>
                  <a:lnTo>
                    <a:pt x="511492" y="90488"/>
                  </a:lnTo>
                  <a:cubicBezTo>
                    <a:pt x="523875" y="96202"/>
                    <a:pt x="537210" y="101918"/>
                    <a:pt x="549593" y="107632"/>
                  </a:cubicBezTo>
                  <a:lnTo>
                    <a:pt x="532448" y="140970"/>
                  </a:lnTo>
                  <a:lnTo>
                    <a:pt x="526733" y="138113"/>
                  </a:lnTo>
                  <a:cubicBezTo>
                    <a:pt x="524828" y="137160"/>
                    <a:pt x="523875" y="137160"/>
                    <a:pt x="522923" y="138113"/>
                  </a:cubicBezTo>
                  <a:cubicBezTo>
                    <a:pt x="521017" y="138113"/>
                    <a:pt x="520065" y="139065"/>
                    <a:pt x="519113" y="140970"/>
                  </a:cubicBezTo>
                  <a:cubicBezTo>
                    <a:pt x="517208" y="143827"/>
                    <a:pt x="518160" y="150495"/>
                    <a:pt x="521970" y="160973"/>
                  </a:cubicBezTo>
                  <a:cubicBezTo>
                    <a:pt x="524828" y="171450"/>
                    <a:pt x="528638" y="177165"/>
                    <a:pt x="531495" y="179070"/>
                  </a:cubicBezTo>
                  <a:cubicBezTo>
                    <a:pt x="532448" y="180023"/>
                    <a:pt x="533400" y="180023"/>
                    <a:pt x="535305" y="179070"/>
                  </a:cubicBezTo>
                  <a:cubicBezTo>
                    <a:pt x="537210" y="178118"/>
                    <a:pt x="538163" y="177165"/>
                    <a:pt x="539115" y="175260"/>
                  </a:cubicBezTo>
                  <a:lnTo>
                    <a:pt x="542925" y="167640"/>
                  </a:lnTo>
                  <a:lnTo>
                    <a:pt x="572453" y="183833"/>
                  </a:lnTo>
                  <a:lnTo>
                    <a:pt x="561023" y="205740"/>
                  </a:lnTo>
                  <a:lnTo>
                    <a:pt x="572453" y="226695"/>
                  </a:lnTo>
                  <a:lnTo>
                    <a:pt x="616268" y="143827"/>
                  </a:lnTo>
                  <a:cubicBezTo>
                    <a:pt x="626745" y="150495"/>
                    <a:pt x="638175" y="156210"/>
                    <a:pt x="648653" y="162877"/>
                  </a:cubicBezTo>
                  <a:lnTo>
                    <a:pt x="604838" y="230505"/>
                  </a:lnTo>
                  <a:lnTo>
                    <a:pt x="614363" y="253365"/>
                  </a:lnTo>
                  <a:lnTo>
                    <a:pt x="665798" y="174308"/>
                  </a:lnTo>
                  <a:cubicBezTo>
                    <a:pt x="687705" y="189548"/>
                    <a:pt x="709613" y="204788"/>
                    <a:pt x="729615" y="221933"/>
                  </a:cubicBezTo>
                  <a:lnTo>
                    <a:pt x="711518" y="244793"/>
                  </a:lnTo>
                  <a:lnTo>
                    <a:pt x="676275" y="217170"/>
                  </a:lnTo>
                  <a:cubicBezTo>
                    <a:pt x="674370" y="215265"/>
                    <a:pt x="672465" y="215265"/>
                    <a:pt x="669608" y="215265"/>
                  </a:cubicBezTo>
                  <a:cubicBezTo>
                    <a:pt x="666750" y="215265"/>
                    <a:pt x="664845" y="216218"/>
                    <a:pt x="663893" y="218123"/>
                  </a:cubicBezTo>
                  <a:cubicBezTo>
                    <a:pt x="660083" y="222885"/>
                    <a:pt x="658178" y="228600"/>
                    <a:pt x="658178" y="236220"/>
                  </a:cubicBezTo>
                  <a:cubicBezTo>
                    <a:pt x="658178" y="243840"/>
                    <a:pt x="660083" y="249555"/>
                    <a:pt x="662940" y="251460"/>
                  </a:cubicBezTo>
                  <a:cubicBezTo>
                    <a:pt x="663893" y="252413"/>
                    <a:pt x="664845" y="252413"/>
                    <a:pt x="665798" y="252413"/>
                  </a:cubicBezTo>
                  <a:cubicBezTo>
                    <a:pt x="666750" y="252413"/>
                    <a:pt x="667703" y="252413"/>
                    <a:pt x="668655" y="250508"/>
                  </a:cubicBezTo>
                  <a:lnTo>
                    <a:pt x="673418" y="243840"/>
                  </a:lnTo>
                  <a:cubicBezTo>
                    <a:pt x="674370" y="242888"/>
                    <a:pt x="675323" y="241935"/>
                    <a:pt x="677228" y="241935"/>
                  </a:cubicBezTo>
                  <a:cubicBezTo>
                    <a:pt x="678180" y="240983"/>
                    <a:pt x="680085" y="241935"/>
                    <a:pt x="681038" y="241935"/>
                  </a:cubicBezTo>
                  <a:lnTo>
                    <a:pt x="700088" y="257175"/>
                  </a:lnTo>
                  <a:lnTo>
                    <a:pt x="678180" y="285750"/>
                  </a:lnTo>
                  <a:lnTo>
                    <a:pt x="686753" y="306705"/>
                  </a:lnTo>
                  <a:lnTo>
                    <a:pt x="743903" y="233363"/>
                  </a:lnTo>
                  <a:cubicBezTo>
                    <a:pt x="752475" y="240030"/>
                    <a:pt x="761048" y="247650"/>
                    <a:pt x="768668" y="255270"/>
                  </a:cubicBezTo>
                  <a:lnTo>
                    <a:pt x="782003" y="240983"/>
                  </a:lnTo>
                  <a:cubicBezTo>
                    <a:pt x="616268" y="91440"/>
                    <a:pt x="396240" y="0"/>
                    <a:pt x="155258" y="0"/>
                  </a:cubicBezTo>
                  <a:cubicBezTo>
                    <a:pt x="127635" y="0"/>
                    <a:pt x="100013" y="952"/>
                    <a:pt x="72390" y="3810"/>
                  </a:cubicBezTo>
                  <a:lnTo>
                    <a:pt x="84773" y="22860"/>
                  </a:lnTo>
                  <a:cubicBezTo>
                    <a:pt x="89535" y="22860"/>
                    <a:pt x="93345" y="21907"/>
                    <a:pt x="98108" y="21907"/>
                  </a:cubicBezTo>
                  <a:lnTo>
                    <a:pt x="100965" y="48577"/>
                  </a:lnTo>
                  <a:cubicBezTo>
                    <a:pt x="99060" y="51435"/>
                    <a:pt x="97155" y="53340"/>
                    <a:pt x="94298" y="55245"/>
                  </a:cubicBezTo>
                  <a:cubicBezTo>
                    <a:pt x="91440" y="57150"/>
                    <a:pt x="88583" y="58102"/>
                    <a:pt x="85725" y="58102"/>
                  </a:cubicBezTo>
                  <a:cubicBezTo>
                    <a:pt x="80010" y="59055"/>
                    <a:pt x="75248" y="59055"/>
                    <a:pt x="72390" y="58102"/>
                  </a:cubicBezTo>
                  <a:cubicBezTo>
                    <a:pt x="68580" y="58102"/>
                    <a:pt x="65723" y="57150"/>
                    <a:pt x="64770" y="56198"/>
                  </a:cubicBezTo>
                  <a:cubicBezTo>
                    <a:pt x="67628" y="53340"/>
                    <a:pt x="69533" y="50482"/>
                    <a:pt x="71438" y="46673"/>
                  </a:cubicBezTo>
                  <a:cubicBezTo>
                    <a:pt x="73342" y="42863"/>
                    <a:pt x="73342" y="39052"/>
                    <a:pt x="73342" y="36195"/>
                  </a:cubicBezTo>
                  <a:cubicBezTo>
                    <a:pt x="72390" y="28575"/>
                    <a:pt x="67628" y="22860"/>
                    <a:pt x="59055" y="16193"/>
                  </a:cubicBezTo>
                  <a:cubicBezTo>
                    <a:pt x="50483" y="10477"/>
                    <a:pt x="40958" y="7620"/>
                    <a:pt x="32385" y="8573"/>
                  </a:cubicBezTo>
                  <a:cubicBezTo>
                    <a:pt x="27623" y="8573"/>
                    <a:pt x="23813" y="10477"/>
                    <a:pt x="19050" y="13335"/>
                  </a:cubicBezTo>
                  <a:cubicBezTo>
                    <a:pt x="14288" y="15240"/>
                    <a:pt x="10478" y="19050"/>
                    <a:pt x="6667" y="22860"/>
                  </a:cubicBezTo>
                  <a:lnTo>
                    <a:pt x="18098" y="36195"/>
                  </a:lnTo>
                  <a:cubicBezTo>
                    <a:pt x="21908" y="32385"/>
                    <a:pt x="26670" y="28575"/>
                    <a:pt x="31433" y="25718"/>
                  </a:cubicBezTo>
                  <a:cubicBezTo>
                    <a:pt x="36195" y="22860"/>
                    <a:pt x="40958" y="21907"/>
                    <a:pt x="44767" y="20955"/>
                  </a:cubicBezTo>
                  <a:cubicBezTo>
                    <a:pt x="48578" y="20955"/>
                    <a:pt x="51435" y="20955"/>
                    <a:pt x="54292" y="22860"/>
                  </a:cubicBezTo>
                  <a:cubicBezTo>
                    <a:pt x="57150" y="24765"/>
                    <a:pt x="59055" y="27623"/>
                    <a:pt x="59055" y="30480"/>
                  </a:cubicBezTo>
                  <a:cubicBezTo>
                    <a:pt x="59055" y="35243"/>
                    <a:pt x="59055" y="40005"/>
                    <a:pt x="57150" y="43815"/>
                  </a:cubicBezTo>
                  <a:cubicBezTo>
                    <a:pt x="56198" y="47625"/>
                    <a:pt x="53340" y="49530"/>
                    <a:pt x="48578" y="50482"/>
                  </a:cubicBezTo>
                  <a:cubicBezTo>
                    <a:pt x="45720" y="49530"/>
                    <a:pt x="42863" y="50482"/>
                    <a:pt x="39053" y="50482"/>
                  </a:cubicBezTo>
                  <a:cubicBezTo>
                    <a:pt x="35242" y="51435"/>
                    <a:pt x="31433" y="53340"/>
                    <a:pt x="27623" y="55245"/>
                  </a:cubicBezTo>
                  <a:lnTo>
                    <a:pt x="37148" y="71438"/>
                  </a:lnTo>
                  <a:cubicBezTo>
                    <a:pt x="44767" y="69532"/>
                    <a:pt x="51435" y="66675"/>
                    <a:pt x="59055" y="60960"/>
                  </a:cubicBezTo>
                  <a:cubicBezTo>
                    <a:pt x="60960" y="61913"/>
                    <a:pt x="61913" y="63818"/>
                    <a:pt x="62865" y="65723"/>
                  </a:cubicBezTo>
                  <a:cubicBezTo>
                    <a:pt x="63817" y="66675"/>
                    <a:pt x="64770" y="69532"/>
                    <a:pt x="64770" y="71438"/>
                  </a:cubicBezTo>
                  <a:cubicBezTo>
                    <a:pt x="65723" y="77152"/>
                    <a:pt x="63817" y="81915"/>
                    <a:pt x="60960" y="86677"/>
                  </a:cubicBezTo>
                  <a:cubicBezTo>
                    <a:pt x="57150" y="91440"/>
                    <a:pt x="52388" y="93345"/>
                    <a:pt x="46673" y="94298"/>
                  </a:cubicBezTo>
                  <a:cubicBezTo>
                    <a:pt x="40005" y="95250"/>
                    <a:pt x="32385" y="93345"/>
                    <a:pt x="25717" y="88582"/>
                  </a:cubicBezTo>
                  <a:cubicBezTo>
                    <a:pt x="18098" y="83820"/>
                    <a:pt x="12383" y="77152"/>
                    <a:pt x="6667" y="68580"/>
                  </a:cubicBezTo>
                  <a:lnTo>
                    <a:pt x="0" y="73343"/>
                  </a:lnTo>
                  <a:cubicBezTo>
                    <a:pt x="7620" y="80010"/>
                    <a:pt x="16192" y="89535"/>
                    <a:pt x="26670" y="97155"/>
                  </a:cubicBezTo>
                  <a:close/>
                  <a:moveTo>
                    <a:pt x="457200" y="121920"/>
                  </a:moveTo>
                  <a:cubicBezTo>
                    <a:pt x="449580" y="122873"/>
                    <a:pt x="443865" y="121920"/>
                    <a:pt x="438150" y="120015"/>
                  </a:cubicBezTo>
                  <a:cubicBezTo>
                    <a:pt x="434340" y="118110"/>
                    <a:pt x="431483" y="116205"/>
                    <a:pt x="428625" y="112395"/>
                  </a:cubicBezTo>
                  <a:cubicBezTo>
                    <a:pt x="426720" y="108585"/>
                    <a:pt x="426720" y="105727"/>
                    <a:pt x="427673" y="102870"/>
                  </a:cubicBezTo>
                  <a:cubicBezTo>
                    <a:pt x="429578" y="98107"/>
                    <a:pt x="433388" y="95250"/>
                    <a:pt x="441008" y="93345"/>
                  </a:cubicBezTo>
                  <a:cubicBezTo>
                    <a:pt x="448628" y="91440"/>
                    <a:pt x="456248" y="92393"/>
                    <a:pt x="462915" y="94298"/>
                  </a:cubicBezTo>
                  <a:cubicBezTo>
                    <a:pt x="466725" y="95250"/>
                    <a:pt x="469583" y="98107"/>
                    <a:pt x="472440" y="101918"/>
                  </a:cubicBezTo>
                  <a:cubicBezTo>
                    <a:pt x="475298" y="105727"/>
                    <a:pt x="478155" y="110490"/>
                    <a:pt x="480060" y="115252"/>
                  </a:cubicBezTo>
                  <a:cubicBezTo>
                    <a:pt x="472440" y="118110"/>
                    <a:pt x="464820" y="120968"/>
                    <a:pt x="457200" y="121920"/>
                  </a:cubicBezTo>
                  <a:close/>
                  <a:moveTo>
                    <a:pt x="567690" y="110490"/>
                  </a:moveTo>
                  <a:cubicBezTo>
                    <a:pt x="578168" y="115252"/>
                    <a:pt x="587693" y="120968"/>
                    <a:pt x="597218" y="126682"/>
                  </a:cubicBezTo>
                  <a:lnTo>
                    <a:pt x="579120" y="160020"/>
                  </a:lnTo>
                  <a:lnTo>
                    <a:pt x="549593" y="143827"/>
                  </a:lnTo>
                  <a:lnTo>
                    <a:pt x="567690" y="110490"/>
                  </a:lnTo>
                  <a:close/>
                  <a:moveTo>
                    <a:pt x="181928" y="13335"/>
                  </a:moveTo>
                  <a:cubicBezTo>
                    <a:pt x="193358" y="13335"/>
                    <a:pt x="204788" y="14288"/>
                    <a:pt x="215265" y="15240"/>
                  </a:cubicBezTo>
                  <a:lnTo>
                    <a:pt x="213360" y="53340"/>
                  </a:lnTo>
                  <a:lnTo>
                    <a:pt x="180023" y="51435"/>
                  </a:lnTo>
                  <a:lnTo>
                    <a:pt x="181928" y="13335"/>
                  </a:ln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704" name="Google Shape;704;p7"/>
            <p:cNvSpPr/>
            <p:nvPr/>
          </p:nvSpPr>
          <p:spPr bwMode="auto">
            <a:xfrm>
              <a:off x="6714169" y="2412683"/>
              <a:ext cx="92392" cy="111442"/>
            </a:xfrm>
            <a:custGeom>
              <a:avLst/>
              <a:gdLst/>
              <a:ahLst/>
              <a:cxnLst/>
              <a:rect l="l" t="t" r="r" b="b"/>
              <a:pathLst>
                <a:path w="92392" h="111442" fill="norm" stroke="1" extrusionOk="0">
                  <a:moveTo>
                    <a:pt x="0" y="89535"/>
                  </a:moveTo>
                  <a:lnTo>
                    <a:pt x="6668" y="111442"/>
                  </a:lnTo>
                  <a:lnTo>
                    <a:pt x="72390" y="46672"/>
                  </a:lnTo>
                  <a:cubicBezTo>
                    <a:pt x="77153" y="52388"/>
                    <a:pt x="81915" y="58102"/>
                    <a:pt x="86678" y="62865"/>
                  </a:cubicBezTo>
                  <a:lnTo>
                    <a:pt x="92393" y="39052"/>
                  </a:lnTo>
                  <a:cubicBezTo>
                    <a:pt x="80963" y="25717"/>
                    <a:pt x="68580" y="12382"/>
                    <a:pt x="56198" y="0"/>
                  </a:cubicBezTo>
                  <a:lnTo>
                    <a:pt x="41910" y="14288"/>
                  </a:lnTo>
                  <a:cubicBezTo>
                    <a:pt x="47625" y="20002"/>
                    <a:pt x="52388" y="25717"/>
                    <a:pt x="58103" y="31432"/>
                  </a:cubicBezTo>
                  <a:lnTo>
                    <a:pt x="0" y="89535"/>
                  </a:ln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705" name="Google Shape;705;p7"/>
            <p:cNvSpPr/>
            <p:nvPr/>
          </p:nvSpPr>
          <p:spPr bwMode="auto">
            <a:xfrm>
              <a:off x="6755132" y="2518406"/>
              <a:ext cx="25717" cy="25717"/>
            </a:xfrm>
            <a:custGeom>
              <a:avLst/>
              <a:gdLst/>
              <a:ahLst/>
              <a:cxnLst/>
              <a:rect l="l" t="t" r="r" b="b"/>
              <a:pathLst>
                <a:path w="25717" h="25717" fill="norm" stroke="1" extrusionOk="0">
                  <a:moveTo>
                    <a:pt x="0" y="0"/>
                  </a:moveTo>
                  <a:lnTo>
                    <a:pt x="25717" y="0"/>
                  </a:lnTo>
                  <a:lnTo>
                    <a:pt x="25717" y="25717"/>
                  </a:lnTo>
                  <a:lnTo>
                    <a:pt x="0" y="25717"/>
                  </a:ln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706" name="Google Shape;706;p7"/>
            <p:cNvSpPr/>
            <p:nvPr/>
          </p:nvSpPr>
          <p:spPr bwMode="auto">
            <a:xfrm>
              <a:off x="6782749" y="2489835"/>
              <a:ext cx="25717" cy="25717"/>
            </a:xfrm>
            <a:custGeom>
              <a:avLst/>
              <a:gdLst/>
              <a:ahLst/>
              <a:cxnLst/>
              <a:rect l="l" t="t" r="r" b="b"/>
              <a:pathLst>
                <a:path w="25717" h="25717" fill="norm" stroke="1" extrusionOk="0">
                  <a:moveTo>
                    <a:pt x="0" y="0"/>
                  </a:moveTo>
                  <a:lnTo>
                    <a:pt x="25718" y="0"/>
                  </a:lnTo>
                  <a:lnTo>
                    <a:pt x="25718" y="25717"/>
                  </a:lnTo>
                  <a:lnTo>
                    <a:pt x="0" y="25717"/>
                  </a:ln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grpSp>
          <p:nvGrpSpPr>
            <p:cNvPr id="707" name="Google Shape;707;p7"/>
            <p:cNvGrpSpPr/>
            <p:nvPr/>
          </p:nvGrpSpPr>
          <p:grpSpPr bwMode="auto">
            <a:xfrm>
              <a:off x="4819650" y="4612031"/>
              <a:ext cx="2558414" cy="385762"/>
              <a:chOff x="4819650" y="4612005"/>
              <a:chExt cx="2558414" cy="385762"/>
            </a:xfrm>
          </p:grpSpPr>
          <p:sp>
            <p:nvSpPr>
              <p:cNvPr id="708" name="Google Shape;708;p7"/>
              <p:cNvSpPr/>
              <p:nvPr/>
            </p:nvSpPr>
            <p:spPr bwMode="auto">
              <a:xfrm>
                <a:off x="4819650" y="4699634"/>
                <a:ext cx="1013460" cy="262890"/>
              </a:xfrm>
              <a:custGeom>
                <a:avLst/>
                <a:gdLst/>
                <a:ahLst/>
                <a:cxnLst/>
                <a:rect l="l" t="t" r="r" b="b"/>
                <a:pathLst>
                  <a:path w="1013460" h="262890" fill="norm" stroke="1" extrusionOk="0">
                    <a:moveTo>
                      <a:pt x="942975" y="182880"/>
                    </a:moveTo>
                    <a:lnTo>
                      <a:pt x="978218" y="201930"/>
                    </a:lnTo>
                    <a:lnTo>
                      <a:pt x="978218" y="38100"/>
                    </a:lnTo>
                    <a:lnTo>
                      <a:pt x="1013460" y="38100"/>
                    </a:lnTo>
                    <a:lnTo>
                      <a:pt x="996315" y="6668"/>
                    </a:lnTo>
                    <a:lnTo>
                      <a:pt x="827723" y="6668"/>
                    </a:lnTo>
                    <a:lnTo>
                      <a:pt x="819150" y="6668"/>
                    </a:lnTo>
                    <a:lnTo>
                      <a:pt x="731520" y="6668"/>
                    </a:lnTo>
                    <a:lnTo>
                      <a:pt x="723900" y="6668"/>
                    </a:lnTo>
                    <a:lnTo>
                      <a:pt x="537210" y="6668"/>
                    </a:lnTo>
                    <a:lnTo>
                      <a:pt x="529590" y="6668"/>
                    </a:lnTo>
                    <a:lnTo>
                      <a:pt x="441960" y="6668"/>
                    </a:lnTo>
                    <a:lnTo>
                      <a:pt x="434340" y="6668"/>
                    </a:lnTo>
                    <a:lnTo>
                      <a:pt x="202883" y="6668"/>
                    </a:lnTo>
                    <a:lnTo>
                      <a:pt x="195263" y="6668"/>
                    </a:lnTo>
                    <a:lnTo>
                      <a:pt x="122873" y="6668"/>
                    </a:lnTo>
                    <a:lnTo>
                      <a:pt x="141923" y="38100"/>
                    </a:lnTo>
                    <a:lnTo>
                      <a:pt x="149543" y="38100"/>
                    </a:lnTo>
                    <a:lnTo>
                      <a:pt x="149543" y="110490"/>
                    </a:lnTo>
                    <a:lnTo>
                      <a:pt x="110490" y="93345"/>
                    </a:lnTo>
                    <a:cubicBezTo>
                      <a:pt x="114300" y="89535"/>
                      <a:pt x="117157" y="84772"/>
                      <a:pt x="119063" y="79058"/>
                    </a:cubicBezTo>
                    <a:cubicBezTo>
                      <a:pt x="120968" y="73343"/>
                      <a:pt x="121920" y="67628"/>
                      <a:pt x="121920" y="61913"/>
                    </a:cubicBezTo>
                    <a:cubicBezTo>
                      <a:pt x="121920" y="48578"/>
                      <a:pt x="115253" y="34290"/>
                      <a:pt x="102870" y="20955"/>
                    </a:cubicBezTo>
                    <a:cubicBezTo>
                      <a:pt x="89535" y="6668"/>
                      <a:pt x="76200" y="0"/>
                      <a:pt x="63818" y="0"/>
                    </a:cubicBezTo>
                    <a:cubicBezTo>
                      <a:pt x="51435" y="0"/>
                      <a:pt x="40958" y="3810"/>
                      <a:pt x="31433" y="11430"/>
                    </a:cubicBezTo>
                    <a:cubicBezTo>
                      <a:pt x="22860" y="19050"/>
                      <a:pt x="19050" y="28575"/>
                      <a:pt x="19050" y="39053"/>
                    </a:cubicBezTo>
                    <a:cubicBezTo>
                      <a:pt x="19050" y="47625"/>
                      <a:pt x="22860" y="57150"/>
                      <a:pt x="31433" y="66675"/>
                    </a:cubicBezTo>
                    <a:cubicBezTo>
                      <a:pt x="39053" y="75247"/>
                      <a:pt x="50482" y="82868"/>
                      <a:pt x="63818" y="90488"/>
                    </a:cubicBezTo>
                    <a:cubicBezTo>
                      <a:pt x="51435" y="99060"/>
                      <a:pt x="29528" y="110490"/>
                      <a:pt x="0" y="123825"/>
                    </a:cubicBezTo>
                    <a:lnTo>
                      <a:pt x="27622" y="147638"/>
                    </a:lnTo>
                    <a:cubicBezTo>
                      <a:pt x="60960" y="131445"/>
                      <a:pt x="84773" y="117158"/>
                      <a:pt x="100013" y="104775"/>
                    </a:cubicBezTo>
                    <a:lnTo>
                      <a:pt x="131445" y="120015"/>
                    </a:lnTo>
                    <a:lnTo>
                      <a:pt x="40005" y="176213"/>
                    </a:lnTo>
                    <a:lnTo>
                      <a:pt x="65723" y="197168"/>
                    </a:lnTo>
                    <a:lnTo>
                      <a:pt x="151448" y="139065"/>
                    </a:lnTo>
                    <a:lnTo>
                      <a:pt x="151448" y="183833"/>
                    </a:lnTo>
                    <a:lnTo>
                      <a:pt x="186690" y="202883"/>
                    </a:lnTo>
                    <a:lnTo>
                      <a:pt x="186690" y="39053"/>
                    </a:lnTo>
                    <a:lnTo>
                      <a:pt x="214313" y="39053"/>
                    </a:lnTo>
                    <a:lnTo>
                      <a:pt x="221933" y="39053"/>
                    </a:lnTo>
                    <a:lnTo>
                      <a:pt x="395288" y="39053"/>
                    </a:lnTo>
                    <a:lnTo>
                      <a:pt x="395288" y="66675"/>
                    </a:lnTo>
                    <a:lnTo>
                      <a:pt x="354330" y="66675"/>
                    </a:lnTo>
                    <a:cubicBezTo>
                      <a:pt x="340043" y="66675"/>
                      <a:pt x="327660" y="71438"/>
                      <a:pt x="318135" y="81915"/>
                    </a:cubicBezTo>
                    <a:cubicBezTo>
                      <a:pt x="308610" y="92393"/>
                      <a:pt x="302895" y="103822"/>
                      <a:pt x="302895" y="118110"/>
                    </a:cubicBezTo>
                    <a:cubicBezTo>
                      <a:pt x="302895" y="134303"/>
                      <a:pt x="311468" y="152400"/>
                      <a:pt x="329565" y="171450"/>
                    </a:cubicBezTo>
                    <a:cubicBezTo>
                      <a:pt x="347663" y="190500"/>
                      <a:pt x="364808" y="199072"/>
                      <a:pt x="381000" y="199072"/>
                    </a:cubicBezTo>
                    <a:cubicBezTo>
                      <a:pt x="381953" y="199072"/>
                      <a:pt x="383858" y="199072"/>
                      <a:pt x="387668" y="197168"/>
                    </a:cubicBezTo>
                    <a:lnTo>
                      <a:pt x="392430" y="195263"/>
                    </a:lnTo>
                    <a:cubicBezTo>
                      <a:pt x="387668" y="210503"/>
                      <a:pt x="381953" y="222885"/>
                      <a:pt x="373380" y="231458"/>
                    </a:cubicBezTo>
                    <a:cubicBezTo>
                      <a:pt x="365760" y="240983"/>
                      <a:pt x="357188" y="245745"/>
                      <a:pt x="347663" y="245745"/>
                    </a:cubicBezTo>
                    <a:cubicBezTo>
                      <a:pt x="342900" y="245745"/>
                      <a:pt x="339090" y="243840"/>
                      <a:pt x="337185" y="240983"/>
                    </a:cubicBezTo>
                    <a:cubicBezTo>
                      <a:pt x="334328" y="238125"/>
                      <a:pt x="332423" y="234315"/>
                      <a:pt x="332423" y="230505"/>
                    </a:cubicBezTo>
                    <a:cubicBezTo>
                      <a:pt x="332423" y="225743"/>
                      <a:pt x="334328" y="221933"/>
                      <a:pt x="339090" y="218122"/>
                    </a:cubicBezTo>
                    <a:cubicBezTo>
                      <a:pt x="343853" y="214313"/>
                      <a:pt x="349568" y="211455"/>
                      <a:pt x="356235" y="209550"/>
                    </a:cubicBezTo>
                    <a:lnTo>
                      <a:pt x="324803" y="190500"/>
                    </a:lnTo>
                    <a:cubicBezTo>
                      <a:pt x="320040" y="191453"/>
                      <a:pt x="316230" y="193358"/>
                      <a:pt x="312420" y="197168"/>
                    </a:cubicBezTo>
                    <a:cubicBezTo>
                      <a:pt x="308610" y="200025"/>
                      <a:pt x="306705" y="202883"/>
                      <a:pt x="305753" y="206693"/>
                    </a:cubicBezTo>
                    <a:cubicBezTo>
                      <a:pt x="292418" y="206693"/>
                      <a:pt x="282893" y="204788"/>
                      <a:pt x="276225" y="200978"/>
                    </a:cubicBezTo>
                    <a:cubicBezTo>
                      <a:pt x="282893" y="199072"/>
                      <a:pt x="288608" y="194310"/>
                      <a:pt x="291465" y="188595"/>
                    </a:cubicBezTo>
                    <a:cubicBezTo>
                      <a:pt x="295275" y="182880"/>
                      <a:pt x="297180" y="176213"/>
                      <a:pt x="297180" y="169545"/>
                    </a:cubicBezTo>
                    <a:cubicBezTo>
                      <a:pt x="297180" y="160020"/>
                      <a:pt x="294323" y="152400"/>
                      <a:pt x="287655" y="145733"/>
                    </a:cubicBezTo>
                    <a:cubicBezTo>
                      <a:pt x="281940" y="139065"/>
                      <a:pt x="274320" y="136208"/>
                      <a:pt x="265748" y="136208"/>
                    </a:cubicBezTo>
                    <a:cubicBezTo>
                      <a:pt x="255270" y="136208"/>
                      <a:pt x="245745" y="139065"/>
                      <a:pt x="238125" y="145733"/>
                    </a:cubicBezTo>
                    <a:cubicBezTo>
                      <a:pt x="230505" y="152400"/>
                      <a:pt x="226695" y="160972"/>
                      <a:pt x="226695" y="171450"/>
                    </a:cubicBezTo>
                    <a:cubicBezTo>
                      <a:pt x="226695" y="184785"/>
                      <a:pt x="234315" y="196215"/>
                      <a:pt x="248602" y="205740"/>
                    </a:cubicBezTo>
                    <a:cubicBezTo>
                      <a:pt x="263843" y="215265"/>
                      <a:pt x="280988" y="220028"/>
                      <a:pt x="301943" y="220028"/>
                    </a:cubicBezTo>
                    <a:cubicBezTo>
                      <a:pt x="299085" y="229553"/>
                      <a:pt x="303848" y="239078"/>
                      <a:pt x="317183" y="248603"/>
                    </a:cubicBezTo>
                    <a:cubicBezTo>
                      <a:pt x="330518" y="258128"/>
                      <a:pt x="345758" y="262890"/>
                      <a:pt x="361950" y="262890"/>
                    </a:cubicBezTo>
                    <a:cubicBezTo>
                      <a:pt x="371475" y="262890"/>
                      <a:pt x="381000" y="259080"/>
                      <a:pt x="390525" y="252413"/>
                    </a:cubicBezTo>
                    <a:cubicBezTo>
                      <a:pt x="400050" y="244793"/>
                      <a:pt x="406718" y="235268"/>
                      <a:pt x="412433" y="222885"/>
                    </a:cubicBezTo>
                    <a:lnTo>
                      <a:pt x="427673" y="256222"/>
                    </a:lnTo>
                    <a:lnTo>
                      <a:pt x="448628" y="246697"/>
                    </a:lnTo>
                    <a:lnTo>
                      <a:pt x="419100" y="198120"/>
                    </a:lnTo>
                    <a:cubicBezTo>
                      <a:pt x="424815" y="196215"/>
                      <a:pt x="428625" y="193358"/>
                      <a:pt x="431483" y="189547"/>
                    </a:cubicBezTo>
                    <a:cubicBezTo>
                      <a:pt x="435293" y="184785"/>
                      <a:pt x="436245" y="180022"/>
                      <a:pt x="436245" y="174308"/>
                    </a:cubicBezTo>
                    <a:cubicBezTo>
                      <a:pt x="436245" y="166688"/>
                      <a:pt x="433388" y="159068"/>
                      <a:pt x="426720" y="150495"/>
                    </a:cubicBezTo>
                    <a:cubicBezTo>
                      <a:pt x="420053" y="142875"/>
                      <a:pt x="413385" y="139065"/>
                      <a:pt x="407670" y="139065"/>
                    </a:cubicBezTo>
                    <a:cubicBezTo>
                      <a:pt x="401003" y="139065"/>
                      <a:pt x="394335" y="140970"/>
                      <a:pt x="389573" y="144780"/>
                    </a:cubicBezTo>
                    <a:cubicBezTo>
                      <a:pt x="384810" y="148590"/>
                      <a:pt x="381953" y="153353"/>
                      <a:pt x="381953" y="159068"/>
                    </a:cubicBezTo>
                    <a:cubicBezTo>
                      <a:pt x="381953" y="163830"/>
                      <a:pt x="383858" y="169545"/>
                      <a:pt x="387668" y="176213"/>
                    </a:cubicBezTo>
                    <a:cubicBezTo>
                      <a:pt x="381000" y="180022"/>
                      <a:pt x="375285" y="181928"/>
                      <a:pt x="370523" y="181928"/>
                    </a:cubicBezTo>
                    <a:cubicBezTo>
                      <a:pt x="359093" y="181928"/>
                      <a:pt x="349568" y="178118"/>
                      <a:pt x="341948" y="169545"/>
                    </a:cubicBezTo>
                    <a:cubicBezTo>
                      <a:pt x="334328" y="160972"/>
                      <a:pt x="329565" y="150495"/>
                      <a:pt x="329565" y="137160"/>
                    </a:cubicBezTo>
                    <a:cubicBezTo>
                      <a:pt x="329565" y="127635"/>
                      <a:pt x="332423" y="119063"/>
                      <a:pt x="339090" y="111443"/>
                    </a:cubicBezTo>
                    <a:cubicBezTo>
                      <a:pt x="344805" y="103822"/>
                      <a:pt x="352425" y="100965"/>
                      <a:pt x="360998" y="100965"/>
                    </a:cubicBezTo>
                    <a:lnTo>
                      <a:pt x="428625" y="100965"/>
                    </a:lnTo>
                    <a:lnTo>
                      <a:pt x="428625" y="42863"/>
                    </a:lnTo>
                    <a:lnTo>
                      <a:pt x="451485" y="42863"/>
                    </a:lnTo>
                    <a:lnTo>
                      <a:pt x="459105" y="42863"/>
                    </a:lnTo>
                    <a:lnTo>
                      <a:pt x="483870" y="42863"/>
                    </a:lnTo>
                    <a:lnTo>
                      <a:pt x="483870" y="182880"/>
                    </a:lnTo>
                    <a:lnTo>
                      <a:pt x="519113" y="206693"/>
                    </a:lnTo>
                    <a:lnTo>
                      <a:pt x="519113" y="42863"/>
                    </a:lnTo>
                    <a:lnTo>
                      <a:pt x="546735" y="42863"/>
                    </a:lnTo>
                    <a:lnTo>
                      <a:pt x="554355" y="42863"/>
                    </a:lnTo>
                    <a:lnTo>
                      <a:pt x="679133" y="42863"/>
                    </a:lnTo>
                    <a:lnTo>
                      <a:pt x="679133" y="95250"/>
                    </a:lnTo>
                    <a:cubicBezTo>
                      <a:pt x="670560" y="84772"/>
                      <a:pt x="660083" y="76200"/>
                      <a:pt x="649605" y="69533"/>
                    </a:cubicBezTo>
                    <a:cubicBezTo>
                      <a:pt x="638175" y="62865"/>
                      <a:pt x="626745" y="60008"/>
                      <a:pt x="617220" y="60008"/>
                    </a:cubicBezTo>
                    <a:cubicBezTo>
                      <a:pt x="601980" y="60008"/>
                      <a:pt x="588645" y="63818"/>
                      <a:pt x="579120" y="72390"/>
                    </a:cubicBezTo>
                    <a:cubicBezTo>
                      <a:pt x="568643" y="80963"/>
                      <a:pt x="562928" y="91440"/>
                      <a:pt x="562928" y="104775"/>
                    </a:cubicBezTo>
                    <a:cubicBezTo>
                      <a:pt x="562928" y="120015"/>
                      <a:pt x="570548" y="135255"/>
                      <a:pt x="586740" y="149543"/>
                    </a:cubicBezTo>
                    <a:cubicBezTo>
                      <a:pt x="602933" y="164783"/>
                      <a:pt x="618173" y="172403"/>
                      <a:pt x="633413" y="172403"/>
                    </a:cubicBezTo>
                    <a:cubicBezTo>
                      <a:pt x="641985" y="172403"/>
                      <a:pt x="649605" y="170497"/>
                      <a:pt x="658178" y="166688"/>
                    </a:cubicBezTo>
                    <a:cubicBezTo>
                      <a:pt x="665798" y="162878"/>
                      <a:pt x="673418" y="158115"/>
                      <a:pt x="680085" y="150495"/>
                    </a:cubicBezTo>
                    <a:lnTo>
                      <a:pt x="680085" y="181928"/>
                    </a:lnTo>
                    <a:lnTo>
                      <a:pt x="715328" y="205740"/>
                    </a:lnTo>
                    <a:lnTo>
                      <a:pt x="715328" y="41910"/>
                    </a:lnTo>
                    <a:lnTo>
                      <a:pt x="742950" y="41910"/>
                    </a:lnTo>
                    <a:lnTo>
                      <a:pt x="750570" y="41910"/>
                    </a:lnTo>
                    <a:lnTo>
                      <a:pt x="775335" y="41910"/>
                    </a:lnTo>
                    <a:lnTo>
                      <a:pt x="775335" y="181928"/>
                    </a:lnTo>
                    <a:lnTo>
                      <a:pt x="810578" y="205740"/>
                    </a:lnTo>
                    <a:lnTo>
                      <a:pt x="810578" y="41910"/>
                    </a:lnTo>
                    <a:lnTo>
                      <a:pt x="838200" y="41910"/>
                    </a:lnTo>
                    <a:lnTo>
                      <a:pt x="845820" y="41910"/>
                    </a:lnTo>
                    <a:lnTo>
                      <a:pt x="942975" y="41910"/>
                    </a:lnTo>
                    <a:lnTo>
                      <a:pt x="942975" y="92393"/>
                    </a:lnTo>
                    <a:lnTo>
                      <a:pt x="864870" y="92393"/>
                    </a:lnTo>
                    <a:cubicBezTo>
                      <a:pt x="860108" y="92393"/>
                      <a:pt x="857250" y="94297"/>
                      <a:pt x="854393" y="97155"/>
                    </a:cubicBezTo>
                    <a:cubicBezTo>
                      <a:pt x="851535" y="100013"/>
                      <a:pt x="849630" y="103822"/>
                      <a:pt x="849630" y="107633"/>
                    </a:cubicBezTo>
                    <a:cubicBezTo>
                      <a:pt x="849630" y="117158"/>
                      <a:pt x="853440" y="127635"/>
                      <a:pt x="862013" y="138113"/>
                    </a:cubicBezTo>
                    <a:cubicBezTo>
                      <a:pt x="870585" y="148590"/>
                      <a:pt x="878205" y="154305"/>
                      <a:pt x="884873" y="154305"/>
                    </a:cubicBezTo>
                    <a:cubicBezTo>
                      <a:pt x="886778" y="154305"/>
                      <a:pt x="888683" y="153353"/>
                      <a:pt x="889635" y="152400"/>
                    </a:cubicBezTo>
                    <a:cubicBezTo>
                      <a:pt x="891540" y="151447"/>
                      <a:pt x="892493" y="149543"/>
                      <a:pt x="892493" y="146685"/>
                    </a:cubicBezTo>
                    <a:lnTo>
                      <a:pt x="892493" y="133350"/>
                    </a:lnTo>
                    <a:cubicBezTo>
                      <a:pt x="892493" y="130493"/>
                      <a:pt x="893445" y="128588"/>
                      <a:pt x="895350" y="126683"/>
                    </a:cubicBezTo>
                    <a:cubicBezTo>
                      <a:pt x="896303" y="124778"/>
                      <a:pt x="898208" y="123825"/>
                      <a:pt x="900113" y="123825"/>
                    </a:cubicBezTo>
                    <a:lnTo>
                      <a:pt x="942975" y="123825"/>
                    </a:lnTo>
                    <a:lnTo>
                      <a:pt x="942975" y="182880"/>
                    </a:lnTo>
                    <a:close/>
                    <a:moveTo>
                      <a:pt x="90488" y="68580"/>
                    </a:moveTo>
                    <a:cubicBezTo>
                      <a:pt x="87630" y="75247"/>
                      <a:pt x="82868" y="79058"/>
                      <a:pt x="78105" y="81915"/>
                    </a:cubicBezTo>
                    <a:cubicBezTo>
                      <a:pt x="71438" y="80010"/>
                      <a:pt x="65723" y="75247"/>
                      <a:pt x="60960" y="69533"/>
                    </a:cubicBezTo>
                    <a:cubicBezTo>
                      <a:pt x="56197" y="63818"/>
                      <a:pt x="54293" y="57150"/>
                      <a:pt x="54293" y="50483"/>
                    </a:cubicBezTo>
                    <a:cubicBezTo>
                      <a:pt x="54293" y="44768"/>
                      <a:pt x="56197" y="40005"/>
                      <a:pt x="60960" y="35243"/>
                    </a:cubicBezTo>
                    <a:cubicBezTo>
                      <a:pt x="65723" y="30480"/>
                      <a:pt x="71438" y="28575"/>
                      <a:pt x="78105" y="28575"/>
                    </a:cubicBezTo>
                    <a:cubicBezTo>
                      <a:pt x="82868" y="28575"/>
                      <a:pt x="87630" y="30480"/>
                      <a:pt x="90488" y="33338"/>
                    </a:cubicBezTo>
                    <a:cubicBezTo>
                      <a:pt x="94298" y="37147"/>
                      <a:pt x="95250" y="40958"/>
                      <a:pt x="95250" y="45720"/>
                    </a:cubicBezTo>
                    <a:cubicBezTo>
                      <a:pt x="96203" y="54293"/>
                      <a:pt x="94298" y="61913"/>
                      <a:pt x="90488" y="68580"/>
                    </a:cubicBezTo>
                    <a:close/>
                    <a:moveTo>
                      <a:pt x="251460" y="181928"/>
                    </a:moveTo>
                    <a:cubicBezTo>
                      <a:pt x="247650" y="178118"/>
                      <a:pt x="246698" y="174308"/>
                      <a:pt x="246698" y="169545"/>
                    </a:cubicBezTo>
                    <a:cubicBezTo>
                      <a:pt x="246698" y="164783"/>
                      <a:pt x="248602" y="160020"/>
                      <a:pt x="251460" y="157163"/>
                    </a:cubicBezTo>
                    <a:cubicBezTo>
                      <a:pt x="255270" y="153353"/>
                      <a:pt x="259080" y="152400"/>
                      <a:pt x="263843" y="152400"/>
                    </a:cubicBezTo>
                    <a:cubicBezTo>
                      <a:pt x="268605" y="152400"/>
                      <a:pt x="273368" y="154305"/>
                      <a:pt x="276225" y="157163"/>
                    </a:cubicBezTo>
                    <a:cubicBezTo>
                      <a:pt x="280035" y="160972"/>
                      <a:pt x="280988" y="164783"/>
                      <a:pt x="280988" y="169545"/>
                    </a:cubicBezTo>
                    <a:cubicBezTo>
                      <a:pt x="280988" y="174308"/>
                      <a:pt x="279083" y="179070"/>
                      <a:pt x="276225" y="181928"/>
                    </a:cubicBezTo>
                    <a:cubicBezTo>
                      <a:pt x="272415" y="185738"/>
                      <a:pt x="268605" y="186690"/>
                      <a:pt x="263843" y="186690"/>
                    </a:cubicBezTo>
                    <a:cubicBezTo>
                      <a:pt x="259080" y="186690"/>
                      <a:pt x="254318" y="184785"/>
                      <a:pt x="251460" y="181928"/>
                    </a:cubicBezTo>
                    <a:close/>
                    <a:moveTo>
                      <a:pt x="648653" y="133350"/>
                    </a:moveTo>
                    <a:cubicBezTo>
                      <a:pt x="637223" y="139065"/>
                      <a:pt x="626745" y="141922"/>
                      <a:pt x="616268" y="141922"/>
                    </a:cubicBezTo>
                    <a:cubicBezTo>
                      <a:pt x="608648" y="141922"/>
                      <a:pt x="601980" y="139065"/>
                      <a:pt x="597218" y="135255"/>
                    </a:cubicBezTo>
                    <a:cubicBezTo>
                      <a:pt x="592455" y="130493"/>
                      <a:pt x="589598" y="125730"/>
                      <a:pt x="589598" y="120015"/>
                    </a:cubicBezTo>
                    <a:cubicBezTo>
                      <a:pt x="589598" y="111443"/>
                      <a:pt x="594360" y="103822"/>
                      <a:pt x="605790" y="96203"/>
                    </a:cubicBezTo>
                    <a:cubicBezTo>
                      <a:pt x="617220" y="88583"/>
                      <a:pt x="628650" y="85725"/>
                      <a:pt x="641985" y="85725"/>
                    </a:cubicBezTo>
                    <a:cubicBezTo>
                      <a:pt x="648653" y="85725"/>
                      <a:pt x="655320" y="87630"/>
                      <a:pt x="662940" y="92393"/>
                    </a:cubicBezTo>
                    <a:cubicBezTo>
                      <a:pt x="670560" y="96203"/>
                      <a:pt x="677228" y="101918"/>
                      <a:pt x="682943" y="109538"/>
                    </a:cubicBezTo>
                    <a:cubicBezTo>
                      <a:pt x="671513" y="119063"/>
                      <a:pt x="660083" y="127635"/>
                      <a:pt x="648653" y="133350"/>
                    </a:cubicBez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  <a:defRPr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</a:endParaRPr>
              </a:p>
            </p:txBody>
          </p:sp>
          <p:sp>
            <p:nvSpPr>
              <p:cNvPr id="709" name="Google Shape;709;p7"/>
              <p:cNvSpPr/>
              <p:nvPr/>
            </p:nvSpPr>
            <p:spPr bwMode="auto">
              <a:xfrm>
                <a:off x="5744527" y="4910136"/>
                <a:ext cx="119062" cy="87630"/>
              </a:xfrm>
              <a:custGeom>
                <a:avLst/>
                <a:gdLst/>
                <a:ahLst/>
                <a:cxnLst/>
                <a:rect l="l" t="t" r="r" b="b"/>
                <a:pathLst>
                  <a:path w="119062" h="87630" fill="norm" stroke="1" extrusionOk="0">
                    <a:moveTo>
                      <a:pt x="54293" y="13335"/>
                    </a:moveTo>
                    <a:cubicBezTo>
                      <a:pt x="42863" y="3810"/>
                      <a:pt x="34290" y="0"/>
                      <a:pt x="27623" y="0"/>
                    </a:cubicBezTo>
                    <a:cubicBezTo>
                      <a:pt x="21908" y="0"/>
                      <a:pt x="17145" y="953"/>
                      <a:pt x="12383" y="1905"/>
                    </a:cubicBezTo>
                    <a:cubicBezTo>
                      <a:pt x="8573" y="2857"/>
                      <a:pt x="4763" y="5715"/>
                      <a:pt x="0" y="9525"/>
                    </a:cubicBezTo>
                    <a:lnTo>
                      <a:pt x="13335" y="30480"/>
                    </a:lnTo>
                    <a:cubicBezTo>
                      <a:pt x="17145" y="27622"/>
                      <a:pt x="20002" y="25718"/>
                      <a:pt x="22860" y="24765"/>
                    </a:cubicBezTo>
                    <a:cubicBezTo>
                      <a:pt x="26670" y="22860"/>
                      <a:pt x="29527" y="22860"/>
                      <a:pt x="33338" y="22860"/>
                    </a:cubicBezTo>
                    <a:cubicBezTo>
                      <a:pt x="41910" y="22860"/>
                      <a:pt x="60008" y="37147"/>
                      <a:pt x="86677" y="65722"/>
                    </a:cubicBezTo>
                    <a:lnTo>
                      <a:pt x="107633" y="87630"/>
                    </a:lnTo>
                    <a:lnTo>
                      <a:pt x="119063" y="78105"/>
                    </a:lnTo>
                    <a:cubicBezTo>
                      <a:pt x="103823" y="60007"/>
                      <a:pt x="82868" y="39053"/>
                      <a:pt x="54293" y="13335"/>
                    </a:cubicBez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  <a:defRPr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</a:endParaRPr>
              </a:p>
            </p:txBody>
          </p:sp>
          <p:sp>
            <p:nvSpPr>
              <p:cNvPr id="710" name="Google Shape;710;p7"/>
              <p:cNvSpPr/>
              <p:nvPr/>
            </p:nvSpPr>
            <p:spPr bwMode="auto">
              <a:xfrm>
                <a:off x="5934075" y="4693919"/>
                <a:ext cx="635317" cy="209550"/>
              </a:xfrm>
              <a:custGeom>
                <a:avLst/>
                <a:gdLst/>
                <a:ahLst/>
                <a:cxnLst/>
                <a:rect l="l" t="t" r="r" b="b"/>
                <a:pathLst>
                  <a:path w="635317" h="209550" fill="norm" stroke="1" extrusionOk="0">
                    <a:moveTo>
                      <a:pt x="577215" y="13335"/>
                    </a:moveTo>
                    <a:lnTo>
                      <a:pt x="441008" y="13335"/>
                    </a:lnTo>
                    <a:lnTo>
                      <a:pt x="433388" y="13335"/>
                    </a:lnTo>
                    <a:lnTo>
                      <a:pt x="330517" y="13335"/>
                    </a:lnTo>
                    <a:lnTo>
                      <a:pt x="349567" y="44768"/>
                    </a:lnTo>
                    <a:lnTo>
                      <a:pt x="388620" y="44768"/>
                    </a:lnTo>
                    <a:lnTo>
                      <a:pt x="388620" y="110490"/>
                    </a:lnTo>
                    <a:lnTo>
                      <a:pt x="334328" y="110490"/>
                    </a:lnTo>
                    <a:lnTo>
                      <a:pt x="334328" y="54293"/>
                    </a:lnTo>
                    <a:cubicBezTo>
                      <a:pt x="334328" y="41910"/>
                      <a:pt x="328613" y="30480"/>
                      <a:pt x="316230" y="18098"/>
                    </a:cubicBezTo>
                    <a:cubicBezTo>
                      <a:pt x="303847" y="5715"/>
                      <a:pt x="291465" y="0"/>
                      <a:pt x="280035" y="0"/>
                    </a:cubicBezTo>
                    <a:cubicBezTo>
                      <a:pt x="269558" y="0"/>
                      <a:pt x="260985" y="2858"/>
                      <a:pt x="254317" y="9525"/>
                    </a:cubicBezTo>
                    <a:cubicBezTo>
                      <a:pt x="246697" y="17145"/>
                      <a:pt x="243840" y="24765"/>
                      <a:pt x="243840" y="35243"/>
                    </a:cubicBezTo>
                    <a:cubicBezTo>
                      <a:pt x="243840" y="38100"/>
                      <a:pt x="243840" y="41910"/>
                      <a:pt x="244792" y="44768"/>
                    </a:cubicBezTo>
                    <a:lnTo>
                      <a:pt x="227647" y="14288"/>
                    </a:lnTo>
                    <a:lnTo>
                      <a:pt x="0" y="14288"/>
                    </a:lnTo>
                    <a:lnTo>
                      <a:pt x="17145" y="45720"/>
                    </a:lnTo>
                    <a:lnTo>
                      <a:pt x="159067" y="45720"/>
                    </a:lnTo>
                    <a:lnTo>
                      <a:pt x="159067" y="71438"/>
                    </a:lnTo>
                    <a:cubicBezTo>
                      <a:pt x="154305" y="71438"/>
                      <a:pt x="149542" y="73343"/>
                      <a:pt x="143828" y="78105"/>
                    </a:cubicBezTo>
                    <a:cubicBezTo>
                      <a:pt x="138113" y="82868"/>
                      <a:pt x="132397" y="88583"/>
                      <a:pt x="126683" y="97155"/>
                    </a:cubicBezTo>
                    <a:cubicBezTo>
                      <a:pt x="119063" y="88583"/>
                      <a:pt x="111442" y="81915"/>
                      <a:pt x="103822" y="77153"/>
                    </a:cubicBezTo>
                    <a:cubicBezTo>
                      <a:pt x="96203" y="72390"/>
                      <a:pt x="88583" y="70485"/>
                      <a:pt x="81915" y="70485"/>
                    </a:cubicBezTo>
                    <a:cubicBezTo>
                      <a:pt x="69533" y="70485"/>
                      <a:pt x="58103" y="75248"/>
                      <a:pt x="48578" y="84773"/>
                    </a:cubicBezTo>
                    <a:cubicBezTo>
                      <a:pt x="39053" y="94298"/>
                      <a:pt x="35242" y="104775"/>
                      <a:pt x="35242" y="117158"/>
                    </a:cubicBezTo>
                    <a:cubicBezTo>
                      <a:pt x="35242" y="130493"/>
                      <a:pt x="40958" y="144780"/>
                      <a:pt x="52388" y="160020"/>
                    </a:cubicBezTo>
                    <a:cubicBezTo>
                      <a:pt x="63817" y="175260"/>
                      <a:pt x="80010" y="191453"/>
                      <a:pt x="100965" y="206693"/>
                    </a:cubicBezTo>
                    <a:lnTo>
                      <a:pt x="110490" y="195263"/>
                    </a:lnTo>
                    <a:cubicBezTo>
                      <a:pt x="97155" y="183833"/>
                      <a:pt x="86678" y="172403"/>
                      <a:pt x="79058" y="161925"/>
                    </a:cubicBezTo>
                    <a:cubicBezTo>
                      <a:pt x="71438" y="150495"/>
                      <a:pt x="68580" y="140018"/>
                      <a:pt x="68580" y="131445"/>
                    </a:cubicBezTo>
                    <a:cubicBezTo>
                      <a:pt x="68580" y="121920"/>
                      <a:pt x="71438" y="114300"/>
                      <a:pt x="76200" y="107633"/>
                    </a:cubicBezTo>
                    <a:cubicBezTo>
                      <a:pt x="80963" y="100965"/>
                      <a:pt x="87630" y="98108"/>
                      <a:pt x="95250" y="98108"/>
                    </a:cubicBezTo>
                    <a:cubicBezTo>
                      <a:pt x="100013" y="98108"/>
                      <a:pt x="103822" y="99060"/>
                      <a:pt x="107633" y="101918"/>
                    </a:cubicBezTo>
                    <a:cubicBezTo>
                      <a:pt x="111442" y="103823"/>
                      <a:pt x="115253" y="107633"/>
                      <a:pt x="118110" y="112395"/>
                    </a:cubicBezTo>
                    <a:cubicBezTo>
                      <a:pt x="110490" y="128588"/>
                      <a:pt x="105728" y="139065"/>
                      <a:pt x="104775" y="143828"/>
                    </a:cubicBezTo>
                    <a:lnTo>
                      <a:pt x="136208" y="157163"/>
                    </a:lnTo>
                    <a:cubicBezTo>
                      <a:pt x="140017" y="140018"/>
                      <a:pt x="146685" y="124778"/>
                      <a:pt x="155258" y="113348"/>
                    </a:cubicBezTo>
                    <a:cubicBezTo>
                      <a:pt x="163830" y="101918"/>
                      <a:pt x="173355" y="96203"/>
                      <a:pt x="182880" y="96203"/>
                    </a:cubicBezTo>
                    <a:cubicBezTo>
                      <a:pt x="188595" y="96203"/>
                      <a:pt x="193358" y="98108"/>
                      <a:pt x="197167" y="100965"/>
                    </a:cubicBezTo>
                    <a:cubicBezTo>
                      <a:pt x="200978" y="103823"/>
                      <a:pt x="202883" y="107633"/>
                      <a:pt x="202883" y="111443"/>
                    </a:cubicBezTo>
                    <a:cubicBezTo>
                      <a:pt x="203835" y="120015"/>
                      <a:pt x="199072" y="129540"/>
                      <a:pt x="190500" y="140018"/>
                    </a:cubicBezTo>
                    <a:cubicBezTo>
                      <a:pt x="181928" y="151448"/>
                      <a:pt x="170497" y="161925"/>
                      <a:pt x="156210" y="171450"/>
                    </a:cubicBezTo>
                    <a:lnTo>
                      <a:pt x="185738" y="199073"/>
                    </a:lnTo>
                    <a:cubicBezTo>
                      <a:pt x="198120" y="185738"/>
                      <a:pt x="207645" y="172403"/>
                      <a:pt x="214313" y="160020"/>
                    </a:cubicBezTo>
                    <a:cubicBezTo>
                      <a:pt x="220980" y="147638"/>
                      <a:pt x="224790" y="135255"/>
                      <a:pt x="224790" y="124778"/>
                    </a:cubicBezTo>
                    <a:cubicBezTo>
                      <a:pt x="224790" y="112395"/>
                      <a:pt x="221933" y="101918"/>
                      <a:pt x="216217" y="92393"/>
                    </a:cubicBezTo>
                    <a:cubicBezTo>
                      <a:pt x="211455" y="82868"/>
                      <a:pt x="203835" y="77153"/>
                      <a:pt x="195263" y="73343"/>
                    </a:cubicBezTo>
                    <a:lnTo>
                      <a:pt x="195263" y="45720"/>
                    </a:lnTo>
                    <a:lnTo>
                      <a:pt x="243840" y="45720"/>
                    </a:lnTo>
                    <a:cubicBezTo>
                      <a:pt x="245745" y="55245"/>
                      <a:pt x="250508" y="62865"/>
                      <a:pt x="259080" y="70485"/>
                    </a:cubicBezTo>
                    <a:cubicBezTo>
                      <a:pt x="270510" y="80963"/>
                      <a:pt x="283845" y="87630"/>
                      <a:pt x="300038" y="90488"/>
                    </a:cubicBezTo>
                    <a:lnTo>
                      <a:pt x="300038" y="111443"/>
                    </a:lnTo>
                    <a:lnTo>
                      <a:pt x="288608" y="111443"/>
                    </a:lnTo>
                    <a:cubicBezTo>
                      <a:pt x="284797" y="111443"/>
                      <a:pt x="281940" y="112395"/>
                      <a:pt x="279083" y="114300"/>
                    </a:cubicBezTo>
                    <a:cubicBezTo>
                      <a:pt x="276225" y="116205"/>
                      <a:pt x="275272" y="119063"/>
                      <a:pt x="275272" y="122873"/>
                    </a:cubicBezTo>
                    <a:cubicBezTo>
                      <a:pt x="275272" y="130493"/>
                      <a:pt x="281940" y="140018"/>
                      <a:pt x="294322" y="152400"/>
                    </a:cubicBezTo>
                    <a:cubicBezTo>
                      <a:pt x="306705" y="163830"/>
                      <a:pt x="316230" y="169545"/>
                      <a:pt x="323850" y="169545"/>
                    </a:cubicBezTo>
                    <a:cubicBezTo>
                      <a:pt x="327660" y="169545"/>
                      <a:pt x="330517" y="167640"/>
                      <a:pt x="332422" y="164783"/>
                    </a:cubicBezTo>
                    <a:cubicBezTo>
                      <a:pt x="334328" y="161925"/>
                      <a:pt x="335280" y="158115"/>
                      <a:pt x="335280" y="154305"/>
                    </a:cubicBezTo>
                    <a:lnTo>
                      <a:pt x="335280" y="142875"/>
                    </a:lnTo>
                    <a:lnTo>
                      <a:pt x="389572" y="142875"/>
                    </a:lnTo>
                    <a:lnTo>
                      <a:pt x="389572" y="189548"/>
                    </a:lnTo>
                    <a:lnTo>
                      <a:pt x="424815" y="208598"/>
                    </a:lnTo>
                    <a:lnTo>
                      <a:pt x="424815" y="44768"/>
                    </a:lnTo>
                    <a:lnTo>
                      <a:pt x="452438" y="44768"/>
                    </a:lnTo>
                    <a:lnTo>
                      <a:pt x="460058" y="44768"/>
                    </a:lnTo>
                    <a:lnTo>
                      <a:pt x="566738" y="44768"/>
                    </a:lnTo>
                    <a:lnTo>
                      <a:pt x="566738" y="72390"/>
                    </a:lnTo>
                    <a:lnTo>
                      <a:pt x="514350" y="72390"/>
                    </a:lnTo>
                    <a:cubicBezTo>
                      <a:pt x="501967" y="72390"/>
                      <a:pt x="491490" y="76200"/>
                      <a:pt x="481965" y="83820"/>
                    </a:cubicBezTo>
                    <a:cubicBezTo>
                      <a:pt x="473392" y="91440"/>
                      <a:pt x="469583" y="100965"/>
                      <a:pt x="469583" y="111443"/>
                    </a:cubicBezTo>
                    <a:cubicBezTo>
                      <a:pt x="469583" y="126683"/>
                      <a:pt x="473392" y="142875"/>
                      <a:pt x="481965" y="159068"/>
                    </a:cubicBezTo>
                    <a:cubicBezTo>
                      <a:pt x="489585" y="175260"/>
                      <a:pt x="501967" y="192405"/>
                      <a:pt x="518160" y="208598"/>
                    </a:cubicBezTo>
                    <a:lnTo>
                      <a:pt x="529590" y="200978"/>
                    </a:lnTo>
                    <a:cubicBezTo>
                      <a:pt x="519113" y="191453"/>
                      <a:pt x="511492" y="180975"/>
                      <a:pt x="505778" y="169545"/>
                    </a:cubicBezTo>
                    <a:cubicBezTo>
                      <a:pt x="501015" y="158115"/>
                      <a:pt x="498158" y="146685"/>
                      <a:pt x="498158" y="135255"/>
                    </a:cubicBezTo>
                    <a:cubicBezTo>
                      <a:pt x="498158" y="126683"/>
                      <a:pt x="501015" y="119063"/>
                      <a:pt x="507683" y="113348"/>
                    </a:cubicBezTo>
                    <a:cubicBezTo>
                      <a:pt x="513397" y="106680"/>
                      <a:pt x="521017" y="103823"/>
                      <a:pt x="529590" y="103823"/>
                    </a:cubicBezTo>
                    <a:lnTo>
                      <a:pt x="564833" y="103823"/>
                    </a:lnTo>
                    <a:lnTo>
                      <a:pt x="564833" y="185738"/>
                    </a:lnTo>
                    <a:lnTo>
                      <a:pt x="600075" y="209550"/>
                    </a:lnTo>
                    <a:lnTo>
                      <a:pt x="600075" y="45720"/>
                    </a:lnTo>
                    <a:lnTo>
                      <a:pt x="635318" y="45720"/>
                    </a:lnTo>
                    <a:lnTo>
                      <a:pt x="618172" y="14288"/>
                    </a:lnTo>
                    <a:lnTo>
                      <a:pt x="577215" y="14288"/>
                    </a:lnTo>
                    <a:close/>
                    <a:moveTo>
                      <a:pt x="299085" y="75248"/>
                    </a:moveTo>
                    <a:cubicBezTo>
                      <a:pt x="292417" y="73343"/>
                      <a:pt x="287655" y="69533"/>
                      <a:pt x="283845" y="63818"/>
                    </a:cubicBezTo>
                    <a:cubicBezTo>
                      <a:pt x="280035" y="58103"/>
                      <a:pt x="278130" y="51435"/>
                      <a:pt x="278130" y="42863"/>
                    </a:cubicBezTo>
                    <a:cubicBezTo>
                      <a:pt x="278130" y="37148"/>
                      <a:pt x="280035" y="31433"/>
                      <a:pt x="281940" y="27623"/>
                    </a:cubicBezTo>
                    <a:cubicBezTo>
                      <a:pt x="284797" y="23813"/>
                      <a:pt x="287655" y="20955"/>
                      <a:pt x="291465" y="20955"/>
                    </a:cubicBezTo>
                    <a:cubicBezTo>
                      <a:pt x="294322" y="20955"/>
                      <a:pt x="296228" y="22860"/>
                      <a:pt x="297180" y="25718"/>
                    </a:cubicBezTo>
                    <a:cubicBezTo>
                      <a:pt x="299085" y="28575"/>
                      <a:pt x="299085" y="32385"/>
                      <a:pt x="299085" y="36195"/>
                    </a:cubicBezTo>
                    <a:lnTo>
                      <a:pt x="299085" y="75248"/>
                    </a:ln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  <a:defRPr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</a:endParaRPr>
              </a:p>
            </p:txBody>
          </p:sp>
          <p:sp>
            <p:nvSpPr>
              <p:cNvPr id="711" name="Google Shape;711;p7"/>
              <p:cNvSpPr/>
              <p:nvPr/>
            </p:nvSpPr>
            <p:spPr bwMode="auto">
              <a:xfrm>
                <a:off x="6413182" y="4612005"/>
                <a:ext cx="104075" cy="94352"/>
              </a:xfrm>
              <a:custGeom>
                <a:avLst/>
                <a:gdLst/>
                <a:ahLst/>
                <a:cxnLst/>
                <a:rect l="l" t="t" r="r" b="b"/>
                <a:pathLst>
                  <a:path w="104075" h="94352" fill="norm" stroke="1" extrusionOk="0">
                    <a:moveTo>
                      <a:pt x="89535" y="60007"/>
                    </a:moveTo>
                    <a:cubicBezTo>
                      <a:pt x="81915" y="47625"/>
                      <a:pt x="76200" y="40005"/>
                      <a:pt x="72390" y="36195"/>
                    </a:cubicBezTo>
                    <a:cubicBezTo>
                      <a:pt x="64770" y="25717"/>
                      <a:pt x="55245" y="16192"/>
                      <a:pt x="44767" y="9525"/>
                    </a:cubicBezTo>
                    <a:cubicBezTo>
                      <a:pt x="34290" y="2857"/>
                      <a:pt x="23813" y="0"/>
                      <a:pt x="14288" y="0"/>
                    </a:cubicBezTo>
                    <a:cubicBezTo>
                      <a:pt x="8572" y="952"/>
                      <a:pt x="3810" y="1905"/>
                      <a:pt x="0" y="2857"/>
                    </a:cubicBezTo>
                    <a:lnTo>
                      <a:pt x="15240" y="36195"/>
                    </a:lnTo>
                    <a:cubicBezTo>
                      <a:pt x="20002" y="34290"/>
                      <a:pt x="25717" y="33338"/>
                      <a:pt x="31433" y="33338"/>
                    </a:cubicBezTo>
                    <a:cubicBezTo>
                      <a:pt x="37147" y="33338"/>
                      <a:pt x="42863" y="34290"/>
                      <a:pt x="47625" y="37147"/>
                    </a:cubicBezTo>
                    <a:cubicBezTo>
                      <a:pt x="52388" y="39052"/>
                      <a:pt x="57150" y="41910"/>
                      <a:pt x="60008" y="45720"/>
                    </a:cubicBezTo>
                    <a:lnTo>
                      <a:pt x="97155" y="94297"/>
                    </a:lnTo>
                    <a:cubicBezTo>
                      <a:pt x="108585" y="95250"/>
                      <a:pt x="105727" y="83820"/>
                      <a:pt x="89535" y="60007"/>
                    </a:cubicBez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  <a:defRPr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</a:endParaRPr>
              </a:p>
            </p:txBody>
          </p:sp>
          <p:sp>
            <p:nvSpPr>
              <p:cNvPr id="712" name="Google Shape;712;p7"/>
              <p:cNvSpPr/>
              <p:nvPr/>
            </p:nvSpPr>
            <p:spPr bwMode="auto">
              <a:xfrm>
                <a:off x="6671309" y="4707255"/>
                <a:ext cx="676275" cy="234314"/>
              </a:xfrm>
              <a:custGeom>
                <a:avLst/>
                <a:gdLst/>
                <a:ahLst/>
                <a:cxnLst/>
                <a:rect l="l" t="t" r="r" b="b"/>
                <a:pathLst>
                  <a:path w="676275" h="234314" fill="norm" stroke="1" extrusionOk="0">
                    <a:moveTo>
                      <a:pt x="605790" y="171450"/>
                    </a:moveTo>
                    <a:lnTo>
                      <a:pt x="641033" y="195263"/>
                    </a:lnTo>
                    <a:lnTo>
                      <a:pt x="641033" y="31432"/>
                    </a:lnTo>
                    <a:lnTo>
                      <a:pt x="676275" y="31432"/>
                    </a:lnTo>
                    <a:lnTo>
                      <a:pt x="659130" y="0"/>
                    </a:lnTo>
                    <a:lnTo>
                      <a:pt x="467678" y="0"/>
                    </a:lnTo>
                    <a:lnTo>
                      <a:pt x="460058" y="0"/>
                    </a:lnTo>
                    <a:lnTo>
                      <a:pt x="299085" y="0"/>
                    </a:lnTo>
                    <a:lnTo>
                      <a:pt x="291465" y="0"/>
                    </a:lnTo>
                    <a:lnTo>
                      <a:pt x="203835" y="0"/>
                    </a:lnTo>
                    <a:lnTo>
                      <a:pt x="196215" y="0"/>
                    </a:lnTo>
                    <a:lnTo>
                      <a:pt x="0" y="0"/>
                    </a:lnTo>
                    <a:lnTo>
                      <a:pt x="17145" y="31432"/>
                    </a:lnTo>
                    <a:lnTo>
                      <a:pt x="151448" y="31432"/>
                    </a:lnTo>
                    <a:lnTo>
                      <a:pt x="151448" y="59055"/>
                    </a:lnTo>
                    <a:lnTo>
                      <a:pt x="43815" y="59055"/>
                    </a:lnTo>
                    <a:lnTo>
                      <a:pt x="38100" y="70485"/>
                    </a:lnTo>
                    <a:cubicBezTo>
                      <a:pt x="54293" y="75247"/>
                      <a:pt x="67628" y="82867"/>
                      <a:pt x="78105" y="92392"/>
                    </a:cubicBezTo>
                    <a:cubicBezTo>
                      <a:pt x="87630" y="102870"/>
                      <a:pt x="93345" y="113347"/>
                      <a:pt x="93345" y="124777"/>
                    </a:cubicBezTo>
                    <a:cubicBezTo>
                      <a:pt x="93345" y="129540"/>
                      <a:pt x="91440" y="134302"/>
                      <a:pt x="86678" y="138113"/>
                    </a:cubicBezTo>
                    <a:cubicBezTo>
                      <a:pt x="80963" y="142875"/>
                      <a:pt x="75248" y="144780"/>
                      <a:pt x="68580" y="146685"/>
                    </a:cubicBezTo>
                    <a:cubicBezTo>
                      <a:pt x="66675" y="142875"/>
                      <a:pt x="63818" y="140017"/>
                      <a:pt x="60008" y="137160"/>
                    </a:cubicBezTo>
                    <a:cubicBezTo>
                      <a:pt x="56198" y="134302"/>
                      <a:pt x="52388" y="133350"/>
                      <a:pt x="49530" y="133350"/>
                    </a:cubicBezTo>
                    <a:cubicBezTo>
                      <a:pt x="44768" y="133350"/>
                      <a:pt x="40005" y="135255"/>
                      <a:pt x="37148" y="139065"/>
                    </a:cubicBezTo>
                    <a:cubicBezTo>
                      <a:pt x="33338" y="142875"/>
                      <a:pt x="32385" y="147638"/>
                      <a:pt x="32385" y="153352"/>
                    </a:cubicBezTo>
                    <a:cubicBezTo>
                      <a:pt x="32385" y="160972"/>
                      <a:pt x="36195" y="168592"/>
                      <a:pt x="44768" y="173355"/>
                    </a:cubicBezTo>
                    <a:cubicBezTo>
                      <a:pt x="52388" y="179070"/>
                      <a:pt x="62865" y="181927"/>
                      <a:pt x="73343" y="181927"/>
                    </a:cubicBezTo>
                    <a:lnTo>
                      <a:pt x="97155" y="234315"/>
                    </a:lnTo>
                    <a:lnTo>
                      <a:pt x="114300" y="224790"/>
                    </a:lnTo>
                    <a:lnTo>
                      <a:pt x="82868" y="180022"/>
                    </a:lnTo>
                    <a:cubicBezTo>
                      <a:pt x="93345" y="178117"/>
                      <a:pt x="102870" y="173355"/>
                      <a:pt x="110490" y="166688"/>
                    </a:cubicBezTo>
                    <a:cubicBezTo>
                      <a:pt x="118110" y="160020"/>
                      <a:pt x="120968" y="152400"/>
                      <a:pt x="120968" y="142875"/>
                    </a:cubicBezTo>
                    <a:cubicBezTo>
                      <a:pt x="120968" y="133350"/>
                      <a:pt x="118110" y="123825"/>
                      <a:pt x="112395" y="114300"/>
                    </a:cubicBezTo>
                    <a:cubicBezTo>
                      <a:pt x="107633" y="104775"/>
                      <a:pt x="100013" y="97155"/>
                      <a:pt x="89535" y="90488"/>
                    </a:cubicBezTo>
                    <a:lnTo>
                      <a:pt x="151448" y="90488"/>
                    </a:lnTo>
                    <a:lnTo>
                      <a:pt x="151448" y="176213"/>
                    </a:lnTo>
                    <a:lnTo>
                      <a:pt x="186690" y="195263"/>
                    </a:lnTo>
                    <a:lnTo>
                      <a:pt x="186690" y="31432"/>
                    </a:lnTo>
                    <a:lnTo>
                      <a:pt x="214313" y="31432"/>
                    </a:lnTo>
                    <a:lnTo>
                      <a:pt x="221933" y="31432"/>
                    </a:lnTo>
                    <a:lnTo>
                      <a:pt x="246698" y="31432"/>
                    </a:lnTo>
                    <a:lnTo>
                      <a:pt x="246698" y="171450"/>
                    </a:lnTo>
                    <a:lnTo>
                      <a:pt x="281940" y="195263"/>
                    </a:lnTo>
                    <a:lnTo>
                      <a:pt x="281940" y="31432"/>
                    </a:lnTo>
                    <a:lnTo>
                      <a:pt x="309563" y="31432"/>
                    </a:lnTo>
                    <a:lnTo>
                      <a:pt x="317183" y="31432"/>
                    </a:lnTo>
                    <a:lnTo>
                      <a:pt x="415290" y="31432"/>
                    </a:lnTo>
                    <a:lnTo>
                      <a:pt x="415290" y="81915"/>
                    </a:lnTo>
                    <a:lnTo>
                      <a:pt x="337185" y="81915"/>
                    </a:lnTo>
                    <a:cubicBezTo>
                      <a:pt x="332423" y="81915"/>
                      <a:pt x="329565" y="83820"/>
                      <a:pt x="326708" y="86677"/>
                    </a:cubicBezTo>
                    <a:cubicBezTo>
                      <a:pt x="323850" y="89535"/>
                      <a:pt x="321945" y="93345"/>
                      <a:pt x="321945" y="97155"/>
                    </a:cubicBezTo>
                    <a:cubicBezTo>
                      <a:pt x="321945" y="106680"/>
                      <a:pt x="325755" y="117157"/>
                      <a:pt x="334328" y="127635"/>
                    </a:cubicBezTo>
                    <a:cubicBezTo>
                      <a:pt x="342900" y="138113"/>
                      <a:pt x="350520" y="143827"/>
                      <a:pt x="357188" y="143827"/>
                    </a:cubicBezTo>
                    <a:cubicBezTo>
                      <a:pt x="359093" y="143827"/>
                      <a:pt x="360998" y="142875"/>
                      <a:pt x="361950" y="141922"/>
                    </a:cubicBezTo>
                    <a:cubicBezTo>
                      <a:pt x="363855" y="140970"/>
                      <a:pt x="364808" y="139065"/>
                      <a:pt x="364808" y="136207"/>
                    </a:cubicBezTo>
                    <a:lnTo>
                      <a:pt x="364808" y="122872"/>
                    </a:lnTo>
                    <a:cubicBezTo>
                      <a:pt x="364808" y="120015"/>
                      <a:pt x="365760" y="118110"/>
                      <a:pt x="367665" y="116205"/>
                    </a:cubicBezTo>
                    <a:cubicBezTo>
                      <a:pt x="368618" y="114300"/>
                      <a:pt x="370523" y="113347"/>
                      <a:pt x="372428" y="113347"/>
                    </a:cubicBezTo>
                    <a:lnTo>
                      <a:pt x="415290" y="113347"/>
                    </a:lnTo>
                    <a:lnTo>
                      <a:pt x="415290" y="175260"/>
                    </a:lnTo>
                    <a:lnTo>
                      <a:pt x="450533" y="194310"/>
                    </a:lnTo>
                    <a:lnTo>
                      <a:pt x="450533" y="30480"/>
                    </a:lnTo>
                    <a:lnTo>
                      <a:pt x="478155" y="30480"/>
                    </a:lnTo>
                    <a:lnTo>
                      <a:pt x="485775" y="30480"/>
                    </a:lnTo>
                    <a:lnTo>
                      <a:pt x="513397" y="30480"/>
                    </a:lnTo>
                    <a:lnTo>
                      <a:pt x="513397" y="96202"/>
                    </a:lnTo>
                    <a:lnTo>
                      <a:pt x="501968" y="96202"/>
                    </a:lnTo>
                    <a:cubicBezTo>
                      <a:pt x="499110" y="96202"/>
                      <a:pt x="497205" y="97155"/>
                      <a:pt x="495300" y="99060"/>
                    </a:cubicBezTo>
                    <a:cubicBezTo>
                      <a:pt x="493395" y="100965"/>
                      <a:pt x="492443" y="102870"/>
                      <a:pt x="492443" y="105727"/>
                    </a:cubicBezTo>
                    <a:cubicBezTo>
                      <a:pt x="492443" y="111442"/>
                      <a:pt x="499110" y="120967"/>
                      <a:pt x="512445" y="134302"/>
                    </a:cubicBezTo>
                    <a:cubicBezTo>
                      <a:pt x="525780" y="147638"/>
                      <a:pt x="535305" y="154305"/>
                      <a:pt x="541020" y="154305"/>
                    </a:cubicBezTo>
                    <a:cubicBezTo>
                      <a:pt x="542925" y="154305"/>
                      <a:pt x="544830" y="153352"/>
                      <a:pt x="545783" y="151447"/>
                    </a:cubicBezTo>
                    <a:cubicBezTo>
                      <a:pt x="547688" y="148590"/>
                      <a:pt x="548640" y="145732"/>
                      <a:pt x="548640" y="142875"/>
                    </a:cubicBezTo>
                    <a:lnTo>
                      <a:pt x="548640" y="127635"/>
                    </a:lnTo>
                    <a:lnTo>
                      <a:pt x="606743" y="127635"/>
                    </a:lnTo>
                    <a:lnTo>
                      <a:pt x="606743" y="171450"/>
                    </a:lnTo>
                    <a:close/>
                    <a:moveTo>
                      <a:pt x="547688" y="97155"/>
                    </a:moveTo>
                    <a:lnTo>
                      <a:pt x="547688" y="31432"/>
                    </a:lnTo>
                    <a:lnTo>
                      <a:pt x="605790" y="31432"/>
                    </a:lnTo>
                    <a:lnTo>
                      <a:pt x="605790" y="97155"/>
                    </a:lnTo>
                    <a:lnTo>
                      <a:pt x="547688" y="97155"/>
                    </a:ln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  <a:defRPr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</a:endParaRPr>
              </a:p>
            </p:txBody>
          </p:sp>
          <p:sp>
            <p:nvSpPr>
              <p:cNvPr id="713" name="Google Shape;713;p7"/>
              <p:cNvSpPr/>
              <p:nvPr/>
            </p:nvSpPr>
            <p:spPr bwMode="auto">
              <a:xfrm>
                <a:off x="7259002" y="4910136"/>
                <a:ext cx="119062" cy="87630"/>
              </a:xfrm>
              <a:custGeom>
                <a:avLst/>
                <a:gdLst/>
                <a:ahLst/>
                <a:cxnLst/>
                <a:rect l="l" t="t" r="r" b="b"/>
                <a:pathLst>
                  <a:path w="119062" h="87630" fill="norm" stroke="1" extrusionOk="0">
                    <a:moveTo>
                      <a:pt x="54292" y="13335"/>
                    </a:moveTo>
                    <a:cubicBezTo>
                      <a:pt x="42863" y="3810"/>
                      <a:pt x="34290" y="0"/>
                      <a:pt x="27622" y="0"/>
                    </a:cubicBezTo>
                    <a:cubicBezTo>
                      <a:pt x="21907" y="0"/>
                      <a:pt x="17145" y="953"/>
                      <a:pt x="12382" y="1905"/>
                    </a:cubicBezTo>
                    <a:cubicBezTo>
                      <a:pt x="8572" y="2857"/>
                      <a:pt x="4763" y="5715"/>
                      <a:pt x="0" y="9525"/>
                    </a:cubicBezTo>
                    <a:lnTo>
                      <a:pt x="13335" y="30480"/>
                    </a:lnTo>
                    <a:cubicBezTo>
                      <a:pt x="17145" y="27622"/>
                      <a:pt x="20003" y="25718"/>
                      <a:pt x="22860" y="24765"/>
                    </a:cubicBezTo>
                    <a:cubicBezTo>
                      <a:pt x="26670" y="22860"/>
                      <a:pt x="29528" y="22860"/>
                      <a:pt x="33338" y="22860"/>
                    </a:cubicBezTo>
                    <a:cubicBezTo>
                      <a:pt x="41910" y="22860"/>
                      <a:pt x="60007" y="37147"/>
                      <a:pt x="86678" y="65722"/>
                    </a:cubicBezTo>
                    <a:lnTo>
                      <a:pt x="107632" y="87630"/>
                    </a:lnTo>
                    <a:lnTo>
                      <a:pt x="119063" y="78105"/>
                    </a:lnTo>
                    <a:cubicBezTo>
                      <a:pt x="103822" y="60007"/>
                      <a:pt x="81915" y="39053"/>
                      <a:pt x="54292" y="13335"/>
                    </a:cubicBez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  <a:defRPr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</a:endParaRPr>
              </a:p>
            </p:txBody>
          </p:sp>
        </p:grpSp>
        <p:sp>
          <p:nvSpPr>
            <p:cNvPr id="714" name="Google Shape;714;p7"/>
            <p:cNvSpPr/>
            <p:nvPr/>
          </p:nvSpPr>
          <p:spPr bwMode="auto">
            <a:xfrm>
              <a:off x="5888981" y="2284095"/>
              <a:ext cx="406654" cy="721042"/>
            </a:xfrm>
            <a:custGeom>
              <a:avLst/>
              <a:gdLst/>
              <a:ahLst/>
              <a:cxnLst/>
              <a:rect l="l" t="t" r="r" b="b"/>
              <a:pathLst>
                <a:path w="406654" h="721042" fill="norm" stroke="1" extrusionOk="0">
                  <a:moveTo>
                    <a:pt x="75573" y="576263"/>
                  </a:moveTo>
                  <a:cubicBezTo>
                    <a:pt x="75573" y="576263"/>
                    <a:pt x="75573" y="576263"/>
                    <a:pt x="75573" y="576263"/>
                  </a:cubicBezTo>
                  <a:cubicBezTo>
                    <a:pt x="67953" y="591503"/>
                    <a:pt x="69858" y="604838"/>
                    <a:pt x="74620" y="612458"/>
                  </a:cubicBezTo>
                  <a:cubicBezTo>
                    <a:pt x="80335" y="623888"/>
                    <a:pt x="91765" y="632460"/>
                    <a:pt x="108910" y="640080"/>
                  </a:cubicBezTo>
                  <a:cubicBezTo>
                    <a:pt x="108910" y="640080"/>
                    <a:pt x="108910" y="641033"/>
                    <a:pt x="108910" y="641033"/>
                  </a:cubicBezTo>
                  <a:cubicBezTo>
                    <a:pt x="108910" y="661035"/>
                    <a:pt x="127960" y="677228"/>
                    <a:pt x="160345" y="684848"/>
                  </a:cubicBezTo>
                  <a:cubicBezTo>
                    <a:pt x="162250" y="700088"/>
                    <a:pt x="177490" y="721043"/>
                    <a:pt x="210828" y="721043"/>
                  </a:cubicBezTo>
                  <a:cubicBezTo>
                    <a:pt x="214638" y="721043"/>
                    <a:pt x="219400" y="721043"/>
                    <a:pt x="226068" y="719138"/>
                  </a:cubicBezTo>
                  <a:cubicBezTo>
                    <a:pt x="244165" y="713423"/>
                    <a:pt x="256548" y="700088"/>
                    <a:pt x="257500" y="684848"/>
                  </a:cubicBezTo>
                  <a:cubicBezTo>
                    <a:pt x="289885" y="676275"/>
                    <a:pt x="308935" y="661035"/>
                    <a:pt x="308935" y="641033"/>
                  </a:cubicBezTo>
                  <a:cubicBezTo>
                    <a:pt x="308935" y="639128"/>
                    <a:pt x="308935" y="637223"/>
                    <a:pt x="307983" y="635318"/>
                  </a:cubicBezTo>
                  <a:cubicBezTo>
                    <a:pt x="329890" y="621983"/>
                    <a:pt x="342273" y="605790"/>
                    <a:pt x="342273" y="589598"/>
                  </a:cubicBezTo>
                  <a:cubicBezTo>
                    <a:pt x="342273" y="584835"/>
                    <a:pt x="340368" y="580073"/>
                    <a:pt x="338463" y="576263"/>
                  </a:cubicBezTo>
                  <a:cubicBezTo>
                    <a:pt x="371800" y="542925"/>
                    <a:pt x="389898" y="510540"/>
                    <a:pt x="399423" y="480060"/>
                  </a:cubicBezTo>
                  <a:lnTo>
                    <a:pt x="399423" y="480060"/>
                  </a:lnTo>
                  <a:cubicBezTo>
                    <a:pt x="400375" y="478155"/>
                    <a:pt x="400375" y="476250"/>
                    <a:pt x="401328" y="474345"/>
                  </a:cubicBezTo>
                  <a:cubicBezTo>
                    <a:pt x="404185" y="462915"/>
                    <a:pt x="406090" y="448628"/>
                    <a:pt x="406090" y="446722"/>
                  </a:cubicBezTo>
                  <a:cubicBezTo>
                    <a:pt x="407995" y="421005"/>
                    <a:pt x="405138" y="395288"/>
                    <a:pt x="396565" y="370522"/>
                  </a:cubicBezTo>
                  <a:lnTo>
                    <a:pt x="387993" y="350520"/>
                  </a:lnTo>
                  <a:cubicBezTo>
                    <a:pt x="380373" y="336233"/>
                    <a:pt x="370848" y="322897"/>
                    <a:pt x="360370" y="312420"/>
                  </a:cubicBezTo>
                  <a:cubicBezTo>
                    <a:pt x="357513" y="309563"/>
                    <a:pt x="354655" y="306705"/>
                    <a:pt x="351798" y="304800"/>
                  </a:cubicBezTo>
                  <a:lnTo>
                    <a:pt x="351798" y="304800"/>
                  </a:lnTo>
                  <a:lnTo>
                    <a:pt x="340368" y="294322"/>
                  </a:lnTo>
                  <a:cubicBezTo>
                    <a:pt x="337510" y="291465"/>
                    <a:pt x="334653" y="288608"/>
                    <a:pt x="331795" y="286703"/>
                  </a:cubicBezTo>
                  <a:cubicBezTo>
                    <a:pt x="292743" y="251460"/>
                    <a:pt x="264168" y="224790"/>
                    <a:pt x="272740" y="163830"/>
                  </a:cubicBezTo>
                  <a:cubicBezTo>
                    <a:pt x="283218" y="106680"/>
                    <a:pt x="265120" y="47625"/>
                    <a:pt x="241308" y="32385"/>
                  </a:cubicBezTo>
                  <a:cubicBezTo>
                    <a:pt x="239403" y="31432"/>
                    <a:pt x="238450" y="30480"/>
                    <a:pt x="236545" y="30480"/>
                  </a:cubicBezTo>
                  <a:cubicBezTo>
                    <a:pt x="235593" y="21907"/>
                    <a:pt x="234640" y="16193"/>
                    <a:pt x="233688" y="16193"/>
                  </a:cubicBezTo>
                  <a:cubicBezTo>
                    <a:pt x="227020" y="4763"/>
                    <a:pt x="217495" y="953"/>
                    <a:pt x="210828" y="0"/>
                  </a:cubicBezTo>
                  <a:cubicBezTo>
                    <a:pt x="208923" y="0"/>
                    <a:pt x="207970" y="0"/>
                    <a:pt x="206065" y="0"/>
                  </a:cubicBezTo>
                  <a:cubicBezTo>
                    <a:pt x="194635" y="0"/>
                    <a:pt x="174633" y="4763"/>
                    <a:pt x="166060" y="37148"/>
                  </a:cubicBezTo>
                  <a:cubicBezTo>
                    <a:pt x="160345" y="58103"/>
                    <a:pt x="161298" y="87630"/>
                    <a:pt x="161298" y="115253"/>
                  </a:cubicBezTo>
                  <a:cubicBezTo>
                    <a:pt x="161298" y="120968"/>
                    <a:pt x="161298" y="126682"/>
                    <a:pt x="161298" y="130493"/>
                  </a:cubicBezTo>
                  <a:cubicBezTo>
                    <a:pt x="159393" y="178118"/>
                    <a:pt x="114625" y="237172"/>
                    <a:pt x="81288" y="277178"/>
                  </a:cubicBezTo>
                  <a:cubicBezTo>
                    <a:pt x="81288" y="277178"/>
                    <a:pt x="55570" y="304800"/>
                    <a:pt x="33663" y="343853"/>
                  </a:cubicBezTo>
                  <a:cubicBezTo>
                    <a:pt x="14613" y="374333"/>
                    <a:pt x="-50157" y="493395"/>
                    <a:pt x="75573" y="576263"/>
                  </a:cubicBezTo>
                  <a:close/>
                  <a:moveTo>
                    <a:pt x="210828" y="696278"/>
                  </a:moveTo>
                  <a:cubicBezTo>
                    <a:pt x="197493" y="696278"/>
                    <a:pt x="186063" y="688658"/>
                    <a:pt x="186063" y="681038"/>
                  </a:cubicBezTo>
                  <a:cubicBezTo>
                    <a:pt x="186063" y="680085"/>
                    <a:pt x="186063" y="678180"/>
                    <a:pt x="187015" y="677228"/>
                  </a:cubicBezTo>
                  <a:cubicBezTo>
                    <a:pt x="190825" y="677228"/>
                    <a:pt x="194635" y="678180"/>
                    <a:pt x="198445" y="678180"/>
                  </a:cubicBezTo>
                  <a:cubicBezTo>
                    <a:pt x="202255" y="678180"/>
                    <a:pt x="206065" y="678180"/>
                    <a:pt x="210828" y="678180"/>
                  </a:cubicBezTo>
                  <a:cubicBezTo>
                    <a:pt x="218448" y="678180"/>
                    <a:pt x="227020" y="678180"/>
                    <a:pt x="233688" y="677228"/>
                  </a:cubicBezTo>
                  <a:cubicBezTo>
                    <a:pt x="234640" y="678180"/>
                    <a:pt x="234640" y="680085"/>
                    <a:pt x="234640" y="681038"/>
                  </a:cubicBezTo>
                  <a:cubicBezTo>
                    <a:pt x="235593" y="688658"/>
                    <a:pt x="224163" y="696278"/>
                    <a:pt x="210828" y="696278"/>
                  </a:cubicBezTo>
                  <a:close/>
                  <a:moveTo>
                    <a:pt x="236545" y="662940"/>
                  </a:moveTo>
                  <a:cubicBezTo>
                    <a:pt x="231783" y="663893"/>
                    <a:pt x="226068" y="663893"/>
                    <a:pt x="221305" y="664845"/>
                  </a:cubicBezTo>
                  <a:cubicBezTo>
                    <a:pt x="217495" y="664845"/>
                    <a:pt x="214638" y="664845"/>
                    <a:pt x="210828" y="664845"/>
                  </a:cubicBezTo>
                  <a:cubicBezTo>
                    <a:pt x="202255" y="664845"/>
                    <a:pt x="193683" y="663893"/>
                    <a:pt x="185110" y="662940"/>
                  </a:cubicBezTo>
                  <a:cubicBezTo>
                    <a:pt x="153678" y="659130"/>
                    <a:pt x="135580" y="647700"/>
                    <a:pt x="135580" y="639128"/>
                  </a:cubicBezTo>
                  <a:cubicBezTo>
                    <a:pt x="135580" y="638175"/>
                    <a:pt x="135580" y="638175"/>
                    <a:pt x="135580" y="637223"/>
                  </a:cubicBezTo>
                  <a:cubicBezTo>
                    <a:pt x="159393" y="641985"/>
                    <a:pt x="185110" y="642938"/>
                    <a:pt x="202255" y="642938"/>
                  </a:cubicBezTo>
                  <a:cubicBezTo>
                    <a:pt x="235593" y="642938"/>
                    <a:pt x="267025" y="639128"/>
                    <a:pt x="284170" y="633413"/>
                  </a:cubicBezTo>
                  <a:cubicBezTo>
                    <a:pt x="286075" y="635318"/>
                    <a:pt x="287028" y="637223"/>
                    <a:pt x="287028" y="639128"/>
                  </a:cubicBezTo>
                  <a:cubicBezTo>
                    <a:pt x="287028" y="647700"/>
                    <a:pt x="267978" y="659130"/>
                    <a:pt x="236545" y="662940"/>
                  </a:cubicBezTo>
                  <a:close/>
                  <a:moveTo>
                    <a:pt x="89860" y="304800"/>
                  </a:moveTo>
                  <a:lnTo>
                    <a:pt x="90813" y="302895"/>
                  </a:lnTo>
                  <a:cubicBezTo>
                    <a:pt x="132723" y="253365"/>
                    <a:pt x="181300" y="188595"/>
                    <a:pt x="184158" y="131445"/>
                  </a:cubicBezTo>
                  <a:cubicBezTo>
                    <a:pt x="184158" y="125730"/>
                    <a:pt x="184158" y="120015"/>
                    <a:pt x="184158" y="114300"/>
                  </a:cubicBezTo>
                  <a:cubicBezTo>
                    <a:pt x="184158" y="87630"/>
                    <a:pt x="183205" y="60960"/>
                    <a:pt x="187968" y="42863"/>
                  </a:cubicBezTo>
                  <a:cubicBezTo>
                    <a:pt x="191778" y="26670"/>
                    <a:pt x="198445" y="24765"/>
                    <a:pt x="202255" y="24765"/>
                  </a:cubicBezTo>
                  <a:cubicBezTo>
                    <a:pt x="203208" y="24765"/>
                    <a:pt x="204160" y="24765"/>
                    <a:pt x="204160" y="24765"/>
                  </a:cubicBezTo>
                  <a:cubicBezTo>
                    <a:pt x="207018" y="24765"/>
                    <a:pt x="208923" y="29528"/>
                    <a:pt x="209875" y="37148"/>
                  </a:cubicBezTo>
                  <a:cubicBezTo>
                    <a:pt x="209875" y="41910"/>
                    <a:pt x="209875" y="56198"/>
                    <a:pt x="208923" y="71438"/>
                  </a:cubicBezTo>
                  <a:cubicBezTo>
                    <a:pt x="207018" y="105728"/>
                    <a:pt x="205113" y="151447"/>
                    <a:pt x="209875" y="172403"/>
                  </a:cubicBezTo>
                  <a:cubicBezTo>
                    <a:pt x="215590" y="195263"/>
                    <a:pt x="226068" y="218122"/>
                    <a:pt x="235593" y="240030"/>
                  </a:cubicBezTo>
                  <a:cubicBezTo>
                    <a:pt x="248928" y="268605"/>
                    <a:pt x="261310" y="296228"/>
                    <a:pt x="262263" y="321945"/>
                  </a:cubicBezTo>
                  <a:cubicBezTo>
                    <a:pt x="264168" y="367665"/>
                    <a:pt x="241308" y="371475"/>
                    <a:pt x="225115" y="374333"/>
                  </a:cubicBezTo>
                  <a:cubicBezTo>
                    <a:pt x="217495" y="375285"/>
                    <a:pt x="208923" y="377190"/>
                    <a:pt x="208923" y="385763"/>
                  </a:cubicBezTo>
                  <a:cubicBezTo>
                    <a:pt x="208923" y="389572"/>
                    <a:pt x="211780" y="393383"/>
                    <a:pt x="216543" y="393383"/>
                  </a:cubicBezTo>
                  <a:cubicBezTo>
                    <a:pt x="218448" y="393383"/>
                    <a:pt x="220353" y="392430"/>
                    <a:pt x="224163" y="392430"/>
                  </a:cubicBezTo>
                  <a:cubicBezTo>
                    <a:pt x="228925" y="391478"/>
                    <a:pt x="237498" y="389572"/>
                    <a:pt x="246070" y="389572"/>
                  </a:cubicBezTo>
                  <a:cubicBezTo>
                    <a:pt x="251785" y="389572"/>
                    <a:pt x="256548" y="390525"/>
                    <a:pt x="261310" y="391478"/>
                  </a:cubicBezTo>
                  <a:cubicBezTo>
                    <a:pt x="275598" y="395288"/>
                    <a:pt x="286075" y="405765"/>
                    <a:pt x="290838" y="418147"/>
                  </a:cubicBezTo>
                  <a:cubicBezTo>
                    <a:pt x="294648" y="429578"/>
                    <a:pt x="294648" y="449580"/>
                    <a:pt x="273693" y="477203"/>
                  </a:cubicBezTo>
                  <a:cubicBezTo>
                    <a:pt x="269883" y="482918"/>
                    <a:pt x="259405" y="490538"/>
                    <a:pt x="238450" y="494347"/>
                  </a:cubicBezTo>
                  <a:cubicBezTo>
                    <a:pt x="231783" y="495300"/>
                    <a:pt x="231783" y="499110"/>
                    <a:pt x="231783" y="501968"/>
                  </a:cubicBezTo>
                  <a:cubicBezTo>
                    <a:pt x="231783" y="504825"/>
                    <a:pt x="234640" y="507683"/>
                    <a:pt x="239403" y="507683"/>
                  </a:cubicBezTo>
                  <a:cubicBezTo>
                    <a:pt x="241308" y="507683"/>
                    <a:pt x="243213" y="507683"/>
                    <a:pt x="245118" y="507683"/>
                  </a:cubicBezTo>
                  <a:cubicBezTo>
                    <a:pt x="277503" y="507683"/>
                    <a:pt x="302268" y="514350"/>
                    <a:pt x="313698" y="526733"/>
                  </a:cubicBezTo>
                  <a:cubicBezTo>
                    <a:pt x="319413" y="532448"/>
                    <a:pt x="321318" y="539115"/>
                    <a:pt x="321318" y="546735"/>
                  </a:cubicBezTo>
                  <a:cubicBezTo>
                    <a:pt x="320365" y="561023"/>
                    <a:pt x="301315" y="566738"/>
                    <a:pt x="287980" y="569595"/>
                  </a:cubicBezTo>
                  <a:cubicBezTo>
                    <a:pt x="278455" y="572453"/>
                    <a:pt x="272740" y="573405"/>
                    <a:pt x="272740" y="580073"/>
                  </a:cubicBezTo>
                  <a:lnTo>
                    <a:pt x="272740" y="582930"/>
                  </a:lnTo>
                  <a:lnTo>
                    <a:pt x="277503" y="586740"/>
                  </a:lnTo>
                  <a:lnTo>
                    <a:pt x="280360" y="586740"/>
                  </a:lnTo>
                  <a:cubicBezTo>
                    <a:pt x="282265" y="586740"/>
                    <a:pt x="284170" y="585788"/>
                    <a:pt x="287980" y="584835"/>
                  </a:cubicBezTo>
                  <a:cubicBezTo>
                    <a:pt x="296553" y="581978"/>
                    <a:pt x="304173" y="581025"/>
                    <a:pt x="309888" y="581025"/>
                  </a:cubicBezTo>
                  <a:cubicBezTo>
                    <a:pt x="312745" y="581025"/>
                    <a:pt x="314650" y="581025"/>
                    <a:pt x="315603" y="581978"/>
                  </a:cubicBezTo>
                  <a:cubicBezTo>
                    <a:pt x="320365" y="582930"/>
                    <a:pt x="320365" y="585788"/>
                    <a:pt x="320365" y="586740"/>
                  </a:cubicBezTo>
                  <a:cubicBezTo>
                    <a:pt x="320365" y="594360"/>
                    <a:pt x="308935" y="606743"/>
                    <a:pt x="283218" y="617220"/>
                  </a:cubicBezTo>
                  <a:lnTo>
                    <a:pt x="282265" y="617220"/>
                  </a:lnTo>
                  <a:lnTo>
                    <a:pt x="282265" y="617220"/>
                  </a:lnTo>
                  <a:cubicBezTo>
                    <a:pt x="269883" y="622935"/>
                    <a:pt x="241308" y="625793"/>
                    <a:pt x="210828" y="625793"/>
                  </a:cubicBezTo>
                  <a:cubicBezTo>
                    <a:pt x="163203" y="625793"/>
                    <a:pt x="107958" y="617220"/>
                    <a:pt x="98433" y="597218"/>
                  </a:cubicBezTo>
                  <a:cubicBezTo>
                    <a:pt x="96528" y="592455"/>
                    <a:pt x="96528" y="586740"/>
                    <a:pt x="101290" y="580073"/>
                  </a:cubicBezTo>
                  <a:cubicBezTo>
                    <a:pt x="102243" y="581025"/>
                    <a:pt x="104148" y="582930"/>
                    <a:pt x="106053" y="583883"/>
                  </a:cubicBezTo>
                  <a:cubicBezTo>
                    <a:pt x="137485" y="600075"/>
                    <a:pt x="178443" y="602933"/>
                    <a:pt x="201303" y="602933"/>
                  </a:cubicBezTo>
                  <a:cubicBezTo>
                    <a:pt x="216543" y="602933"/>
                    <a:pt x="227973" y="601980"/>
                    <a:pt x="232735" y="601028"/>
                  </a:cubicBezTo>
                  <a:cubicBezTo>
                    <a:pt x="238450" y="600075"/>
                    <a:pt x="247975" y="598170"/>
                    <a:pt x="247023" y="590550"/>
                  </a:cubicBezTo>
                  <a:cubicBezTo>
                    <a:pt x="247023" y="585788"/>
                    <a:pt x="243213" y="583883"/>
                    <a:pt x="236545" y="583883"/>
                  </a:cubicBezTo>
                  <a:cubicBezTo>
                    <a:pt x="235593" y="583883"/>
                    <a:pt x="234640" y="583883"/>
                    <a:pt x="232735" y="583883"/>
                  </a:cubicBezTo>
                  <a:cubicBezTo>
                    <a:pt x="227973" y="583883"/>
                    <a:pt x="221305" y="584835"/>
                    <a:pt x="212733" y="584835"/>
                  </a:cubicBezTo>
                  <a:cubicBezTo>
                    <a:pt x="183205" y="584835"/>
                    <a:pt x="153678" y="579120"/>
                    <a:pt x="120340" y="566738"/>
                  </a:cubicBezTo>
                  <a:cubicBezTo>
                    <a:pt x="104148" y="561975"/>
                    <a:pt x="71763" y="541973"/>
                    <a:pt x="65095" y="537210"/>
                  </a:cubicBezTo>
                  <a:cubicBezTo>
                    <a:pt x="40330" y="518160"/>
                    <a:pt x="26995" y="484822"/>
                    <a:pt x="26995" y="444818"/>
                  </a:cubicBezTo>
                  <a:cubicBezTo>
                    <a:pt x="24138" y="382905"/>
                    <a:pt x="69858" y="327660"/>
                    <a:pt x="89860" y="304800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715" name="Google Shape;715;p7"/>
            <p:cNvSpPr/>
            <p:nvPr/>
          </p:nvSpPr>
          <p:spPr bwMode="auto">
            <a:xfrm>
              <a:off x="6256974" y="2756533"/>
              <a:ext cx="368616" cy="631507"/>
            </a:xfrm>
            <a:custGeom>
              <a:avLst/>
              <a:gdLst/>
              <a:ahLst/>
              <a:cxnLst/>
              <a:rect l="l" t="t" r="r" b="b"/>
              <a:pathLst>
                <a:path w="368617" h="631507" fill="norm" stroke="1" extrusionOk="0">
                  <a:moveTo>
                    <a:pt x="351473" y="631507"/>
                  </a:moveTo>
                  <a:lnTo>
                    <a:pt x="328613" y="625793"/>
                  </a:lnTo>
                  <a:cubicBezTo>
                    <a:pt x="339090" y="584835"/>
                    <a:pt x="344805" y="542925"/>
                    <a:pt x="344805" y="500062"/>
                  </a:cubicBezTo>
                  <a:cubicBezTo>
                    <a:pt x="344805" y="282893"/>
                    <a:pt x="206693" y="90488"/>
                    <a:pt x="0" y="22860"/>
                  </a:cubicBezTo>
                  <a:lnTo>
                    <a:pt x="7620" y="0"/>
                  </a:lnTo>
                  <a:cubicBezTo>
                    <a:pt x="223838" y="71438"/>
                    <a:pt x="368618" y="272415"/>
                    <a:pt x="368618" y="500062"/>
                  </a:cubicBezTo>
                  <a:cubicBezTo>
                    <a:pt x="368618" y="544830"/>
                    <a:pt x="362903" y="588645"/>
                    <a:pt x="351473" y="631507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716" name="Google Shape;716;p7"/>
            <p:cNvSpPr/>
            <p:nvPr/>
          </p:nvSpPr>
          <p:spPr bwMode="auto">
            <a:xfrm>
              <a:off x="5572125" y="2767966"/>
              <a:ext cx="337185" cy="621030"/>
            </a:xfrm>
            <a:custGeom>
              <a:avLst/>
              <a:gdLst/>
              <a:ahLst/>
              <a:cxnLst/>
              <a:rect l="l" t="t" r="r" b="b"/>
              <a:pathLst>
                <a:path w="337185" h="621030" fill="norm" stroke="1" extrusionOk="0">
                  <a:moveTo>
                    <a:pt x="17145" y="621030"/>
                  </a:moveTo>
                  <a:cubicBezTo>
                    <a:pt x="5715" y="578168"/>
                    <a:pt x="0" y="533400"/>
                    <a:pt x="0" y="488632"/>
                  </a:cubicBezTo>
                  <a:cubicBezTo>
                    <a:pt x="0" y="273368"/>
                    <a:pt x="129540" y="80963"/>
                    <a:pt x="328613" y="0"/>
                  </a:cubicBezTo>
                  <a:lnTo>
                    <a:pt x="337185" y="21908"/>
                  </a:lnTo>
                  <a:cubicBezTo>
                    <a:pt x="146685" y="99060"/>
                    <a:pt x="22860" y="281940"/>
                    <a:pt x="22860" y="487680"/>
                  </a:cubicBezTo>
                  <a:cubicBezTo>
                    <a:pt x="22860" y="530543"/>
                    <a:pt x="28575" y="572453"/>
                    <a:pt x="39052" y="613410"/>
                  </a:cubicBezTo>
                  <a:lnTo>
                    <a:pt x="17145" y="621030"/>
                  </a:ln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grpSp>
          <p:nvGrpSpPr>
            <p:cNvPr id="717" name="Google Shape;717;p7"/>
            <p:cNvGrpSpPr/>
            <p:nvPr/>
          </p:nvGrpSpPr>
          <p:grpSpPr bwMode="auto">
            <a:xfrm>
              <a:off x="4910697" y="3818107"/>
              <a:ext cx="2376312" cy="776751"/>
              <a:chOff x="4910701" y="3818108"/>
              <a:chExt cx="2376312" cy="776751"/>
            </a:xfrm>
          </p:grpSpPr>
          <p:sp>
            <p:nvSpPr>
              <p:cNvPr id="718" name="Google Shape;718;p7"/>
              <p:cNvSpPr/>
              <p:nvPr/>
            </p:nvSpPr>
            <p:spPr bwMode="auto">
              <a:xfrm>
                <a:off x="5957887" y="4451032"/>
                <a:ext cx="25717" cy="33337"/>
              </a:xfrm>
              <a:custGeom>
                <a:avLst/>
                <a:gdLst/>
                <a:ahLst/>
                <a:cxnLst/>
                <a:rect l="l" t="t" r="r" b="b"/>
                <a:pathLst>
                  <a:path w="25717" h="33337" fill="norm" stroke="1" extrusionOk="0">
                    <a:moveTo>
                      <a:pt x="12383" y="0"/>
                    </a:moveTo>
                    <a:cubicBezTo>
                      <a:pt x="9525" y="0"/>
                      <a:pt x="6667" y="953"/>
                      <a:pt x="3810" y="3810"/>
                    </a:cubicBezTo>
                    <a:cubicBezTo>
                      <a:pt x="953" y="5715"/>
                      <a:pt x="0" y="9525"/>
                      <a:pt x="0" y="12383"/>
                    </a:cubicBezTo>
                    <a:cubicBezTo>
                      <a:pt x="0" y="17145"/>
                      <a:pt x="1905" y="21908"/>
                      <a:pt x="5715" y="25718"/>
                    </a:cubicBezTo>
                    <a:cubicBezTo>
                      <a:pt x="9525" y="29528"/>
                      <a:pt x="14288" y="32385"/>
                      <a:pt x="20955" y="33338"/>
                    </a:cubicBezTo>
                    <a:cubicBezTo>
                      <a:pt x="21908" y="31433"/>
                      <a:pt x="23813" y="30480"/>
                      <a:pt x="23813" y="27623"/>
                    </a:cubicBezTo>
                    <a:cubicBezTo>
                      <a:pt x="24765" y="25718"/>
                      <a:pt x="24765" y="22860"/>
                      <a:pt x="25717" y="19050"/>
                    </a:cubicBezTo>
                    <a:cubicBezTo>
                      <a:pt x="25717" y="14288"/>
                      <a:pt x="24765" y="9525"/>
                      <a:pt x="21908" y="6668"/>
                    </a:cubicBezTo>
                    <a:cubicBezTo>
                      <a:pt x="19050" y="2858"/>
                      <a:pt x="16192" y="953"/>
                      <a:pt x="12383" y="0"/>
                    </a:cubicBez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  <a:defRPr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</a:endParaRPr>
              </a:p>
            </p:txBody>
          </p:sp>
          <p:sp>
            <p:nvSpPr>
              <p:cNvPr id="719" name="Google Shape;719;p7"/>
              <p:cNvSpPr/>
              <p:nvPr/>
            </p:nvSpPr>
            <p:spPr bwMode="auto">
              <a:xfrm>
                <a:off x="6030277" y="4486275"/>
                <a:ext cx="53339" cy="31431"/>
              </a:xfrm>
              <a:custGeom>
                <a:avLst/>
                <a:gdLst/>
                <a:ahLst/>
                <a:cxnLst/>
                <a:rect l="l" t="t" r="r" b="b"/>
                <a:pathLst>
                  <a:path w="53339" h="31432" fill="norm" stroke="1" extrusionOk="0">
                    <a:moveTo>
                      <a:pt x="26670" y="0"/>
                    </a:moveTo>
                    <a:cubicBezTo>
                      <a:pt x="19050" y="0"/>
                      <a:pt x="13335" y="1905"/>
                      <a:pt x="8572" y="4763"/>
                    </a:cubicBezTo>
                    <a:cubicBezTo>
                      <a:pt x="2857" y="8572"/>
                      <a:pt x="952" y="13335"/>
                      <a:pt x="0" y="18097"/>
                    </a:cubicBezTo>
                    <a:cubicBezTo>
                      <a:pt x="0" y="21907"/>
                      <a:pt x="952" y="24765"/>
                      <a:pt x="4763" y="27622"/>
                    </a:cubicBezTo>
                    <a:cubicBezTo>
                      <a:pt x="7620" y="30480"/>
                      <a:pt x="11430" y="31432"/>
                      <a:pt x="15240" y="31432"/>
                    </a:cubicBezTo>
                    <a:cubicBezTo>
                      <a:pt x="20955" y="31432"/>
                      <a:pt x="27622" y="30480"/>
                      <a:pt x="33338" y="27622"/>
                    </a:cubicBezTo>
                    <a:cubicBezTo>
                      <a:pt x="39052" y="24765"/>
                      <a:pt x="45720" y="20955"/>
                      <a:pt x="53340" y="15240"/>
                    </a:cubicBezTo>
                    <a:cubicBezTo>
                      <a:pt x="49530" y="10478"/>
                      <a:pt x="44767" y="6668"/>
                      <a:pt x="40005" y="3810"/>
                    </a:cubicBezTo>
                    <a:cubicBezTo>
                      <a:pt x="36195" y="1905"/>
                      <a:pt x="31432" y="953"/>
                      <a:pt x="26670" y="0"/>
                    </a:cubicBez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  <a:defRPr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</a:endParaRPr>
              </a:p>
            </p:txBody>
          </p:sp>
          <p:sp>
            <p:nvSpPr>
              <p:cNvPr id="720" name="Google Shape;720;p7"/>
              <p:cNvSpPr/>
              <p:nvPr/>
            </p:nvSpPr>
            <p:spPr bwMode="auto">
              <a:xfrm rot="-4288464">
                <a:off x="5514870" y="4359989"/>
                <a:ext cx="37120" cy="36168"/>
              </a:xfrm>
              <a:custGeom>
                <a:avLst/>
                <a:gdLst/>
                <a:ahLst/>
                <a:cxnLst/>
                <a:rect l="l" t="t" r="r" b="b"/>
                <a:pathLst>
                  <a:path w="37147" h="36195" fill="norm" stroke="1" extrusionOk="0">
                    <a:moveTo>
                      <a:pt x="0" y="0"/>
                    </a:moveTo>
                    <a:lnTo>
                      <a:pt x="37148" y="0"/>
                    </a:lnTo>
                    <a:lnTo>
                      <a:pt x="37148" y="36195"/>
                    </a:lnTo>
                    <a:lnTo>
                      <a:pt x="0" y="36195"/>
                    </a:ln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  <a:defRPr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</a:endParaRPr>
              </a:p>
            </p:txBody>
          </p:sp>
          <p:sp>
            <p:nvSpPr>
              <p:cNvPr id="721" name="Google Shape;721;p7"/>
              <p:cNvSpPr/>
              <p:nvPr/>
            </p:nvSpPr>
            <p:spPr bwMode="auto">
              <a:xfrm>
                <a:off x="5833809" y="4470677"/>
                <a:ext cx="53593" cy="30258"/>
              </a:xfrm>
              <a:custGeom>
                <a:avLst/>
                <a:gdLst/>
                <a:ahLst/>
                <a:cxnLst/>
                <a:rect l="l" t="t" r="r" b="b"/>
                <a:pathLst>
                  <a:path w="53593" h="30258" fill="norm" stroke="1" extrusionOk="0">
                    <a:moveTo>
                      <a:pt x="28828" y="357"/>
                    </a:moveTo>
                    <a:cubicBezTo>
                      <a:pt x="21208" y="-595"/>
                      <a:pt x="15493" y="357"/>
                      <a:pt x="9778" y="3215"/>
                    </a:cubicBezTo>
                    <a:cubicBezTo>
                      <a:pt x="4063" y="6072"/>
                      <a:pt x="1206" y="10835"/>
                      <a:pt x="253" y="15597"/>
                    </a:cubicBezTo>
                    <a:cubicBezTo>
                      <a:pt x="-699" y="19407"/>
                      <a:pt x="1206" y="22265"/>
                      <a:pt x="3111" y="25122"/>
                    </a:cubicBezTo>
                    <a:cubicBezTo>
                      <a:pt x="5968" y="27980"/>
                      <a:pt x="8826" y="29885"/>
                      <a:pt x="13588" y="29885"/>
                    </a:cubicBezTo>
                    <a:cubicBezTo>
                      <a:pt x="19303" y="30837"/>
                      <a:pt x="25971" y="29885"/>
                      <a:pt x="32638" y="27980"/>
                    </a:cubicBezTo>
                    <a:cubicBezTo>
                      <a:pt x="39306" y="26075"/>
                      <a:pt x="45973" y="23217"/>
                      <a:pt x="53593" y="18455"/>
                    </a:cubicBezTo>
                    <a:cubicBezTo>
                      <a:pt x="49783" y="13692"/>
                      <a:pt x="45973" y="8930"/>
                      <a:pt x="42163" y="5120"/>
                    </a:cubicBezTo>
                    <a:cubicBezTo>
                      <a:pt x="37401" y="3215"/>
                      <a:pt x="32638" y="1310"/>
                      <a:pt x="28828" y="357"/>
                    </a:cubicBez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  <a:defRPr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</a:endParaRPr>
              </a:p>
            </p:txBody>
          </p:sp>
          <p:sp>
            <p:nvSpPr>
              <p:cNvPr id="722" name="Google Shape;722;p7"/>
              <p:cNvSpPr/>
              <p:nvPr/>
            </p:nvSpPr>
            <p:spPr bwMode="auto">
              <a:xfrm rot="-1451705">
                <a:off x="6823932" y="4289955"/>
                <a:ext cx="36210" cy="37162"/>
              </a:xfrm>
              <a:custGeom>
                <a:avLst/>
                <a:gdLst/>
                <a:ahLst/>
                <a:cxnLst/>
                <a:rect l="l" t="t" r="r" b="b"/>
                <a:pathLst>
                  <a:path w="36196" h="37148" fill="norm" stroke="1" extrusionOk="0">
                    <a:moveTo>
                      <a:pt x="0" y="0"/>
                    </a:moveTo>
                    <a:lnTo>
                      <a:pt x="36196" y="0"/>
                    </a:lnTo>
                    <a:lnTo>
                      <a:pt x="36196" y="37149"/>
                    </a:lnTo>
                    <a:lnTo>
                      <a:pt x="0" y="37149"/>
                    </a:ln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  <a:defRPr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</a:endParaRPr>
              </a:p>
            </p:txBody>
          </p:sp>
          <p:sp>
            <p:nvSpPr>
              <p:cNvPr id="723" name="Google Shape;723;p7"/>
              <p:cNvSpPr/>
              <p:nvPr/>
            </p:nvSpPr>
            <p:spPr bwMode="auto">
              <a:xfrm>
                <a:off x="6727133" y="4373310"/>
                <a:ext cx="54368" cy="46764"/>
              </a:xfrm>
              <a:custGeom>
                <a:avLst/>
                <a:gdLst/>
                <a:ahLst/>
                <a:cxnLst/>
                <a:rect l="l" t="t" r="r" b="b"/>
                <a:pathLst>
                  <a:path w="54368" h="46765" fill="norm" stroke="1" extrusionOk="0">
                    <a:moveTo>
                      <a:pt x="2279" y="24382"/>
                    </a:moveTo>
                    <a:cubicBezTo>
                      <a:pt x="374" y="28192"/>
                      <a:pt x="-579" y="31050"/>
                      <a:pt x="374" y="34859"/>
                    </a:cubicBezTo>
                    <a:cubicBezTo>
                      <a:pt x="2279" y="40575"/>
                      <a:pt x="6089" y="43432"/>
                      <a:pt x="11804" y="45337"/>
                    </a:cubicBezTo>
                    <a:cubicBezTo>
                      <a:pt x="17519" y="47242"/>
                      <a:pt x="24186" y="47242"/>
                      <a:pt x="29901" y="45337"/>
                    </a:cubicBezTo>
                    <a:cubicBezTo>
                      <a:pt x="39426" y="41527"/>
                      <a:pt x="46094" y="36765"/>
                      <a:pt x="49904" y="29145"/>
                    </a:cubicBezTo>
                    <a:cubicBezTo>
                      <a:pt x="54666" y="22477"/>
                      <a:pt x="55619" y="14857"/>
                      <a:pt x="52761" y="8190"/>
                    </a:cubicBezTo>
                    <a:cubicBezTo>
                      <a:pt x="50856" y="4380"/>
                      <a:pt x="47999" y="1522"/>
                      <a:pt x="42284" y="570"/>
                    </a:cubicBezTo>
                    <a:cubicBezTo>
                      <a:pt x="36569" y="-383"/>
                      <a:pt x="30854" y="-383"/>
                      <a:pt x="25139" y="2475"/>
                    </a:cubicBezTo>
                    <a:cubicBezTo>
                      <a:pt x="23234" y="5332"/>
                      <a:pt x="18471" y="9142"/>
                      <a:pt x="11804" y="13905"/>
                    </a:cubicBezTo>
                    <a:cubicBezTo>
                      <a:pt x="7994" y="16762"/>
                      <a:pt x="4184" y="20572"/>
                      <a:pt x="2279" y="24382"/>
                    </a:cubicBez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  <a:defRPr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</a:endParaRPr>
              </a:p>
            </p:txBody>
          </p:sp>
          <p:sp>
            <p:nvSpPr>
              <p:cNvPr id="724" name="Google Shape;724;p7"/>
              <p:cNvSpPr/>
              <p:nvPr/>
            </p:nvSpPr>
            <p:spPr bwMode="auto">
              <a:xfrm>
                <a:off x="6563677" y="4377690"/>
                <a:ext cx="48577" cy="69294"/>
              </a:xfrm>
              <a:custGeom>
                <a:avLst/>
                <a:gdLst/>
                <a:ahLst/>
                <a:cxnLst/>
                <a:rect l="l" t="t" r="r" b="b"/>
                <a:pathLst>
                  <a:path w="48577" h="69294" fill="norm" stroke="1" extrusionOk="0">
                    <a:moveTo>
                      <a:pt x="0" y="11430"/>
                    </a:moveTo>
                    <a:lnTo>
                      <a:pt x="15240" y="63817"/>
                    </a:lnTo>
                    <a:cubicBezTo>
                      <a:pt x="16192" y="65722"/>
                      <a:pt x="17145" y="67628"/>
                      <a:pt x="19050" y="68580"/>
                    </a:cubicBezTo>
                    <a:cubicBezTo>
                      <a:pt x="20955" y="69532"/>
                      <a:pt x="22860" y="69532"/>
                      <a:pt x="24765" y="68580"/>
                    </a:cubicBezTo>
                    <a:cubicBezTo>
                      <a:pt x="30480" y="66675"/>
                      <a:pt x="36195" y="62865"/>
                      <a:pt x="40005" y="58103"/>
                    </a:cubicBezTo>
                    <a:cubicBezTo>
                      <a:pt x="44767" y="52388"/>
                      <a:pt x="46672" y="46672"/>
                      <a:pt x="48577" y="39053"/>
                    </a:cubicBezTo>
                    <a:lnTo>
                      <a:pt x="37147" y="0"/>
                    </a:lnTo>
                    <a:lnTo>
                      <a:pt x="0" y="11430"/>
                    </a:ln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  <a:defRPr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</a:endParaRPr>
              </a:p>
            </p:txBody>
          </p:sp>
          <p:sp>
            <p:nvSpPr>
              <p:cNvPr id="725" name="Google Shape;725;p7"/>
              <p:cNvSpPr/>
              <p:nvPr/>
            </p:nvSpPr>
            <p:spPr bwMode="auto">
              <a:xfrm>
                <a:off x="6273165" y="4475797"/>
                <a:ext cx="53339" cy="33337"/>
              </a:xfrm>
              <a:custGeom>
                <a:avLst/>
                <a:gdLst/>
                <a:ahLst/>
                <a:cxnLst/>
                <a:rect l="l" t="t" r="r" b="b"/>
                <a:pathLst>
                  <a:path w="53339" h="33337" fill="norm" stroke="1" extrusionOk="0">
                    <a:moveTo>
                      <a:pt x="23813" y="0"/>
                    </a:moveTo>
                    <a:cubicBezTo>
                      <a:pt x="16192" y="953"/>
                      <a:pt x="10477" y="3810"/>
                      <a:pt x="6667" y="7620"/>
                    </a:cubicBezTo>
                    <a:cubicBezTo>
                      <a:pt x="1905" y="12383"/>
                      <a:pt x="0" y="17145"/>
                      <a:pt x="0" y="21908"/>
                    </a:cubicBezTo>
                    <a:cubicBezTo>
                      <a:pt x="0" y="25718"/>
                      <a:pt x="1905" y="28575"/>
                      <a:pt x="5715" y="30480"/>
                    </a:cubicBezTo>
                    <a:cubicBezTo>
                      <a:pt x="8572" y="32385"/>
                      <a:pt x="12382" y="33338"/>
                      <a:pt x="17145" y="33338"/>
                    </a:cubicBezTo>
                    <a:cubicBezTo>
                      <a:pt x="22860" y="32385"/>
                      <a:pt x="28575" y="30480"/>
                      <a:pt x="35242" y="26670"/>
                    </a:cubicBezTo>
                    <a:cubicBezTo>
                      <a:pt x="40957" y="22860"/>
                      <a:pt x="46672" y="18097"/>
                      <a:pt x="53340" y="12383"/>
                    </a:cubicBezTo>
                    <a:cubicBezTo>
                      <a:pt x="48577" y="8572"/>
                      <a:pt x="43815" y="4763"/>
                      <a:pt x="39052" y="2858"/>
                    </a:cubicBezTo>
                    <a:cubicBezTo>
                      <a:pt x="33338" y="953"/>
                      <a:pt x="28575" y="0"/>
                      <a:pt x="23813" y="0"/>
                    </a:cubicBez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  <a:defRPr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</a:endParaRPr>
              </a:p>
            </p:txBody>
          </p:sp>
          <p:sp>
            <p:nvSpPr>
              <p:cNvPr id="726" name="Google Shape;726;p7"/>
              <p:cNvSpPr/>
              <p:nvPr/>
            </p:nvSpPr>
            <p:spPr bwMode="auto">
              <a:xfrm>
                <a:off x="6383654" y="4415790"/>
                <a:ext cx="75247" cy="88024"/>
              </a:xfrm>
              <a:custGeom>
                <a:avLst/>
                <a:gdLst/>
                <a:ahLst/>
                <a:cxnLst/>
                <a:rect l="l" t="t" r="r" b="b"/>
                <a:pathLst>
                  <a:path w="75247" h="88024" fill="norm" stroke="1" extrusionOk="0">
                    <a:moveTo>
                      <a:pt x="39053" y="6667"/>
                    </a:moveTo>
                    <a:lnTo>
                      <a:pt x="44767" y="35242"/>
                    </a:lnTo>
                    <a:lnTo>
                      <a:pt x="7620" y="41910"/>
                    </a:lnTo>
                    <a:cubicBezTo>
                      <a:pt x="4763" y="41910"/>
                      <a:pt x="2858" y="43815"/>
                      <a:pt x="1905" y="45720"/>
                    </a:cubicBezTo>
                    <a:cubicBezTo>
                      <a:pt x="0" y="47625"/>
                      <a:pt x="0" y="49530"/>
                      <a:pt x="0" y="52388"/>
                    </a:cubicBezTo>
                    <a:cubicBezTo>
                      <a:pt x="0" y="54292"/>
                      <a:pt x="1905" y="56197"/>
                      <a:pt x="3810" y="58103"/>
                    </a:cubicBezTo>
                    <a:cubicBezTo>
                      <a:pt x="5715" y="60007"/>
                      <a:pt x="8573" y="60960"/>
                      <a:pt x="11430" y="61913"/>
                    </a:cubicBezTo>
                    <a:cubicBezTo>
                      <a:pt x="13335" y="60007"/>
                      <a:pt x="16192" y="58103"/>
                      <a:pt x="20003" y="56197"/>
                    </a:cubicBezTo>
                    <a:cubicBezTo>
                      <a:pt x="22860" y="55245"/>
                      <a:pt x="27623" y="53340"/>
                      <a:pt x="33338" y="52388"/>
                    </a:cubicBezTo>
                    <a:lnTo>
                      <a:pt x="45720" y="65722"/>
                    </a:lnTo>
                    <a:lnTo>
                      <a:pt x="34290" y="67628"/>
                    </a:lnTo>
                    <a:cubicBezTo>
                      <a:pt x="30480" y="68580"/>
                      <a:pt x="26670" y="70485"/>
                      <a:pt x="23813" y="72390"/>
                    </a:cubicBezTo>
                    <a:cubicBezTo>
                      <a:pt x="20955" y="75247"/>
                      <a:pt x="20003" y="78105"/>
                      <a:pt x="20955" y="80963"/>
                    </a:cubicBezTo>
                    <a:cubicBezTo>
                      <a:pt x="21908" y="83820"/>
                      <a:pt x="22860" y="85725"/>
                      <a:pt x="25717" y="86678"/>
                    </a:cubicBezTo>
                    <a:cubicBezTo>
                      <a:pt x="28575" y="87630"/>
                      <a:pt x="32385" y="88582"/>
                      <a:pt x="35242" y="87630"/>
                    </a:cubicBezTo>
                    <a:cubicBezTo>
                      <a:pt x="43815" y="85725"/>
                      <a:pt x="52388" y="81915"/>
                      <a:pt x="59055" y="75247"/>
                    </a:cubicBezTo>
                    <a:cubicBezTo>
                      <a:pt x="66675" y="68580"/>
                      <a:pt x="71438" y="60007"/>
                      <a:pt x="75248" y="49530"/>
                    </a:cubicBezTo>
                    <a:lnTo>
                      <a:pt x="65723" y="0"/>
                    </a:lnTo>
                    <a:lnTo>
                      <a:pt x="39053" y="6667"/>
                    </a:ln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  <a:defRPr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</a:endParaRPr>
              </a:p>
            </p:txBody>
          </p:sp>
          <p:sp>
            <p:nvSpPr>
              <p:cNvPr id="727" name="Google Shape;727;p7"/>
              <p:cNvSpPr/>
              <p:nvPr/>
            </p:nvSpPr>
            <p:spPr bwMode="auto">
              <a:xfrm>
                <a:off x="4910701" y="3818108"/>
                <a:ext cx="2376312" cy="776751"/>
              </a:xfrm>
              <a:custGeom>
                <a:avLst/>
                <a:gdLst/>
                <a:ahLst/>
                <a:cxnLst/>
                <a:rect l="l" t="t" r="r" b="b"/>
                <a:pathLst>
                  <a:path w="2376312" h="776751" fill="norm" stroke="1" extrusionOk="0">
                    <a:moveTo>
                      <a:pt x="2324489" y="401466"/>
                    </a:moveTo>
                    <a:cubicBezTo>
                      <a:pt x="2315916" y="384321"/>
                      <a:pt x="2307344" y="367176"/>
                      <a:pt x="2299724" y="350031"/>
                    </a:cubicBezTo>
                    <a:cubicBezTo>
                      <a:pt x="2316869" y="337649"/>
                      <a:pt x="2332109" y="325266"/>
                      <a:pt x="2348301" y="310979"/>
                    </a:cubicBezTo>
                    <a:cubicBezTo>
                      <a:pt x="2399736" y="264306"/>
                      <a:pt x="2369256" y="202394"/>
                      <a:pt x="2344491" y="152864"/>
                    </a:cubicBezTo>
                    <a:lnTo>
                      <a:pt x="2339729" y="142386"/>
                    </a:lnTo>
                    <a:cubicBezTo>
                      <a:pt x="2327346" y="116669"/>
                      <a:pt x="2329251" y="90951"/>
                      <a:pt x="2331156" y="69044"/>
                    </a:cubicBezTo>
                    <a:cubicBezTo>
                      <a:pt x="2333061" y="48089"/>
                      <a:pt x="2334966" y="28086"/>
                      <a:pt x="2321631" y="14751"/>
                    </a:cubicBezTo>
                    <a:cubicBezTo>
                      <a:pt x="2310201" y="2369"/>
                      <a:pt x="2288294" y="-1441"/>
                      <a:pt x="2253051" y="464"/>
                    </a:cubicBezTo>
                    <a:lnTo>
                      <a:pt x="2253051" y="464"/>
                    </a:lnTo>
                    <a:cubicBezTo>
                      <a:pt x="2253051" y="464"/>
                      <a:pt x="2252099" y="464"/>
                      <a:pt x="2252099" y="464"/>
                    </a:cubicBezTo>
                    <a:cubicBezTo>
                      <a:pt x="2175899" y="5226"/>
                      <a:pt x="2128274" y="68091"/>
                      <a:pt x="2118749" y="177629"/>
                    </a:cubicBezTo>
                    <a:cubicBezTo>
                      <a:pt x="2112081" y="180486"/>
                      <a:pt x="2106366" y="184296"/>
                      <a:pt x="2099699" y="187154"/>
                    </a:cubicBezTo>
                    <a:cubicBezTo>
                      <a:pt x="2052074" y="209061"/>
                      <a:pt x="1995876" y="226206"/>
                      <a:pt x="1943489" y="239541"/>
                    </a:cubicBezTo>
                    <a:lnTo>
                      <a:pt x="1943489" y="239541"/>
                    </a:lnTo>
                    <a:cubicBezTo>
                      <a:pt x="1932059" y="242399"/>
                      <a:pt x="1923486" y="244304"/>
                      <a:pt x="1915866" y="246209"/>
                    </a:cubicBezTo>
                    <a:cubicBezTo>
                      <a:pt x="1915866" y="246209"/>
                      <a:pt x="1915866" y="246209"/>
                      <a:pt x="1914914" y="246209"/>
                    </a:cubicBezTo>
                    <a:lnTo>
                      <a:pt x="1914914" y="246209"/>
                    </a:lnTo>
                    <a:cubicBezTo>
                      <a:pt x="1906341" y="249066"/>
                      <a:pt x="1900626" y="250971"/>
                      <a:pt x="1896816" y="253829"/>
                    </a:cubicBezTo>
                    <a:cubicBezTo>
                      <a:pt x="1866336" y="272879"/>
                      <a:pt x="1887291" y="351936"/>
                      <a:pt x="1896816" y="381464"/>
                    </a:cubicBezTo>
                    <a:cubicBezTo>
                      <a:pt x="1760609" y="478619"/>
                      <a:pt x="1504386" y="540531"/>
                      <a:pt x="1219589" y="540531"/>
                    </a:cubicBezTo>
                    <a:cubicBezTo>
                      <a:pt x="1209111" y="540531"/>
                      <a:pt x="1199586" y="540531"/>
                      <a:pt x="1189109" y="540531"/>
                    </a:cubicBezTo>
                    <a:lnTo>
                      <a:pt x="1189109" y="540531"/>
                    </a:lnTo>
                    <a:cubicBezTo>
                      <a:pt x="1189109" y="540531"/>
                      <a:pt x="1189109" y="540531"/>
                      <a:pt x="1188156" y="540531"/>
                    </a:cubicBezTo>
                    <a:cubicBezTo>
                      <a:pt x="1188156" y="540531"/>
                      <a:pt x="1188156" y="540531"/>
                      <a:pt x="1187204" y="540531"/>
                    </a:cubicBezTo>
                    <a:lnTo>
                      <a:pt x="1187204" y="540531"/>
                    </a:lnTo>
                    <a:cubicBezTo>
                      <a:pt x="1176726" y="540531"/>
                      <a:pt x="1167201" y="540531"/>
                      <a:pt x="1156724" y="540531"/>
                    </a:cubicBezTo>
                    <a:cubicBezTo>
                      <a:pt x="871926" y="540531"/>
                      <a:pt x="615704" y="479571"/>
                      <a:pt x="479496" y="381464"/>
                    </a:cubicBezTo>
                    <a:cubicBezTo>
                      <a:pt x="489021" y="351936"/>
                      <a:pt x="509976" y="272879"/>
                      <a:pt x="479496" y="253829"/>
                    </a:cubicBezTo>
                    <a:cubicBezTo>
                      <a:pt x="475686" y="250971"/>
                      <a:pt x="469019" y="249066"/>
                      <a:pt x="461399" y="246209"/>
                    </a:cubicBezTo>
                    <a:lnTo>
                      <a:pt x="461399" y="246209"/>
                    </a:lnTo>
                    <a:cubicBezTo>
                      <a:pt x="461399" y="246209"/>
                      <a:pt x="461399" y="246209"/>
                      <a:pt x="460446" y="246209"/>
                    </a:cubicBezTo>
                    <a:cubicBezTo>
                      <a:pt x="452826" y="244304"/>
                      <a:pt x="444254" y="241446"/>
                      <a:pt x="432824" y="239541"/>
                    </a:cubicBezTo>
                    <a:lnTo>
                      <a:pt x="432824" y="239541"/>
                    </a:lnTo>
                    <a:cubicBezTo>
                      <a:pt x="379484" y="226206"/>
                      <a:pt x="323286" y="208109"/>
                      <a:pt x="276614" y="187154"/>
                    </a:cubicBezTo>
                    <a:cubicBezTo>
                      <a:pt x="269946" y="184296"/>
                      <a:pt x="263279" y="181439"/>
                      <a:pt x="257564" y="177629"/>
                    </a:cubicBezTo>
                    <a:cubicBezTo>
                      <a:pt x="248039" y="68091"/>
                      <a:pt x="200414" y="6179"/>
                      <a:pt x="124214" y="464"/>
                    </a:cubicBezTo>
                    <a:cubicBezTo>
                      <a:pt x="124214" y="464"/>
                      <a:pt x="123261" y="464"/>
                      <a:pt x="123261" y="464"/>
                    </a:cubicBezTo>
                    <a:lnTo>
                      <a:pt x="123261" y="464"/>
                    </a:lnTo>
                    <a:cubicBezTo>
                      <a:pt x="87066" y="-1441"/>
                      <a:pt x="66111" y="3321"/>
                      <a:pt x="54681" y="14751"/>
                    </a:cubicBezTo>
                    <a:cubicBezTo>
                      <a:pt x="41346" y="28086"/>
                      <a:pt x="43251" y="48089"/>
                      <a:pt x="45156" y="69044"/>
                    </a:cubicBezTo>
                    <a:cubicBezTo>
                      <a:pt x="47061" y="91904"/>
                      <a:pt x="49919" y="116669"/>
                      <a:pt x="36584" y="142386"/>
                    </a:cubicBezTo>
                    <a:lnTo>
                      <a:pt x="31821" y="152864"/>
                    </a:lnTo>
                    <a:cubicBezTo>
                      <a:pt x="7056" y="202394"/>
                      <a:pt x="-23424" y="264306"/>
                      <a:pt x="28011" y="310979"/>
                    </a:cubicBezTo>
                    <a:cubicBezTo>
                      <a:pt x="43251" y="325266"/>
                      <a:pt x="59444" y="338601"/>
                      <a:pt x="76589" y="350031"/>
                    </a:cubicBezTo>
                    <a:cubicBezTo>
                      <a:pt x="69921" y="367176"/>
                      <a:pt x="60396" y="385274"/>
                      <a:pt x="51824" y="401466"/>
                    </a:cubicBezTo>
                    <a:cubicBezTo>
                      <a:pt x="36584" y="430041"/>
                      <a:pt x="21344" y="460521"/>
                      <a:pt x="13724" y="493859"/>
                    </a:cubicBezTo>
                    <a:cubicBezTo>
                      <a:pt x="10866" y="506241"/>
                      <a:pt x="4199" y="609111"/>
                      <a:pt x="25154" y="616731"/>
                    </a:cubicBezTo>
                    <a:cubicBezTo>
                      <a:pt x="28964" y="617684"/>
                      <a:pt x="36584" y="618636"/>
                      <a:pt x="42299" y="606254"/>
                    </a:cubicBezTo>
                    <a:cubicBezTo>
                      <a:pt x="64206" y="562439"/>
                      <a:pt x="100401" y="516719"/>
                      <a:pt x="123261" y="515766"/>
                    </a:cubicBezTo>
                    <a:cubicBezTo>
                      <a:pt x="127071" y="515766"/>
                      <a:pt x="133739" y="516719"/>
                      <a:pt x="140406" y="526244"/>
                    </a:cubicBezTo>
                    <a:cubicBezTo>
                      <a:pt x="146121" y="534816"/>
                      <a:pt x="150884" y="548151"/>
                      <a:pt x="155646" y="557676"/>
                    </a:cubicBezTo>
                    <a:cubicBezTo>
                      <a:pt x="162314" y="573869"/>
                      <a:pt x="165171" y="581489"/>
                      <a:pt x="173744" y="579584"/>
                    </a:cubicBezTo>
                    <a:cubicBezTo>
                      <a:pt x="182316" y="577679"/>
                      <a:pt x="182316" y="568154"/>
                      <a:pt x="182316" y="560534"/>
                    </a:cubicBezTo>
                    <a:cubicBezTo>
                      <a:pt x="182316" y="511004"/>
                      <a:pt x="196604" y="463379"/>
                      <a:pt x="211844" y="419564"/>
                    </a:cubicBezTo>
                    <a:cubicBezTo>
                      <a:pt x="247086" y="432899"/>
                      <a:pt x="281376" y="442424"/>
                      <a:pt x="315666" y="451949"/>
                    </a:cubicBezTo>
                    <a:cubicBezTo>
                      <a:pt x="316619" y="451949"/>
                      <a:pt x="317571" y="452901"/>
                      <a:pt x="318524" y="452901"/>
                    </a:cubicBezTo>
                    <a:lnTo>
                      <a:pt x="315666" y="455759"/>
                    </a:lnTo>
                    <a:cubicBezTo>
                      <a:pt x="305189" y="467189"/>
                      <a:pt x="289949" y="481476"/>
                      <a:pt x="289949" y="481476"/>
                    </a:cubicBezTo>
                    <a:cubicBezTo>
                      <a:pt x="279471" y="492906"/>
                      <a:pt x="273756" y="507194"/>
                      <a:pt x="275661" y="520529"/>
                    </a:cubicBezTo>
                    <a:cubicBezTo>
                      <a:pt x="276614" y="533864"/>
                      <a:pt x="284234" y="545294"/>
                      <a:pt x="296616" y="553866"/>
                    </a:cubicBezTo>
                    <a:cubicBezTo>
                      <a:pt x="492831" y="693884"/>
                      <a:pt x="814776" y="776751"/>
                      <a:pt x="1157676" y="776751"/>
                    </a:cubicBezTo>
                    <a:cubicBezTo>
                      <a:pt x="1167201" y="776751"/>
                      <a:pt x="1177679" y="776751"/>
                      <a:pt x="1189109" y="776751"/>
                    </a:cubicBezTo>
                    <a:cubicBezTo>
                      <a:pt x="1199586" y="776751"/>
                      <a:pt x="1210064" y="776751"/>
                      <a:pt x="1220541" y="776751"/>
                    </a:cubicBezTo>
                    <a:cubicBezTo>
                      <a:pt x="1563441" y="776751"/>
                      <a:pt x="1885386" y="692931"/>
                      <a:pt x="2081601" y="553866"/>
                    </a:cubicBezTo>
                    <a:cubicBezTo>
                      <a:pt x="2093984" y="545294"/>
                      <a:pt x="2100651" y="532911"/>
                      <a:pt x="2102556" y="520529"/>
                    </a:cubicBezTo>
                    <a:cubicBezTo>
                      <a:pt x="2103509" y="507194"/>
                      <a:pt x="2098746" y="492906"/>
                      <a:pt x="2088269" y="481476"/>
                    </a:cubicBezTo>
                    <a:cubicBezTo>
                      <a:pt x="2088269" y="481476"/>
                      <a:pt x="2073029" y="467189"/>
                      <a:pt x="2062551" y="455759"/>
                    </a:cubicBezTo>
                    <a:lnTo>
                      <a:pt x="2059694" y="452901"/>
                    </a:lnTo>
                    <a:cubicBezTo>
                      <a:pt x="2060646" y="452901"/>
                      <a:pt x="2061599" y="451949"/>
                      <a:pt x="2062551" y="451949"/>
                    </a:cubicBezTo>
                    <a:cubicBezTo>
                      <a:pt x="2096841" y="442424"/>
                      <a:pt x="2132084" y="431946"/>
                      <a:pt x="2166374" y="419564"/>
                    </a:cubicBezTo>
                    <a:cubicBezTo>
                      <a:pt x="2181614" y="463379"/>
                      <a:pt x="2195901" y="511004"/>
                      <a:pt x="2195901" y="560534"/>
                    </a:cubicBezTo>
                    <a:cubicBezTo>
                      <a:pt x="2195901" y="568154"/>
                      <a:pt x="2195901" y="577679"/>
                      <a:pt x="2204474" y="579584"/>
                    </a:cubicBezTo>
                    <a:cubicBezTo>
                      <a:pt x="2213046" y="581489"/>
                      <a:pt x="2215904" y="573869"/>
                      <a:pt x="2222571" y="557676"/>
                    </a:cubicBezTo>
                    <a:cubicBezTo>
                      <a:pt x="2226381" y="547199"/>
                      <a:pt x="2232096" y="534816"/>
                      <a:pt x="2237811" y="526244"/>
                    </a:cubicBezTo>
                    <a:cubicBezTo>
                      <a:pt x="2244479" y="516719"/>
                      <a:pt x="2250194" y="515766"/>
                      <a:pt x="2254956" y="515766"/>
                    </a:cubicBezTo>
                    <a:cubicBezTo>
                      <a:pt x="2277816" y="516719"/>
                      <a:pt x="2314011" y="563391"/>
                      <a:pt x="2335919" y="606254"/>
                    </a:cubicBezTo>
                    <a:cubicBezTo>
                      <a:pt x="2341634" y="618636"/>
                      <a:pt x="2349254" y="617684"/>
                      <a:pt x="2353064" y="616731"/>
                    </a:cubicBezTo>
                    <a:cubicBezTo>
                      <a:pt x="2374019" y="609111"/>
                      <a:pt x="2367351" y="506241"/>
                      <a:pt x="2364494" y="493859"/>
                    </a:cubicBezTo>
                    <a:cubicBezTo>
                      <a:pt x="2354969" y="459569"/>
                      <a:pt x="2339729" y="430041"/>
                      <a:pt x="2324489" y="401466"/>
                    </a:cubicBezTo>
                    <a:close/>
                    <a:moveTo>
                      <a:pt x="165171" y="538626"/>
                    </a:moveTo>
                    <a:cubicBezTo>
                      <a:pt x="162314" y="531006"/>
                      <a:pt x="158504" y="523386"/>
                      <a:pt x="153741" y="516719"/>
                    </a:cubicBezTo>
                    <a:cubicBezTo>
                      <a:pt x="143264" y="500526"/>
                      <a:pt x="130881" y="497669"/>
                      <a:pt x="121356" y="498621"/>
                    </a:cubicBezTo>
                    <a:cubicBezTo>
                      <a:pt x="87066" y="500526"/>
                      <a:pt x="48966" y="554819"/>
                      <a:pt x="29916" y="591966"/>
                    </a:cubicBezTo>
                    <a:cubicBezTo>
                      <a:pt x="26106" y="568154"/>
                      <a:pt x="26106" y="515766"/>
                      <a:pt x="29916" y="497669"/>
                    </a:cubicBezTo>
                    <a:cubicBezTo>
                      <a:pt x="37536" y="466236"/>
                      <a:pt x="51824" y="437661"/>
                      <a:pt x="67064" y="409086"/>
                    </a:cubicBezTo>
                    <a:cubicBezTo>
                      <a:pt x="75636" y="392894"/>
                      <a:pt x="84209" y="376701"/>
                      <a:pt x="90876" y="359556"/>
                    </a:cubicBezTo>
                    <a:cubicBezTo>
                      <a:pt x="122309" y="380511"/>
                      <a:pt x="156599" y="398609"/>
                      <a:pt x="194699" y="413849"/>
                    </a:cubicBezTo>
                    <a:cubicBezTo>
                      <a:pt x="181364" y="452901"/>
                      <a:pt x="168029" y="494811"/>
                      <a:pt x="165171" y="538626"/>
                    </a:cubicBezTo>
                    <a:close/>
                    <a:moveTo>
                      <a:pt x="103259" y="26181"/>
                    </a:moveTo>
                    <a:cubicBezTo>
                      <a:pt x="104211" y="23324"/>
                      <a:pt x="105164" y="16656"/>
                      <a:pt x="123261" y="16656"/>
                    </a:cubicBezTo>
                    <a:cubicBezTo>
                      <a:pt x="203271" y="22371"/>
                      <a:pt x="230894" y="97619"/>
                      <a:pt x="239466" y="166199"/>
                    </a:cubicBezTo>
                    <a:cubicBezTo>
                      <a:pt x="148979" y="115716"/>
                      <a:pt x="97544" y="50946"/>
                      <a:pt x="103259" y="26181"/>
                    </a:cubicBezTo>
                    <a:close/>
                    <a:moveTo>
                      <a:pt x="469019" y="345269"/>
                    </a:moveTo>
                    <a:cubicBezTo>
                      <a:pt x="467114" y="351936"/>
                      <a:pt x="465209" y="357651"/>
                      <a:pt x="464256" y="364319"/>
                    </a:cubicBezTo>
                    <a:cubicBezTo>
                      <a:pt x="462351" y="363366"/>
                      <a:pt x="461399" y="362414"/>
                      <a:pt x="459494" y="360509"/>
                    </a:cubicBezTo>
                    <a:cubicBezTo>
                      <a:pt x="441396" y="346221"/>
                      <a:pt x="431871" y="336696"/>
                      <a:pt x="435681" y="324314"/>
                    </a:cubicBezTo>
                    <a:cubicBezTo>
                      <a:pt x="438539" y="314789"/>
                      <a:pt x="444254" y="312884"/>
                      <a:pt x="452826" y="312884"/>
                    </a:cubicBezTo>
                    <a:cubicBezTo>
                      <a:pt x="456636" y="312884"/>
                      <a:pt x="460446" y="312884"/>
                      <a:pt x="465209" y="313836"/>
                    </a:cubicBezTo>
                    <a:cubicBezTo>
                      <a:pt x="469019" y="313836"/>
                      <a:pt x="471876" y="314789"/>
                      <a:pt x="475686" y="314789"/>
                    </a:cubicBezTo>
                    <a:moveTo>
                      <a:pt x="565221" y="589109"/>
                    </a:moveTo>
                    <a:cubicBezTo>
                      <a:pt x="560459" y="578631"/>
                      <a:pt x="559506" y="571011"/>
                      <a:pt x="561411" y="565296"/>
                    </a:cubicBezTo>
                    <a:cubicBezTo>
                      <a:pt x="561411" y="564344"/>
                      <a:pt x="563316" y="563391"/>
                      <a:pt x="564269" y="563391"/>
                    </a:cubicBezTo>
                    <a:cubicBezTo>
                      <a:pt x="566174" y="563391"/>
                      <a:pt x="568079" y="563391"/>
                      <a:pt x="569984" y="563391"/>
                    </a:cubicBezTo>
                    <a:lnTo>
                      <a:pt x="580461" y="567201"/>
                    </a:lnTo>
                    <a:lnTo>
                      <a:pt x="591891" y="531959"/>
                    </a:lnTo>
                    <a:lnTo>
                      <a:pt x="572841" y="525291"/>
                    </a:lnTo>
                    <a:lnTo>
                      <a:pt x="572841" y="526244"/>
                    </a:lnTo>
                    <a:lnTo>
                      <a:pt x="553791" y="518624"/>
                    </a:lnTo>
                    <a:lnTo>
                      <a:pt x="512834" y="615779"/>
                    </a:lnTo>
                    <a:lnTo>
                      <a:pt x="499499" y="597681"/>
                    </a:lnTo>
                    <a:lnTo>
                      <a:pt x="513786" y="564344"/>
                    </a:lnTo>
                    <a:cubicBezTo>
                      <a:pt x="511881" y="565296"/>
                      <a:pt x="509976" y="566249"/>
                      <a:pt x="507119" y="566249"/>
                    </a:cubicBezTo>
                    <a:cubicBezTo>
                      <a:pt x="505214" y="566249"/>
                      <a:pt x="503309" y="566249"/>
                      <a:pt x="501404" y="565296"/>
                    </a:cubicBezTo>
                    <a:cubicBezTo>
                      <a:pt x="499499" y="564344"/>
                      <a:pt x="498546" y="563391"/>
                      <a:pt x="496641" y="561486"/>
                    </a:cubicBezTo>
                    <a:cubicBezTo>
                      <a:pt x="494736" y="559581"/>
                      <a:pt x="492831" y="557676"/>
                      <a:pt x="491879" y="554819"/>
                    </a:cubicBezTo>
                    <a:cubicBezTo>
                      <a:pt x="491879" y="558629"/>
                      <a:pt x="490926" y="561486"/>
                      <a:pt x="489974" y="564344"/>
                    </a:cubicBezTo>
                    <a:cubicBezTo>
                      <a:pt x="487116" y="571011"/>
                      <a:pt x="482354" y="575774"/>
                      <a:pt x="475686" y="577679"/>
                    </a:cubicBezTo>
                    <a:cubicBezTo>
                      <a:pt x="469019" y="580536"/>
                      <a:pt x="463304" y="580536"/>
                      <a:pt x="456636" y="577679"/>
                    </a:cubicBezTo>
                    <a:cubicBezTo>
                      <a:pt x="447111" y="573869"/>
                      <a:pt x="440444" y="565296"/>
                      <a:pt x="435681" y="551961"/>
                    </a:cubicBezTo>
                    <a:cubicBezTo>
                      <a:pt x="430919" y="538626"/>
                      <a:pt x="429014" y="522434"/>
                      <a:pt x="429966" y="504336"/>
                    </a:cubicBezTo>
                    <a:lnTo>
                      <a:pt x="436634" y="503384"/>
                    </a:lnTo>
                    <a:cubicBezTo>
                      <a:pt x="435681" y="515766"/>
                      <a:pt x="438539" y="527196"/>
                      <a:pt x="442349" y="536721"/>
                    </a:cubicBezTo>
                    <a:cubicBezTo>
                      <a:pt x="446159" y="546246"/>
                      <a:pt x="452826" y="552914"/>
                      <a:pt x="460446" y="555771"/>
                    </a:cubicBezTo>
                    <a:cubicBezTo>
                      <a:pt x="465209" y="557676"/>
                      <a:pt x="469019" y="557676"/>
                      <a:pt x="473781" y="556724"/>
                    </a:cubicBezTo>
                    <a:cubicBezTo>
                      <a:pt x="478544" y="554819"/>
                      <a:pt x="481401" y="551961"/>
                      <a:pt x="483306" y="548151"/>
                    </a:cubicBezTo>
                    <a:cubicBezTo>
                      <a:pt x="484259" y="546246"/>
                      <a:pt x="484259" y="543389"/>
                      <a:pt x="484259" y="540531"/>
                    </a:cubicBezTo>
                    <a:cubicBezTo>
                      <a:pt x="484259" y="537674"/>
                      <a:pt x="483306" y="534816"/>
                      <a:pt x="482354" y="532911"/>
                    </a:cubicBezTo>
                    <a:cubicBezTo>
                      <a:pt x="476639" y="533864"/>
                      <a:pt x="469019" y="532911"/>
                      <a:pt x="459494" y="531006"/>
                    </a:cubicBezTo>
                    <a:lnTo>
                      <a:pt x="457589" y="511004"/>
                    </a:lnTo>
                    <a:cubicBezTo>
                      <a:pt x="465209" y="513861"/>
                      <a:pt x="472829" y="514814"/>
                      <a:pt x="480449" y="513861"/>
                    </a:cubicBezTo>
                    <a:cubicBezTo>
                      <a:pt x="487116" y="512909"/>
                      <a:pt x="491879" y="509099"/>
                      <a:pt x="494736" y="504336"/>
                    </a:cubicBezTo>
                    <a:cubicBezTo>
                      <a:pt x="495689" y="501479"/>
                      <a:pt x="495689" y="499574"/>
                      <a:pt x="494736" y="496716"/>
                    </a:cubicBezTo>
                    <a:cubicBezTo>
                      <a:pt x="493784" y="493859"/>
                      <a:pt x="491879" y="492906"/>
                      <a:pt x="489974" y="491954"/>
                    </a:cubicBezTo>
                    <a:cubicBezTo>
                      <a:pt x="484259" y="490049"/>
                      <a:pt x="478544" y="488144"/>
                      <a:pt x="472829" y="488144"/>
                    </a:cubicBezTo>
                    <a:cubicBezTo>
                      <a:pt x="467114" y="488144"/>
                      <a:pt x="461399" y="489096"/>
                      <a:pt x="456636" y="491954"/>
                    </a:cubicBezTo>
                    <a:lnTo>
                      <a:pt x="451874" y="471951"/>
                    </a:lnTo>
                    <a:cubicBezTo>
                      <a:pt x="456636" y="470046"/>
                      <a:pt x="462351" y="469094"/>
                      <a:pt x="468066" y="469094"/>
                    </a:cubicBezTo>
                    <a:cubicBezTo>
                      <a:pt x="473781" y="469094"/>
                      <a:pt x="479496" y="470999"/>
                      <a:pt x="486164" y="472904"/>
                    </a:cubicBezTo>
                    <a:cubicBezTo>
                      <a:pt x="491879" y="475761"/>
                      <a:pt x="497594" y="482429"/>
                      <a:pt x="501404" y="493859"/>
                    </a:cubicBezTo>
                    <a:cubicBezTo>
                      <a:pt x="505214" y="505289"/>
                      <a:pt x="506166" y="513861"/>
                      <a:pt x="504261" y="519576"/>
                    </a:cubicBezTo>
                    <a:cubicBezTo>
                      <a:pt x="503309" y="522434"/>
                      <a:pt x="501404" y="525291"/>
                      <a:pt x="498546" y="527196"/>
                    </a:cubicBezTo>
                    <a:cubicBezTo>
                      <a:pt x="495689" y="529101"/>
                      <a:pt x="492831" y="531006"/>
                      <a:pt x="489021" y="531959"/>
                    </a:cubicBezTo>
                    <a:cubicBezTo>
                      <a:pt x="490926" y="534816"/>
                      <a:pt x="491879" y="538626"/>
                      <a:pt x="492831" y="544341"/>
                    </a:cubicBezTo>
                    <a:cubicBezTo>
                      <a:pt x="494736" y="546246"/>
                      <a:pt x="497594" y="548151"/>
                      <a:pt x="500451" y="549104"/>
                    </a:cubicBezTo>
                    <a:cubicBezTo>
                      <a:pt x="504261" y="551009"/>
                      <a:pt x="508071" y="551009"/>
                      <a:pt x="511881" y="551009"/>
                    </a:cubicBezTo>
                    <a:cubicBezTo>
                      <a:pt x="515691" y="550056"/>
                      <a:pt x="519501" y="549104"/>
                      <a:pt x="522359" y="546246"/>
                    </a:cubicBezTo>
                    <a:lnTo>
                      <a:pt x="536646" y="511004"/>
                    </a:lnTo>
                    <a:lnTo>
                      <a:pt x="521406" y="504336"/>
                    </a:lnTo>
                    <a:lnTo>
                      <a:pt x="515691" y="486239"/>
                    </a:lnTo>
                    <a:lnTo>
                      <a:pt x="568079" y="508146"/>
                    </a:lnTo>
                    <a:lnTo>
                      <a:pt x="675711" y="544341"/>
                    </a:lnTo>
                    <a:lnTo>
                      <a:pt x="675711" y="545294"/>
                    </a:lnTo>
                    <a:lnTo>
                      <a:pt x="782391" y="573869"/>
                    </a:lnTo>
                    <a:lnTo>
                      <a:pt x="789059" y="590061"/>
                    </a:lnTo>
                    <a:lnTo>
                      <a:pt x="769056" y="585299"/>
                    </a:lnTo>
                    <a:lnTo>
                      <a:pt x="742386" y="686264"/>
                    </a:lnTo>
                    <a:lnTo>
                      <a:pt x="727146" y="670071"/>
                    </a:lnTo>
                    <a:lnTo>
                      <a:pt x="741434" y="616731"/>
                    </a:lnTo>
                    <a:lnTo>
                      <a:pt x="706191" y="607206"/>
                    </a:lnTo>
                    <a:cubicBezTo>
                      <a:pt x="703334" y="606254"/>
                      <a:pt x="700476" y="607206"/>
                      <a:pt x="697619" y="609111"/>
                    </a:cubicBezTo>
                    <a:cubicBezTo>
                      <a:pt x="694761" y="611969"/>
                      <a:pt x="692856" y="614826"/>
                      <a:pt x="691904" y="619589"/>
                    </a:cubicBezTo>
                    <a:cubicBezTo>
                      <a:pt x="689999" y="627209"/>
                      <a:pt x="689999" y="634829"/>
                      <a:pt x="691904" y="643401"/>
                    </a:cubicBezTo>
                    <a:cubicBezTo>
                      <a:pt x="693809" y="651974"/>
                      <a:pt x="697619" y="659594"/>
                      <a:pt x="702381" y="667214"/>
                    </a:cubicBezTo>
                    <a:lnTo>
                      <a:pt x="693809" y="671024"/>
                    </a:lnTo>
                    <a:cubicBezTo>
                      <a:pt x="686189" y="656736"/>
                      <a:pt x="680474" y="644354"/>
                      <a:pt x="677616" y="633876"/>
                    </a:cubicBezTo>
                    <a:cubicBezTo>
                      <a:pt x="673806" y="623399"/>
                      <a:pt x="673806" y="613874"/>
                      <a:pt x="674759" y="608159"/>
                    </a:cubicBezTo>
                    <a:cubicBezTo>
                      <a:pt x="676664" y="601491"/>
                      <a:pt x="680474" y="596729"/>
                      <a:pt x="685236" y="592919"/>
                    </a:cubicBezTo>
                    <a:cubicBezTo>
                      <a:pt x="690951" y="589109"/>
                      <a:pt x="695714" y="588156"/>
                      <a:pt x="701429" y="590061"/>
                    </a:cubicBezTo>
                    <a:lnTo>
                      <a:pt x="745244" y="601491"/>
                    </a:lnTo>
                    <a:lnTo>
                      <a:pt x="750959" y="580536"/>
                    </a:lnTo>
                    <a:lnTo>
                      <a:pt x="681426" y="562439"/>
                    </a:lnTo>
                    <a:lnTo>
                      <a:pt x="681426" y="562439"/>
                    </a:lnTo>
                    <a:lnTo>
                      <a:pt x="678569" y="561486"/>
                    </a:lnTo>
                    <a:lnTo>
                      <a:pt x="677616" y="561486"/>
                    </a:lnTo>
                    <a:lnTo>
                      <a:pt x="677616" y="561486"/>
                    </a:lnTo>
                    <a:lnTo>
                      <a:pt x="662376" y="556724"/>
                    </a:lnTo>
                    <a:lnTo>
                      <a:pt x="632849" y="645306"/>
                    </a:lnTo>
                    <a:lnTo>
                      <a:pt x="634754" y="646259"/>
                    </a:lnTo>
                    <a:lnTo>
                      <a:pt x="640469" y="661499"/>
                    </a:lnTo>
                    <a:lnTo>
                      <a:pt x="623324" y="656736"/>
                    </a:lnTo>
                    <a:cubicBezTo>
                      <a:pt x="619514" y="655784"/>
                      <a:pt x="614751" y="655784"/>
                      <a:pt x="610941" y="658641"/>
                    </a:cubicBezTo>
                    <a:cubicBezTo>
                      <a:pt x="607131" y="661499"/>
                      <a:pt x="604274" y="665309"/>
                      <a:pt x="603321" y="670071"/>
                    </a:cubicBezTo>
                    <a:cubicBezTo>
                      <a:pt x="602369" y="672929"/>
                      <a:pt x="602369" y="675786"/>
                      <a:pt x="604274" y="679596"/>
                    </a:cubicBezTo>
                    <a:cubicBezTo>
                      <a:pt x="606179" y="682454"/>
                      <a:pt x="608084" y="684359"/>
                      <a:pt x="610941" y="685311"/>
                    </a:cubicBezTo>
                    <a:cubicBezTo>
                      <a:pt x="615704" y="686264"/>
                      <a:pt x="620466" y="687216"/>
                      <a:pt x="625229" y="686264"/>
                    </a:cubicBezTo>
                    <a:cubicBezTo>
                      <a:pt x="630944" y="685311"/>
                      <a:pt x="635706" y="684359"/>
                      <a:pt x="640469" y="681501"/>
                    </a:cubicBezTo>
                    <a:lnTo>
                      <a:pt x="647136" y="698646"/>
                    </a:lnTo>
                    <a:cubicBezTo>
                      <a:pt x="642374" y="700551"/>
                      <a:pt x="637611" y="701504"/>
                      <a:pt x="631896" y="701504"/>
                    </a:cubicBezTo>
                    <a:cubicBezTo>
                      <a:pt x="626181" y="701504"/>
                      <a:pt x="620466" y="700551"/>
                      <a:pt x="613799" y="698646"/>
                    </a:cubicBezTo>
                    <a:cubicBezTo>
                      <a:pt x="607131" y="696741"/>
                      <a:pt x="602369" y="691026"/>
                      <a:pt x="598559" y="681501"/>
                    </a:cubicBezTo>
                    <a:cubicBezTo>
                      <a:pt x="594749" y="671976"/>
                      <a:pt x="593796" y="663404"/>
                      <a:pt x="595701" y="655784"/>
                    </a:cubicBezTo>
                    <a:cubicBezTo>
                      <a:pt x="597606" y="650069"/>
                      <a:pt x="600464" y="646259"/>
                      <a:pt x="606179" y="643401"/>
                    </a:cubicBezTo>
                    <a:cubicBezTo>
                      <a:pt x="609036" y="641496"/>
                      <a:pt x="612846" y="641496"/>
                      <a:pt x="616656" y="641496"/>
                    </a:cubicBezTo>
                    <a:lnTo>
                      <a:pt x="613799" y="638639"/>
                    </a:lnTo>
                    <a:lnTo>
                      <a:pt x="626181" y="601491"/>
                    </a:lnTo>
                    <a:lnTo>
                      <a:pt x="591891" y="590061"/>
                    </a:lnTo>
                    <a:lnTo>
                      <a:pt x="588081" y="601491"/>
                    </a:lnTo>
                    <a:cubicBezTo>
                      <a:pt x="587129" y="604349"/>
                      <a:pt x="586176" y="606254"/>
                      <a:pt x="584271" y="607206"/>
                    </a:cubicBezTo>
                    <a:cubicBezTo>
                      <a:pt x="582366" y="608159"/>
                      <a:pt x="580461" y="609111"/>
                      <a:pt x="578556" y="608159"/>
                    </a:cubicBezTo>
                    <a:moveTo>
                      <a:pt x="1193871" y="634829"/>
                    </a:moveTo>
                    <a:lnTo>
                      <a:pt x="1191966" y="739604"/>
                    </a:lnTo>
                    <a:lnTo>
                      <a:pt x="1172916" y="727221"/>
                    </a:lnTo>
                    <a:lnTo>
                      <a:pt x="1172916" y="703409"/>
                    </a:lnTo>
                    <a:cubicBezTo>
                      <a:pt x="1168154" y="707219"/>
                      <a:pt x="1163391" y="710076"/>
                      <a:pt x="1158629" y="711981"/>
                    </a:cubicBezTo>
                    <a:cubicBezTo>
                      <a:pt x="1153866" y="713886"/>
                      <a:pt x="1149104" y="714839"/>
                      <a:pt x="1144341" y="714839"/>
                    </a:cubicBezTo>
                    <a:cubicBezTo>
                      <a:pt x="1135769" y="714839"/>
                      <a:pt x="1126244" y="710076"/>
                      <a:pt x="1117671" y="701504"/>
                    </a:cubicBezTo>
                    <a:cubicBezTo>
                      <a:pt x="1109099" y="692931"/>
                      <a:pt x="1104336" y="684359"/>
                      <a:pt x="1104336" y="676739"/>
                    </a:cubicBezTo>
                    <a:cubicBezTo>
                      <a:pt x="1104336" y="670071"/>
                      <a:pt x="1107194" y="664356"/>
                      <a:pt x="1112909" y="659594"/>
                    </a:cubicBezTo>
                    <a:cubicBezTo>
                      <a:pt x="1118624" y="654831"/>
                      <a:pt x="1126244" y="652926"/>
                      <a:pt x="1133864" y="652926"/>
                    </a:cubicBezTo>
                    <a:cubicBezTo>
                      <a:pt x="1141484" y="652926"/>
                      <a:pt x="1148151" y="654831"/>
                      <a:pt x="1154819" y="659594"/>
                    </a:cubicBezTo>
                    <a:cubicBezTo>
                      <a:pt x="1161486" y="663404"/>
                      <a:pt x="1167201" y="669119"/>
                      <a:pt x="1172916" y="676739"/>
                    </a:cubicBezTo>
                    <a:lnTo>
                      <a:pt x="1173869" y="634829"/>
                    </a:lnTo>
                    <a:lnTo>
                      <a:pt x="1095764" y="632924"/>
                    </a:lnTo>
                    <a:lnTo>
                      <a:pt x="1095764" y="631971"/>
                    </a:lnTo>
                    <a:lnTo>
                      <a:pt x="1070999" y="630066"/>
                    </a:lnTo>
                    <a:cubicBezTo>
                      <a:pt x="1076714" y="634829"/>
                      <a:pt x="1080524" y="639591"/>
                      <a:pt x="1083381" y="646259"/>
                    </a:cubicBezTo>
                    <a:cubicBezTo>
                      <a:pt x="1086239" y="652926"/>
                      <a:pt x="1088144" y="658641"/>
                      <a:pt x="1087191" y="665309"/>
                    </a:cubicBezTo>
                    <a:cubicBezTo>
                      <a:pt x="1086239" y="672929"/>
                      <a:pt x="1083381" y="680549"/>
                      <a:pt x="1077666" y="688169"/>
                    </a:cubicBezTo>
                    <a:cubicBezTo>
                      <a:pt x="1071951" y="694836"/>
                      <a:pt x="1065284" y="700551"/>
                      <a:pt x="1056711" y="705314"/>
                    </a:cubicBezTo>
                    <a:lnTo>
                      <a:pt x="1079571" y="735794"/>
                    </a:lnTo>
                    <a:lnTo>
                      <a:pt x="1069094" y="743414"/>
                    </a:lnTo>
                    <a:lnTo>
                      <a:pt x="1049091" y="708171"/>
                    </a:lnTo>
                    <a:cubicBezTo>
                      <a:pt x="1048139" y="709124"/>
                      <a:pt x="1047186" y="709124"/>
                      <a:pt x="1045281" y="709124"/>
                    </a:cubicBezTo>
                    <a:cubicBezTo>
                      <a:pt x="1044329" y="709124"/>
                      <a:pt x="1042424" y="709124"/>
                      <a:pt x="1040519" y="709124"/>
                    </a:cubicBezTo>
                    <a:cubicBezTo>
                      <a:pt x="1036709" y="709124"/>
                      <a:pt x="1031946" y="706266"/>
                      <a:pt x="1028136" y="701504"/>
                    </a:cubicBezTo>
                    <a:cubicBezTo>
                      <a:pt x="1024326" y="696741"/>
                      <a:pt x="1022421" y="691979"/>
                      <a:pt x="1022421" y="688169"/>
                    </a:cubicBezTo>
                    <a:cubicBezTo>
                      <a:pt x="1022421" y="685311"/>
                      <a:pt x="1023374" y="682454"/>
                      <a:pt x="1026231" y="680549"/>
                    </a:cubicBezTo>
                    <a:cubicBezTo>
                      <a:pt x="1028136" y="678644"/>
                      <a:pt x="1030041" y="677691"/>
                      <a:pt x="1032899" y="677691"/>
                    </a:cubicBezTo>
                    <a:cubicBezTo>
                      <a:pt x="1035756" y="677691"/>
                      <a:pt x="1038614" y="678644"/>
                      <a:pt x="1041471" y="680549"/>
                    </a:cubicBezTo>
                    <a:cubicBezTo>
                      <a:pt x="1044329" y="682454"/>
                      <a:pt x="1046234" y="685311"/>
                      <a:pt x="1048139" y="688169"/>
                    </a:cubicBezTo>
                    <a:cubicBezTo>
                      <a:pt x="1050996" y="687216"/>
                      <a:pt x="1054806" y="685311"/>
                      <a:pt x="1057664" y="682454"/>
                    </a:cubicBezTo>
                    <a:cubicBezTo>
                      <a:pt x="1060521" y="679596"/>
                      <a:pt x="1063379" y="675786"/>
                      <a:pt x="1066236" y="671976"/>
                    </a:cubicBezTo>
                    <a:cubicBezTo>
                      <a:pt x="1053854" y="670071"/>
                      <a:pt x="1045281" y="665309"/>
                      <a:pt x="1038614" y="659594"/>
                    </a:cubicBezTo>
                    <a:cubicBezTo>
                      <a:pt x="1031946" y="652926"/>
                      <a:pt x="1028136" y="646259"/>
                      <a:pt x="1029089" y="638639"/>
                    </a:cubicBezTo>
                    <a:cubicBezTo>
                      <a:pt x="1029089" y="636734"/>
                      <a:pt x="1030041" y="634829"/>
                      <a:pt x="1030994" y="632924"/>
                    </a:cubicBezTo>
                    <a:cubicBezTo>
                      <a:pt x="1031946" y="631019"/>
                      <a:pt x="1033851" y="630066"/>
                      <a:pt x="1035756" y="628161"/>
                    </a:cubicBezTo>
                    <a:lnTo>
                      <a:pt x="1023374" y="627209"/>
                    </a:lnTo>
                    <a:lnTo>
                      <a:pt x="1023374" y="628161"/>
                    </a:lnTo>
                    <a:lnTo>
                      <a:pt x="1003371" y="625304"/>
                    </a:lnTo>
                    <a:lnTo>
                      <a:pt x="990036" y="729126"/>
                    </a:lnTo>
                    <a:lnTo>
                      <a:pt x="972891" y="714839"/>
                    </a:lnTo>
                    <a:lnTo>
                      <a:pt x="975749" y="691026"/>
                    </a:lnTo>
                    <a:cubicBezTo>
                      <a:pt x="970986" y="693884"/>
                      <a:pt x="966224" y="696741"/>
                      <a:pt x="960509" y="697694"/>
                    </a:cubicBezTo>
                    <a:cubicBezTo>
                      <a:pt x="955746" y="699599"/>
                      <a:pt x="950031" y="699599"/>
                      <a:pt x="946221" y="699599"/>
                    </a:cubicBezTo>
                    <a:cubicBezTo>
                      <a:pt x="937649" y="698646"/>
                      <a:pt x="929076" y="692931"/>
                      <a:pt x="921456" y="683406"/>
                    </a:cubicBezTo>
                    <a:cubicBezTo>
                      <a:pt x="913836" y="673881"/>
                      <a:pt x="910026" y="665309"/>
                      <a:pt x="910979" y="657689"/>
                    </a:cubicBezTo>
                    <a:cubicBezTo>
                      <a:pt x="911931" y="651021"/>
                      <a:pt x="915741" y="645306"/>
                      <a:pt x="921456" y="641496"/>
                    </a:cubicBezTo>
                    <a:cubicBezTo>
                      <a:pt x="928124" y="637686"/>
                      <a:pt x="935744" y="635781"/>
                      <a:pt x="943364" y="636734"/>
                    </a:cubicBezTo>
                    <a:cubicBezTo>
                      <a:pt x="950984" y="637686"/>
                      <a:pt x="957651" y="640544"/>
                      <a:pt x="963366" y="645306"/>
                    </a:cubicBezTo>
                    <a:cubicBezTo>
                      <a:pt x="970034" y="650069"/>
                      <a:pt x="974796" y="656736"/>
                      <a:pt x="979559" y="664356"/>
                    </a:cubicBezTo>
                    <a:lnTo>
                      <a:pt x="985274" y="623399"/>
                    </a:lnTo>
                    <a:lnTo>
                      <a:pt x="908121" y="613874"/>
                    </a:lnTo>
                    <a:lnTo>
                      <a:pt x="907169" y="612921"/>
                    </a:lnTo>
                    <a:lnTo>
                      <a:pt x="893834" y="610064"/>
                    </a:lnTo>
                    <a:lnTo>
                      <a:pt x="875736" y="712934"/>
                    </a:lnTo>
                    <a:lnTo>
                      <a:pt x="858591" y="697694"/>
                    </a:lnTo>
                    <a:lnTo>
                      <a:pt x="874784" y="606254"/>
                    </a:lnTo>
                    <a:lnTo>
                      <a:pt x="855734" y="603396"/>
                    </a:lnTo>
                    <a:lnTo>
                      <a:pt x="848114" y="587204"/>
                    </a:lnTo>
                    <a:lnTo>
                      <a:pt x="883356" y="593871"/>
                    </a:lnTo>
                    <a:cubicBezTo>
                      <a:pt x="881451" y="588156"/>
                      <a:pt x="880499" y="583394"/>
                      <a:pt x="879546" y="580536"/>
                    </a:cubicBezTo>
                    <a:cubicBezTo>
                      <a:pt x="878594" y="576726"/>
                      <a:pt x="878594" y="573869"/>
                      <a:pt x="878594" y="571011"/>
                    </a:cubicBezTo>
                    <a:cubicBezTo>
                      <a:pt x="880499" y="561486"/>
                      <a:pt x="885261" y="553866"/>
                      <a:pt x="893834" y="548151"/>
                    </a:cubicBezTo>
                    <a:cubicBezTo>
                      <a:pt x="902406" y="542436"/>
                      <a:pt x="911931" y="540531"/>
                      <a:pt x="922409" y="542436"/>
                    </a:cubicBezTo>
                    <a:cubicBezTo>
                      <a:pt x="930981" y="544341"/>
                      <a:pt x="939554" y="550056"/>
                      <a:pt x="948126" y="560534"/>
                    </a:cubicBezTo>
                    <a:cubicBezTo>
                      <a:pt x="957651" y="571964"/>
                      <a:pt x="967176" y="586251"/>
                      <a:pt x="975749" y="603396"/>
                    </a:cubicBezTo>
                    <a:lnTo>
                      <a:pt x="970034" y="606254"/>
                    </a:lnTo>
                    <a:cubicBezTo>
                      <a:pt x="964319" y="593871"/>
                      <a:pt x="957651" y="582441"/>
                      <a:pt x="949079" y="573869"/>
                    </a:cubicBezTo>
                    <a:cubicBezTo>
                      <a:pt x="941459" y="565296"/>
                      <a:pt x="932886" y="560534"/>
                      <a:pt x="924314" y="559581"/>
                    </a:cubicBezTo>
                    <a:cubicBezTo>
                      <a:pt x="916694" y="558629"/>
                      <a:pt x="909074" y="559581"/>
                      <a:pt x="902406" y="564344"/>
                    </a:cubicBezTo>
                    <a:cubicBezTo>
                      <a:pt x="895739" y="569106"/>
                      <a:pt x="891929" y="574821"/>
                      <a:pt x="890024" y="582441"/>
                    </a:cubicBezTo>
                    <a:cubicBezTo>
                      <a:pt x="889071" y="588156"/>
                      <a:pt x="889071" y="591966"/>
                      <a:pt x="889071" y="594824"/>
                    </a:cubicBezTo>
                    <a:lnTo>
                      <a:pt x="904311" y="597681"/>
                    </a:lnTo>
                    <a:lnTo>
                      <a:pt x="905264" y="598634"/>
                    </a:lnTo>
                    <a:lnTo>
                      <a:pt x="1013849" y="612921"/>
                    </a:lnTo>
                    <a:lnTo>
                      <a:pt x="1013849" y="612921"/>
                    </a:lnTo>
                    <a:lnTo>
                      <a:pt x="1092906" y="618636"/>
                    </a:lnTo>
                    <a:lnTo>
                      <a:pt x="1093859" y="619589"/>
                    </a:lnTo>
                    <a:lnTo>
                      <a:pt x="1204349" y="621494"/>
                    </a:lnTo>
                    <a:lnTo>
                      <a:pt x="1214826" y="635781"/>
                    </a:lnTo>
                    <a:lnTo>
                      <a:pt x="1193871" y="634829"/>
                    </a:lnTo>
                    <a:close/>
                    <a:moveTo>
                      <a:pt x="1911104" y="313836"/>
                    </a:moveTo>
                    <a:cubicBezTo>
                      <a:pt x="1915866" y="312884"/>
                      <a:pt x="1919676" y="312884"/>
                      <a:pt x="1923486" y="312884"/>
                    </a:cubicBezTo>
                    <a:cubicBezTo>
                      <a:pt x="1933011" y="312884"/>
                      <a:pt x="1937774" y="315741"/>
                      <a:pt x="1940631" y="324314"/>
                    </a:cubicBezTo>
                    <a:cubicBezTo>
                      <a:pt x="1945394" y="336696"/>
                      <a:pt x="1934916" y="346221"/>
                      <a:pt x="1916819" y="360509"/>
                    </a:cubicBezTo>
                    <a:cubicBezTo>
                      <a:pt x="1914914" y="361461"/>
                      <a:pt x="1913961" y="362414"/>
                      <a:pt x="1912056" y="364319"/>
                    </a:cubicBezTo>
                    <a:cubicBezTo>
                      <a:pt x="1911104" y="357651"/>
                      <a:pt x="1908246" y="351936"/>
                      <a:pt x="1907294" y="345269"/>
                    </a:cubicBezTo>
                    <a:cubicBezTo>
                      <a:pt x="1904436" y="334791"/>
                      <a:pt x="1900626" y="323361"/>
                      <a:pt x="1900626" y="314789"/>
                    </a:cubicBezTo>
                    <a:cubicBezTo>
                      <a:pt x="1903484" y="314789"/>
                      <a:pt x="1907294" y="313836"/>
                      <a:pt x="1911104" y="313836"/>
                    </a:cubicBezTo>
                    <a:close/>
                    <a:moveTo>
                      <a:pt x="1933964" y="540531"/>
                    </a:moveTo>
                    <a:cubicBezTo>
                      <a:pt x="1934916" y="543389"/>
                      <a:pt x="1935869" y="545294"/>
                      <a:pt x="1934916" y="547199"/>
                    </a:cubicBezTo>
                    <a:cubicBezTo>
                      <a:pt x="1933964" y="550056"/>
                      <a:pt x="1933011" y="551009"/>
                      <a:pt x="1931106" y="551961"/>
                    </a:cubicBezTo>
                    <a:cubicBezTo>
                      <a:pt x="1925391" y="554819"/>
                      <a:pt x="1917771" y="553866"/>
                      <a:pt x="1908246" y="549104"/>
                    </a:cubicBezTo>
                    <a:cubicBezTo>
                      <a:pt x="1898721" y="544341"/>
                      <a:pt x="1892054" y="539579"/>
                      <a:pt x="1889196" y="533864"/>
                    </a:cubicBezTo>
                    <a:cubicBezTo>
                      <a:pt x="1888244" y="532911"/>
                      <a:pt x="1889196" y="531006"/>
                      <a:pt x="1890149" y="530054"/>
                    </a:cubicBezTo>
                    <a:cubicBezTo>
                      <a:pt x="1891101" y="528149"/>
                      <a:pt x="1893006" y="527196"/>
                      <a:pt x="1894911" y="526244"/>
                    </a:cubicBezTo>
                    <a:lnTo>
                      <a:pt x="1904436" y="521481"/>
                    </a:lnTo>
                    <a:lnTo>
                      <a:pt x="1889196" y="488144"/>
                    </a:lnTo>
                    <a:lnTo>
                      <a:pt x="1871099" y="496716"/>
                    </a:lnTo>
                    <a:lnTo>
                      <a:pt x="1871099" y="496716"/>
                    </a:lnTo>
                    <a:lnTo>
                      <a:pt x="1867289" y="498621"/>
                    </a:lnTo>
                    <a:lnTo>
                      <a:pt x="1866336" y="499574"/>
                    </a:lnTo>
                    <a:lnTo>
                      <a:pt x="1866336" y="499574"/>
                    </a:lnTo>
                    <a:lnTo>
                      <a:pt x="1832999" y="511956"/>
                    </a:lnTo>
                    <a:cubicBezTo>
                      <a:pt x="1837761" y="514814"/>
                      <a:pt x="1841571" y="517671"/>
                      <a:pt x="1844429" y="520529"/>
                    </a:cubicBezTo>
                    <a:cubicBezTo>
                      <a:pt x="1847286" y="523386"/>
                      <a:pt x="1850144" y="527196"/>
                      <a:pt x="1851096" y="530054"/>
                    </a:cubicBezTo>
                    <a:cubicBezTo>
                      <a:pt x="1852049" y="532911"/>
                      <a:pt x="1852049" y="535769"/>
                      <a:pt x="1851096" y="539579"/>
                    </a:cubicBezTo>
                    <a:cubicBezTo>
                      <a:pt x="1850144" y="543389"/>
                      <a:pt x="1848239" y="546246"/>
                      <a:pt x="1846334" y="550056"/>
                    </a:cubicBezTo>
                    <a:cubicBezTo>
                      <a:pt x="1855859" y="548151"/>
                      <a:pt x="1865384" y="549104"/>
                      <a:pt x="1873004" y="551961"/>
                    </a:cubicBezTo>
                    <a:cubicBezTo>
                      <a:pt x="1880624" y="554819"/>
                      <a:pt x="1886339" y="560534"/>
                      <a:pt x="1889196" y="567201"/>
                    </a:cubicBezTo>
                    <a:cubicBezTo>
                      <a:pt x="1893006" y="575774"/>
                      <a:pt x="1892054" y="585299"/>
                      <a:pt x="1886339" y="593871"/>
                    </a:cubicBezTo>
                    <a:cubicBezTo>
                      <a:pt x="1880624" y="603396"/>
                      <a:pt x="1872051" y="610064"/>
                      <a:pt x="1861574" y="613874"/>
                    </a:cubicBezTo>
                    <a:cubicBezTo>
                      <a:pt x="1852049" y="617684"/>
                      <a:pt x="1840619" y="615779"/>
                      <a:pt x="1827284" y="609111"/>
                    </a:cubicBezTo>
                    <a:cubicBezTo>
                      <a:pt x="1813949" y="602444"/>
                      <a:pt x="1805376" y="593871"/>
                      <a:pt x="1801566" y="583394"/>
                    </a:cubicBezTo>
                    <a:cubicBezTo>
                      <a:pt x="1799661" y="578631"/>
                      <a:pt x="1800614" y="572916"/>
                      <a:pt x="1803471" y="567201"/>
                    </a:cubicBezTo>
                    <a:cubicBezTo>
                      <a:pt x="1807281" y="561486"/>
                      <a:pt x="1812044" y="556724"/>
                      <a:pt x="1818711" y="551961"/>
                    </a:cubicBezTo>
                    <a:cubicBezTo>
                      <a:pt x="1824426" y="549104"/>
                      <a:pt x="1828236" y="544341"/>
                      <a:pt x="1831094" y="539579"/>
                    </a:cubicBezTo>
                    <a:cubicBezTo>
                      <a:pt x="1833951" y="534816"/>
                      <a:pt x="1834904" y="531006"/>
                      <a:pt x="1832999" y="527196"/>
                    </a:cubicBezTo>
                    <a:cubicBezTo>
                      <a:pt x="1832046" y="524339"/>
                      <a:pt x="1830141" y="521481"/>
                      <a:pt x="1828236" y="519576"/>
                    </a:cubicBezTo>
                    <a:cubicBezTo>
                      <a:pt x="1826331" y="517671"/>
                      <a:pt x="1825379" y="515766"/>
                      <a:pt x="1822521" y="514814"/>
                    </a:cubicBezTo>
                    <a:lnTo>
                      <a:pt x="1772039" y="533864"/>
                    </a:lnTo>
                    <a:lnTo>
                      <a:pt x="1772039" y="533864"/>
                    </a:lnTo>
                    <a:lnTo>
                      <a:pt x="1757751" y="538626"/>
                    </a:lnTo>
                    <a:lnTo>
                      <a:pt x="1791089" y="637686"/>
                    </a:lnTo>
                    <a:lnTo>
                      <a:pt x="1769181" y="632924"/>
                    </a:lnTo>
                    <a:lnTo>
                      <a:pt x="1739654" y="545294"/>
                    </a:lnTo>
                    <a:lnTo>
                      <a:pt x="1726319" y="550056"/>
                    </a:lnTo>
                    <a:lnTo>
                      <a:pt x="1727271" y="551009"/>
                    </a:lnTo>
                    <a:lnTo>
                      <a:pt x="1708221" y="556724"/>
                    </a:lnTo>
                    <a:lnTo>
                      <a:pt x="1737749" y="657689"/>
                    </a:lnTo>
                    <a:lnTo>
                      <a:pt x="1715841" y="651974"/>
                    </a:lnTo>
                    <a:lnTo>
                      <a:pt x="1708221" y="627209"/>
                    </a:lnTo>
                    <a:cubicBezTo>
                      <a:pt x="1707269" y="630066"/>
                      <a:pt x="1705364" y="631971"/>
                      <a:pt x="1702506" y="633876"/>
                    </a:cubicBezTo>
                    <a:cubicBezTo>
                      <a:pt x="1699649" y="635781"/>
                      <a:pt x="1696791" y="637686"/>
                      <a:pt x="1693934" y="638639"/>
                    </a:cubicBezTo>
                    <a:cubicBezTo>
                      <a:pt x="1685361" y="641496"/>
                      <a:pt x="1675836" y="640544"/>
                      <a:pt x="1665359" y="635781"/>
                    </a:cubicBezTo>
                    <a:cubicBezTo>
                      <a:pt x="1654881" y="631971"/>
                      <a:pt x="1648214" y="626256"/>
                      <a:pt x="1646309" y="619589"/>
                    </a:cubicBezTo>
                    <a:lnTo>
                      <a:pt x="1633926" y="578631"/>
                    </a:lnTo>
                    <a:lnTo>
                      <a:pt x="1622496" y="582441"/>
                    </a:lnTo>
                    <a:lnTo>
                      <a:pt x="1621544" y="581489"/>
                    </a:lnTo>
                    <a:lnTo>
                      <a:pt x="1607256" y="585299"/>
                    </a:lnTo>
                    <a:lnTo>
                      <a:pt x="1632021" y="687216"/>
                    </a:lnTo>
                    <a:lnTo>
                      <a:pt x="1611066" y="680549"/>
                    </a:lnTo>
                    <a:lnTo>
                      <a:pt x="1589159" y="590061"/>
                    </a:lnTo>
                    <a:lnTo>
                      <a:pt x="1574871" y="593871"/>
                    </a:lnTo>
                    <a:lnTo>
                      <a:pt x="1575824" y="594824"/>
                    </a:lnTo>
                    <a:lnTo>
                      <a:pt x="1555821" y="598634"/>
                    </a:lnTo>
                    <a:lnTo>
                      <a:pt x="1574871" y="701504"/>
                    </a:lnTo>
                    <a:lnTo>
                      <a:pt x="1553916" y="692931"/>
                    </a:lnTo>
                    <a:lnTo>
                      <a:pt x="1551059" y="676739"/>
                    </a:lnTo>
                    <a:cubicBezTo>
                      <a:pt x="1548201" y="682454"/>
                      <a:pt x="1543439" y="686264"/>
                      <a:pt x="1537724" y="690074"/>
                    </a:cubicBezTo>
                    <a:cubicBezTo>
                      <a:pt x="1531056" y="693884"/>
                      <a:pt x="1524389" y="696741"/>
                      <a:pt x="1516769" y="697694"/>
                    </a:cubicBezTo>
                    <a:cubicBezTo>
                      <a:pt x="1508196" y="699599"/>
                      <a:pt x="1499624" y="697694"/>
                      <a:pt x="1490099" y="692931"/>
                    </a:cubicBezTo>
                    <a:cubicBezTo>
                      <a:pt x="1480574" y="688169"/>
                      <a:pt x="1474859" y="682454"/>
                      <a:pt x="1473906" y="676739"/>
                    </a:cubicBezTo>
                    <a:cubicBezTo>
                      <a:pt x="1473906" y="675786"/>
                      <a:pt x="1473906" y="673881"/>
                      <a:pt x="1474859" y="671976"/>
                    </a:cubicBezTo>
                    <a:cubicBezTo>
                      <a:pt x="1475811" y="670071"/>
                      <a:pt x="1476764" y="668166"/>
                      <a:pt x="1478669" y="666261"/>
                    </a:cubicBezTo>
                    <a:cubicBezTo>
                      <a:pt x="1472954" y="664356"/>
                      <a:pt x="1467239" y="661499"/>
                      <a:pt x="1463429" y="657689"/>
                    </a:cubicBezTo>
                    <a:cubicBezTo>
                      <a:pt x="1459619" y="653879"/>
                      <a:pt x="1456761" y="650069"/>
                      <a:pt x="1455809" y="646259"/>
                    </a:cubicBezTo>
                    <a:cubicBezTo>
                      <a:pt x="1454856" y="641496"/>
                      <a:pt x="1455809" y="636734"/>
                      <a:pt x="1459619" y="633876"/>
                    </a:cubicBezTo>
                    <a:cubicBezTo>
                      <a:pt x="1462476" y="630066"/>
                      <a:pt x="1466286" y="628161"/>
                      <a:pt x="1472001" y="626256"/>
                    </a:cubicBezTo>
                    <a:lnTo>
                      <a:pt x="1495814" y="621494"/>
                    </a:lnTo>
                    <a:lnTo>
                      <a:pt x="1493909" y="610064"/>
                    </a:lnTo>
                    <a:lnTo>
                      <a:pt x="1443426" y="619589"/>
                    </a:lnTo>
                    <a:lnTo>
                      <a:pt x="1443426" y="619589"/>
                    </a:lnTo>
                    <a:lnTo>
                      <a:pt x="1429139" y="621494"/>
                    </a:lnTo>
                    <a:lnTo>
                      <a:pt x="1441521" y="725316"/>
                    </a:lnTo>
                    <a:lnTo>
                      <a:pt x="1421519" y="715791"/>
                    </a:lnTo>
                    <a:lnTo>
                      <a:pt x="1418661" y="691979"/>
                    </a:lnTo>
                    <a:cubicBezTo>
                      <a:pt x="1414851" y="696741"/>
                      <a:pt x="1410089" y="699599"/>
                      <a:pt x="1405326" y="702456"/>
                    </a:cubicBezTo>
                    <a:cubicBezTo>
                      <a:pt x="1400564" y="705314"/>
                      <a:pt x="1395801" y="707219"/>
                      <a:pt x="1391991" y="707219"/>
                    </a:cubicBezTo>
                    <a:cubicBezTo>
                      <a:pt x="1383419" y="708171"/>
                      <a:pt x="1373894" y="705314"/>
                      <a:pt x="1363416" y="697694"/>
                    </a:cubicBezTo>
                    <a:cubicBezTo>
                      <a:pt x="1353891" y="690074"/>
                      <a:pt x="1348176" y="683406"/>
                      <a:pt x="1347224" y="674834"/>
                    </a:cubicBezTo>
                    <a:cubicBezTo>
                      <a:pt x="1346271" y="668166"/>
                      <a:pt x="1348176" y="661499"/>
                      <a:pt x="1353891" y="656736"/>
                    </a:cubicBezTo>
                    <a:cubicBezTo>
                      <a:pt x="1359606" y="651021"/>
                      <a:pt x="1366274" y="648164"/>
                      <a:pt x="1373894" y="647211"/>
                    </a:cubicBezTo>
                    <a:cubicBezTo>
                      <a:pt x="1381514" y="646259"/>
                      <a:pt x="1388181" y="647211"/>
                      <a:pt x="1395801" y="651021"/>
                    </a:cubicBezTo>
                    <a:cubicBezTo>
                      <a:pt x="1403421" y="653879"/>
                      <a:pt x="1410089" y="658641"/>
                      <a:pt x="1415804" y="665309"/>
                    </a:cubicBezTo>
                    <a:lnTo>
                      <a:pt x="1411041" y="624351"/>
                    </a:lnTo>
                    <a:lnTo>
                      <a:pt x="1333889" y="633876"/>
                    </a:lnTo>
                    <a:lnTo>
                      <a:pt x="1332936" y="632924"/>
                    </a:lnTo>
                    <a:lnTo>
                      <a:pt x="1318649" y="633876"/>
                    </a:lnTo>
                    <a:lnTo>
                      <a:pt x="1326269" y="738651"/>
                    </a:lnTo>
                    <a:lnTo>
                      <a:pt x="1306266" y="728174"/>
                    </a:lnTo>
                    <a:lnTo>
                      <a:pt x="1299599" y="635781"/>
                    </a:lnTo>
                    <a:lnTo>
                      <a:pt x="1280549" y="636734"/>
                    </a:lnTo>
                    <a:lnTo>
                      <a:pt x="1269119" y="623399"/>
                    </a:lnTo>
                    <a:lnTo>
                      <a:pt x="1304361" y="620541"/>
                    </a:lnTo>
                    <a:cubicBezTo>
                      <a:pt x="1301504" y="615779"/>
                      <a:pt x="1298646" y="611969"/>
                      <a:pt x="1297694" y="608159"/>
                    </a:cubicBezTo>
                    <a:cubicBezTo>
                      <a:pt x="1295789" y="604349"/>
                      <a:pt x="1294836" y="601491"/>
                      <a:pt x="1294836" y="599586"/>
                    </a:cubicBezTo>
                    <a:cubicBezTo>
                      <a:pt x="1293884" y="590061"/>
                      <a:pt x="1297694" y="581489"/>
                      <a:pt x="1304361" y="573869"/>
                    </a:cubicBezTo>
                    <a:cubicBezTo>
                      <a:pt x="1311029" y="566249"/>
                      <a:pt x="1319601" y="562439"/>
                      <a:pt x="1330079" y="561486"/>
                    </a:cubicBezTo>
                    <a:cubicBezTo>
                      <a:pt x="1338651" y="560534"/>
                      <a:pt x="1348176" y="564344"/>
                      <a:pt x="1359606" y="572916"/>
                    </a:cubicBezTo>
                    <a:cubicBezTo>
                      <a:pt x="1371989" y="581489"/>
                      <a:pt x="1384371" y="592919"/>
                      <a:pt x="1396754" y="608159"/>
                    </a:cubicBezTo>
                    <a:lnTo>
                      <a:pt x="1391991" y="611969"/>
                    </a:lnTo>
                    <a:cubicBezTo>
                      <a:pt x="1383419" y="600539"/>
                      <a:pt x="1373894" y="591966"/>
                      <a:pt x="1364369" y="585299"/>
                    </a:cubicBezTo>
                    <a:cubicBezTo>
                      <a:pt x="1354844" y="579584"/>
                      <a:pt x="1345319" y="576726"/>
                      <a:pt x="1337699" y="576726"/>
                    </a:cubicBezTo>
                    <a:cubicBezTo>
                      <a:pt x="1330079" y="577679"/>
                      <a:pt x="1322459" y="580536"/>
                      <a:pt x="1316744" y="587204"/>
                    </a:cubicBezTo>
                    <a:cubicBezTo>
                      <a:pt x="1311029" y="592919"/>
                      <a:pt x="1309124" y="599586"/>
                      <a:pt x="1309124" y="608159"/>
                    </a:cubicBezTo>
                    <a:cubicBezTo>
                      <a:pt x="1309124" y="613874"/>
                      <a:pt x="1310076" y="617684"/>
                      <a:pt x="1311029" y="619589"/>
                    </a:cubicBezTo>
                    <a:lnTo>
                      <a:pt x="1326269" y="618636"/>
                    </a:lnTo>
                    <a:lnTo>
                      <a:pt x="1327221" y="619589"/>
                    </a:lnTo>
                    <a:lnTo>
                      <a:pt x="1436759" y="607206"/>
                    </a:lnTo>
                    <a:lnTo>
                      <a:pt x="1437711" y="608159"/>
                    </a:lnTo>
                    <a:lnTo>
                      <a:pt x="1558679" y="585299"/>
                    </a:lnTo>
                    <a:lnTo>
                      <a:pt x="1558679" y="585299"/>
                    </a:lnTo>
                    <a:lnTo>
                      <a:pt x="1615829" y="571011"/>
                    </a:lnTo>
                    <a:lnTo>
                      <a:pt x="1616781" y="571964"/>
                    </a:lnTo>
                    <a:lnTo>
                      <a:pt x="1709174" y="545294"/>
                    </a:lnTo>
                    <a:lnTo>
                      <a:pt x="1744416" y="533864"/>
                    </a:lnTo>
                    <a:cubicBezTo>
                      <a:pt x="1737749" y="524339"/>
                      <a:pt x="1731081" y="516719"/>
                      <a:pt x="1722509" y="511956"/>
                    </a:cubicBezTo>
                    <a:cubicBezTo>
                      <a:pt x="1713936" y="507194"/>
                      <a:pt x="1706316" y="506241"/>
                      <a:pt x="1699649" y="509099"/>
                    </a:cubicBezTo>
                    <a:cubicBezTo>
                      <a:pt x="1694886" y="511004"/>
                      <a:pt x="1691076" y="513861"/>
                      <a:pt x="1689171" y="519576"/>
                    </a:cubicBezTo>
                    <a:cubicBezTo>
                      <a:pt x="1687266" y="524339"/>
                      <a:pt x="1687266" y="530054"/>
                      <a:pt x="1689171" y="535769"/>
                    </a:cubicBezTo>
                    <a:cubicBezTo>
                      <a:pt x="1690124" y="537674"/>
                      <a:pt x="1691076" y="540531"/>
                      <a:pt x="1692981" y="542436"/>
                    </a:cubicBezTo>
                    <a:cubicBezTo>
                      <a:pt x="1694886" y="544341"/>
                      <a:pt x="1696791" y="546246"/>
                      <a:pt x="1699649" y="548151"/>
                    </a:cubicBezTo>
                    <a:lnTo>
                      <a:pt x="1692981" y="550056"/>
                    </a:lnTo>
                    <a:cubicBezTo>
                      <a:pt x="1689171" y="548151"/>
                      <a:pt x="1685361" y="544341"/>
                      <a:pt x="1682504" y="540531"/>
                    </a:cubicBezTo>
                    <a:cubicBezTo>
                      <a:pt x="1679646" y="535769"/>
                      <a:pt x="1676789" y="531959"/>
                      <a:pt x="1675836" y="527196"/>
                    </a:cubicBezTo>
                    <a:cubicBezTo>
                      <a:pt x="1672979" y="519576"/>
                      <a:pt x="1673931" y="512909"/>
                      <a:pt x="1676789" y="505289"/>
                    </a:cubicBezTo>
                    <a:cubicBezTo>
                      <a:pt x="1679646" y="498621"/>
                      <a:pt x="1685361" y="493859"/>
                      <a:pt x="1692029" y="491001"/>
                    </a:cubicBezTo>
                    <a:cubicBezTo>
                      <a:pt x="1701554" y="488144"/>
                      <a:pt x="1712031" y="490049"/>
                      <a:pt x="1722509" y="497669"/>
                    </a:cubicBezTo>
                    <a:cubicBezTo>
                      <a:pt x="1733939" y="505289"/>
                      <a:pt x="1743464" y="516719"/>
                      <a:pt x="1752036" y="531006"/>
                    </a:cubicBezTo>
                    <a:lnTo>
                      <a:pt x="1765371" y="526244"/>
                    </a:lnTo>
                    <a:lnTo>
                      <a:pt x="1766324" y="526244"/>
                    </a:lnTo>
                    <a:lnTo>
                      <a:pt x="1859669" y="491001"/>
                    </a:lnTo>
                    <a:lnTo>
                      <a:pt x="1859669" y="491001"/>
                    </a:lnTo>
                    <a:lnTo>
                      <a:pt x="1962539" y="445281"/>
                    </a:lnTo>
                    <a:lnTo>
                      <a:pt x="1977779" y="453854"/>
                    </a:lnTo>
                    <a:lnTo>
                      <a:pt x="1959681" y="462426"/>
                    </a:lnTo>
                    <a:lnTo>
                      <a:pt x="2002544" y="557676"/>
                    </a:lnTo>
                    <a:lnTo>
                      <a:pt x="1980636" y="554819"/>
                    </a:lnTo>
                    <a:lnTo>
                      <a:pt x="1964444" y="518624"/>
                    </a:lnTo>
                    <a:lnTo>
                      <a:pt x="1932059" y="532911"/>
                    </a:lnTo>
                    <a:lnTo>
                      <a:pt x="1933964" y="540531"/>
                    </a:lnTo>
                    <a:close/>
                    <a:moveTo>
                      <a:pt x="2038739" y="575774"/>
                    </a:moveTo>
                    <a:lnTo>
                      <a:pt x="2006354" y="565296"/>
                    </a:lnTo>
                    <a:cubicBezTo>
                      <a:pt x="2004449" y="564344"/>
                      <a:pt x="2001591" y="564344"/>
                      <a:pt x="1999686" y="563391"/>
                    </a:cubicBezTo>
                    <a:cubicBezTo>
                      <a:pt x="1997781" y="563391"/>
                      <a:pt x="1995876" y="563391"/>
                      <a:pt x="1994924" y="563391"/>
                    </a:cubicBezTo>
                    <a:cubicBezTo>
                      <a:pt x="1993971" y="564344"/>
                      <a:pt x="1992066" y="565296"/>
                      <a:pt x="1991114" y="566249"/>
                    </a:cubicBezTo>
                    <a:cubicBezTo>
                      <a:pt x="1990161" y="567201"/>
                      <a:pt x="1988256" y="570059"/>
                      <a:pt x="1986351" y="572916"/>
                    </a:cubicBezTo>
                    <a:lnTo>
                      <a:pt x="1974921" y="566249"/>
                    </a:lnTo>
                    <a:cubicBezTo>
                      <a:pt x="1976826" y="564344"/>
                      <a:pt x="1978731" y="561486"/>
                      <a:pt x="1980636" y="559581"/>
                    </a:cubicBezTo>
                    <a:cubicBezTo>
                      <a:pt x="1982541" y="557676"/>
                      <a:pt x="1984446" y="556724"/>
                      <a:pt x="1985399" y="555771"/>
                    </a:cubicBezTo>
                    <a:cubicBezTo>
                      <a:pt x="1987304" y="554819"/>
                      <a:pt x="1988256" y="554819"/>
                      <a:pt x="1989209" y="554819"/>
                    </a:cubicBezTo>
                    <a:cubicBezTo>
                      <a:pt x="1990161" y="554819"/>
                      <a:pt x="1992066" y="554819"/>
                      <a:pt x="1993971" y="555771"/>
                    </a:cubicBezTo>
                    <a:lnTo>
                      <a:pt x="2041596" y="569106"/>
                    </a:lnTo>
                    <a:lnTo>
                      <a:pt x="2038739" y="575774"/>
                    </a:lnTo>
                    <a:close/>
                    <a:moveTo>
                      <a:pt x="2137799" y="166199"/>
                    </a:moveTo>
                    <a:cubicBezTo>
                      <a:pt x="2145419" y="97619"/>
                      <a:pt x="2173041" y="21419"/>
                      <a:pt x="2254004" y="16656"/>
                    </a:cubicBezTo>
                    <a:cubicBezTo>
                      <a:pt x="2271149" y="16656"/>
                      <a:pt x="2273054" y="24276"/>
                      <a:pt x="2274006" y="26181"/>
                    </a:cubicBezTo>
                    <a:cubicBezTo>
                      <a:pt x="2278769" y="50946"/>
                      <a:pt x="2227334" y="115716"/>
                      <a:pt x="2137799" y="166199"/>
                    </a:cubicBezTo>
                    <a:close/>
                    <a:moveTo>
                      <a:pt x="2346396" y="591014"/>
                    </a:moveTo>
                    <a:cubicBezTo>
                      <a:pt x="2327346" y="553866"/>
                      <a:pt x="2289246" y="499574"/>
                      <a:pt x="2254956" y="497669"/>
                    </a:cubicBezTo>
                    <a:cubicBezTo>
                      <a:pt x="2246384" y="496716"/>
                      <a:pt x="2233049" y="499574"/>
                      <a:pt x="2222571" y="515766"/>
                    </a:cubicBezTo>
                    <a:cubicBezTo>
                      <a:pt x="2218761" y="522434"/>
                      <a:pt x="2214951" y="530054"/>
                      <a:pt x="2211141" y="537674"/>
                    </a:cubicBezTo>
                    <a:cubicBezTo>
                      <a:pt x="2207331" y="493859"/>
                      <a:pt x="2194949" y="451949"/>
                      <a:pt x="2181614" y="412896"/>
                    </a:cubicBezTo>
                    <a:cubicBezTo>
                      <a:pt x="2219714" y="397656"/>
                      <a:pt x="2254004" y="379559"/>
                      <a:pt x="2285436" y="358604"/>
                    </a:cubicBezTo>
                    <a:cubicBezTo>
                      <a:pt x="2293056" y="375749"/>
                      <a:pt x="2300676" y="391941"/>
                      <a:pt x="2309249" y="408134"/>
                    </a:cubicBezTo>
                    <a:cubicBezTo>
                      <a:pt x="2323536" y="435756"/>
                      <a:pt x="2338776" y="465284"/>
                      <a:pt x="2346396" y="496716"/>
                    </a:cubicBezTo>
                    <a:cubicBezTo>
                      <a:pt x="2350206" y="515766"/>
                      <a:pt x="2350206" y="568154"/>
                      <a:pt x="2346396" y="591014"/>
                    </a:cubicBez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  <a:defRPr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</a:endParaRPr>
              </a:p>
            </p:txBody>
          </p:sp>
        </p:grpSp>
      </p:grpSp>
      <p:cxnSp>
        <p:nvCxnSpPr>
          <p:cNvPr id="2096016964" name="Google Shape;728;p7"/>
          <p:cNvCxnSpPr/>
          <p:nvPr/>
        </p:nvCxnSpPr>
        <p:spPr bwMode="auto">
          <a:xfrm>
            <a:off x="1419285" y="472722"/>
            <a:ext cx="0" cy="708300"/>
          </a:xfrm>
          <a:prstGeom prst="straightConnector1">
            <a:avLst/>
          </a:prstGeom>
          <a:noFill/>
          <a:ln w="9525" cap="flat" cmpd="sng">
            <a:solidFill>
              <a:srgbClr val="B8114F"/>
            </a:solidFill>
            <a:prstDash val="solid"/>
            <a:miter lim="800000"/>
            <a:headEnd type="none" w="sm" len="sm"/>
            <a:tailEnd type="none" w="sm" len="sm"/>
          </a:ln>
        </p:spPr>
      </p:cxnSp>
      <p:grpSp>
        <p:nvGrpSpPr>
          <p:cNvPr id="57807930" name="Google Shape;729;p7"/>
          <p:cNvGrpSpPr/>
          <p:nvPr/>
        </p:nvGrpSpPr>
        <p:grpSpPr bwMode="auto">
          <a:xfrm>
            <a:off x="-6152069" y="6251576"/>
            <a:ext cx="22234031" cy="490550"/>
            <a:chOff x="-9757307" y="6258187"/>
            <a:chExt cx="21948698" cy="484255"/>
          </a:xfrm>
        </p:grpSpPr>
        <p:sp>
          <p:nvSpPr>
            <p:cNvPr id="730" name="Google Shape;730;p7"/>
            <p:cNvSpPr/>
            <p:nvPr/>
          </p:nvSpPr>
          <p:spPr bwMode="auto">
            <a:xfrm>
              <a:off x="-9757307" y="6258187"/>
              <a:ext cx="10470371" cy="483649"/>
            </a:xfrm>
            <a:custGeom>
              <a:avLst/>
              <a:gdLst/>
              <a:ahLst/>
              <a:cxnLst/>
              <a:rect l="l" t="t" r="r" b="b"/>
              <a:pathLst>
                <a:path w="10470371" h="483649" fill="norm" stroke="1" extrusionOk="0">
                  <a:moveTo>
                    <a:pt x="10470372" y="483649"/>
                  </a:moveTo>
                  <a:lnTo>
                    <a:pt x="0" y="483649"/>
                  </a:lnTo>
                  <a:lnTo>
                    <a:pt x="0" y="0"/>
                  </a:lnTo>
                  <a:lnTo>
                    <a:pt x="9986722" y="0"/>
                  </a:lnTo>
                  <a:cubicBezTo>
                    <a:pt x="10120226" y="0"/>
                    <a:pt x="10228244" y="108017"/>
                    <a:pt x="10228244" y="241521"/>
                  </a:cubicBezTo>
                  <a:cubicBezTo>
                    <a:pt x="10228244" y="375025"/>
                    <a:pt x="10336868" y="483649"/>
                    <a:pt x="10470372" y="483649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731" name="Google Shape;731;p7"/>
            <p:cNvSpPr/>
            <p:nvPr/>
          </p:nvSpPr>
          <p:spPr bwMode="auto">
            <a:xfrm>
              <a:off x="2107576" y="6258187"/>
              <a:ext cx="10083815" cy="484255"/>
            </a:xfrm>
            <a:custGeom>
              <a:avLst/>
              <a:gdLst/>
              <a:ahLst/>
              <a:cxnLst/>
              <a:rect l="l" t="t" r="r" b="b"/>
              <a:pathLst>
                <a:path w="10083815" h="484255" fill="norm" stroke="1" extrusionOk="0">
                  <a:moveTo>
                    <a:pt x="10083816" y="607"/>
                  </a:moveTo>
                  <a:lnTo>
                    <a:pt x="10083816" y="484256"/>
                  </a:lnTo>
                  <a:lnTo>
                    <a:pt x="0" y="484256"/>
                  </a:lnTo>
                  <a:cubicBezTo>
                    <a:pt x="66752" y="484256"/>
                    <a:pt x="127436" y="456948"/>
                    <a:pt x="171129" y="413256"/>
                  </a:cubicBezTo>
                  <a:cubicBezTo>
                    <a:pt x="214821" y="369564"/>
                    <a:pt x="242128" y="308880"/>
                    <a:pt x="242128" y="242128"/>
                  </a:cubicBezTo>
                  <a:cubicBezTo>
                    <a:pt x="242128" y="175376"/>
                    <a:pt x="269436" y="114692"/>
                    <a:pt x="313129" y="71000"/>
                  </a:cubicBezTo>
                  <a:cubicBezTo>
                    <a:pt x="356821" y="27308"/>
                    <a:pt x="417504" y="0"/>
                    <a:pt x="484257" y="0"/>
                  </a:cubicBezTo>
                  <a:lnTo>
                    <a:pt x="10083816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</p:grpSp>
      <p:grpSp>
        <p:nvGrpSpPr>
          <p:cNvPr id="1251400305" name="Google Shape;732;p7"/>
          <p:cNvGrpSpPr/>
          <p:nvPr/>
        </p:nvGrpSpPr>
        <p:grpSpPr bwMode="auto">
          <a:xfrm>
            <a:off x="6473371" y="6378004"/>
            <a:ext cx="344329" cy="344244"/>
            <a:chOff x="4719817" y="6336659"/>
            <a:chExt cx="344329" cy="344244"/>
          </a:xfrm>
        </p:grpSpPr>
        <p:sp>
          <p:nvSpPr>
            <p:cNvPr id="733" name="Google Shape;733;p7"/>
            <p:cNvSpPr/>
            <p:nvPr/>
          </p:nvSpPr>
          <p:spPr bwMode="auto">
            <a:xfrm>
              <a:off x="4719817" y="6336659"/>
              <a:ext cx="177727" cy="344244"/>
            </a:xfrm>
            <a:custGeom>
              <a:avLst/>
              <a:gdLst/>
              <a:ahLst/>
              <a:cxnLst/>
              <a:rect l="l" t="t" r="r" b="b"/>
              <a:pathLst>
                <a:path w="177727" h="344244" fill="norm" stroke="1" extrusionOk="0">
                  <a:moveTo>
                    <a:pt x="143455" y="324582"/>
                  </a:moveTo>
                  <a:cubicBezTo>
                    <a:pt x="135751" y="322500"/>
                    <a:pt x="128412" y="320522"/>
                    <a:pt x="120760" y="318492"/>
                  </a:cubicBezTo>
                  <a:cubicBezTo>
                    <a:pt x="118730" y="322032"/>
                    <a:pt x="116596" y="325727"/>
                    <a:pt x="114410" y="329371"/>
                  </a:cubicBezTo>
                  <a:cubicBezTo>
                    <a:pt x="111859" y="333639"/>
                    <a:pt x="109100" y="334368"/>
                    <a:pt x="104884" y="331922"/>
                  </a:cubicBezTo>
                  <a:cubicBezTo>
                    <a:pt x="92340" y="324738"/>
                    <a:pt x="79847" y="317503"/>
                    <a:pt x="67355" y="310268"/>
                  </a:cubicBezTo>
                  <a:cubicBezTo>
                    <a:pt x="62826" y="307613"/>
                    <a:pt x="62150" y="305011"/>
                    <a:pt x="64700" y="300482"/>
                  </a:cubicBezTo>
                  <a:cubicBezTo>
                    <a:pt x="66730" y="296839"/>
                    <a:pt x="68864" y="293247"/>
                    <a:pt x="70686" y="290020"/>
                  </a:cubicBezTo>
                  <a:cubicBezTo>
                    <a:pt x="65065" y="284450"/>
                    <a:pt x="59651" y="279141"/>
                    <a:pt x="53874" y="273415"/>
                  </a:cubicBezTo>
                  <a:cubicBezTo>
                    <a:pt x="50855" y="275133"/>
                    <a:pt x="47159" y="277319"/>
                    <a:pt x="43463" y="279401"/>
                  </a:cubicBezTo>
                  <a:cubicBezTo>
                    <a:pt x="39091" y="281848"/>
                    <a:pt x="36384" y="281223"/>
                    <a:pt x="33886" y="276903"/>
                  </a:cubicBezTo>
                  <a:cubicBezTo>
                    <a:pt x="26598" y="264306"/>
                    <a:pt x="19311" y="251710"/>
                    <a:pt x="12076" y="239061"/>
                  </a:cubicBezTo>
                  <a:cubicBezTo>
                    <a:pt x="9682" y="234845"/>
                    <a:pt x="10514" y="232086"/>
                    <a:pt x="14783" y="229588"/>
                  </a:cubicBezTo>
                  <a:cubicBezTo>
                    <a:pt x="18270" y="227506"/>
                    <a:pt x="21810" y="225528"/>
                    <a:pt x="25297" y="223498"/>
                  </a:cubicBezTo>
                  <a:cubicBezTo>
                    <a:pt x="25401" y="223445"/>
                    <a:pt x="25453" y="223289"/>
                    <a:pt x="25557" y="223185"/>
                  </a:cubicBezTo>
                  <a:cubicBezTo>
                    <a:pt x="23579" y="215898"/>
                    <a:pt x="21601" y="208559"/>
                    <a:pt x="19467" y="200699"/>
                  </a:cubicBezTo>
                  <a:cubicBezTo>
                    <a:pt x="15459" y="200699"/>
                    <a:pt x="11087" y="200751"/>
                    <a:pt x="6715" y="200699"/>
                  </a:cubicBezTo>
                  <a:cubicBezTo>
                    <a:pt x="1978" y="200647"/>
                    <a:pt x="52" y="198669"/>
                    <a:pt x="0" y="193880"/>
                  </a:cubicBezTo>
                  <a:cubicBezTo>
                    <a:pt x="0" y="179306"/>
                    <a:pt x="0" y="164731"/>
                    <a:pt x="0" y="150157"/>
                  </a:cubicBezTo>
                  <a:cubicBezTo>
                    <a:pt x="0" y="145368"/>
                    <a:pt x="1978" y="143390"/>
                    <a:pt x="6715" y="143390"/>
                  </a:cubicBezTo>
                  <a:cubicBezTo>
                    <a:pt x="10983" y="143338"/>
                    <a:pt x="15303" y="143390"/>
                    <a:pt x="19467" y="143390"/>
                  </a:cubicBezTo>
                  <a:cubicBezTo>
                    <a:pt x="21497" y="135738"/>
                    <a:pt x="23475" y="128451"/>
                    <a:pt x="25557" y="120695"/>
                  </a:cubicBezTo>
                  <a:cubicBezTo>
                    <a:pt x="22174" y="118717"/>
                    <a:pt x="18635" y="116687"/>
                    <a:pt x="15043" y="114605"/>
                  </a:cubicBezTo>
                  <a:cubicBezTo>
                    <a:pt x="10358" y="111898"/>
                    <a:pt x="9578" y="109192"/>
                    <a:pt x="12232" y="104611"/>
                  </a:cubicBezTo>
                  <a:cubicBezTo>
                    <a:pt x="19363" y="92171"/>
                    <a:pt x="26546" y="79782"/>
                    <a:pt x="33730" y="67394"/>
                  </a:cubicBezTo>
                  <a:cubicBezTo>
                    <a:pt x="36436" y="62709"/>
                    <a:pt x="39039" y="62085"/>
                    <a:pt x="43776" y="64792"/>
                  </a:cubicBezTo>
                  <a:cubicBezTo>
                    <a:pt x="47315" y="66769"/>
                    <a:pt x="50803" y="68852"/>
                    <a:pt x="53978" y="70673"/>
                  </a:cubicBezTo>
                  <a:cubicBezTo>
                    <a:pt x="59495" y="65104"/>
                    <a:pt x="64804" y="59690"/>
                    <a:pt x="70582" y="53861"/>
                  </a:cubicBezTo>
                  <a:cubicBezTo>
                    <a:pt x="68812" y="50790"/>
                    <a:pt x="66626" y="47042"/>
                    <a:pt x="64492" y="43242"/>
                  </a:cubicBezTo>
                  <a:cubicBezTo>
                    <a:pt x="62150" y="39078"/>
                    <a:pt x="62826" y="36423"/>
                    <a:pt x="66991" y="33977"/>
                  </a:cubicBezTo>
                  <a:cubicBezTo>
                    <a:pt x="79691" y="26585"/>
                    <a:pt x="92392" y="19246"/>
                    <a:pt x="105145" y="11959"/>
                  </a:cubicBezTo>
                  <a:cubicBezTo>
                    <a:pt x="109048" y="9721"/>
                    <a:pt x="111807" y="10501"/>
                    <a:pt x="114150" y="14405"/>
                  </a:cubicBezTo>
                  <a:cubicBezTo>
                    <a:pt x="116388" y="18049"/>
                    <a:pt x="118470" y="21797"/>
                    <a:pt x="120656" y="25596"/>
                  </a:cubicBezTo>
                  <a:cubicBezTo>
                    <a:pt x="128151" y="23566"/>
                    <a:pt x="135595" y="21588"/>
                    <a:pt x="143351" y="19506"/>
                  </a:cubicBezTo>
                  <a:cubicBezTo>
                    <a:pt x="143351" y="15394"/>
                    <a:pt x="143351" y="11074"/>
                    <a:pt x="143351" y="6806"/>
                  </a:cubicBezTo>
                  <a:cubicBezTo>
                    <a:pt x="143403" y="2017"/>
                    <a:pt x="145329" y="39"/>
                    <a:pt x="150065" y="39"/>
                  </a:cubicBezTo>
                  <a:cubicBezTo>
                    <a:pt x="157092" y="-13"/>
                    <a:pt x="164171" y="-13"/>
                    <a:pt x="171198" y="39"/>
                  </a:cubicBezTo>
                  <a:cubicBezTo>
                    <a:pt x="175675" y="91"/>
                    <a:pt x="177705" y="2121"/>
                    <a:pt x="177705" y="6650"/>
                  </a:cubicBezTo>
                  <a:cubicBezTo>
                    <a:pt x="177757" y="24816"/>
                    <a:pt x="177705" y="42982"/>
                    <a:pt x="177705" y="61148"/>
                  </a:cubicBezTo>
                  <a:cubicBezTo>
                    <a:pt x="177705" y="67134"/>
                    <a:pt x="176091" y="68747"/>
                    <a:pt x="170105" y="68904"/>
                  </a:cubicBezTo>
                  <a:cubicBezTo>
                    <a:pt x="125705" y="69997"/>
                    <a:pt x="87343" y="98573"/>
                    <a:pt x="73705" y="140631"/>
                  </a:cubicBezTo>
                  <a:cubicBezTo>
                    <a:pt x="54654" y="199346"/>
                    <a:pt x="91819" y="261912"/>
                    <a:pt x="152668" y="273363"/>
                  </a:cubicBezTo>
                  <a:cubicBezTo>
                    <a:pt x="158758" y="274508"/>
                    <a:pt x="164952" y="274873"/>
                    <a:pt x="171146" y="275341"/>
                  </a:cubicBezTo>
                  <a:cubicBezTo>
                    <a:pt x="175675" y="275706"/>
                    <a:pt x="177653" y="277475"/>
                    <a:pt x="177653" y="282004"/>
                  </a:cubicBezTo>
                  <a:cubicBezTo>
                    <a:pt x="177653" y="300534"/>
                    <a:pt x="177653" y="319065"/>
                    <a:pt x="177653" y="337595"/>
                  </a:cubicBezTo>
                  <a:cubicBezTo>
                    <a:pt x="177653" y="342124"/>
                    <a:pt x="175623" y="344206"/>
                    <a:pt x="171146" y="344206"/>
                  </a:cubicBezTo>
                  <a:cubicBezTo>
                    <a:pt x="163963" y="344258"/>
                    <a:pt x="156780" y="344258"/>
                    <a:pt x="149649" y="344206"/>
                  </a:cubicBezTo>
                  <a:cubicBezTo>
                    <a:pt x="145381" y="344154"/>
                    <a:pt x="143351" y="342124"/>
                    <a:pt x="143299" y="337803"/>
                  </a:cubicBezTo>
                  <a:cubicBezTo>
                    <a:pt x="143403" y="333223"/>
                    <a:pt x="143455" y="328798"/>
                    <a:pt x="143455" y="324582"/>
                  </a:cubicBezTo>
                  <a:close/>
                  <a:moveTo>
                    <a:pt x="106654" y="24347"/>
                  </a:moveTo>
                  <a:cubicBezTo>
                    <a:pt x="96608" y="30177"/>
                    <a:pt x="86874" y="35799"/>
                    <a:pt x="77037" y="41524"/>
                  </a:cubicBezTo>
                  <a:cubicBezTo>
                    <a:pt x="78286" y="43658"/>
                    <a:pt x="79223" y="45324"/>
                    <a:pt x="80160" y="46938"/>
                  </a:cubicBezTo>
                  <a:cubicBezTo>
                    <a:pt x="81097" y="48603"/>
                    <a:pt x="82086" y="50217"/>
                    <a:pt x="83023" y="51883"/>
                  </a:cubicBezTo>
                  <a:cubicBezTo>
                    <a:pt x="85209" y="55839"/>
                    <a:pt x="84688" y="57817"/>
                    <a:pt x="81461" y="60992"/>
                  </a:cubicBezTo>
                  <a:cubicBezTo>
                    <a:pt x="74642" y="67654"/>
                    <a:pt x="67876" y="74421"/>
                    <a:pt x="61213" y="81240"/>
                  </a:cubicBezTo>
                  <a:cubicBezTo>
                    <a:pt x="57986" y="84519"/>
                    <a:pt x="56060" y="85040"/>
                    <a:pt x="52104" y="82801"/>
                  </a:cubicBezTo>
                  <a:cubicBezTo>
                    <a:pt x="48720" y="80876"/>
                    <a:pt x="45337" y="78898"/>
                    <a:pt x="41693" y="76815"/>
                  </a:cubicBezTo>
                  <a:cubicBezTo>
                    <a:pt x="35916" y="86809"/>
                    <a:pt x="30294" y="96491"/>
                    <a:pt x="24568" y="106485"/>
                  </a:cubicBezTo>
                  <a:cubicBezTo>
                    <a:pt x="28108" y="108515"/>
                    <a:pt x="31491" y="110493"/>
                    <a:pt x="34875" y="112471"/>
                  </a:cubicBezTo>
                  <a:cubicBezTo>
                    <a:pt x="38779" y="114813"/>
                    <a:pt x="39403" y="116843"/>
                    <a:pt x="38206" y="121112"/>
                  </a:cubicBezTo>
                  <a:cubicBezTo>
                    <a:pt x="35603" y="130377"/>
                    <a:pt x="33157" y="139694"/>
                    <a:pt x="30763" y="149063"/>
                  </a:cubicBezTo>
                  <a:cubicBezTo>
                    <a:pt x="29722" y="153071"/>
                    <a:pt x="27952" y="154685"/>
                    <a:pt x="23788" y="154737"/>
                  </a:cubicBezTo>
                  <a:cubicBezTo>
                    <a:pt x="19780" y="154789"/>
                    <a:pt x="15772" y="154737"/>
                    <a:pt x="11816" y="154737"/>
                  </a:cubicBezTo>
                  <a:cubicBezTo>
                    <a:pt x="11816" y="166501"/>
                    <a:pt x="11816" y="177796"/>
                    <a:pt x="11816" y="189195"/>
                  </a:cubicBezTo>
                  <a:cubicBezTo>
                    <a:pt x="15928" y="189195"/>
                    <a:pt x="19728" y="189195"/>
                    <a:pt x="23527" y="189195"/>
                  </a:cubicBezTo>
                  <a:cubicBezTo>
                    <a:pt x="27952" y="189195"/>
                    <a:pt x="29722" y="190809"/>
                    <a:pt x="30763" y="194973"/>
                  </a:cubicBezTo>
                  <a:cubicBezTo>
                    <a:pt x="33105" y="204186"/>
                    <a:pt x="35499" y="213400"/>
                    <a:pt x="38102" y="222561"/>
                  </a:cubicBezTo>
                  <a:cubicBezTo>
                    <a:pt x="39351" y="227037"/>
                    <a:pt x="38779" y="229067"/>
                    <a:pt x="34719" y="231461"/>
                  </a:cubicBezTo>
                  <a:cubicBezTo>
                    <a:pt x="31387" y="233439"/>
                    <a:pt x="28004" y="235365"/>
                    <a:pt x="24568" y="237395"/>
                  </a:cubicBezTo>
                  <a:cubicBezTo>
                    <a:pt x="30346" y="247493"/>
                    <a:pt x="35916" y="257175"/>
                    <a:pt x="41433" y="266701"/>
                  </a:cubicBezTo>
                  <a:cubicBezTo>
                    <a:pt x="42110" y="266596"/>
                    <a:pt x="42370" y="266649"/>
                    <a:pt x="42526" y="266544"/>
                  </a:cubicBezTo>
                  <a:cubicBezTo>
                    <a:pt x="45649" y="264775"/>
                    <a:pt x="48720" y="262953"/>
                    <a:pt x="51844" y="261183"/>
                  </a:cubicBezTo>
                  <a:cubicBezTo>
                    <a:pt x="56060" y="258789"/>
                    <a:pt x="57882" y="259257"/>
                    <a:pt x="61265" y="262693"/>
                  </a:cubicBezTo>
                  <a:cubicBezTo>
                    <a:pt x="67823" y="269459"/>
                    <a:pt x="74486" y="276122"/>
                    <a:pt x="81253" y="282680"/>
                  </a:cubicBezTo>
                  <a:cubicBezTo>
                    <a:pt x="84844" y="286168"/>
                    <a:pt x="85313" y="287886"/>
                    <a:pt x="82762" y="292362"/>
                  </a:cubicBezTo>
                  <a:cubicBezTo>
                    <a:pt x="80888" y="295641"/>
                    <a:pt x="79015" y="298921"/>
                    <a:pt x="77037" y="302408"/>
                  </a:cubicBezTo>
                  <a:cubicBezTo>
                    <a:pt x="87083" y="308186"/>
                    <a:pt x="96764" y="313807"/>
                    <a:pt x="106654" y="319533"/>
                  </a:cubicBezTo>
                  <a:cubicBezTo>
                    <a:pt x="108736" y="315942"/>
                    <a:pt x="110662" y="312506"/>
                    <a:pt x="112692" y="309175"/>
                  </a:cubicBezTo>
                  <a:cubicBezTo>
                    <a:pt x="114982" y="305323"/>
                    <a:pt x="117012" y="304750"/>
                    <a:pt x="121385" y="305948"/>
                  </a:cubicBezTo>
                  <a:cubicBezTo>
                    <a:pt x="130546" y="308498"/>
                    <a:pt x="139759" y="310945"/>
                    <a:pt x="148972" y="313287"/>
                  </a:cubicBezTo>
                  <a:cubicBezTo>
                    <a:pt x="153240" y="314380"/>
                    <a:pt x="154854" y="316046"/>
                    <a:pt x="154906" y="320418"/>
                  </a:cubicBezTo>
                  <a:cubicBezTo>
                    <a:pt x="154906" y="324426"/>
                    <a:pt x="154906" y="328434"/>
                    <a:pt x="154906" y="332390"/>
                  </a:cubicBezTo>
                  <a:cubicBezTo>
                    <a:pt x="159018" y="332390"/>
                    <a:pt x="162558" y="332390"/>
                    <a:pt x="166201" y="332390"/>
                  </a:cubicBezTo>
                  <a:cubicBezTo>
                    <a:pt x="166201" y="317087"/>
                    <a:pt x="166201" y="301992"/>
                    <a:pt x="166201" y="286845"/>
                  </a:cubicBezTo>
                  <a:cubicBezTo>
                    <a:pt x="105769" y="283409"/>
                    <a:pt x="59651" y="234272"/>
                    <a:pt x="57465" y="176859"/>
                  </a:cubicBezTo>
                  <a:cubicBezTo>
                    <a:pt x="56372" y="148022"/>
                    <a:pt x="64752" y="122153"/>
                    <a:pt x="82971" y="99770"/>
                  </a:cubicBezTo>
                  <a:cubicBezTo>
                    <a:pt x="104364" y="73484"/>
                    <a:pt x="132420" y="59690"/>
                    <a:pt x="166201" y="57088"/>
                  </a:cubicBezTo>
                  <a:cubicBezTo>
                    <a:pt x="166201" y="41785"/>
                    <a:pt x="166201" y="26638"/>
                    <a:pt x="166201" y="11490"/>
                  </a:cubicBezTo>
                  <a:cubicBezTo>
                    <a:pt x="162349" y="11490"/>
                    <a:pt x="158758" y="11490"/>
                    <a:pt x="154906" y="11490"/>
                  </a:cubicBezTo>
                  <a:cubicBezTo>
                    <a:pt x="154906" y="15655"/>
                    <a:pt x="154906" y="19611"/>
                    <a:pt x="154906" y="23514"/>
                  </a:cubicBezTo>
                  <a:cubicBezTo>
                    <a:pt x="154854" y="27679"/>
                    <a:pt x="153240" y="29448"/>
                    <a:pt x="149232" y="30489"/>
                  </a:cubicBezTo>
                  <a:cubicBezTo>
                    <a:pt x="139915" y="32884"/>
                    <a:pt x="130598" y="35330"/>
                    <a:pt x="121281" y="37881"/>
                  </a:cubicBezTo>
                  <a:cubicBezTo>
                    <a:pt x="117012" y="39078"/>
                    <a:pt x="114982" y="38453"/>
                    <a:pt x="112640" y="34549"/>
                  </a:cubicBezTo>
                  <a:cubicBezTo>
                    <a:pt x="110714" y="31374"/>
                    <a:pt x="108840" y="28043"/>
                    <a:pt x="106654" y="24347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734" name="Google Shape;734;p7"/>
            <p:cNvSpPr/>
            <p:nvPr/>
          </p:nvSpPr>
          <p:spPr bwMode="auto">
            <a:xfrm>
              <a:off x="4800186" y="6416806"/>
              <a:ext cx="183534" cy="183586"/>
            </a:xfrm>
            <a:custGeom>
              <a:avLst/>
              <a:gdLst/>
              <a:ahLst/>
              <a:cxnLst/>
              <a:rect l="l" t="t" r="r" b="b"/>
              <a:pathLst>
                <a:path w="183534" h="183586" fill="norm" stroke="1" extrusionOk="0">
                  <a:moveTo>
                    <a:pt x="183535" y="91715"/>
                  </a:moveTo>
                  <a:cubicBezTo>
                    <a:pt x="183535" y="142466"/>
                    <a:pt x="142518" y="183587"/>
                    <a:pt x="91871" y="183587"/>
                  </a:cubicBezTo>
                  <a:cubicBezTo>
                    <a:pt x="41121" y="183587"/>
                    <a:pt x="0" y="142570"/>
                    <a:pt x="0" y="91872"/>
                  </a:cubicBezTo>
                  <a:cubicBezTo>
                    <a:pt x="0" y="40965"/>
                    <a:pt x="41069" y="-52"/>
                    <a:pt x="92028" y="0"/>
                  </a:cubicBezTo>
                  <a:cubicBezTo>
                    <a:pt x="142518" y="104"/>
                    <a:pt x="183535" y="41173"/>
                    <a:pt x="183535" y="91715"/>
                  </a:cubicBezTo>
                  <a:close/>
                  <a:moveTo>
                    <a:pt x="58975" y="18999"/>
                  </a:moveTo>
                  <a:cubicBezTo>
                    <a:pt x="61577" y="24204"/>
                    <a:pt x="63972" y="29253"/>
                    <a:pt x="66678" y="34146"/>
                  </a:cubicBezTo>
                  <a:cubicBezTo>
                    <a:pt x="67355" y="35395"/>
                    <a:pt x="68708" y="36436"/>
                    <a:pt x="70010" y="37113"/>
                  </a:cubicBezTo>
                  <a:cubicBezTo>
                    <a:pt x="75735" y="40080"/>
                    <a:pt x="81513" y="42891"/>
                    <a:pt x="87239" y="45806"/>
                  </a:cubicBezTo>
                  <a:cubicBezTo>
                    <a:pt x="92132" y="48304"/>
                    <a:pt x="93016" y="51219"/>
                    <a:pt x="90206" y="55904"/>
                  </a:cubicBezTo>
                  <a:cubicBezTo>
                    <a:pt x="85937" y="63087"/>
                    <a:pt x="81201" y="70010"/>
                    <a:pt x="77453" y="77453"/>
                  </a:cubicBezTo>
                  <a:cubicBezTo>
                    <a:pt x="74122" y="84064"/>
                    <a:pt x="69801" y="87187"/>
                    <a:pt x="62254" y="86146"/>
                  </a:cubicBezTo>
                  <a:cubicBezTo>
                    <a:pt x="58350" y="85573"/>
                    <a:pt x="53249" y="84897"/>
                    <a:pt x="50490" y="86822"/>
                  </a:cubicBezTo>
                  <a:cubicBezTo>
                    <a:pt x="47888" y="88644"/>
                    <a:pt x="47575" y="93797"/>
                    <a:pt x="46274" y="97493"/>
                  </a:cubicBezTo>
                  <a:cubicBezTo>
                    <a:pt x="44608" y="102334"/>
                    <a:pt x="43359" y="103219"/>
                    <a:pt x="38154" y="103219"/>
                  </a:cubicBezTo>
                  <a:cubicBezTo>
                    <a:pt x="29722" y="103219"/>
                    <a:pt x="21237" y="103219"/>
                    <a:pt x="11868" y="103219"/>
                  </a:cubicBezTo>
                  <a:cubicBezTo>
                    <a:pt x="14158" y="110923"/>
                    <a:pt x="16240" y="118002"/>
                    <a:pt x="18426" y="125237"/>
                  </a:cubicBezTo>
                  <a:cubicBezTo>
                    <a:pt x="20196" y="124716"/>
                    <a:pt x="21081" y="124456"/>
                    <a:pt x="22018" y="124144"/>
                  </a:cubicBezTo>
                  <a:cubicBezTo>
                    <a:pt x="30867" y="121229"/>
                    <a:pt x="39663" y="118366"/>
                    <a:pt x="48460" y="115347"/>
                  </a:cubicBezTo>
                  <a:cubicBezTo>
                    <a:pt x="51323" y="114358"/>
                    <a:pt x="53717" y="114670"/>
                    <a:pt x="56112" y="116544"/>
                  </a:cubicBezTo>
                  <a:cubicBezTo>
                    <a:pt x="61317" y="120552"/>
                    <a:pt x="66730" y="124300"/>
                    <a:pt x="71831" y="128412"/>
                  </a:cubicBezTo>
                  <a:cubicBezTo>
                    <a:pt x="73861" y="130026"/>
                    <a:pt x="75111" y="129869"/>
                    <a:pt x="76985" y="128308"/>
                  </a:cubicBezTo>
                  <a:cubicBezTo>
                    <a:pt x="84168" y="122374"/>
                    <a:pt x="91455" y="116596"/>
                    <a:pt x="98794" y="110818"/>
                  </a:cubicBezTo>
                  <a:cubicBezTo>
                    <a:pt x="102282" y="108060"/>
                    <a:pt x="104832" y="108164"/>
                    <a:pt x="107955" y="111235"/>
                  </a:cubicBezTo>
                  <a:cubicBezTo>
                    <a:pt x="113317" y="116492"/>
                    <a:pt x="118730" y="121749"/>
                    <a:pt x="123883" y="127267"/>
                  </a:cubicBezTo>
                  <a:cubicBezTo>
                    <a:pt x="125132" y="128620"/>
                    <a:pt x="125965" y="130754"/>
                    <a:pt x="126069" y="132628"/>
                  </a:cubicBezTo>
                  <a:cubicBezTo>
                    <a:pt x="126382" y="137729"/>
                    <a:pt x="126173" y="142882"/>
                    <a:pt x="126173" y="148035"/>
                  </a:cubicBezTo>
                  <a:cubicBezTo>
                    <a:pt x="126173" y="152252"/>
                    <a:pt x="124976" y="153813"/>
                    <a:pt x="120916" y="154906"/>
                  </a:cubicBezTo>
                  <a:cubicBezTo>
                    <a:pt x="115086" y="156468"/>
                    <a:pt x="109257" y="157925"/>
                    <a:pt x="103427" y="159435"/>
                  </a:cubicBezTo>
                  <a:cubicBezTo>
                    <a:pt x="103427" y="163391"/>
                    <a:pt x="103427" y="167034"/>
                    <a:pt x="103427" y="171042"/>
                  </a:cubicBezTo>
                  <a:cubicBezTo>
                    <a:pt x="126382" y="167295"/>
                    <a:pt x="144287" y="155999"/>
                    <a:pt x="157821" y="137313"/>
                  </a:cubicBezTo>
                  <a:cubicBezTo>
                    <a:pt x="151887" y="131379"/>
                    <a:pt x="146109" y="125653"/>
                    <a:pt x="140384" y="119927"/>
                  </a:cubicBezTo>
                  <a:cubicBezTo>
                    <a:pt x="136896" y="116388"/>
                    <a:pt x="136688" y="114358"/>
                    <a:pt x="139447" y="110194"/>
                  </a:cubicBezTo>
                  <a:cubicBezTo>
                    <a:pt x="141997" y="106290"/>
                    <a:pt x="144600" y="102438"/>
                    <a:pt x="147150" y="98534"/>
                  </a:cubicBezTo>
                  <a:cubicBezTo>
                    <a:pt x="147671" y="97753"/>
                    <a:pt x="148452" y="96764"/>
                    <a:pt x="148295" y="96036"/>
                  </a:cubicBezTo>
                  <a:cubicBezTo>
                    <a:pt x="147306" y="91455"/>
                    <a:pt x="146109" y="86927"/>
                    <a:pt x="144964" y="82138"/>
                  </a:cubicBezTo>
                  <a:cubicBezTo>
                    <a:pt x="141112" y="83387"/>
                    <a:pt x="137833" y="84376"/>
                    <a:pt x="134606" y="85521"/>
                  </a:cubicBezTo>
                  <a:cubicBezTo>
                    <a:pt x="131379" y="86666"/>
                    <a:pt x="128828" y="85938"/>
                    <a:pt x="126746" y="83127"/>
                  </a:cubicBezTo>
                  <a:cubicBezTo>
                    <a:pt x="121385" y="75944"/>
                    <a:pt x="115867" y="68865"/>
                    <a:pt x="110766" y="61525"/>
                  </a:cubicBezTo>
                  <a:cubicBezTo>
                    <a:pt x="109569" y="59808"/>
                    <a:pt x="109048" y="56997"/>
                    <a:pt x="109413" y="54915"/>
                  </a:cubicBezTo>
                  <a:cubicBezTo>
                    <a:pt x="110766" y="48044"/>
                    <a:pt x="112692" y="41225"/>
                    <a:pt x="114462" y="34458"/>
                  </a:cubicBezTo>
                  <a:cubicBezTo>
                    <a:pt x="115711" y="29670"/>
                    <a:pt x="117064" y="28681"/>
                    <a:pt x="122009" y="28681"/>
                  </a:cubicBezTo>
                  <a:cubicBezTo>
                    <a:pt x="128047" y="28681"/>
                    <a:pt x="134033" y="28681"/>
                    <a:pt x="140644" y="28681"/>
                  </a:cubicBezTo>
                  <a:cubicBezTo>
                    <a:pt x="118730" y="10358"/>
                    <a:pt x="84220" y="6298"/>
                    <a:pt x="58975" y="18999"/>
                  </a:cubicBezTo>
                  <a:close/>
                  <a:moveTo>
                    <a:pt x="11399" y="91819"/>
                  </a:moveTo>
                  <a:cubicBezTo>
                    <a:pt x="19363" y="91819"/>
                    <a:pt x="26859" y="91872"/>
                    <a:pt x="34354" y="91715"/>
                  </a:cubicBezTo>
                  <a:cubicBezTo>
                    <a:pt x="35135" y="91715"/>
                    <a:pt x="36228" y="90466"/>
                    <a:pt x="36592" y="89581"/>
                  </a:cubicBezTo>
                  <a:cubicBezTo>
                    <a:pt x="37946" y="86146"/>
                    <a:pt x="39039" y="82606"/>
                    <a:pt x="40184" y="79119"/>
                  </a:cubicBezTo>
                  <a:cubicBezTo>
                    <a:pt x="41225" y="75996"/>
                    <a:pt x="43255" y="74538"/>
                    <a:pt x="46638" y="74590"/>
                  </a:cubicBezTo>
                  <a:cubicBezTo>
                    <a:pt x="52156" y="74694"/>
                    <a:pt x="57621" y="74642"/>
                    <a:pt x="63139" y="74590"/>
                  </a:cubicBezTo>
                  <a:cubicBezTo>
                    <a:pt x="64128" y="74590"/>
                    <a:pt x="65533" y="74382"/>
                    <a:pt x="65950" y="73705"/>
                  </a:cubicBezTo>
                  <a:cubicBezTo>
                    <a:pt x="69958" y="67303"/>
                    <a:pt x="73809" y="60745"/>
                    <a:pt x="77869" y="54030"/>
                  </a:cubicBezTo>
                  <a:cubicBezTo>
                    <a:pt x="72560" y="51375"/>
                    <a:pt x="67511" y="49189"/>
                    <a:pt x="62826" y="46378"/>
                  </a:cubicBezTo>
                  <a:cubicBezTo>
                    <a:pt x="60536" y="45025"/>
                    <a:pt x="58350" y="42891"/>
                    <a:pt x="56997" y="40548"/>
                  </a:cubicBezTo>
                  <a:cubicBezTo>
                    <a:pt x="53978" y="35343"/>
                    <a:pt x="51479" y="29774"/>
                    <a:pt x="48668" y="24152"/>
                  </a:cubicBezTo>
                  <a:cubicBezTo>
                    <a:pt x="24777" y="40600"/>
                    <a:pt x="12492" y="62775"/>
                    <a:pt x="11399" y="91819"/>
                  </a:cubicBezTo>
                  <a:close/>
                  <a:moveTo>
                    <a:pt x="24881" y="135543"/>
                  </a:moveTo>
                  <a:cubicBezTo>
                    <a:pt x="40288" y="160528"/>
                    <a:pt x="70426" y="173281"/>
                    <a:pt x="91819" y="171615"/>
                  </a:cubicBezTo>
                  <a:cubicBezTo>
                    <a:pt x="91819" y="166410"/>
                    <a:pt x="91819" y="161153"/>
                    <a:pt x="91819" y="155895"/>
                  </a:cubicBezTo>
                  <a:cubicBezTo>
                    <a:pt x="91819" y="151731"/>
                    <a:pt x="93016" y="150222"/>
                    <a:pt x="97181" y="149129"/>
                  </a:cubicBezTo>
                  <a:cubicBezTo>
                    <a:pt x="103010" y="147619"/>
                    <a:pt x="108840" y="146110"/>
                    <a:pt x="114774" y="144600"/>
                  </a:cubicBezTo>
                  <a:cubicBezTo>
                    <a:pt x="114774" y="142258"/>
                    <a:pt x="114878" y="140228"/>
                    <a:pt x="114722" y="138198"/>
                  </a:cubicBezTo>
                  <a:cubicBezTo>
                    <a:pt x="114618" y="136636"/>
                    <a:pt x="114618" y="134606"/>
                    <a:pt x="113733" y="133565"/>
                  </a:cubicBezTo>
                  <a:cubicBezTo>
                    <a:pt x="110402" y="129661"/>
                    <a:pt x="106758" y="126122"/>
                    <a:pt x="103115" y="122374"/>
                  </a:cubicBezTo>
                  <a:cubicBezTo>
                    <a:pt x="94942" y="128880"/>
                    <a:pt x="87239" y="135075"/>
                    <a:pt x="79483" y="141217"/>
                  </a:cubicBezTo>
                  <a:cubicBezTo>
                    <a:pt x="75631" y="144288"/>
                    <a:pt x="73861" y="144288"/>
                    <a:pt x="69958" y="141425"/>
                  </a:cubicBezTo>
                  <a:cubicBezTo>
                    <a:pt x="64232" y="137157"/>
                    <a:pt x="58506" y="132784"/>
                    <a:pt x="52728" y="128620"/>
                  </a:cubicBezTo>
                  <a:cubicBezTo>
                    <a:pt x="51792" y="127943"/>
                    <a:pt x="50282" y="127319"/>
                    <a:pt x="49345" y="127579"/>
                  </a:cubicBezTo>
                  <a:cubicBezTo>
                    <a:pt x="41173" y="130078"/>
                    <a:pt x="33209" y="132784"/>
                    <a:pt x="24881" y="135543"/>
                  </a:cubicBezTo>
                  <a:close/>
                  <a:moveTo>
                    <a:pt x="124976" y="40184"/>
                  </a:moveTo>
                  <a:cubicBezTo>
                    <a:pt x="123831" y="44869"/>
                    <a:pt x="122582" y="49241"/>
                    <a:pt x="121749" y="53665"/>
                  </a:cubicBezTo>
                  <a:cubicBezTo>
                    <a:pt x="121489" y="55071"/>
                    <a:pt x="121801" y="56945"/>
                    <a:pt x="122582" y="58142"/>
                  </a:cubicBezTo>
                  <a:cubicBezTo>
                    <a:pt x="125393" y="62306"/>
                    <a:pt x="128724" y="66054"/>
                    <a:pt x="131431" y="70270"/>
                  </a:cubicBezTo>
                  <a:cubicBezTo>
                    <a:pt x="133305" y="73185"/>
                    <a:pt x="135178" y="73601"/>
                    <a:pt x="138197" y="72248"/>
                  </a:cubicBezTo>
                  <a:cubicBezTo>
                    <a:pt x="140748" y="71051"/>
                    <a:pt x="143611" y="70374"/>
                    <a:pt x="146318" y="69541"/>
                  </a:cubicBezTo>
                  <a:cubicBezTo>
                    <a:pt x="151002" y="68084"/>
                    <a:pt x="153657" y="69437"/>
                    <a:pt x="154906" y="74174"/>
                  </a:cubicBezTo>
                  <a:cubicBezTo>
                    <a:pt x="156780" y="81201"/>
                    <a:pt x="158706" y="88176"/>
                    <a:pt x="160163" y="95307"/>
                  </a:cubicBezTo>
                  <a:cubicBezTo>
                    <a:pt x="160580" y="97285"/>
                    <a:pt x="159955" y="99835"/>
                    <a:pt x="159018" y="101657"/>
                  </a:cubicBezTo>
                  <a:cubicBezTo>
                    <a:pt x="157040" y="105301"/>
                    <a:pt x="154438" y="108632"/>
                    <a:pt x="152251" y="112172"/>
                  </a:cubicBezTo>
                  <a:cubicBezTo>
                    <a:pt x="151783" y="112953"/>
                    <a:pt x="151627" y="114618"/>
                    <a:pt x="152095" y="115139"/>
                  </a:cubicBezTo>
                  <a:cubicBezTo>
                    <a:pt x="155843" y="119147"/>
                    <a:pt x="159747" y="122946"/>
                    <a:pt x="163703" y="126902"/>
                  </a:cubicBezTo>
                  <a:cubicBezTo>
                    <a:pt x="177705" y="99315"/>
                    <a:pt x="173697" y="65481"/>
                    <a:pt x="154177" y="41589"/>
                  </a:cubicBezTo>
                  <a:cubicBezTo>
                    <a:pt x="153605" y="40913"/>
                    <a:pt x="152408" y="40340"/>
                    <a:pt x="151523" y="40288"/>
                  </a:cubicBezTo>
                  <a:cubicBezTo>
                    <a:pt x="142778" y="40132"/>
                    <a:pt x="134085" y="40184"/>
                    <a:pt x="124976" y="40184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735" name="Google Shape;735;p7"/>
            <p:cNvSpPr/>
            <p:nvPr/>
          </p:nvSpPr>
          <p:spPr bwMode="auto">
            <a:xfrm>
              <a:off x="4909338" y="6611944"/>
              <a:ext cx="91573" cy="63200"/>
            </a:xfrm>
            <a:custGeom>
              <a:avLst/>
              <a:gdLst/>
              <a:ahLst/>
              <a:cxnLst/>
              <a:rect l="l" t="t" r="r" b="b"/>
              <a:pathLst>
                <a:path w="91573" h="63200" fill="norm" stroke="1" extrusionOk="0">
                  <a:moveTo>
                    <a:pt x="44400" y="40137"/>
                  </a:moveTo>
                  <a:cubicBezTo>
                    <a:pt x="48512" y="40137"/>
                    <a:pt x="52364" y="40345"/>
                    <a:pt x="56112" y="40032"/>
                  </a:cubicBezTo>
                  <a:cubicBezTo>
                    <a:pt x="57257" y="39928"/>
                    <a:pt x="58662" y="38627"/>
                    <a:pt x="59287" y="37534"/>
                  </a:cubicBezTo>
                  <a:cubicBezTo>
                    <a:pt x="63451" y="30507"/>
                    <a:pt x="71259" y="27124"/>
                    <a:pt x="78858" y="29258"/>
                  </a:cubicBezTo>
                  <a:cubicBezTo>
                    <a:pt x="86926" y="31548"/>
                    <a:pt x="91871" y="38419"/>
                    <a:pt x="91559" y="46955"/>
                  </a:cubicBezTo>
                  <a:cubicBezTo>
                    <a:pt x="91299" y="54451"/>
                    <a:pt x="85521" y="61113"/>
                    <a:pt x="77817" y="62831"/>
                  </a:cubicBezTo>
                  <a:cubicBezTo>
                    <a:pt x="70686" y="64393"/>
                    <a:pt x="63035" y="60905"/>
                    <a:pt x="59391" y="54138"/>
                  </a:cubicBezTo>
                  <a:cubicBezTo>
                    <a:pt x="58298" y="52161"/>
                    <a:pt x="57153" y="51484"/>
                    <a:pt x="55019" y="51536"/>
                  </a:cubicBezTo>
                  <a:cubicBezTo>
                    <a:pt x="50386" y="51692"/>
                    <a:pt x="45701" y="51484"/>
                    <a:pt x="41069" y="51640"/>
                  </a:cubicBezTo>
                  <a:cubicBezTo>
                    <a:pt x="37269" y="51744"/>
                    <a:pt x="35135" y="50078"/>
                    <a:pt x="34094" y="46435"/>
                  </a:cubicBezTo>
                  <a:cubicBezTo>
                    <a:pt x="30867" y="34879"/>
                    <a:pt x="27483" y="23324"/>
                    <a:pt x="24048" y="11508"/>
                  </a:cubicBezTo>
                  <a:cubicBezTo>
                    <a:pt x="16084" y="11508"/>
                    <a:pt x="8120" y="11508"/>
                    <a:pt x="0" y="11508"/>
                  </a:cubicBezTo>
                  <a:cubicBezTo>
                    <a:pt x="0" y="7656"/>
                    <a:pt x="0" y="4117"/>
                    <a:pt x="0" y="57"/>
                  </a:cubicBezTo>
                  <a:cubicBezTo>
                    <a:pt x="2967" y="57"/>
                    <a:pt x="6038" y="57"/>
                    <a:pt x="9057" y="57"/>
                  </a:cubicBezTo>
                  <a:cubicBezTo>
                    <a:pt x="15147" y="57"/>
                    <a:pt x="21237" y="161"/>
                    <a:pt x="27327" y="5"/>
                  </a:cubicBezTo>
                  <a:cubicBezTo>
                    <a:pt x="31127" y="-100"/>
                    <a:pt x="33261" y="1566"/>
                    <a:pt x="34302" y="5210"/>
                  </a:cubicBezTo>
                  <a:cubicBezTo>
                    <a:pt x="37581" y="16713"/>
                    <a:pt x="40965" y="28269"/>
                    <a:pt x="44400" y="40137"/>
                  </a:cubicBezTo>
                  <a:close/>
                  <a:moveTo>
                    <a:pt x="80108" y="45706"/>
                  </a:moveTo>
                  <a:cubicBezTo>
                    <a:pt x="80056" y="42739"/>
                    <a:pt x="77245" y="40032"/>
                    <a:pt x="74278" y="40137"/>
                  </a:cubicBezTo>
                  <a:cubicBezTo>
                    <a:pt x="71311" y="40189"/>
                    <a:pt x="68604" y="42999"/>
                    <a:pt x="68708" y="45966"/>
                  </a:cubicBezTo>
                  <a:cubicBezTo>
                    <a:pt x="68760" y="48933"/>
                    <a:pt x="71571" y="51640"/>
                    <a:pt x="74538" y="51536"/>
                  </a:cubicBezTo>
                  <a:cubicBezTo>
                    <a:pt x="77453" y="51484"/>
                    <a:pt x="80160" y="48673"/>
                    <a:pt x="80108" y="45706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736" name="Google Shape;736;p7"/>
            <p:cNvSpPr/>
            <p:nvPr/>
          </p:nvSpPr>
          <p:spPr bwMode="auto">
            <a:xfrm>
              <a:off x="4909338" y="6347899"/>
              <a:ext cx="91562" cy="57560"/>
            </a:xfrm>
            <a:custGeom>
              <a:avLst/>
              <a:gdLst/>
              <a:ahLst/>
              <a:cxnLst/>
              <a:rect l="l" t="t" r="r" b="b"/>
              <a:pathLst>
                <a:path w="91562" h="57560" fill="norm" stroke="1" extrusionOk="0">
                  <a:moveTo>
                    <a:pt x="0" y="57455"/>
                  </a:moveTo>
                  <a:cubicBezTo>
                    <a:pt x="0" y="53499"/>
                    <a:pt x="0" y="49960"/>
                    <a:pt x="0" y="46004"/>
                  </a:cubicBezTo>
                  <a:cubicBezTo>
                    <a:pt x="5361" y="46004"/>
                    <a:pt x="10567" y="45900"/>
                    <a:pt x="15772" y="46056"/>
                  </a:cubicBezTo>
                  <a:cubicBezTo>
                    <a:pt x="18218" y="46160"/>
                    <a:pt x="19571" y="45431"/>
                    <a:pt x="20665" y="43089"/>
                  </a:cubicBezTo>
                  <a:cubicBezTo>
                    <a:pt x="24985" y="34032"/>
                    <a:pt x="29670" y="25183"/>
                    <a:pt x="33990" y="16178"/>
                  </a:cubicBezTo>
                  <a:cubicBezTo>
                    <a:pt x="35603" y="12847"/>
                    <a:pt x="37842" y="11389"/>
                    <a:pt x="41589" y="11545"/>
                  </a:cubicBezTo>
                  <a:cubicBezTo>
                    <a:pt x="46222" y="11754"/>
                    <a:pt x="50907" y="11754"/>
                    <a:pt x="55539" y="11493"/>
                  </a:cubicBezTo>
                  <a:cubicBezTo>
                    <a:pt x="56736" y="11441"/>
                    <a:pt x="58402" y="10452"/>
                    <a:pt x="58975" y="9411"/>
                  </a:cubicBezTo>
                  <a:cubicBezTo>
                    <a:pt x="63035" y="2228"/>
                    <a:pt x="70738" y="-1415"/>
                    <a:pt x="78286" y="511"/>
                  </a:cubicBezTo>
                  <a:cubicBezTo>
                    <a:pt x="86042" y="2488"/>
                    <a:pt x="91403" y="9047"/>
                    <a:pt x="91559" y="16751"/>
                  </a:cubicBezTo>
                  <a:cubicBezTo>
                    <a:pt x="91715" y="25079"/>
                    <a:pt x="86718" y="31794"/>
                    <a:pt x="78702" y="33980"/>
                  </a:cubicBezTo>
                  <a:cubicBezTo>
                    <a:pt x="71103" y="36062"/>
                    <a:pt x="63191" y="32731"/>
                    <a:pt x="59287" y="25495"/>
                  </a:cubicBezTo>
                  <a:cubicBezTo>
                    <a:pt x="58298" y="23622"/>
                    <a:pt x="57205" y="22945"/>
                    <a:pt x="55175" y="23049"/>
                  </a:cubicBezTo>
                  <a:cubicBezTo>
                    <a:pt x="51375" y="23257"/>
                    <a:pt x="46742" y="21956"/>
                    <a:pt x="43984" y="23674"/>
                  </a:cubicBezTo>
                  <a:cubicBezTo>
                    <a:pt x="41173" y="25391"/>
                    <a:pt x="40184" y="30024"/>
                    <a:pt x="38466" y="33407"/>
                  </a:cubicBezTo>
                  <a:cubicBezTo>
                    <a:pt x="35135" y="40018"/>
                    <a:pt x="31752" y="46576"/>
                    <a:pt x="28524" y="53239"/>
                  </a:cubicBezTo>
                  <a:cubicBezTo>
                    <a:pt x="27067" y="56310"/>
                    <a:pt x="24881" y="57611"/>
                    <a:pt x="21445" y="57559"/>
                  </a:cubicBezTo>
                  <a:cubicBezTo>
                    <a:pt x="14418" y="57351"/>
                    <a:pt x="7391" y="57455"/>
                    <a:pt x="0" y="57455"/>
                  </a:cubicBezTo>
                  <a:close/>
                  <a:moveTo>
                    <a:pt x="80108" y="17271"/>
                  </a:moveTo>
                  <a:cubicBezTo>
                    <a:pt x="80108" y="14304"/>
                    <a:pt x="77297" y="11598"/>
                    <a:pt x="74382" y="11598"/>
                  </a:cubicBezTo>
                  <a:cubicBezTo>
                    <a:pt x="71415" y="11598"/>
                    <a:pt x="68656" y="14408"/>
                    <a:pt x="68708" y="17323"/>
                  </a:cubicBezTo>
                  <a:cubicBezTo>
                    <a:pt x="68760" y="20290"/>
                    <a:pt x="71519" y="22997"/>
                    <a:pt x="74434" y="22997"/>
                  </a:cubicBezTo>
                  <a:cubicBezTo>
                    <a:pt x="77401" y="22997"/>
                    <a:pt x="80108" y="20238"/>
                    <a:pt x="80108" y="1727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737" name="Google Shape;737;p7"/>
            <p:cNvSpPr/>
            <p:nvPr/>
          </p:nvSpPr>
          <p:spPr bwMode="auto">
            <a:xfrm>
              <a:off x="4966700" y="6399581"/>
              <a:ext cx="85885" cy="40233"/>
            </a:xfrm>
            <a:custGeom>
              <a:avLst/>
              <a:gdLst/>
              <a:ahLst/>
              <a:cxnLst/>
              <a:rect l="l" t="t" r="r" b="b"/>
              <a:pathLst>
                <a:path w="85885" h="40233" fill="norm" stroke="1" extrusionOk="0">
                  <a:moveTo>
                    <a:pt x="0" y="40180"/>
                  </a:moveTo>
                  <a:cubicBezTo>
                    <a:pt x="0" y="36276"/>
                    <a:pt x="0" y="32736"/>
                    <a:pt x="0" y="28728"/>
                  </a:cubicBezTo>
                  <a:cubicBezTo>
                    <a:pt x="2655" y="28728"/>
                    <a:pt x="5257" y="28416"/>
                    <a:pt x="7808" y="28780"/>
                  </a:cubicBezTo>
                  <a:cubicBezTo>
                    <a:pt x="12544" y="29561"/>
                    <a:pt x="15355" y="27635"/>
                    <a:pt x="17437" y="23575"/>
                  </a:cubicBezTo>
                  <a:cubicBezTo>
                    <a:pt x="18895" y="20712"/>
                    <a:pt x="21081" y="18266"/>
                    <a:pt x="22695" y="15507"/>
                  </a:cubicBezTo>
                  <a:cubicBezTo>
                    <a:pt x="24412" y="12644"/>
                    <a:pt x="26651" y="11395"/>
                    <a:pt x="30034" y="11499"/>
                  </a:cubicBezTo>
                  <a:cubicBezTo>
                    <a:pt x="36384" y="11707"/>
                    <a:pt x="42682" y="11447"/>
                    <a:pt x="49033" y="11603"/>
                  </a:cubicBezTo>
                  <a:cubicBezTo>
                    <a:pt x="51271" y="11655"/>
                    <a:pt x="52572" y="11135"/>
                    <a:pt x="53769" y="8949"/>
                  </a:cubicBezTo>
                  <a:cubicBezTo>
                    <a:pt x="57569" y="1870"/>
                    <a:pt x="65481" y="-1410"/>
                    <a:pt x="72925" y="568"/>
                  </a:cubicBezTo>
                  <a:cubicBezTo>
                    <a:pt x="80784" y="2702"/>
                    <a:pt x="85885" y="9313"/>
                    <a:pt x="85885" y="17381"/>
                  </a:cubicBezTo>
                  <a:cubicBezTo>
                    <a:pt x="85885" y="25345"/>
                    <a:pt x="80628" y="31955"/>
                    <a:pt x="72716" y="34038"/>
                  </a:cubicBezTo>
                  <a:cubicBezTo>
                    <a:pt x="65325" y="35963"/>
                    <a:pt x="57517" y="32528"/>
                    <a:pt x="53665" y="25397"/>
                  </a:cubicBezTo>
                  <a:cubicBezTo>
                    <a:pt x="52624" y="23523"/>
                    <a:pt x="51583" y="22898"/>
                    <a:pt x="49553" y="22951"/>
                  </a:cubicBezTo>
                  <a:cubicBezTo>
                    <a:pt x="43828" y="23055"/>
                    <a:pt x="37165" y="21233"/>
                    <a:pt x="32584" y="23523"/>
                  </a:cubicBezTo>
                  <a:cubicBezTo>
                    <a:pt x="28108" y="25813"/>
                    <a:pt x="25662" y="32216"/>
                    <a:pt x="22434" y="36848"/>
                  </a:cubicBezTo>
                  <a:cubicBezTo>
                    <a:pt x="20873" y="39087"/>
                    <a:pt x="18999" y="40284"/>
                    <a:pt x="16188" y="40232"/>
                  </a:cubicBezTo>
                  <a:cubicBezTo>
                    <a:pt x="10931" y="40128"/>
                    <a:pt x="5674" y="40180"/>
                    <a:pt x="0" y="40180"/>
                  </a:cubicBezTo>
                  <a:close/>
                  <a:moveTo>
                    <a:pt x="74382" y="17121"/>
                  </a:moveTo>
                  <a:cubicBezTo>
                    <a:pt x="74278" y="14154"/>
                    <a:pt x="71467" y="11447"/>
                    <a:pt x="68552" y="11551"/>
                  </a:cubicBezTo>
                  <a:cubicBezTo>
                    <a:pt x="65585" y="11655"/>
                    <a:pt x="62931" y="14466"/>
                    <a:pt x="62983" y="17381"/>
                  </a:cubicBezTo>
                  <a:cubicBezTo>
                    <a:pt x="63087" y="20348"/>
                    <a:pt x="65898" y="23055"/>
                    <a:pt x="68812" y="22951"/>
                  </a:cubicBezTo>
                  <a:cubicBezTo>
                    <a:pt x="71779" y="22846"/>
                    <a:pt x="74434" y="20036"/>
                    <a:pt x="74382" y="1712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738" name="Google Shape;738;p7"/>
            <p:cNvSpPr/>
            <p:nvPr/>
          </p:nvSpPr>
          <p:spPr bwMode="auto">
            <a:xfrm>
              <a:off x="4972425" y="6571723"/>
              <a:ext cx="74454" cy="51657"/>
            </a:xfrm>
            <a:custGeom>
              <a:avLst/>
              <a:gdLst/>
              <a:ahLst/>
              <a:cxnLst/>
              <a:rect l="l" t="t" r="r" b="b"/>
              <a:pathLst>
                <a:path w="74454" h="51657" fill="norm" stroke="1" extrusionOk="0">
                  <a:moveTo>
                    <a:pt x="0" y="11492"/>
                  </a:moveTo>
                  <a:cubicBezTo>
                    <a:pt x="0" y="7484"/>
                    <a:pt x="0" y="3945"/>
                    <a:pt x="0" y="93"/>
                  </a:cubicBezTo>
                  <a:cubicBezTo>
                    <a:pt x="6090" y="93"/>
                    <a:pt x="12076" y="-219"/>
                    <a:pt x="17958" y="301"/>
                  </a:cubicBezTo>
                  <a:cubicBezTo>
                    <a:pt x="19676" y="457"/>
                    <a:pt x="21810" y="2696"/>
                    <a:pt x="22643" y="4465"/>
                  </a:cubicBezTo>
                  <a:cubicBezTo>
                    <a:pt x="25714" y="11284"/>
                    <a:pt x="28316" y="18363"/>
                    <a:pt x="31179" y="25286"/>
                  </a:cubicBezTo>
                  <a:cubicBezTo>
                    <a:pt x="31804" y="26796"/>
                    <a:pt x="31752" y="29138"/>
                    <a:pt x="34406" y="28669"/>
                  </a:cubicBezTo>
                  <a:cubicBezTo>
                    <a:pt x="37165" y="28201"/>
                    <a:pt x="40288" y="30179"/>
                    <a:pt x="42370" y="26067"/>
                  </a:cubicBezTo>
                  <a:cubicBezTo>
                    <a:pt x="45806" y="19404"/>
                    <a:pt x="51896" y="16437"/>
                    <a:pt x="59339" y="17322"/>
                  </a:cubicBezTo>
                  <a:cubicBezTo>
                    <a:pt x="66366" y="18155"/>
                    <a:pt x="71155" y="22267"/>
                    <a:pt x="73497" y="28878"/>
                  </a:cubicBezTo>
                  <a:cubicBezTo>
                    <a:pt x="76464" y="37154"/>
                    <a:pt x="72300" y="46523"/>
                    <a:pt x="64284" y="50115"/>
                  </a:cubicBezTo>
                  <a:cubicBezTo>
                    <a:pt x="56216" y="53758"/>
                    <a:pt x="46638" y="50791"/>
                    <a:pt x="42370" y="42880"/>
                  </a:cubicBezTo>
                  <a:cubicBezTo>
                    <a:pt x="41121" y="40537"/>
                    <a:pt x="39768" y="39913"/>
                    <a:pt x="37373" y="40069"/>
                  </a:cubicBezTo>
                  <a:cubicBezTo>
                    <a:pt x="34771" y="40225"/>
                    <a:pt x="32116" y="40017"/>
                    <a:pt x="29513" y="40121"/>
                  </a:cubicBezTo>
                  <a:cubicBezTo>
                    <a:pt x="26026" y="40277"/>
                    <a:pt x="23944" y="38767"/>
                    <a:pt x="22695" y="35540"/>
                  </a:cubicBezTo>
                  <a:cubicBezTo>
                    <a:pt x="19884" y="28305"/>
                    <a:pt x="16917" y="21174"/>
                    <a:pt x="14158" y="13939"/>
                  </a:cubicBezTo>
                  <a:cubicBezTo>
                    <a:pt x="13377" y="11909"/>
                    <a:pt x="12336" y="11232"/>
                    <a:pt x="10254" y="11336"/>
                  </a:cubicBezTo>
                  <a:cubicBezTo>
                    <a:pt x="6975" y="11596"/>
                    <a:pt x="3644" y="11492"/>
                    <a:pt x="0" y="11492"/>
                  </a:cubicBezTo>
                  <a:close/>
                  <a:moveTo>
                    <a:pt x="57153" y="40121"/>
                  </a:moveTo>
                  <a:cubicBezTo>
                    <a:pt x="60120" y="40121"/>
                    <a:pt x="62879" y="37414"/>
                    <a:pt x="62879" y="34447"/>
                  </a:cubicBezTo>
                  <a:cubicBezTo>
                    <a:pt x="62879" y="31480"/>
                    <a:pt x="60172" y="28721"/>
                    <a:pt x="57205" y="28721"/>
                  </a:cubicBezTo>
                  <a:cubicBezTo>
                    <a:pt x="54238" y="28721"/>
                    <a:pt x="51479" y="31428"/>
                    <a:pt x="51479" y="34395"/>
                  </a:cubicBezTo>
                  <a:cubicBezTo>
                    <a:pt x="51479" y="37362"/>
                    <a:pt x="54238" y="40121"/>
                    <a:pt x="57153" y="4012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739" name="Google Shape;739;p7"/>
            <p:cNvSpPr/>
            <p:nvPr/>
          </p:nvSpPr>
          <p:spPr bwMode="auto">
            <a:xfrm>
              <a:off x="4995328" y="6491387"/>
              <a:ext cx="68819" cy="34505"/>
            </a:xfrm>
            <a:custGeom>
              <a:avLst/>
              <a:gdLst/>
              <a:ahLst/>
              <a:cxnLst/>
              <a:rect l="l" t="t" r="r" b="b"/>
              <a:pathLst>
                <a:path w="68819" h="34505" fill="norm" stroke="1" extrusionOk="0">
                  <a:moveTo>
                    <a:pt x="0" y="22964"/>
                  </a:moveTo>
                  <a:cubicBezTo>
                    <a:pt x="0" y="18956"/>
                    <a:pt x="0" y="15468"/>
                    <a:pt x="0" y="11512"/>
                  </a:cubicBezTo>
                  <a:cubicBezTo>
                    <a:pt x="1353" y="11512"/>
                    <a:pt x="2603" y="11512"/>
                    <a:pt x="3852" y="11512"/>
                  </a:cubicBezTo>
                  <a:cubicBezTo>
                    <a:pt x="13429" y="11512"/>
                    <a:pt x="22955" y="11460"/>
                    <a:pt x="32532" y="11564"/>
                  </a:cubicBezTo>
                  <a:cubicBezTo>
                    <a:pt x="34406" y="11564"/>
                    <a:pt x="35447" y="11044"/>
                    <a:pt x="36384" y="9326"/>
                  </a:cubicBezTo>
                  <a:cubicBezTo>
                    <a:pt x="40757" y="1258"/>
                    <a:pt x="49501" y="-1969"/>
                    <a:pt x="57725" y="1206"/>
                  </a:cubicBezTo>
                  <a:cubicBezTo>
                    <a:pt x="65481" y="4173"/>
                    <a:pt x="70114" y="12553"/>
                    <a:pt x="68500" y="20569"/>
                  </a:cubicBezTo>
                  <a:cubicBezTo>
                    <a:pt x="66782" y="29158"/>
                    <a:pt x="59183" y="35040"/>
                    <a:pt x="50282" y="34467"/>
                  </a:cubicBezTo>
                  <a:cubicBezTo>
                    <a:pt x="44244" y="34103"/>
                    <a:pt x="39559" y="31084"/>
                    <a:pt x="36749" y="25826"/>
                  </a:cubicBezTo>
                  <a:cubicBezTo>
                    <a:pt x="35499" y="23484"/>
                    <a:pt x="34094" y="23016"/>
                    <a:pt x="31752" y="23016"/>
                  </a:cubicBezTo>
                  <a:cubicBezTo>
                    <a:pt x="22434" y="23120"/>
                    <a:pt x="13117" y="23068"/>
                    <a:pt x="3800" y="23068"/>
                  </a:cubicBezTo>
                  <a:cubicBezTo>
                    <a:pt x="2603" y="22964"/>
                    <a:pt x="1457" y="22964"/>
                    <a:pt x="0" y="22964"/>
                  </a:cubicBezTo>
                  <a:close/>
                  <a:moveTo>
                    <a:pt x="57205" y="17394"/>
                  </a:moveTo>
                  <a:cubicBezTo>
                    <a:pt x="57309" y="14479"/>
                    <a:pt x="54654" y="11616"/>
                    <a:pt x="51687" y="11512"/>
                  </a:cubicBezTo>
                  <a:cubicBezTo>
                    <a:pt x="48773" y="11408"/>
                    <a:pt x="45910" y="14063"/>
                    <a:pt x="45806" y="17030"/>
                  </a:cubicBezTo>
                  <a:cubicBezTo>
                    <a:pt x="45701" y="19945"/>
                    <a:pt x="48356" y="22807"/>
                    <a:pt x="51323" y="22912"/>
                  </a:cubicBezTo>
                  <a:cubicBezTo>
                    <a:pt x="54238" y="23068"/>
                    <a:pt x="57101" y="20361"/>
                    <a:pt x="57205" y="17394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</p:grpSp>
      <p:grpSp>
        <p:nvGrpSpPr>
          <p:cNvPr id="823544462" name="Google Shape;740;p7"/>
          <p:cNvGrpSpPr/>
          <p:nvPr/>
        </p:nvGrpSpPr>
        <p:grpSpPr bwMode="auto">
          <a:xfrm>
            <a:off x="2740313" y="6376331"/>
            <a:ext cx="347590" cy="347590"/>
            <a:chOff x="590912" y="6333677"/>
            <a:chExt cx="347590" cy="347590"/>
          </a:xfrm>
        </p:grpSpPr>
        <p:sp>
          <p:nvSpPr>
            <p:cNvPr id="741" name="Google Shape;741;p7"/>
            <p:cNvSpPr/>
            <p:nvPr/>
          </p:nvSpPr>
          <p:spPr bwMode="auto">
            <a:xfrm>
              <a:off x="590912" y="6335150"/>
              <a:ext cx="347590" cy="346116"/>
            </a:xfrm>
            <a:custGeom>
              <a:avLst/>
              <a:gdLst/>
              <a:ahLst/>
              <a:cxnLst/>
              <a:rect l="l" t="t" r="r" b="b"/>
              <a:pathLst>
                <a:path w="347590" h="346117" fill="norm" stroke="1" extrusionOk="0">
                  <a:moveTo>
                    <a:pt x="347591" y="98395"/>
                  </a:moveTo>
                  <a:cubicBezTo>
                    <a:pt x="346440" y="105506"/>
                    <a:pt x="345290" y="112617"/>
                    <a:pt x="344192" y="119728"/>
                  </a:cubicBezTo>
                  <a:cubicBezTo>
                    <a:pt x="343669" y="123074"/>
                    <a:pt x="343303" y="126473"/>
                    <a:pt x="342780" y="129819"/>
                  </a:cubicBezTo>
                  <a:cubicBezTo>
                    <a:pt x="342100" y="134107"/>
                    <a:pt x="339434" y="136041"/>
                    <a:pt x="335094" y="135414"/>
                  </a:cubicBezTo>
                  <a:cubicBezTo>
                    <a:pt x="328401" y="134473"/>
                    <a:pt x="321656" y="133479"/>
                    <a:pt x="314964" y="132486"/>
                  </a:cubicBezTo>
                  <a:cubicBezTo>
                    <a:pt x="312192" y="132068"/>
                    <a:pt x="309735" y="132434"/>
                    <a:pt x="308114" y="134996"/>
                  </a:cubicBezTo>
                  <a:cubicBezTo>
                    <a:pt x="306388" y="137715"/>
                    <a:pt x="307225" y="140172"/>
                    <a:pt x="309003" y="142473"/>
                  </a:cubicBezTo>
                  <a:cubicBezTo>
                    <a:pt x="312977" y="147701"/>
                    <a:pt x="316898" y="152930"/>
                    <a:pt x="320820" y="158211"/>
                  </a:cubicBezTo>
                  <a:cubicBezTo>
                    <a:pt x="324114" y="162655"/>
                    <a:pt x="323695" y="165427"/>
                    <a:pt x="319251" y="168825"/>
                  </a:cubicBezTo>
                  <a:cubicBezTo>
                    <a:pt x="311042" y="174995"/>
                    <a:pt x="302781" y="181217"/>
                    <a:pt x="294519" y="187335"/>
                  </a:cubicBezTo>
                  <a:cubicBezTo>
                    <a:pt x="289970" y="190681"/>
                    <a:pt x="287251" y="190315"/>
                    <a:pt x="283905" y="185871"/>
                  </a:cubicBezTo>
                  <a:cubicBezTo>
                    <a:pt x="279984" y="180747"/>
                    <a:pt x="276114" y="175570"/>
                    <a:pt x="272297" y="170394"/>
                  </a:cubicBezTo>
                  <a:cubicBezTo>
                    <a:pt x="270572" y="168041"/>
                    <a:pt x="268480" y="166368"/>
                    <a:pt x="265448" y="167100"/>
                  </a:cubicBezTo>
                  <a:cubicBezTo>
                    <a:pt x="262206" y="167884"/>
                    <a:pt x="261160" y="170446"/>
                    <a:pt x="260742" y="173479"/>
                  </a:cubicBezTo>
                  <a:cubicBezTo>
                    <a:pt x="259853" y="179962"/>
                    <a:pt x="258912" y="186446"/>
                    <a:pt x="257971" y="192930"/>
                  </a:cubicBezTo>
                  <a:cubicBezTo>
                    <a:pt x="257291" y="197635"/>
                    <a:pt x="255043" y="199570"/>
                    <a:pt x="250337" y="198943"/>
                  </a:cubicBezTo>
                  <a:cubicBezTo>
                    <a:pt x="239566" y="197531"/>
                    <a:pt x="228847" y="196015"/>
                    <a:pt x="218128" y="194341"/>
                  </a:cubicBezTo>
                  <a:cubicBezTo>
                    <a:pt x="213318" y="193609"/>
                    <a:pt x="211749" y="191413"/>
                    <a:pt x="212377" y="186551"/>
                  </a:cubicBezTo>
                  <a:cubicBezTo>
                    <a:pt x="213109" y="180485"/>
                    <a:pt x="214050" y="174472"/>
                    <a:pt x="214886" y="168407"/>
                  </a:cubicBezTo>
                  <a:cubicBezTo>
                    <a:pt x="215043" y="167414"/>
                    <a:pt x="215461" y="166263"/>
                    <a:pt x="215200" y="165427"/>
                  </a:cubicBezTo>
                  <a:cubicBezTo>
                    <a:pt x="214520" y="163440"/>
                    <a:pt x="213893" y="161087"/>
                    <a:pt x="212429" y="159727"/>
                  </a:cubicBezTo>
                  <a:cubicBezTo>
                    <a:pt x="210546" y="157950"/>
                    <a:pt x="207932" y="158629"/>
                    <a:pt x="205841" y="160146"/>
                  </a:cubicBezTo>
                  <a:cubicBezTo>
                    <a:pt x="200664" y="163963"/>
                    <a:pt x="195488" y="167832"/>
                    <a:pt x="190364" y="171701"/>
                  </a:cubicBezTo>
                  <a:cubicBezTo>
                    <a:pt x="184769" y="175884"/>
                    <a:pt x="182416" y="175570"/>
                    <a:pt x="178285" y="170028"/>
                  </a:cubicBezTo>
                  <a:cubicBezTo>
                    <a:pt x="172325" y="162080"/>
                    <a:pt x="166312" y="154133"/>
                    <a:pt x="160351" y="146133"/>
                  </a:cubicBezTo>
                  <a:cubicBezTo>
                    <a:pt x="156900" y="141532"/>
                    <a:pt x="157318" y="138760"/>
                    <a:pt x="161920" y="135309"/>
                  </a:cubicBezTo>
                  <a:cubicBezTo>
                    <a:pt x="167044" y="131440"/>
                    <a:pt x="172220" y="127519"/>
                    <a:pt x="177397" y="123702"/>
                  </a:cubicBezTo>
                  <a:cubicBezTo>
                    <a:pt x="179802" y="121924"/>
                    <a:pt x="181266" y="119780"/>
                    <a:pt x="180429" y="116748"/>
                  </a:cubicBezTo>
                  <a:cubicBezTo>
                    <a:pt x="179645" y="113872"/>
                    <a:pt x="177397" y="112774"/>
                    <a:pt x="174573" y="112408"/>
                  </a:cubicBezTo>
                  <a:cubicBezTo>
                    <a:pt x="168194" y="111571"/>
                    <a:pt x="161815" y="110630"/>
                    <a:pt x="155436" y="109689"/>
                  </a:cubicBezTo>
                  <a:cubicBezTo>
                    <a:pt x="149684" y="108852"/>
                    <a:pt x="147959" y="106656"/>
                    <a:pt x="148743" y="100957"/>
                  </a:cubicBezTo>
                  <a:cubicBezTo>
                    <a:pt x="150155" y="90552"/>
                    <a:pt x="151671" y="80147"/>
                    <a:pt x="153292" y="69742"/>
                  </a:cubicBezTo>
                  <a:cubicBezTo>
                    <a:pt x="154024" y="64879"/>
                    <a:pt x="156534" y="63101"/>
                    <a:pt x="161344" y="63781"/>
                  </a:cubicBezTo>
                  <a:cubicBezTo>
                    <a:pt x="167933" y="64722"/>
                    <a:pt x="174573" y="65611"/>
                    <a:pt x="181161" y="66657"/>
                  </a:cubicBezTo>
                  <a:cubicBezTo>
                    <a:pt x="183985" y="67127"/>
                    <a:pt x="186390" y="66657"/>
                    <a:pt x="188011" y="64147"/>
                  </a:cubicBezTo>
                  <a:cubicBezTo>
                    <a:pt x="189736" y="61480"/>
                    <a:pt x="188900" y="59023"/>
                    <a:pt x="187122" y="56670"/>
                  </a:cubicBezTo>
                  <a:cubicBezTo>
                    <a:pt x="183200" y="51546"/>
                    <a:pt x="179279" y="46422"/>
                    <a:pt x="175567" y="41193"/>
                  </a:cubicBezTo>
                  <a:cubicBezTo>
                    <a:pt x="174312" y="39415"/>
                    <a:pt x="173527" y="37324"/>
                    <a:pt x="172534" y="35337"/>
                  </a:cubicBezTo>
                  <a:cubicBezTo>
                    <a:pt x="172638" y="34918"/>
                    <a:pt x="172795" y="34552"/>
                    <a:pt x="172900" y="34134"/>
                  </a:cubicBezTo>
                  <a:cubicBezTo>
                    <a:pt x="165580" y="35232"/>
                    <a:pt x="158155" y="35807"/>
                    <a:pt x="150992" y="37428"/>
                  </a:cubicBezTo>
                  <a:cubicBezTo>
                    <a:pt x="112352" y="46369"/>
                    <a:pt x="82077" y="78944"/>
                    <a:pt x="77110" y="118212"/>
                  </a:cubicBezTo>
                  <a:cubicBezTo>
                    <a:pt x="72195" y="157270"/>
                    <a:pt x="85999" y="188904"/>
                    <a:pt x="117789" y="212485"/>
                  </a:cubicBezTo>
                  <a:cubicBezTo>
                    <a:pt x="122286" y="215831"/>
                    <a:pt x="126940" y="219230"/>
                    <a:pt x="130757" y="223308"/>
                  </a:cubicBezTo>
                  <a:cubicBezTo>
                    <a:pt x="136770" y="229687"/>
                    <a:pt x="139593" y="237740"/>
                    <a:pt x="139855" y="246471"/>
                  </a:cubicBezTo>
                  <a:cubicBezTo>
                    <a:pt x="140064" y="254262"/>
                    <a:pt x="139907" y="262105"/>
                    <a:pt x="139959" y="269896"/>
                  </a:cubicBezTo>
                  <a:cubicBezTo>
                    <a:pt x="140011" y="277739"/>
                    <a:pt x="144508" y="282445"/>
                    <a:pt x="152351" y="282497"/>
                  </a:cubicBezTo>
                  <a:cubicBezTo>
                    <a:pt x="167201" y="282602"/>
                    <a:pt x="181998" y="282602"/>
                    <a:pt x="196847" y="282497"/>
                  </a:cubicBezTo>
                  <a:cubicBezTo>
                    <a:pt x="204743" y="282445"/>
                    <a:pt x="209187" y="277791"/>
                    <a:pt x="209187" y="269896"/>
                  </a:cubicBezTo>
                  <a:cubicBezTo>
                    <a:pt x="209239" y="262994"/>
                    <a:pt x="209082" y="256092"/>
                    <a:pt x="209239" y="249190"/>
                  </a:cubicBezTo>
                  <a:cubicBezTo>
                    <a:pt x="209448" y="235282"/>
                    <a:pt x="215095" y="224093"/>
                    <a:pt x="226494" y="215884"/>
                  </a:cubicBezTo>
                  <a:cubicBezTo>
                    <a:pt x="230991" y="212642"/>
                    <a:pt x="235435" y="209348"/>
                    <a:pt x="240193" y="205845"/>
                  </a:cubicBezTo>
                  <a:cubicBezTo>
                    <a:pt x="242546" y="208511"/>
                    <a:pt x="245004" y="211230"/>
                    <a:pt x="247827" y="214367"/>
                  </a:cubicBezTo>
                  <a:cubicBezTo>
                    <a:pt x="243435" y="217661"/>
                    <a:pt x="239513" y="221008"/>
                    <a:pt x="235174" y="223831"/>
                  </a:cubicBezTo>
                  <a:cubicBezTo>
                    <a:pt x="225030" y="230419"/>
                    <a:pt x="220376" y="239622"/>
                    <a:pt x="220742" y="251596"/>
                  </a:cubicBezTo>
                  <a:cubicBezTo>
                    <a:pt x="220952" y="257922"/>
                    <a:pt x="220795" y="264249"/>
                    <a:pt x="220742" y="270628"/>
                  </a:cubicBezTo>
                  <a:cubicBezTo>
                    <a:pt x="220690" y="278523"/>
                    <a:pt x="217448" y="284746"/>
                    <a:pt x="211279" y="289661"/>
                  </a:cubicBezTo>
                  <a:cubicBezTo>
                    <a:pt x="210180" y="290549"/>
                    <a:pt x="209344" y="292379"/>
                    <a:pt x="209292" y="293791"/>
                  </a:cubicBezTo>
                  <a:cubicBezTo>
                    <a:pt x="209135" y="303046"/>
                    <a:pt x="209239" y="312353"/>
                    <a:pt x="209187" y="321608"/>
                  </a:cubicBezTo>
                  <a:cubicBezTo>
                    <a:pt x="209135" y="336144"/>
                    <a:pt x="199462" y="345921"/>
                    <a:pt x="184978" y="346078"/>
                  </a:cubicBezTo>
                  <a:cubicBezTo>
                    <a:pt x="178076" y="346130"/>
                    <a:pt x="171174" y="346130"/>
                    <a:pt x="164273" y="346078"/>
                  </a:cubicBezTo>
                  <a:cubicBezTo>
                    <a:pt x="149841" y="345921"/>
                    <a:pt x="140116" y="336196"/>
                    <a:pt x="139959" y="321660"/>
                  </a:cubicBezTo>
                  <a:cubicBezTo>
                    <a:pt x="139907" y="312249"/>
                    <a:pt x="140011" y="302889"/>
                    <a:pt x="139855" y="293477"/>
                  </a:cubicBezTo>
                  <a:cubicBezTo>
                    <a:pt x="139855" y="292170"/>
                    <a:pt x="138966" y="290497"/>
                    <a:pt x="137972" y="289661"/>
                  </a:cubicBezTo>
                  <a:cubicBezTo>
                    <a:pt x="131750" y="284798"/>
                    <a:pt x="128613" y="278471"/>
                    <a:pt x="128456" y="270628"/>
                  </a:cubicBezTo>
                  <a:cubicBezTo>
                    <a:pt x="128351" y="265661"/>
                    <a:pt x="128456" y="260694"/>
                    <a:pt x="128456" y="254785"/>
                  </a:cubicBezTo>
                  <a:cubicBezTo>
                    <a:pt x="125685" y="257504"/>
                    <a:pt x="123436" y="259700"/>
                    <a:pt x="121188" y="261948"/>
                  </a:cubicBezTo>
                  <a:cubicBezTo>
                    <a:pt x="117005" y="266079"/>
                    <a:pt x="115123" y="266288"/>
                    <a:pt x="110312" y="262942"/>
                  </a:cubicBezTo>
                  <a:cubicBezTo>
                    <a:pt x="105763" y="259857"/>
                    <a:pt x="101267" y="256720"/>
                    <a:pt x="96299" y="253321"/>
                  </a:cubicBezTo>
                  <a:cubicBezTo>
                    <a:pt x="94940" y="259543"/>
                    <a:pt x="93737" y="265295"/>
                    <a:pt x="92483" y="270942"/>
                  </a:cubicBezTo>
                  <a:cubicBezTo>
                    <a:pt x="91489" y="275386"/>
                    <a:pt x="89711" y="276746"/>
                    <a:pt x="85162" y="276798"/>
                  </a:cubicBezTo>
                  <a:cubicBezTo>
                    <a:pt x="78365" y="276850"/>
                    <a:pt x="71568" y="276850"/>
                    <a:pt x="64770" y="276798"/>
                  </a:cubicBezTo>
                  <a:cubicBezTo>
                    <a:pt x="60431" y="276746"/>
                    <a:pt x="58653" y="275334"/>
                    <a:pt x="57712" y="271046"/>
                  </a:cubicBezTo>
                  <a:cubicBezTo>
                    <a:pt x="56457" y="265452"/>
                    <a:pt x="55254" y="259805"/>
                    <a:pt x="53999" y="254158"/>
                  </a:cubicBezTo>
                  <a:cubicBezTo>
                    <a:pt x="53999" y="254053"/>
                    <a:pt x="53842" y="254001"/>
                    <a:pt x="53372" y="253583"/>
                  </a:cubicBezTo>
                  <a:cubicBezTo>
                    <a:pt x="49241" y="256406"/>
                    <a:pt x="45006" y="259334"/>
                    <a:pt x="40771" y="262210"/>
                  </a:cubicBezTo>
                  <a:cubicBezTo>
                    <a:pt x="34601" y="266445"/>
                    <a:pt x="33398" y="266341"/>
                    <a:pt x="28065" y="261007"/>
                  </a:cubicBezTo>
                  <a:cubicBezTo>
                    <a:pt x="23673" y="256615"/>
                    <a:pt x="19281" y="252223"/>
                    <a:pt x="14889" y="247779"/>
                  </a:cubicBezTo>
                  <a:cubicBezTo>
                    <a:pt x="10758" y="243648"/>
                    <a:pt x="10601" y="241766"/>
                    <a:pt x="13948" y="236903"/>
                  </a:cubicBezTo>
                  <a:cubicBezTo>
                    <a:pt x="16980" y="232406"/>
                    <a:pt x="20065" y="227962"/>
                    <a:pt x="23464" y="222995"/>
                  </a:cubicBezTo>
                  <a:cubicBezTo>
                    <a:pt x="18287" y="221844"/>
                    <a:pt x="13529" y="220851"/>
                    <a:pt x="8771" y="219805"/>
                  </a:cubicBezTo>
                  <a:cubicBezTo>
                    <a:pt x="7673" y="219544"/>
                    <a:pt x="6575" y="219387"/>
                    <a:pt x="5477" y="219125"/>
                  </a:cubicBezTo>
                  <a:cubicBezTo>
                    <a:pt x="1660" y="218184"/>
                    <a:pt x="92" y="216354"/>
                    <a:pt x="39" y="212485"/>
                  </a:cubicBezTo>
                  <a:cubicBezTo>
                    <a:pt x="-13" y="205374"/>
                    <a:pt x="-13" y="198211"/>
                    <a:pt x="39" y="191100"/>
                  </a:cubicBezTo>
                  <a:cubicBezTo>
                    <a:pt x="92" y="187230"/>
                    <a:pt x="1660" y="185296"/>
                    <a:pt x="5477" y="184459"/>
                  </a:cubicBezTo>
                  <a:cubicBezTo>
                    <a:pt x="11281" y="183152"/>
                    <a:pt x="17085" y="181949"/>
                    <a:pt x="23464" y="180590"/>
                  </a:cubicBezTo>
                  <a:cubicBezTo>
                    <a:pt x="20065" y="175675"/>
                    <a:pt x="16980" y="171126"/>
                    <a:pt x="13843" y="166577"/>
                  </a:cubicBezTo>
                  <a:cubicBezTo>
                    <a:pt x="10549" y="161767"/>
                    <a:pt x="10706" y="159832"/>
                    <a:pt x="14836" y="155701"/>
                  </a:cubicBezTo>
                  <a:cubicBezTo>
                    <a:pt x="19699" y="150839"/>
                    <a:pt x="24562" y="145924"/>
                    <a:pt x="29477" y="141061"/>
                  </a:cubicBezTo>
                  <a:cubicBezTo>
                    <a:pt x="32875" y="137715"/>
                    <a:pt x="35019" y="137505"/>
                    <a:pt x="39045" y="140224"/>
                  </a:cubicBezTo>
                  <a:cubicBezTo>
                    <a:pt x="43803" y="143466"/>
                    <a:pt x="48509" y="146708"/>
                    <a:pt x="53790" y="150316"/>
                  </a:cubicBezTo>
                  <a:cubicBezTo>
                    <a:pt x="54941" y="144721"/>
                    <a:pt x="56143" y="139597"/>
                    <a:pt x="57084" y="134473"/>
                  </a:cubicBezTo>
                  <a:cubicBezTo>
                    <a:pt x="57921" y="129976"/>
                    <a:pt x="59437" y="126316"/>
                    <a:pt x="65032" y="126787"/>
                  </a:cubicBezTo>
                  <a:cubicBezTo>
                    <a:pt x="66078" y="113035"/>
                    <a:pt x="68901" y="100068"/>
                    <a:pt x="74548" y="87833"/>
                  </a:cubicBezTo>
                  <a:cubicBezTo>
                    <a:pt x="87358" y="59964"/>
                    <a:pt x="108116" y="40565"/>
                    <a:pt x="136822" y="29690"/>
                  </a:cubicBezTo>
                  <a:cubicBezTo>
                    <a:pt x="150992" y="24356"/>
                    <a:pt x="165684" y="22160"/>
                    <a:pt x="180743" y="23468"/>
                  </a:cubicBezTo>
                  <a:cubicBezTo>
                    <a:pt x="184246" y="23781"/>
                    <a:pt x="187017" y="22997"/>
                    <a:pt x="189736" y="20696"/>
                  </a:cubicBezTo>
                  <a:cubicBezTo>
                    <a:pt x="193449" y="17559"/>
                    <a:pt x="197475" y="14788"/>
                    <a:pt x="201344" y="11860"/>
                  </a:cubicBezTo>
                  <a:cubicBezTo>
                    <a:pt x="205998" y="8357"/>
                    <a:pt x="208769" y="8723"/>
                    <a:pt x="212220" y="13272"/>
                  </a:cubicBezTo>
                  <a:cubicBezTo>
                    <a:pt x="216089" y="18396"/>
                    <a:pt x="219958" y="23572"/>
                    <a:pt x="223827" y="28749"/>
                  </a:cubicBezTo>
                  <a:cubicBezTo>
                    <a:pt x="225501" y="30945"/>
                    <a:pt x="227435" y="32618"/>
                    <a:pt x="230363" y="31990"/>
                  </a:cubicBezTo>
                  <a:cubicBezTo>
                    <a:pt x="233448" y="31311"/>
                    <a:pt x="234703" y="29062"/>
                    <a:pt x="235121" y="26134"/>
                  </a:cubicBezTo>
                  <a:cubicBezTo>
                    <a:pt x="236063" y="19441"/>
                    <a:pt x="237004" y="12696"/>
                    <a:pt x="238102" y="6004"/>
                  </a:cubicBezTo>
                  <a:cubicBezTo>
                    <a:pt x="238886" y="1089"/>
                    <a:pt x="241291" y="-532"/>
                    <a:pt x="246154" y="148"/>
                  </a:cubicBezTo>
                  <a:cubicBezTo>
                    <a:pt x="256454" y="1612"/>
                    <a:pt x="266755" y="3076"/>
                    <a:pt x="277055" y="4487"/>
                  </a:cubicBezTo>
                  <a:cubicBezTo>
                    <a:pt x="282546" y="5272"/>
                    <a:pt x="284428" y="7677"/>
                    <a:pt x="283644" y="13324"/>
                  </a:cubicBezTo>
                  <a:cubicBezTo>
                    <a:pt x="282755" y="19703"/>
                    <a:pt x="281866" y="26082"/>
                    <a:pt x="280925" y="32461"/>
                  </a:cubicBezTo>
                  <a:cubicBezTo>
                    <a:pt x="280506" y="35389"/>
                    <a:pt x="280872" y="37951"/>
                    <a:pt x="283644" y="39520"/>
                  </a:cubicBezTo>
                  <a:cubicBezTo>
                    <a:pt x="286415" y="41141"/>
                    <a:pt x="288820" y="39990"/>
                    <a:pt x="291121" y="38265"/>
                  </a:cubicBezTo>
                  <a:cubicBezTo>
                    <a:pt x="296349" y="34291"/>
                    <a:pt x="301578" y="30369"/>
                    <a:pt x="306859" y="26448"/>
                  </a:cubicBezTo>
                  <a:cubicBezTo>
                    <a:pt x="310937" y="23415"/>
                    <a:pt x="313918" y="23834"/>
                    <a:pt x="317003" y="27964"/>
                  </a:cubicBezTo>
                  <a:cubicBezTo>
                    <a:pt x="323329" y="36330"/>
                    <a:pt x="329656" y="44748"/>
                    <a:pt x="335931" y="53219"/>
                  </a:cubicBezTo>
                  <a:cubicBezTo>
                    <a:pt x="339120" y="57506"/>
                    <a:pt x="338702" y="60225"/>
                    <a:pt x="334310" y="63572"/>
                  </a:cubicBezTo>
                  <a:cubicBezTo>
                    <a:pt x="329186" y="67493"/>
                    <a:pt x="324009" y="71310"/>
                    <a:pt x="318833" y="75179"/>
                  </a:cubicBezTo>
                  <a:cubicBezTo>
                    <a:pt x="316375" y="77009"/>
                    <a:pt x="314702" y="79153"/>
                    <a:pt x="315643" y="82395"/>
                  </a:cubicBezTo>
                  <a:cubicBezTo>
                    <a:pt x="316532" y="85480"/>
                    <a:pt x="318990" y="86369"/>
                    <a:pt x="321865" y="86735"/>
                  </a:cubicBezTo>
                  <a:cubicBezTo>
                    <a:pt x="328244" y="87571"/>
                    <a:pt x="334623" y="88617"/>
                    <a:pt x="341002" y="89401"/>
                  </a:cubicBezTo>
                  <a:cubicBezTo>
                    <a:pt x="343931" y="89767"/>
                    <a:pt x="345970" y="91231"/>
                    <a:pt x="347591" y="93480"/>
                  </a:cubicBezTo>
                  <a:cubicBezTo>
                    <a:pt x="347591" y="95258"/>
                    <a:pt x="347591" y="96826"/>
                    <a:pt x="347591" y="98395"/>
                  </a:cubicBezTo>
                  <a:close/>
                  <a:moveTo>
                    <a:pt x="332009" y="123283"/>
                  </a:moveTo>
                  <a:cubicBezTo>
                    <a:pt x="333107" y="115545"/>
                    <a:pt x="334205" y="108120"/>
                    <a:pt x="335303" y="100539"/>
                  </a:cubicBezTo>
                  <a:cubicBezTo>
                    <a:pt x="333369" y="100225"/>
                    <a:pt x="331800" y="99963"/>
                    <a:pt x="330284" y="99754"/>
                  </a:cubicBezTo>
                  <a:cubicBezTo>
                    <a:pt x="326048" y="99075"/>
                    <a:pt x="321761" y="98604"/>
                    <a:pt x="317578" y="97767"/>
                  </a:cubicBezTo>
                  <a:cubicBezTo>
                    <a:pt x="310728" y="96408"/>
                    <a:pt x="306232" y="92068"/>
                    <a:pt x="304454" y="85480"/>
                  </a:cubicBezTo>
                  <a:cubicBezTo>
                    <a:pt x="302624" y="78735"/>
                    <a:pt x="304402" y="72617"/>
                    <a:pt x="309839" y="68016"/>
                  </a:cubicBezTo>
                  <a:cubicBezTo>
                    <a:pt x="314388" y="64199"/>
                    <a:pt x="319251" y="60696"/>
                    <a:pt x="324166" y="56931"/>
                  </a:cubicBezTo>
                  <a:cubicBezTo>
                    <a:pt x="319460" y="50709"/>
                    <a:pt x="314964" y="44696"/>
                    <a:pt x="310415" y="38631"/>
                  </a:cubicBezTo>
                  <a:cubicBezTo>
                    <a:pt x="305186" y="42448"/>
                    <a:pt x="300375" y="46265"/>
                    <a:pt x="295251" y="49559"/>
                  </a:cubicBezTo>
                  <a:cubicBezTo>
                    <a:pt x="287356" y="54578"/>
                    <a:pt x="277108" y="52016"/>
                    <a:pt x="271984" y="44225"/>
                  </a:cubicBezTo>
                  <a:cubicBezTo>
                    <a:pt x="268794" y="39415"/>
                    <a:pt x="269003" y="34186"/>
                    <a:pt x="269788" y="28853"/>
                  </a:cubicBezTo>
                  <a:cubicBezTo>
                    <a:pt x="270415" y="24513"/>
                    <a:pt x="271042" y="20226"/>
                    <a:pt x="271670" y="15677"/>
                  </a:cubicBezTo>
                  <a:cubicBezTo>
                    <a:pt x="267644" y="15102"/>
                    <a:pt x="263984" y="14579"/>
                    <a:pt x="260271" y="14056"/>
                  </a:cubicBezTo>
                  <a:cubicBezTo>
                    <a:pt x="256507" y="13533"/>
                    <a:pt x="252794" y="13010"/>
                    <a:pt x="248873" y="12487"/>
                  </a:cubicBezTo>
                  <a:cubicBezTo>
                    <a:pt x="248036" y="18239"/>
                    <a:pt x="247670" y="23572"/>
                    <a:pt x="246363" y="28644"/>
                  </a:cubicBezTo>
                  <a:cubicBezTo>
                    <a:pt x="245422" y="32199"/>
                    <a:pt x="243853" y="36069"/>
                    <a:pt x="241396" y="38735"/>
                  </a:cubicBezTo>
                  <a:cubicBezTo>
                    <a:pt x="233971" y="46683"/>
                    <a:pt x="222154" y="45480"/>
                    <a:pt x="215148" y="36539"/>
                  </a:cubicBezTo>
                  <a:cubicBezTo>
                    <a:pt x="211854" y="32304"/>
                    <a:pt x="208664" y="27964"/>
                    <a:pt x="205370" y="23572"/>
                  </a:cubicBezTo>
                  <a:cubicBezTo>
                    <a:pt x="199043" y="28330"/>
                    <a:pt x="193030" y="32827"/>
                    <a:pt x="186965" y="37376"/>
                  </a:cubicBezTo>
                  <a:cubicBezTo>
                    <a:pt x="190521" y="42186"/>
                    <a:pt x="193867" y="46422"/>
                    <a:pt x="197004" y="50866"/>
                  </a:cubicBezTo>
                  <a:cubicBezTo>
                    <a:pt x="201396" y="57088"/>
                    <a:pt x="201867" y="63781"/>
                    <a:pt x="197893" y="70264"/>
                  </a:cubicBezTo>
                  <a:cubicBezTo>
                    <a:pt x="193919" y="76748"/>
                    <a:pt x="187749" y="79310"/>
                    <a:pt x="180168" y="78264"/>
                  </a:cubicBezTo>
                  <a:cubicBezTo>
                    <a:pt x="174939" y="77532"/>
                    <a:pt x="169658" y="76800"/>
                    <a:pt x="164063" y="76016"/>
                  </a:cubicBezTo>
                  <a:cubicBezTo>
                    <a:pt x="162965" y="83650"/>
                    <a:pt x="161920" y="91075"/>
                    <a:pt x="160822" y="98761"/>
                  </a:cubicBezTo>
                  <a:cubicBezTo>
                    <a:pt x="166259" y="99545"/>
                    <a:pt x="171384" y="100329"/>
                    <a:pt x="176508" y="101061"/>
                  </a:cubicBezTo>
                  <a:cubicBezTo>
                    <a:pt x="180638" y="101637"/>
                    <a:pt x="184351" y="103205"/>
                    <a:pt x="187331" y="106186"/>
                  </a:cubicBezTo>
                  <a:cubicBezTo>
                    <a:pt x="194338" y="113297"/>
                    <a:pt x="194076" y="124643"/>
                    <a:pt x="186442" y="131231"/>
                  </a:cubicBezTo>
                  <a:cubicBezTo>
                    <a:pt x="181946" y="135100"/>
                    <a:pt x="177031" y="138551"/>
                    <a:pt x="172063" y="142368"/>
                  </a:cubicBezTo>
                  <a:cubicBezTo>
                    <a:pt x="176717" y="148538"/>
                    <a:pt x="181214" y="154551"/>
                    <a:pt x="185867" y="160721"/>
                  </a:cubicBezTo>
                  <a:cubicBezTo>
                    <a:pt x="190311" y="157427"/>
                    <a:pt x="194494" y="154290"/>
                    <a:pt x="198625" y="151205"/>
                  </a:cubicBezTo>
                  <a:cubicBezTo>
                    <a:pt x="202913" y="148015"/>
                    <a:pt x="207618" y="146447"/>
                    <a:pt x="212952" y="147545"/>
                  </a:cubicBezTo>
                  <a:cubicBezTo>
                    <a:pt x="222834" y="149584"/>
                    <a:pt x="228272" y="158054"/>
                    <a:pt x="226651" y="168721"/>
                  </a:cubicBezTo>
                  <a:cubicBezTo>
                    <a:pt x="225919" y="173583"/>
                    <a:pt x="225239" y="178498"/>
                    <a:pt x="224507" y="183623"/>
                  </a:cubicBezTo>
                  <a:cubicBezTo>
                    <a:pt x="232298" y="184721"/>
                    <a:pt x="239618" y="185766"/>
                    <a:pt x="247252" y="186864"/>
                  </a:cubicBezTo>
                  <a:cubicBezTo>
                    <a:pt x="247932" y="181792"/>
                    <a:pt x="248664" y="177139"/>
                    <a:pt x="249239" y="172433"/>
                  </a:cubicBezTo>
                  <a:cubicBezTo>
                    <a:pt x="250337" y="163753"/>
                    <a:pt x="254834" y="158002"/>
                    <a:pt x="262206" y="155963"/>
                  </a:cubicBezTo>
                  <a:cubicBezTo>
                    <a:pt x="269578" y="153924"/>
                    <a:pt x="276271" y="156590"/>
                    <a:pt x="281657" y="163649"/>
                  </a:cubicBezTo>
                  <a:cubicBezTo>
                    <a:pt x="284637" y="167623"/>
                    <a:pt x="287617" y="171597"/>
                    <a:pt x="290755" y="175727"/>
                  </a:cubicBezTo>
                  <a:cubicBezTo>
                    <a:pt x="296977" y="171021"/>
                    <a:pt x="303042" y="166525"/>
                    <a:pt x="309212" y="161871"/>
                  </a:cubicBezTo>
                  <a:cubicBezTo>
                    <a:pt x="305866" y="157427"/>
                    <a:pt x="302624" y="153192"/>
                    <a:pt x="299539" y="148904"/>
                  </a:cubicBezTo>
                  <a:cubicBezTo>
                    <a:pt x="294885" y="142473"/>
                    <a:pt x="294467" y="135048"/>
                    <a:pt x="298284" y="128878"/>
                  </a:cubicBezTo>
                  <a:cubicBezTo>
                    <a:pt x="302101" y="122708"/>
                    <a:pt x="309055" y="119780"/>
                    <a:pt x="316794" y="120983"/>
                  </a:cubicBezTo>
                  <a:cubicBezTo>
                    <a:pt x="321604" y="121872"/>
                    <a:pt x="326519" y="122499"/>
                    <a:pt x="332009" y="123283"/>
                  </a:cubicBezTo>
                  <a:close/>
                  <a:moveTo>
                    <a:pt x="66078" y="149375"/>
                  </a:moveTo>
                  <a:cubicBezTo>
                    <a:pt x="65816" y="150107"/>
                    <a:pt x="65607" y="150473"/>
                    <a:pt x="65502" y="150943"/>
                  </a:cubicBezTo>
                  <a:cubicBezTo>
                    <a:pt x="62365" y="162446"/>
                    <a:pt x="54784" y="165218"/>
                    <a:pt x="44901" y="158473"/>
                  </a:cubicBezTo>
                  <a:cubicBezTo>
                    <a:pt x="41660" y="156276"/>
                    <a:pt x="38470" y="154028"/>
                    <a:pt x="35647" y="152146"/>
                  </a:cubicBezTo>
                  <a:cubicBezTo>
                    <a:pt x="31882" y="155806"/>
                    <a:pt x="28483" y="159100"/>
                    <a:pt x="24876" y="162551"/>
                  </a:cubicBezTo>
                  <a:cubicBezTo>
                    <a:pt x="27385" y="166211"/>
                    <a:pt x="30000" y="169923"/>
                    <a:pt x="32457" y="173688"/>
                  </a:cubicBezTo>
                  <a:cubicBezTo>
                    <a:pt x="37634" y="181583"/>
                    <a:pt x="34287" y="190106"/>
                    <a:pt x="25085" y="192250"/>
                  </a:cubicBezTo>
                  <a:cubicBezTo>
                    <a:pt x="20588" y="193296"/>
                    <a:pt x="16091" y="194237"/>
                    <a:pt x="11647" y="195178"/>
                  </a:cubicBezTo>
                  <a:cubicBezTo>
                    <a:pt x="11647" y="199936"/>
                    <a:pt x="11647" y="204380"/>
                    <a:pt x="11647" y="208929"/>
                  </a:cubicBezTo>
                  <a:cubicBezTo>
                    <a:pt x="15725" y="209766"/>
                    <a:pt x="19595" y="210550"/>
                    <a:pt x="23464" y="211387"/>
                  </a:cubicBezTo>
                  <a:cubicBezTo>
                    <a:pt x="34862" y="213897"/>
                    <a:pt x="38156" y="222210"/>
                    <a:pt x="31568" y="231779"/>
                  </a:cubicBezTo>
                  <a:cubicBezTo>
                    <a:pt x="29268" y="235073"/>
                    <a:pt x="27019" y="238419"/>
                    <a:pt x="25032" y="241295"/>
                  </a:cubicBezTo>
                  <a:cubicBezTo>
                    <a:pt x="28692" y="245112"/>
                    <a:pt x="31987" y="248511"/>
                    <a:pt x="35385" y="252066"/>
                  </a:cubicBezTo>
                  <a:cubicBezTo>
                    <a:pt x="39098" y="249556"/>
                    <a:pt x="42758" y="246942"/>
                    <a:pt x="46522" y="244485"/>
                  </a:cubicBezTo>
                  <a:cubicBezTo>
                    <a:pt x="54418" y="239308"/>
                    <a:pt x="62993" y="242707"/>
                    <a:pt x="65136" y="251805"/>
                  </a:cubicBezTo>
                  <a:cubicBezTo>
                    <a:pt x="66182" y="256301"/>
                    <a:pt x="67071" y="260798"/>
                    <a:pt x="68065" y="265295"/>
                  </a:cubicBezTo>
                  <a:cubicBezTo>
                    <a:pt x="72770" y="265295"/>
                    <a:pt x="77267" y="265295"/>
                    <a:pt x="81764" y="265295"/>
                  </a:cubicBezTo>
                  <a:cubicBezTo>
                    <a:pt x="82705" y="260903"/>
                    <a:pt x="83541" y="256720"/>
                    <a:pt x="84483" y="252537"/>
                  </a:cubicBezTo>
                  <a:cubicBezTo>
                    <a:pt x="86836" y="242236"/>
                    <a:pt x="95254" y="238994"/>
                    <a:pt x="103986" y="244903"/>
                  </a:cubicBezTo>
                  <a:cubicBezTo>
                    <a:pt x="107489" y="247308"/>
                    <a:pt x="110992" y="249713"/>
                    <a:pt x="114809" y="252328"/>
                  </a:cubicBezTo>
                  <a:cubicBezTo>
                    <a:pt x="118260" y="248772"/>
                    <a:pt x="121293" y="245269"/>
                    <a:pt x="124744" y="242184"/>
                  </a:cubicBezTo>
                  <a:cubicBezTo>
                    <a:pt x="126731" y="240354"/>
                    <a:pt x="126678" y="238942"/>
                    <a:pt x="125632" y="236694"/>
                  </a:cubicBezTo>
                  <a:cubicBezTo>
                    <a:pt x="121502" y="227648"/>
                    <a:pt x="112613" y="223884"/>
                    <a:pt x="105554" y="218080"/>
                  </a:cubicBezTo>
                  <a:cubicBezTo>
                    <a:pt x="95254" y="235491"/>
                    <a:pt x="78313" y="238733"/>
                    <a:pt x="66182" y="235648"/>
                  </a:cubicBezTo>
                  <a:cubicBezTo>
                    <a:pt x="51960" y="231988"/>
                    <a:pt x="40928" y="219805"/>
                    <a:pt x="40352" y="204746"/>
                  </a:cubicBezTo>
                  <a:cubicBezTo>
                    <a:pt x="39516" y="184041"/>
                    <a:pt x="50914" y="172172"/>
                    <a:pt x="70313" y="167414"/>
                  </a:cubicBezTo>
                  <a:cubicBezTo>
                    <a:pt x="68901" y="161348"/>
                    <a:pt x="67542" y="155544"/>
                    <a:pt x="66078" y="149375"/>
                  </a:cubicBezTo>
                  <a:close/>
                  <a:moveTo>
                    <a:pt x="76587" y="224877"/>
                  </a:moveTo>
                  <a:cubicBezTo>
                    <a:pt x="83907" y="224668"/>
                    <a:pt x="90862" y="220589"/>
                    <a:pt x="95411" y="212276"/>
                  </a:cubicBezTo>
                  <a:cubicBezTo>
                    <a:pt x="96456" y="210341"/>
                    <a:pt x="96195" y="209139"/>
                    <a:pt x="94731" y="207622"/>
                  </a:cubicBezTo>
                  <a:cubicBezTo>
                    <a:pt x="87672" y="200250"/>
                    <a:pt x="81816" y="191936"/>
                    <a:pt x="77215" y="182838"/>
                  </a:cubicBezTo>
                  <a:cubicBezTo>
                    <a:pt x="75071" y="178551"/>
                    <a:pt x="74705" y="178446"/>
                    <a:pt x="69842" y="179544"/>
                  </a:cubicBezTo>
                  <a:cubicBezTo>
                    <a:pt x="58391" y="182263"/>
                    <a:pt x="50914" y="192668"/>
                    <a:pt x="52065" y="204119"/>
                  </a:cubicBezTo>
                  <a:cubicBezTo>
                    <a:pt x="53267" y="215988"/>
                    <a:pt x="62574" y="224511"/>
                    <a:pt x="76587" y="224877"/>
                  </a:cubicBezTo>
                  <a:close/>
                  <a:moveTo>
                    <a:pt x="151410" y="317477"/>
                  </a:moveTo>
                  <a:cubicBezTo>
                    <a:pt x="151410" y="319046"/>
                    <a:pt x="151410" y="320248"/>
                    <a:pt x="151410" y="321503"/>
                  </a:cubicBezTo>
                  <a:cubicBezTo>
                    <a:pt x="151462" y="330078"/>
                    <a:pt x="156063" y="334627"/>
                    <a:pt x="164639" y="334680"/>
                  </a:cubicBezTo>
                  <a:cubicBezTo>
                    <a:pt x="169135" y="334680"/>
                    <a:pt x="173684" y="334680"/>
                    <a:pt x="178181" y="334680"/>
                  </a:cubicBezTo>
                  <a:cubicBezTo>
                    <a:pt x="181109" y="334680"/>
                    <a:pt x="184089" y="334836"/>
                    <a:pt x="186965" y="334575"/>
                  </a:cubicBezTo>
                  <a:cubicBezTo>
                    <a:pt x="194860" y="333843"/>
                    <a:pt x="198886" y="327046"/>
                    <a:pt x="197109" y="317477"/>
                  </a:cubicBezTo>
                  <a:cubicBezTo>
                    <a:pt x="182102" y="317477"/>
                    <a:pt x="166991" y="317477"/>
                    <a:pt x="151410" y="317477"/>
                  </a:cubicBezTo>
                  <a:close/>
                  <a:moveTo>
                    <a:pt x="197475" y="294575"/>
                  </a:moveTo>
                  <a:cubicBezTo>
                    <a:pt x="181946" y="294575"/>
                    <a:pt x="166782" y="294575"/>
                    <a:pt x="151671" y="294575"/>
                  </a:cubicBezTo>
                  <a:cubicBezTo>
                    <a:pt x="151671" y="298445"/>
                    <a:pt x="151671" y="302000"/>
                    <a:pt x="151671" y="305556"/>
                  </a:cubicBezTo>
                  <a:cubicBezTo>
                    <a:pt x="167096" y="305556"/>
                    <a:pt x="182259" y="305556"/>
                    <a:pt x="197475" y="305556"/>
                  </a:cubicBezTo>
                  <a:cubicBezTo>
                    <a:pt x="197475" y="301739"/>
                    <a:pt x="197475" y="298288"/>
                    <a:pt x="197475" y="294575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742" name="Google Shape;742;p7"/>
            <p:cNvSpPr/>
            <p:nvPr/>
          </p:nvSpPr>
          <p:spPr bwMode="auto">
            <a:xfrm>
              <a:off x="655839" y="6333677"/>
              <a:ext cx="22901" cy="49097"/>
            </a:xfrm>
            <a:custGeom>
              <a:avLst/>
              <a:gdLst/>
              <a:ahLst/>
              <a:cxnLst/>
              <a:rect l="l" t="t" r="r" b="b"/>
              <a:pathLst>
                <a:path w="22901" h="49097" fill="norm" stroke="1" extrusionOk="0">
                  <a:moveTo>
                    <a:pt x="11085" y="52"/>
                  </a:moveTo>
                  <a:cubicBezTo>
                    <a:pt x="15006" y="15320"/>
                    <a:pt x="18876" y="30588"/>
                    <a:pt x="22902" y="46169"/>
                  </a:cubicBezTo>
                  <a:cubicBezTo>
                    <a:pt x="19189" y="47163"/>
                    <a:pt x="15738" y="48052"/>
                    <a:pt x="11765" y="49097"/>
                  </a:cubicBezTo>
                  <a:cubicBezTo>
                    <a:pt x="7843" y="33725"/>
                    <a:pt x="3922" y="18510"/>
                    <a:pt x="0" y="3190"/>
                  </a:cubicBezTo>
                  <a:cubicBezTo>
                    <a:pt x="3399" y="2091"/>
                    <a:pt x="6536" y="1046"/>
                    <a:pt x="9725" y="0"/>
                  </a:cubicBezTo>
                  <a:cubicBezTo>
                    <a:pt x="10144" y="52"/>
                    <a:pt x="10614" y="52"/>
                    <a:pt x="11085" y="52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743" name="Google Shape;743;p7"/>
            <p:cNvSpPr/>
            <p:nvPr/>
          </p:nvSpPr>
          <p:spPr bwMode="auto">
            <a:xfrm>
              <a:off x="684819" y="6399349"/>
              <a:ext cx="86206" cy="177984"/>
            </a:xfrm>
            <a:custGeom>
              <a:avLst/>
              <a:gdLst/>
              <a:ahLst/>
              <a:cxnLst/>
              <a:rect l="l" t="t" r="r" b="b"/>
              <a:pathLst>
                <a:path w="86206" h="177984" fill="norm" stroke="1" extrusionOk="0">
                  <a:moveTo>
                    <a:pt x="86207" y="177985"/>
                  </a:moveTo>
                  <a:cubicBezTo>
                    <a:pt x="82442" y="177985"/>
                    <a:pt x="78834" y="177985"/>
                    <a:pt x="74965" y="177985"/>
                  </a:cubicBezTo>
                  <a:cubicBezTo>
                    <a:pt x="74704" y="175789"/>
                    <a:pt x="74547" y="173540"/>
                    <a:pt x="74129" y="171344"/>
                  </a:cubicBezTo>
                  <a:cubicBezTo>
                    <a:pt x="71410" y="158482"/>
                    <a:pt x="64037" y="149279"/>
                    <a:pt x="51959" y="144155"/>
                  </a:cubicBezTo>
                  <a:cubicBezTo>
                    <a:pt x="40142" y="139136"/>
                    <a:pt x="29685" y="132286"/>
                    <a:pt x="20900" y="122874"/>
                  </a:cubicBezTo>
                  <a:cubicBezTo>
                    <a:pt x="-9217" y="90666"/>
                    <a:pt x="-6446" y="36915"/>
                    <a:pt x="27018" y="8209"/>
                  </a:cubicBezTo>
                  <a:cubicBezTo>
                    <a:pt x="30260" y="5438"/>
                    <a:pt x="33763" y="2876"/>
                    <a:pt x="37423" y="0"/>
                  </a:cubicBezTo>
                  <a:cubicBezTo>
                    <a:pt x="39567" y="3399"/>
                    <a:pt x="41554" y="6484"/>
                    <a:pt x="43645" y="9778"/>
                  </a:cubicBezTo>
                  <a:cubicBezTo>
                    <a:pt x="41345" y="11555"/>
                    <a:pt x="39149" y="13072"/>
                    <a:pt x="37109" y="14797"/>
                  </a:cubicBezTo>
                  <a:cubicBezTo>
                    <a:pt x="-2890" y="47424"/>
                    <a:pt x="5267" y="110430"/>
                    <a:pt x="52273" y="131502"/>
                  </a:cubicBezTo>
                  <a:cubicBezTo>
                    <a:pt x="61893" y="135842"/>
                    <a:pt x="70835" y="140861"/>
                    <a:pt x="77109" y="149645"/>
                  </a:cubicBezTo>
                  <a:cubicBezTo>
                    <a:pt x="83070" y="158116"/>
                    <a:pt x="86207" y="167475"/>
                    <a:pt x="86207" y="177985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744" name="Google Shape;744;p7"/>
            <p:cNvSpPr/>
            <p:nvPr/>
          </p:nvSpPr>
          <p:spPr bwMode="auto">
            <a:xfrm>
              <a:off x="606323" y="6365153"/>
              <a:ext cx="47058" cy="38221"/>
            </a:xfrm>
            <a:custGeom>
              <a:avLst/>
              <a:gdLst/>
              <a:ahLst/>
              <a:cxnLst/>
              <a:rect l="l" t="t" r="r" b="b"/>
              <a:pathLst>
                <a:path w="47058" h="38221" fill="norm" stroke="1" extrusionOk="0">
                  <a:moveTo>
                    <a:pt x="0" y="9359"/>
                  </a:moveTo>
                  <a:cubicBezTo>
                    <a:pt x="2353" y="6118"/>
                    <a:pt x="4392" y="3242"/>
                    <a:pt x="6693" y="0"/>
                  </a:cubicBezTo>
                  <a:cubicBezTo>
                    <a:pt x="20183" y="9621"/>
                    <a:pt x="33516" y="19137"/>
                    <a:pt x="47058" y="28810"/>
                  </a:cubicBezTo>
                  <a:cubicBezTo>
                    <a:pt x="44810" y="31947"/>
                    <a:pt x="42771" y="34875"/>
                    <a:pt x="40366" y="38222"/>
                  </a:cubicBezTo>
                  <a:cubicBezTo>
                    <a:pt x="26928" y="28601"/>
                    <a:pt x="13595" y="19085"/>
                    <a:pt x="0" y="9359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745" name="Google Shape;745;p7"/>
            <p:cNvSpPr/>
            <p:nvPr/>
          </p:nvSpPr>
          <p:spPr bwMode="auto">
            <a:xfrm>
              <a:off x="596755" y="6421937"/>
              <a:ext cx="48888" cy="22692"/>
            </a:xfrm>
            <a:custGeom>
              <a:avLst/>
              <a:gdLst/>
              <a:ahLst/>
              <a:cxnLst/>
              <a:rect l="l" t="t" r="r" b="b"/>
              <a:pathLst>
                <a:path w="48888" h="22692" fill="norm" stroke="1" extrusionOk="0">
                  <a:moveTo>
                    <a:pt x="0" y="11503"/>
                  </a:moveTo>
                  <a:cubicBezTo>
                    <a:pt x="15582" y="7582"/>
                    <a:pt x="30692" y="3817"/>
                    <a:pt x="46117" y="0"/>
                  </a:cubicBezTo>
                  <a:cubicBezTo>
                    <a:pt x="47058" y="3765"/>
                    <a:pt x="47947" y="7320"/>
                    <a:pt x="48888" y="11189"/>
                  </a:cubicBezTo>
                  <a:cubicBezTo>
                    <a:pt x="33464" y="15059"/>
                    <a:pt x="18405" y="18823"/>
                    <a:pt x="2823" y="22693"/>
                  </a:cubicBezTo>
                  <a:cubicBezTo>
                    <a:pt x="1882" y="18980"/>
                    <a:pt x="993" y="15477"/>
                    <a:pt x="0" y="11503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746" name="Google Shape;746;p7"/>
            <p:cNvSpPr/>
            <p:nvPr/>
          </p:nvSpPr>
          <p:spPr bwMode="auto">
            <a:xfrm>
              <a:off x="865614" y="6578850"/>
              <a:ext cx="41986" cy="37698"/>
            </a:xfrm>
            <a:custGeom>
              <a:avLst/>
              <a:gdLst/>
              <a:ahLst/>
              <a:cxnLst/>
              <a:rect l="l" t="t" r="r" b="b"/>
              <a:pathLst>
                <a:path w="41986" h="37698" fill="norm" stroke="1" extrusionOk="0">
                  <a:moveTo>
                    <a:pt x="34562" y="37699"/>
                  </a:moveTo>
                  <a:cubicBezTo>
                    <a:pt x="22902" y="27974"/>
                    <a:pt x="11555" y="18510"/>
                    <a:pt x="0" y="8889"/>
                  </a:cubicBezTo>
                  <a:cubicBezTo>
                    <a:pt x="2510" y="5856"/>
                    <a:pt x="4863" y="2980"/>
                    <a:pt x="7372" y="0"/>
                  </a:cubicBezTo>
                  <a:cubicBezTo>
                    <a:pt x="18928" y="9621"/>
                    <a:pt x="30274" y="19085"/>
                    <a:pt x="41986" y="28810"/>
                  </a:cubicBezTo>
                  <a:cubicBezTo>
                    <a:pt x="39529" y="31790"/>
                    <a:pt x="37176" y="34562"/>
                    <a:pt x="34562" y="37699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747" name="Google Shape;747;p7"/>
            <p:cNvSpPr/>
            <p:nvPr/>
          </p:nvSpPr>
          <p:spPr bwMode="auto">
            <a:xfrm>
              <a:off x="840726" y="6595006"/>
              <a:ext cx="10927" cy="40104"/>
            </a:xfrm>
            <a:custGeom>
              <a:avLst/>
              <a:gdLst/>
              <a:ahLst/>
              <a:cxnLst/>
              <a:rect l="l" t="t" r="r" b="b"/>
              <a:pathLst>
                <a:path w="10927" h="40104" fill="norm" stroke="1" extrusionOk="0">
                  <a:moveTo>
                    <a:pt x="10928" y="40104"/>
                  </a:moveTo>
                  <a:cubicBezTo>
                    <a:pt x="7216" y="40104"/>
                    <a:pt x="3712" y="40104"/>
                    <a:pt x="0" y="40104"/>
                  </a:cubicBezTo>
                  <a:cubicBezTo>
                    <a:pt x="0" y="26719"/>
                    <a:pt x="0" y="13438"/>
                    <a:pt x="0" y="0"/>
                  </a:cubicBezTo>
                  <a:cubicBezTo>
                    <a:pt x="3660" y="0"/>
                    <a:pt x="7163" y="0"/>
                    <a:pt x="10928" y="0"/>
                  </a:cubicBezTo>
                  <a:cubicBezTo>
                    <a:pt x="10928" y="13281"/>
                    <a:pt x="10928" y="26562"/>
                    <a:pt x="10928" y="40104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748" name="Google Shape;748;p7"/>
            <p:cNvSpPr/>
            <p:nvPr/>
          </p:nvSpPr>
          <p:spPr bwMode="auto">
            <a:xfrm>
              <a:off x="875287" y="6548942"/>
              <a:ext cx="39947" cy="11032"/>
            </a:xfrm>
            <a:custGeom>
              <a:avLst/>
              <a:gdLst/>
              <a:ahLst/>
              <a:cxnLst/>
              <a:rect l="l" t="t" r="r" b="b"/>
              <a:pathLst>
                <a:path w="39947" h="11032" fill="norm" stroke="1" extrusionOk="0">
                  <a:moveTo>
                    <a:pt x="0" y="11033"/>
                  </a:moveTo>
                  <a:cubicBezTo>
                    <a:pt x="0" y="7320"/>
                    <a:pt x="0" y="3765"/>
                    <a:pt x="0" y="0"/>
                  </a:cubicBezTo>
                  <a:cubicBezTo>
                    <a:pt x="13385" y="0"/>
                    <a:pt x="26562" y="0"/>
                    <a:pt x="39947" y="0"/>
                  </a:cubicBezTo>
                  <a:cubicBezTo>
                    <a:pt x="39947" y="3608"/>
                    <a:pt x="39947" y="7216"/>
                    <a:pt x="39947" y="11033"/>
                  </a:cubicBezTo>
                  <a:cubicBezTo>
                    <a:pt x="26719" y="11033"/>
                    <a:pt x="13438" y="11033"/>
                    <a:pt x="0" y="11033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749" name="Google Shape;749;p7"/>
            <p:cNvSpPr/>
            <p:nvPr/>
          </p:nvSpPr>
          <p:spPr bwMode="auto">
            <a:xfrm>
              <a:off x="759942" y="6589150"/>
              <a:ext cx="11032" cy="16993"/>
            </a:xfrm>
            <a:custGeom>
              <a:avLst/>
              <a:gdLst/>
              <a:ahLst/>
              <a:cxnLst/>
              <a:rect l="l" t="t" r="r" b="b"/>
              <a:pathLst>
                <a:path w="11032" h="16993" fill="norm" stroke="1" extrusionOk="0">
                  <a:moveTo>
                    <a:pt x="0" y="0"/>
                  </a:moveTo>
                  <a:cubicBezTo>
                    <a:pt x="3817" y="0"/>
                    <a:pt x="7268" y="0"/>
                    <a:pt x="11033" y="0"/>
                  </a:cubicBezTo>
                  <a:cubicBezTo>
                    <a:pt x="11033" y="5647"/>
                    <a:pt x="11033" y="11189"/>
                    <a:pt x="11033" y="16993"/>
                  </a:cubicBezTo>
                  <a:cubicBezTo>
                    <a:pt x="7320" y="16993"/>
                    <a:pt x="3765" y="16993"/>
                    <a:pt x="0" y="16993"/>
                  </a:cubicBezTo>
                  <a:cubicBezTo>
                    <a:pt x="0" y="11294"/>
                    <a:pt x="0" y="5804"/>
                    <a:pt x="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750" name="Google Shape;750;p7"/>
            <p:cNvSpPr/>
            <p:nvPr/>
          </p:nvSpPr>
          <p:spPr bwMode="auto">
            <a:xfrm>
              <a:off x="792726" y="6388682"/>
              <a:ext cx="92286" cy="92286"/>
            </a:xfrm>
            <a:custGeom>
              <a:avLst/>
              <a:gdLst/>
              <a:ahLst/>
              <a:cxnLst/>
              <a:rect l="l" t="t" r="r" b="b"/>
              <a:pathLst>
                <a:path w="92286" h="92286" fill="norm" stroke="1" extrusionOk="0">
                  <a:moveTo>
                    <a:pt x="0" y="46117"/>
                  </a:moveTo>
                  <a:cubicBezTo>
                    <a:pt x="52" y="20706"/>
                    <a:pt x="20810" y="-52"/>
                    <a:pt x="46274" y="0"/>
                  </a:cubicBezTo>
                  <a:cubicBezTo>
                    <a:pt x="71738" y="52"/>
                    <a:pt x="92339" y="20758"/>
                    <a:pt x="92286" y="46274"/>
                  </a:cubicBezTo>
                  <a:cubicBezTo>
                    <a:pt x="92234" y="71633"/>
                    <a:pt x="71633" y="92182"/>
                    <a:pt x="46274" y="92287"/>
                  </a:cubicBezTo>
                  <a:cubicBezTo>
                    <a:pt x="20915" y="92391"/>
                    <a:pt x="0" y="71476"/>
                    <a:pt x="0" y="46117"/>
                  </a:cubicBezTo>
                  <a:close/>
                  <a:moveTo>
                    <a:pt x="80731" y="46274"/>
                  </a:moveTo>
                  <a:cubicBezTo>
                    <a:pt x="80783" y="27242"/>
                    <a:pt x="65359" y="11660"/>
                    <a:pt x="46431" y="11556"/>
                  </a:cubicBezTo>
                  <a:cubicBezTo>
                    <a:pt x="27398" y="11451"/>
                    <a:pt x="11555" y="27189"/>
                    <a:pt x="11555" y="46169"/>
                  </a:cubicBezTo>
                  <a:cubicBezTo>
                    <a:pt x="11608" y="64941"/>
                    <a:pt x="27346" y="80731"/>
                    <a:pt x="46117" y="80783"/>
                  </a:cubicBezTo>
                  <a:cubicBezTo>
                    <a:pt x="64940" y="80836"/>
                    <a:pt x="80679" y="65097"/>
                    <a:pt x="80731" y="46274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</p:grpSp>
      <p:grpSp>
        <p:nvGrpSpPr>
          <p:cNvPr id="84325457" name="Google Shape;751;p7"/>
          <p:cNvGrpSpPr/>
          <p:nvPr/>
        </p:nvGrpSpPr>
        <p:grpSpPr bwMode="auto">
          <a:xfrm>
            <a:off x="4512595" y="6338111"/>
            <a:ext cx="346984" cy="353720"/>
            <a:chOff x="2499198" y="6329527"/>
            <a:chExt cx="346984" cy="353720"/>
          </a:xfrm>
        </p:grpSpPr>
        <p:sp>
          <p:nvSpPr>
            <p:cNvPr id="752" name="Google Shape;752;p7"/>
            <p:cNvSpPr/>
            <p:nvPr/>
          </p:nvSpPr>
          <p:spPr bwMode="auto">
            <a:xfrm>
              <a:off x="2510141" y="6329527"/>
              <a:ext cx="325277" cy="353720"/>
            </a:xfrm>
            <a:custGeom>
              <a:avLst/>
              <a:gdLst/>
              <a:ahLst/>
              <a:cxnLst/>
              <a:rect l="l" t="t" r="r" b="b"/>
              <a:pathLst>
                <a:path w="325277" h="353721" fill="norm" stroke="1" extrusionOk="0">
                  <a:moveTo>
                    <a:pt x="252337" y="212965"/>
                  </a:moveTo>
                  <a:cubicBezTo>
                    <a:pt x="252337" y="217932"/>
                    <a:pt x="252232" y="222533"/>
                    <a:pt x="252441" y="227082"/>
                  </a:cubicBezTo>
                  <a:cubicBezTo>
                    <a:pt x="252494" y="228128"/>
                    <a:pt x="253330" y="229331"/>
                    <a:pt x="254167" y="230167"/>
                  </a:cubicBezTo>
                  <a:cubicBezTo>
                    <a:pt x="256834" y="232938"/>
                    <a:pt x="259605" y="235605"/>
                    <a:pt x="262533" y="238481"/>
                  </a:cubicBezTo>
                  <a:cubicBezTo>
                    <a:pt x="259448" y="241304"/>
                    <a:pt x="256677" y="243866"/>
                    <a:pt x="253592" y="246638"/>
                  </a:cubicBezTo>
                  <a:cubicBezTo>
                    <a:pt x="248206" y="241252"/>
                    <a:pt x="242507" y="235501"/>
                    <a:pt x="236755" y="229801"/>
                  </a:cubicBezTo>
                  <a:cubicBezTo>
                    <a:pt x="235762" y="228808"/>
                    <a:pt x="234821" y="227867"/>
                    <a:pt x="233827" y="226873"/>
                  </a:cubicBezTo>
                  <a:cubicBezTo>
                    <a:pt x="230376" y="223579"/>
                    <a:pt x="226455" y="223370"/>
                    <a:pt x="223631" y="226298"/>
                  </a:cubicBezTo>
                  <a:cubicBezTo>
                    <a:pt x="220912" y="229174"/>
                    <a:pt x="221069" y="232938"/>
                    <a:pt x="224311" y="236233"/>
                  </a:cubicBezTo>
                  <a:cubicBezTo>
                    <a:pt x="230429" y="242455"/>
                    <a:pt x="236651" y="248572"/>
                    <a:pt x="242821" y="254742"/>
                  </a:cubicBezTo>
                  <a:cubicBezTo>
                    <a:pt x="247474" y="259448"/>
                    <a:pt x="247579" y="261539"/>
                    <a:pt x="243343" y="266454"/>
                  </a:cubicBezTo>
                  <a:cubicBezTo>
                    <a:pt x="233618" y="277748"/>
                    <a:pt x="234193" y="293801"/>
                    <a:pt x="244964" y="304728"/>
                  </a:cubicBezTo>
                  <a:cubicBezTo>
                    <a:pt x="257827" y="317800"/>
                    <a:pt x="270846" y="330663"/>
                    <a:pt x="283814" y="343630"/>
                  </a:cubicBezTo>
                  <a:cubicBezTo>
                    <a:pt x="284598" y="344414"/>
                    <a:pt x="285330" y="345251"/>
                    <a:pt x="286062" y="345983"/>
                  </a:cubicBezTo>
                  <a:cubicBezTo>
                    <a:pt x="283186" y="348597"/>
                    <a:pt x="280363" y="351159"/>
                    <a:pt x="277591" y="353721"/>
                  </a:cubicBezTo>
                  <a:cubicBezTo>
                    <a:pt x="270010" y="346087"/>
                    <a:pt x="261748" y="337774"/>
                    <a:pt x="253539" y="329513"/>
                  </a:cubicBezTo>
                  <a:cubicBezTo>
                    <a:pt x="253173" y="329669"/>
                    <a:pt x="252755" y="329826"/>
                    <a:pt x="252389" y="329983"/>
                  </a:cubicBezTo>
                  <a:cubicBezTo>
                    <a:pt x="252389" y="334114"/>
                    <a:pt x="252389" y="338244"/>
                    <a:pt x="252389" y="342375"/>
                  </a:cubicBezTo>
                  <a:cubicBezTo>
                    <a:pt x="252389" y="348702"/>
                    <a:pt x="250507" y="350584"/>
                    <a:pt x="244128" y="350584"/>
                  </a:cubicBezTo>
                  <a:cubicBezTo>
                    <a:pt x="226664" y="350584"/>
                    <a:pt x="209200" y="350584"/>
                    <a:pt x="191736" y="350584"/>
                  </a:cubicBezTo>
                  <a:cubicBezTo>
                    <a:pt x="188651" y="350584"/>
                    <a:pt x="185671" y="350480"/>
                    <a:pt x="184050" y="347238"/>
                  </a:cubicBezTo>
                  <a:cubicBezTo>
                    <a:pt x="182481" y="343996"/>
                    <a:pt x="184102" y="341643"/>
                    <a:pt x="186037" y="339133"/>
                  </a:cubicBezTo>
                  <a:cubicBezTo>
                    <a:pt x="194351" y="328414"/>
                    <a:pt x="194664" y="314140"/>
                    <a:pt x="186926" y="303264"/>
                  </a:cubicBezTo>
                  <a:cubicBezTo>
                    <a:pt x="179240" y="292441"/>
                    <a:pt x="165279" y="287997"/>
                    <a:pt x="152730" y="292336"/>
                  </a:cubicBezTo>
                  <a:cubicBezTo>
                    <a:pt x="140234" y="296676"/>
                    <a:pt x="132077" y="308702"/>
                    <a:pt x="132704" y="322140"/>
                  </a:cubicBezTo>
                  <a:cubicBezTo>
                    <a:pt x="133018" y="328676"/>
                    <a:pt x="135319" y="334532"/>
                    <a:pt x="139502" y="339604"/>
                  </a:cubicBezTo>
                  <a:cubicBezTo>
                    <a:pt x="141384" y="341905"/>
                    <a:pt x="142482" y="344257"/>
                    <a:pt x="141175" y="347133"/>
                  </a:cubicBezTo>
                  <a:cubicBezTo>
                    <a:pt x="139815" y="350009"/>
                    <a:pt x="137306" y="350636"/>
                    <a:pt x="134325" y="350636"/>
                  </a:cubicBezTo>
                  <a:cubicBezTo>
                    <a:pt x="116391" y="350584"/>
                    <a:pt x="98404" y="350636"/>
                    <a:pt x="80470" y="350584"/>
                  </a:cubicBezTo>
                  <a:cubicBezTo>
                    <a:pt x="74875" y="350584"/>
                    <a:pt x="72836" y="348545"/>
                    <a:pt x="72836" y="342898"/>
                  </a:cubicBezTo>
                  <a:cubicBezTo>
                    <a:pt x="72836" y="329669"/>
                    <a:pt x="72836" y="316441"/>
                    <a:pt x="72836" y="303264"/>
                  </a:cubicBezTo>
                  <a:cubicBezTo>
                    <a:pt x="72836" y="301905"/>
                    <a:pt x="72836" y="300598"/>
                    <a:pt x="72836" y="298820"/>
                  </a:cubicBezTo>
                  <a:cubicBezTo>
                    <a:pt x="61542" y="303578"/>
                    <a:pt x="50509" y="304153"/>
                    <a:pt x="39424" y="299761"/>
                  </a:cubicBezTo>
                  <a:cubicBezTo>
                    <a:pt x="31320" y="296519"/>
                    <a:pt x="24836" y="291238"/>
                    <a:pt x="19974" y="283971"/>
                  </a:cubicBezTo>
                  <a:cubicBezTo>
                    <a:pt x="10301" y="269435"/>
                    <a:pt x="10719" y="250402"/>
                    <a:pt x="20967" y="236233"/>
                  </a:cubicBezTo>
                  <a:cubicBezTo>
                    <a:pt x="32366" y="220494"/>
                    <a:pt x="48836" y="216102"/>
                    <a:pt x="72627" y="222481"/>
                  </a:cubicBezTo>
                  <a:cubicBezTo>
                    <a:pt x="72627" y="199475"/>
                    <a:pt x="72627" y="176469"/>
                    <a:pt x="72627" y="153096"/>
                  </a:cubicBezTo>
                  <a:cubicBezTo>
                    <a:pt x="67293" y="153096"/>
                    <a:pt x="62117" y="153096"/>
                    <a:pt x="56940" y="153096"/>
                  </a:cubicBezTo>
                  <a:cubicBezTo>
                    <a:pt x="40941" y="153096"/>
                    <a:pt x="30954" y="143162"/>
                    <a:pt x="30954" y="127266"/>
                  </a:cubicBezTo>
                  <a:cubicBezTo>
                    <a:pt x="30954" y="112051"/>
                    <a:pt x="30902" y="96835"/>
                    <a:pt x="31006" y="81620"/>
                  </a:cubicBezTo>
                  <a:cubicBezTo>
                    <a:pt x="31006" y="78953"/>
                    <a:pt x="30379" y="77019"/>
                    <a:pt x="28392" y="75084"/>
                  </a:cubicBezTo>
                  <a:cubicBezTo>
                    <a:pt x="19817" y="66718"/>
                    <a:pt x="11399" y="58195"/>
                    <a:pt x="2928" y="49725"/>
                  </a:cubicBezTo>
                  <a:cubicBezTo>
                    <a:pt x="1987" y="48784"/>
                    <a:pt x="1046" y="47738"/>
                    <a:pt x="0" y="46640"/>
                  </a:cubicBezTo>
                  <a:cubicBezTo>
                    <a:pt x="2876" y="43869"/>
                    <a:pt x="5595" y="41254"/>
                    <a:pt x="8575" y="38379"/>
                  </a:cubicBezTo>
                  <a:cubicBezTo>
                    <a:pt x="13333" y="43137"/>
                    <a:pt x="18144" y="47999"/>
                    <a:pt x="23006" y="52810"/>
                  </a:cubicBezTo>
                  <a:cubicBezTo>
                    <a:pt x="28653" y="58457"/>
                    <a:pt x="34457" y="63947"/>
                    <a:pt x="39843" y="69855"/>
                  </a:cubicBezTo>
                  <a:cubicBezTo>
                    <a:pt x="41516" y="71685"/>
                    <a:pt x="42771" y="74614"/>
                    <a:pt x="42823" y="77019"/>
                  </a:cubicBezTo>
                  <a:cubicBezTo>
                    <a:pt x="43084" y="93855"/>
                    <a:pt x="42928" y="110692"/>
                    <a:pt x="42980" y="127528"/>
                  </a:cubicBezTo>
                  <a:cubicBezTo>
                    <a:pt x="42980" y="136364"/>
                    <a:pt x="47738" y="141070"/>
                    <a:pt x="56627" y="141123"/>
                  </a:cubicBezTo>
                  <a:cubicBezTo>
                    <a:pt x="61855" y="141123"/>
                    <a:pt x="67084" y="141123"/>
                    <a:pt x="72836" y="141123"/>
                  </a:cubicBezTo>
                  <a:cubicBezTo>
                    <a:pt x="72836" y="136051"/>
                    <a:pt x="72940" y="131136"/>
                    <a:pt x="72731" y="126221"/>
                  </a:cubicBezTo>
                  <a:cubicBezTo>
                    <a:pt x="72679" y="125227"/>
                    <a:pt x="71424" y="124234"/>
                    <a:pt x="70535" y="123345"/>
                  </a:cubicBezTo>
                  <a:cubicBezTo>
                    <a:pt x="67973" y="120835"/>
                    <a:pt x="65359" y="118325"/>
                    <a:pt x="62587" y="115711"/>
                  </a:cubicBezTo>
                  <a:cubicBezTo>
                    <a:pt x="65777" y="112783"/>
                    <a:pt x="68548" y="110221"/>
                    <a:pt x="71633" y="107397"/>
                  </a:cubicBezTo>
                  <a:cubicBezTo>
                    <a:pt x="78692" y="114508"/>
                    <a:pt x="86012" y="121776"/>
                    <a:pt x="93280" y="129097"/>
                  </a:cubicBezTo>
                  <a:cubicBezTo>
                    <a:pt x="94587" y="130404"/>
                    <a:pt x="95894" y="131763"/>
                    <a:pt x="97254" y="133070"/>
                  </a:cubicBezTo>
                  <a:cubicBezTo>
                    <a:pt x="100757" y="136469"/>
                    <a:pt x="104574" y="136783"/>
                    <a:pt x="107450" y="133907"/>
                  </a:cubicBezTo>
                  <a:cubicBezTo>
                    <a:pt x="110378" y="131031"/>
                    <a:pt x="110169" y="127110"/>
                    <a:pt x="106770" y="123711"/>
                  </a:cubicBezTo>
                  <a:cubicBezTo>
                    <a:pt x="98875" y="115763"/>
                    <a:pt x="90927" y="107816"/>
                    <a:pt x="82979" y="99868"/>
                  </a:cubicBezTo>
                  <a:cubicBezTo>
                    <a:pt x="77542" y="94430"/>
                    <a:pt x="77489" y="92966"/>
                    <a:pt x="82352" y="87058"/>
                  </a:cubicBezTo>
                  <a:cubicBezTo>
                    <a:pt x="91554" y="75868"/>
                    <a:pt x="90822" y="59973"/>
                    <a:pt x="80313" y="49359"/>
                  </a:cubicBezTo>
                  <a:cubicBezTo>
                    <a:pt x="67555" y="36392"/>
                    <a:pt x="54588" y="23581"/>
                    <a:pt x="41673" y="10771"/>
                  </a:cubicBezTo>
                  <a:cubicBezTo>
                    <a:pt x="40732" y="9830"/>
                    <a:pt x="39320" y="9307"/>
                    <a:pt x="37908" y="8523"/>
                  </a:cubicBezTo>
                  <a:cubicBezTo>
                    <a:pt x="41725" y="4967"/>
                    <a:pt x="44392" y="2405"/>
                    <a:pt x="47006" y="0"/>
                  </a:cubicBezTo>
                  <a:cubicBezTo>
                    <a:pt x="55110" y="8104"/>
                    <a:pt x="63320" y="16366"/>
                    <a:pt x="71581" y="24627"/>
                  </a:cubicBezTo>
                  <a:cubicBezTo>
                    <a:pt x="71999" y="24470"/>
                    <a:pt x="72417" y="24261"/>
                    <a:pt x="72836" y="24104"/>
                  </a:cubicBezTo>
                  <a:cubicBezTo>
                    <a:pt x="72836" y="20130"/>
                    <a:pt x="72836" y="16104"/>
                    <a:pt x="72836" y="12131"/>
                  </a:cubicBezTo>
                  <a:cubicBezTo>
                    <a:pt x="72836" y="5229"/>
                    <a:pt x="74561" y="3503"/>
                    <a:pt x="81411" y="3503"/>
                  </a:cubicBezTo>
                  <a:cubicBezTo>
                    <a:pt x="98718" y="3503"/>
                    <a:pt x="116077" y="3503"/>
                    <a:pt x="133384" y="3503"/>
                  </a:cubicBezTo>
                  <a:cubicBezTo>
                    <a:pt x="136469" y="3503"/>
                    <a:pt x="139449" y="3556"/>
                    <a:pt x="141070" y="6797"/>
                  </a:cubicBezTo>
                  <a:cubicBezTo>
                    <a:pt x="142691" y="9987"/>
                    <a:pt x="141070" y="12392"/>
                    <a:pt x="139136" y="14902"/>
                  </a:cubicBezTo>
                  <a:cubicBezTo>
                    <a:pt x="129358" y="27503"/>
                    <a:pt x="130770" y="44810"/>
                    <a:pt x="142377" y="55476"/>
                  </a:cubicBezTo>
                  <a:cubicBezTo>
                    <a:pt x="153776" y="65986"/>
                    <a:pt x="171501" y="65934"/>
                    <a:pt x="182847" y="55372"/>
                  </a:cubicBezTo>
                  <a:cubicBezTo>
                    <a:pt x="194403" y="44653"/>
                    <a:pt x="195762" y="27398"/>
                    <a:pt x="185880" y="14745"/>
                  </a:cubicBezTo>
                  <a:cubicBezTo>
                    <a:pt x="183998" y="12340"/>
                    <a:pt x="182534" y="10039"/>
                    <a:pt x="183945" y="6954"/>
                  </a:cubicBezTo>
                  <a:cubicBezTo>
                    <a:pt x="185462" y="3660"/>
                    <a:pt x="188390" y="3451"/>
                    <a:pt x="191527" y="3451"/>
                  </a:cubicBezTo>
                  <a:cubicBezTo>
                    <a:pt x="209096" y="3503"/>
                    <a:pt x="226664" y="3451"/>
                    <a:pt x="244285" y="3503"/>
                  </a:cubicBezTo>
                  <a:cubicBezTo>
                    <a:pt x="250402" y="3503"/>
                    <a:pt x="252337" y="5438"/>
                    <a:pt x="252337" y="11503"/>
                  </a:cubicBezTo>
                  <a:cubicBezTo>
                    <a:pt x="252337" y="24575"/>
                    <a:pt x="252337" y="37699"/>
                    <a:pt x="252337" y="50771"/>
                  </a:cubicBezTo>
                  <a:cubicBezTo>
                    <a:pt x="252337" y="52130"/>
                    <a:pt x="252337" y="53490"/>
                    <a:pt x="252337" y="55267"/>
                  </a:cubicBezTo>
                  <a:cubicBezTo>
                    <a:pt x="263735" y="50405"/>
                    <a:pt x="274873" y="49934"/>
                    <a:pt x="286062" y="54431"/>
                  </a:cubicBezTo>
                  <a:cubicBezTo>
                    <a:pt x="294166" y="57673"/>
                    <a:pt x="300598" y="63058"/>
                    <a:pt x="305356" y="70378"/>
                  </a:cubicBezTo>
                  <a:cubicBezTo>
                    <a:pt x="314872" y="84914"/>
                    <a:pt x="314401" y="103737"/>
                    <a:pt x="304205" y="117803"/>
                  </a:cubicBezTo>
                  <a:cubicBezTo>
                    <a:pt x="292755" y="133593"/>
                    <a:pt x="276075" y="138090"/>
                    <a:pt x="252546" y="131606"/>
                  </a:cubicBezTo>
                  <a:cubicBezTo>
                    <a:pt x="252546" y="154613"/>
                    <a:pt x="252546" y="177619"/>
                    <a:pt x="252546" y="200991"/>
                  </a:cubicBezTo>
                  <a:cubicBezTo>
                    <a:pt x="257932" y="200991"/>
                    <a:pt x="263265" y="200991"/>
                    <a:pt x="268598" y="200991"/>
                  </a:cubicBezTo>
                  <a:cubicBezTo>
                    <a:pt x="284284" y="201043"/>
                    <a:pt x="294219" y="211030"/>
                    <a:pt x="294219" y="226769"/>
                  </a:cubicBezTo>
                  <a:cubicBezTo>
                    <a:pt x="294219" y="241984"/>
                    <a:pt x="294323" y="257200"/>
                    <a:pt x="294166" y="272415"/>
                  </a:cubicBezTo>
                  <a:cubicBezTo>
                    <a:pt x="294114" y="275291"/>
                    <a:pt x="295055" y="277226"/>
                    <a:pt x="297042" y="279212"/>
                  </a:cubicBezTo>
                  <a:cubicBezTo>
                    <a:pt x="306454" y="288467"/>
                    <a:pt x="315761" y="297827"/>
                    <a:pt x="325277" y="307291"/>
                  </a:cubicBezTo>
                  <a:cubicBezTo>
                    <a:pt x="322244" y="310114"/>
                    <a:pt x="319473" y="312676"/>
                    <a:pt x="316336" y="315552"/>
                  </a:cubicBezTo>
                  <a:cubicBezTo>
                    <a:pt x="312362" y="311526"/>
                    <a:pt x="308075" y="307186"/>
                    <a:pt x="303735" y="302898"/>
                  </a:cubicBezTo>
                  <a:cubicBezTo>
                    <a:pt x="297670" y="296833"/>
                    <a:pt x="291604" y="290663"/>
                    <a:pt x="285434" y="284703"/>
                  </a:cubicBezTo>
                  <a:cubicBezTo>
                    <a:pt x="283134" y="282454"/>
                    <a:pt x="282088" y="280049"/>
                    <a:pt x="282088" y="276755"/>
                  </a:cubicBezTo>
                  <a:cubicBezTo>
                    <a:pt x="282193" y="260023"/>
                    <a:pt x="282140" y="243344"/>
                    <a:pt x="282140" y="226612"/>
                  </a:cubicBezTo>
                  <a:cubicBezTo>
                    <a:pt x="282140" y="217723"/>
                    <a:pt x="277382" y="213017"/>
                    <a:pt x="268546" y="213017"/>
                  </a:cubicBezTo>
                  <a:cubicBezTo>
                    <a:pt x="263422" y="212965"/>
                    <a:pt x="258193" y="212965"/>
                    <a:pt x="252337" y="212965"/>
                  </a:cubicBezTo>
                  <a:close/>
                  <a:moveTo>
                    <a:pt x="240363" y="171083"/>
                  </a:moveTo>
                  <a:cubicBezTo>
                    <a:pt x="240363" y="154194"/>
                    <a:pt x="240363" y="137881"/>
                    <a:pt x="240363" y="121567"/>
                  </a:cubicBezTo>
                  <a:cubicBezTo>
                    <a:pt x="240363" y="118639"/>
                    <a:pt x="240938" y="116077"/>
                    <a:pt x="243814" y="114718"/>
                  </a:cubicBezTo>
                  <a:cubicBezTo>
                    <a:pt x="246690" y="113358"/>
                    <a:pt x="249043" y="114456"/>
                    <a:pt x="251291" y="116391"/>
                  </a:cubicBezTo>
                  <a:cubicBezTo>
                    <a:pt x="256311" y="120574"/>
                    <a:pt x="262219" y="122874"/>
                    <a:pt x="268755" y="123188"/>
                  </a:cubicBezTo>
                  <a:cubicBezTo>
                    <a:pt x="282140" y="123816"/>
                    <a:pt x="294219" y="115659"/>
                    <a:pt x="298559" y="103162"/>
                  </a:cubicBezTo>
                  <a:cubicBezTo>
                    <a:pt x="302846" y="90718"/>
                    <a:pt x="298559" y="76914"/>
                    <a:pt x="287944" y="69176"/>
                  </a:cubicBezTo>
                  <a:cubicBezTo>
                    <a:pt x="277016" y="61176"/>
                    <a:pt x="262637" y="61437"/>
                    <a:pt x="251814" y="69855"/>
                  </a:cubicBezTo>
                  <a:cubicBezTo>
                    <a:pt x="249304" y="71790"/>
                    <a:pt x="246951" y="73411"/>
                    <a:pt x="243709" y="71842"/>
                  </a:cubicBezTo>
                  <a:cubicBezTo>
                    <a:pt x="240468" y="70274"/>
                    <a:pt x="240363" y="67293"/>
                    <a:pt x="240363" y="64156"/>
                  </a:cubicBezTo>
                  <a:cubicBezTo>
                    <a:pt x="240415" y="49307"/>
                    <a:pt x="240363" y="34457"/>
                    <a:pt x="240363" y="19660"/>
                  </a:cubicBezTo>
                  <a:cubicBezTo>
                    <a:pt x="240363" y="18353"/>
                    <a:pt x="240363" y="17046"/>
                    <a:pt x="240363" y="15791"/>
                  </a:cubicBezTo>
                  <a:cubicBezTo>
                    <a:pt x="226873" y="15791"/>
                    <a:pt x="213906" y="15791"/>
                    <a:pt x="200834" y="15791"/>
                  </a:cubicBezTo>
                  <a:cubicBezTo>
                    <a:pt x="207579" y="37281"/>
                    <a:pt x="203501" y="54222"/>
                    <a:pt x="188808" y="66091"/>
                  </a:cubicBezTo>
                  <a:cubicBezTo>
                    <a:pt x="175318" y="76966"/>
                    <a:pt x="156233" y="78849"/>
                    <a:pt x="141593" y="69542"/>
                  </a:cubicBezTo>
                  <a:cubicBezTo>
                    <a:pt x="121201" y="56627"/>
                    <a:pt x="116600" y="37960"/>
                    <a:pt x="124182" y="15791"/>
                  </a:cubicBezTo>
                  <a:cubicBezTo>
                    <a:pt x="111057" y="15791"/>
                    <a:pt x="98038" y="15791"/>
                    <a:pt x="84809" y="15791"/>
                  </a:cubicBezTo>
                  <a:cubicBezTo>
                    <a:pt x="84809" y="21647"/>
                    <a:pt x="84966" y="27242"/>
                    <a:pt x="84757" y="32836"/>
                  </a:cubicBezTo>
                  <a:cubicBezTo>
                    <a:pt x="84600" y="35869"/>
                    <a:pt x="85594" y="37908"/>
                    <a:pt x="87738" y="39947"/>
                  </a:cubicBezTo>
                  <a:cubicBezTo>
                    <a:pt x="97149" y="48888"/>
                    <a:pt x="101489" y="59921"/>
                    <a:pt x="100496" y="72940"/>
                  </a:cubicBezTo>
                  <a:cubicBezTo>
                    <a:pt x="99920" y="80313"/>
                    <a:pt x="97149" y="86901"/>
                    <a:pt x="92966" y="93123"/>
                  </a:cubicBezTo>
                  <a:cubicBezTo>
                    <a:pt x="100705" y="100809"/>
                    <a:pt x="108391" y="108234"/>
                    <a:pt x="115868" y="115920"/>
                  </a:cubicBezTo>
                  <a:cubicBezTo>
                    <a:pt x="123293" y="123554"/>
                    <a:pt x="123240" y="134848"/>
                    <a:pt x="116025" y="142168"/>
                  </a:cubicBezTo>
                  <a:cubicBezTo>
                    <a:pt x="108757" y="149645"/>
                    <a:pt x="97358" y="149698"/>
                    <a:pt x="89515" y="142273"/>
                  </a:cubicBezTo>
                  <a:cubicBezTo>
                    <a:pt x="88156" y="140966"/>
                    <a:pt x="87058" y="139345"/>
                    <a:pt x="85855" y="137881"/>
                  </a:cubicBezTo>
                  <a:cubicBezTo>
                    <a:pt x="85594" y="138142"/>
                    <a:pt x="85385" y="138404"/>
                    <a:pt x="85123" y="138717"/>
                  </a:cubicBezTo>
                  <a:cubicBezTo>
                    <a:pt x="85123" y="149488"/>
                    <a:pt x="85123" y="160207"/>
                    <a:pt x="85123" y="171083"/>
                  </a:cubicBezTo>
                  <a:cubicBezTo>
                    <a:pt x="92130" y="171083"/>
                    <a:pt x="98875" y="171083"/>
                    <a:pt x="105620" y="171083"/>
                  </a:cubicBezTo>
                  <a:cubicBezTo>
                    <a:pt x="115240" y="171083"/>
                    <a:pt x="124809" y="171135"/>
                    <a:pt x="134430" y="171083"/>
                  </a:cubicBezTo>
                  <a:cubicBezTo>
                    <a:pt x="137410" y="171083"/>
                    <a:pt x="139920" y="171710"/>
                    <a:pt x="141279" y="174586"/>
                  </a:cubicBezTo>
                  <a:cubicBezTo>
                    <a:pt x="142534" y="177305"/>
                    <a:pt x="141698" y="179658"/>
                    <a:pt x="139815" y="181802"/>
                  </a:cubicBezTo>
                  <a:cubicBezTo>
                    <a:pt x="139083" y="182638"/>
                    <a:pt x="138404" y="183527"/>
                    <a:pt x="137776" y="184468"/>
                  </a:cubicBezTo>
                  <a:cubicBezTo>
                    <a:pt x="131554" y="194351"/>
                    <a:pt x="130822" y="204651"/>
                    <a:pt x="136312" y="215004"/>
                  </a:cubicBezTo>
                  <a:cubicBezTo>
                    <a:pt x="141698" y="225200"/>
                    <a:pt x="150534" y="230638"/>
                    <a:pt x="162037" y="230847"/>
                  </a:cubicBezTo>
                  <a:cubicBezTo>
                    <a:pt x="174325" y="231056"/>
                    <a:pt x="183789" y="225409"/>
                    <a:pt x="189279" y="214481"/>
                  </a:cubicBezTo>
                  <a:cubicBezTo>
                    <a:pt x="195030" y="203083"/>
                    <a:pt x="193462" y="191998"/>
                    <a:pt x="185619" y="181906"/>
                  </a:cubicBezTo>
                  <a:cubicBezTo>
                    <a:pt x="183789" y="179553"/>
                    <a:pt x="182743" y="177201"/>
                    <a:pt x="184155" y="174377"/>
                  </a:cubicBezTo>
                  <a:cubicBezTo>
                    <a:pt x="185514" y="171658"/>
                    <a:pt x="187919" y="171031"/>
                    <a:pt x="190743" y="171083"/>
                  </a:cubicBezTo>
                  <a:cubicBezTo>
                    <a:pt x="198220" y="171135"/>
                    <a:pt x="205697" y="171083"/>
                    <a:pt x="213174" y="171083"/>
                  </a:cubicBezTo>
                  <a:cubicBezTo>
                    <a:pt x="222063" y="171083"/>
                    <a:pt x="231004" y="171083"/>
                    <a:pt x="240363" y="171083"/>
                  </a:cubicBezTo>
                  <a:close/>
                  <a:moveTo>
                    <a:pt x="240363" y="338506"/>
                  </a:moveTo>
                  <a:cubicBezTo>
                    <a:pt x="240363" y="332702"/>
                    <a:pt x="240154" y="327369"/>
                    <a:pt x="240415" y="322035"/>
                  </a:cubicBezTo>
                  <a:cubicBezTo>
                    <a:pt x="240572" y="318637"/>
                    <a:pt x="239579" y="316284"/>
                    <a:pt x="237121" y="313879"/>
                  </a:cubicBezTo>
                  <a:cubicBezTo>
                    <a:pt x="227814" y="304990"/>
                    <a:pt x="223684" y="294010"/>
                    <a:pt x="224677" y="281199"/>
                  </a:cubicBezTo>
                  <a:cubicBezTo>
                    <a:pt x="225252" y="273827"/>
                    <a:pt x="228023" y="267291"/>
                    <a:pt x="232102" y="261226"/>
                  </a:cubicBezTo>
                  <a:cubicBezTo>
                    <a:pt x="231317" y="260389"/>
                    <a:pt x="230742" y="259762"/>
                    <a:pt x="230115" y="259187"/>
                  </a:cubicBezTo>
                  <a:cubicBezTo>
                    <a:pt x="224991" y="254062"/>
                    <a:pt x="219762" y="249095"/>
                    <a:pt x="214847" y="243814"/>
                  </a:cubicBezTo>
                  <a:cubicBezTo>
                    <a:pt x="208311" y="236860"/>
                    <a:pt x="207997" y="226873"/>
                    <a:pt x="213697" y="219501"/>
                  </a:cubicBezTo>
                  <a:cubicBezTo>
                    <a:pt x="219344" y="212233"/>
                    <a:pt x="229278" y="210246"/>
                    <a:pt x="237592" y="214743"/>
                  </a:cubicBezTo>
                  <a:cubicBezTo>
                    <a:pt x="238429" y="215161"/>
                    <a:pt x="239265" y="215579"/>
                    <a:pt x="240154" y="216050"/>
                  </a:cubicBezTo>
                  <a:cubicBezTo>
                    <a:pt x="240154" y="204965"/>
                    <a:pt x="240154" y="194142"/>
                    <a:pt x="240154" y="183423"/>
                  </a:cubicBezTo>
                  <a:cubicBezTo>
                    <a:pt x="226925" y="183423"/>
                    <a:pt x="213958" y="183423"/>
                    <a:pt x="200886" y="183423"/>
                  </a:cubicBezTo>
                  <a:cubicBezTo>
                    <a:pt x="207631" y="205645"/>
                    <a:pt x="203292" y="222638"/>
                    <a:pt x="187972" y="234402"/>
                  </a:cubicBezTo>
                  <a:cubicBezTo>
                    <a:pt x="174168" y="245017"/>
                    <a:pt x="155083" y="245906"/>
                    <a:pt x="140286" y="236546"/>
                  </a:cubicBezTo>
                  <a:cubicBezTo>
                    <a:pt x="132913" y="231893"/>
                    <a:pt x="127476" y="225514"/>
                    <a:pt x="124077" y="217514"/>
                  </a:cubicBezTo>
                  <a:cubicBezTo>
                    <a:pt x="119267" y="206168"/>
                    <a:pt x="119685" y="194769"/>
                    <a:pt x="124495" y="183370"/>
                  </a:cubicBezTo>
                  <a:cubicBezTo>
                    <a:pt x="111110" y="183370"/>
                    <a:pt x="98090" y="183370"/>
                    <a:pt x="84757" y="183370"/>
                  </a:cubicBezTo>
                  <a:cubicBezTo>
                    <a:pt x="84757" y="185096"/>
                    <a:pt x="84757" y="186560"/>
                    <a:pt x="84757" y="188024"/>
                  </a:cubicBezTo>
                  <a:cubicBezTo>
                    <a:pt x="84757" y="202873"/>
                    <a:pt x="84705" y="217671"/>
                    <a:pt x="84757" y="232520"/>
                  </a:cubicBezTo>
                  <a:cubicBezTo>
                    <a:pt x="84757" y="235448"/>
                    <a:pt x="84287" y="238063"/>
                    <a:pt x="81411" y="239474"/>
                  </a:cubicBezTo>
                  <a:cubicBezTo>
                    <a:pt x="78587" y="240886"/>
                    <a:pt x="76130" y="239997"/>
                    <a:pt x="73881" y="237958"/>
                  </a:cubicBezTo>
                  <a:cubicBezTo>
                    <a:pt x="73149" y="237278"/>
                    <a:pt x="72313" y="236703"/>
                    <a:pt x="71476" y="236180"/>
                  </a:cubicBezTo>
                  <a:cubicBezTo>
                    <a:pt x="61646" y="229906"/>
                    <a:pt x="51346" y="229122"/>
                    <a:pt x="40993" y="234507"/>
                  </a:cubicBezTo>
                  <a:cubicBezTo>
                    <a:pt x="30640" y="239893"/>
                    <a:pt x="25098" y="248834"/>
                    <a:pt x="24941" y="260494"/>
                  </a:cubicBezTo>
                  <a:cubicBezTo>
                    <a:pt x="24784" y="272781"/>
                    <a:pt x="30483" y="282193"/>
                    <a:pt x="41464" y="287683"/>
                  </a:cubicBezTo>
                  <a:cubicBezTo>
                    <a:pt x="52601" y="293225"/>
                    <a:pt x="63476" y="291866"/>
                    <a:pt x="73411" y="284337"/>
                  </a:cubicBezTo>
                  <a:cubicBezTo>
                    <a:pt x="75816" y="282507"/>
                    <a:pt x="78169" y="280990"/>
                    <a:pt x="81202" y="282402"/>
                  </a:cubicBezTo>
                  <a:cubicBezTo>
                    <a:pt x="84496" y="283918"/>
                    <a:pt x="84757" y="286846"/>
                    <a:pt x="84705" y="289984"/>
                  </a:cubicBezTo>
                  <a:cubicBezTo>
                    <a:pt x="84653" y="302689"/>
                    <a:pt x="84705" y="315395"/>
                    <a:pt x="84705" y="328153"/>
                  </a:cubicBezTo>
                  <a:cubicBezTo>
                    <a:pt x="84705" y="331604"/>
                    <a:pt x="84705" y="335055"/>
                    <a:pt x="84705" y="338663"/>
                  </a:cubicBezTo>
                  <a:cubicBezTo>
                    <a:pt x="98090" y="338663"/>
                    <a:pt x="111110" y="338663"/>
                    <a:pt x="124234" y="338663"/>
                  </a:cubicBezTo>
                  <a:cubicBezTo>
                    <a:pt x="116914" y="318637"/>
                    <a:pt x="120208" y="301121"/>
                    <a:pt x="137044" y="287840"/>
                  </a:cubicBezTo>
                  <a:cubicBezTo>
                    <a:pt x="151057" y="276807"/>
                    <a:pt x="167161" y="275395"/>
                    <a:pt x="182586" y="284389"/>
                  </a:cubicBezTo>
                  <a:cubicBezTo>
                    <a:pt x="203867" y="296833"/>
                    <a:pt x="208520" y="315918"/>
                    <a:pt x="200886" y="338663"/>
                  </a:cubicBezTo>
                  <a:cubicBezTo>
                    <a:pt x="214115" y="338506"/>
                    <a:pt x="227082" y="338506"/>
                    <a:pt x="240363" y="338506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753" name="Google Shape;753;p7"/>
            <p:cNvSpPr/>
            <p:nvPr/>
          </p:nvSpPr>
          <p:spPr bwMode="auto">
            <a:xfrm>
              <a:off x="2499198" y="6500819"/>
              <a:ext cx="71777" cy="125750"/>
            </a:xfrm>
            <a:custGeom>
              <a:avLst/>
              <a:gdLst/>
              <a:ahLst/>
              <a:cxnLst/>
              <a:rect l="l" t="t" r="r" b="b"/>
              <a:pathLst>
                <a:path w="71777" h="125750" fill="norm" stroke="1" extrusionOk="0">
                  <a:moveTo>
                    <a:pt x="59779" y="0"/>
                  </a:moveTo>
                  <a:cubicBezTo>
                    <a:pt x="64015" y="0"/>
                    <a:pt x="67675" y="0"/>
                    <a:pt x="71596" y="0"/>
                  </a:cubicBezTo>
                  <a:cubicBezTo>
                    <a:pt x="71596" y="7216"/>
                    <a:pt x="72067" y="14327"/>
                    <a:pt x="71492" y="21333"/>
                  </a:cubicBezTo>
                  <a:cubicBezTo>
                    <a:pt x="70812" y="29176"/>
                    <a:pt x="65008" y="34771"/>
                    <a:pt x="56590" y="36444"/>
                  </a:cubicBezTo>
                  <a:cubicBezTo>
                    <a:pt x="39858" y="39790"/>
                    <a:pt x="26839" y="48470"/>
                    <a:pt x="18734" y="63476"/>
                  </a:cubicBezTo>
                  <a:cubicBezTo>
                    <a:pt x="9166" y="81149"/>
                    <a:pt x="9584" y="98979"/>
                    <a:pt x="19257" y="116600"/>
                  </a:cubicBezTo>
                  <a:cubicBezTo>
                    <a:pt x="19675" y="117384"/>
                    <a:pt x="20094" y="118116"/>
                    <a:pt x="20721" y="119267"/>
                  </a:cubicBezTo>
                  <a:cubicBezTo>
                    <a:pt x="17532" y="121358"/>
                    <a:pt x="14342" y="123450"/>
                    <a:pt x="10943" y="125750"/>
                  </a:cubicBezTo>
                  <a:cubicBezTo>
                    <a:pt x="5453" y="117750"/>
                    <a:pt x="2107" y="109123"/>
                    <a:pt x="748" y="99816"/>
                  </a:cubicBezTo>
                  <a:cubicBezTo>
                    <a:pt x="-4429" y="64208"/>
                    <a:pt x="17741" y="32575"/>
                    <a:pt x="52930" y="25045"/>
                  </a:cubicBezTo>
                  <a:cubicBezTo>
                    <a:pt x="58420" y="23895"/>
                    <a:pt x="59727" y="22222"/>
                    <a:pt x="59727" y="16627"/>
                  </a:cubicBezTo>
                  <a:cubicBezTo>
                    <a:pt x="59779" y="11189"/>
                    <a:pt x="59779" y="5699"/>
                    <a:pt x="59779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754" name="Google Shape;754;p7"/>
            <p:cNvSpPr/>
            <p:nvPr/>
          </p:nvSpPr>
          <p:spPr bwMode="auto">
            <a:xfrm>
              <a:off x="2791340" y="6358756"/>
              <a:ext cx="54842" cy="116547"/>
            </a:xfrm>
            <a:custGeom>
              <a:avLst/>
              <a:gdLst/>
              <a:ahLst/>
              <a:cxnLst/>
              <a:rect l="l" t="t" r="r" b="b"/>
              <a:pathLst>
                <a:path w="54842" h="116547" fill="norm" stroke="1" extrusionOk="0">
                  <a:moveTo>
                    <a:pt x="0" y="11033"/>
                  </a:moveTo>
                  <a:cubicBezTo>
                    <a:pt x="732" y="7216"/>
                    <a:pt x="1464" y="3608"/>
                    <a:pt x="2144" y="0"/>
                  </a:cubicBezTo>
                  <a:cubicBezTo>
                    <a:pt x="21385" y="366"/>
                    <a:pt x="45124" y="21961"/>
                    <a:pt x="52130" y="45281"/>
                  </a:cubicBezTo>
                  <a:cubicBezTo>
                    <a:pt x="60025" y="71581"/>
                    <a:pt x="50248" y="101489"/>
                    <a:pt x="28496" y="116548"/>
                  </a:cubicBezTo>
                  <a:cubicBezTo>
                    <a:pt x="26248" y="113567"/>
                    <a:pt x="23947" y="110535"/>
                    <a:pt x="21595" y="107345"/>
                  </a:cubicBezTo>
                  <a:cubicBezTo>
                    <a:pt x="38797" y="92705"/>
                    <a:pt x="46483" y="74561"/>
                    <a:pt x="41464" y="52392"/>
                  </a:cubicBezTo>
                  <a:cubicBezTo>
                    <a:pt x="36496" y="30379"/>
                    <a:pt x="22013" y="17150"/>
                    <a:pt x="0" y="11033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755" name="Google Shape;755;p7"/>
            <p:cNvSpPr/>
            <p:nvPr/>
          </p:nvSpPr>
          <p:spPr bwMode="auto">
            <a:xfrm>
              <a:off x="2516572" y="6627092"/>
              <a:ext cx="15999" cy="15999"/>
            </a:xfrm>
            <a:custGeom>
              <a:avLst/>
              <a:gdLst/>
              <a:ahLst/>
              <a:cxnLst/>
              <a:rect l="l" t="t" r="r" b="b"/>
              <a:pathLst>
                <a:path w="15999" h="15999" fill="norm" stroke="1" extrusionOk="0">
                  <a:moveTo>
                    <a:pt x="0" y="8209"/>
                  </a:moveTo>
                  <a:cubicBezTo>
                    <a:pt x="3242" y="5229"/>
                    <a:pt x="6065" y="2614"/>
                    <a:pt x="8889" y="0"/>
                  </a:cubicBezTo>
                  <a:cubicBezTo>
                    <a:pt x="11346" y="2196"/>
                    <a:pt x="13490" y="4183"/>
                    <a:pt x="16000" y="6484"/>
                  </a:cubicBezTo>
                  <a:cubicBezTo>
                    <a:pt x="13699" y="9516"/>
                    <a:pt x="11451" y="12549"/>
                    <a:pt x="8836" y="16000"/>
                  </a:cubicBezTo>
                  <a:cubicBezTo>
                    <a:pt x="5908" y="13438"/>
                    <a:pt x="3190" y="11033"/>
                    <a:pt x="0" y="8209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</p:grpSp>
      <p:grpSp>
        <p:nvGrpSpPr>
          <p:cNvPr id="466208377" name="Google Shape;756;p7"/>
          <p:cNvGrpSpPr/>
          <p:nvPr/>
        </p:nvGrpSpPr>
        <p:grpSpPr bwMode="auto">
          <a:xfrm>
            <a:off x="8360775" y="6348026"/>
            <a:ext cx="346443" cy="346143"/>
            <a:chOff x="6401236" y="6334616"/>
            <a:chExt cx="346443" cy="346143"/>
          </a:xfrm>
        </p:grpSpPr>
        <p:sp>
          <p:nvSpPr>
            <p:cNvPr id="757" name="Google Shape;757;p7"/>
            <p:cNvSpPr/>
            <p:nvPr/>
          </p:nvSpPr>
          <p:spPr bwMode="auto">
            <a:xfrm>
              <a:off x="6401236" y="6334616"/>
              <a:ext cx="346443" cy="346143"/>
            </a:xfrm>
            <a:custGeom>
              <a:avLst/>
              <a:gdLst/>
              <a:ahLst/>
              <a:cxnLst/>
              <a:rect l="l" t="t" r="r" b="b"/>
              <a:pathLst>
                <a:path w="346443" h="346144" fill="norm" stroke="1" extrusionOk="0">
                  <a:moveTo>
                    <a:pt x="0" y="155947"/>
                  </a:moveTo>
                  <a:cubicBezTo>
                    <a:pt x="3696" y="155999"/>
                    <a:pt x="7443" y="155999"/>
                    <a:pt x="11139" y="156051"/>
                  </a:cubicBezTo>
                  <a:cubicBezTo>
                    <a:pt x="14210" y="156103"/>
                    <a:pt x="16344" y="154698"/>
                    <a:pt x="17489" y="151939"/>
                  </a:cubicBezTo>
                  <a:cubicBezTo>
                    <a:pt x="18635" y="149129"/>
                    <a:pt x="17958" y="146630"/>
                    <a:pt x="15876" y="144496"/>
                  </a:cubicBezTo>
                  <a:cubicBezTo>
                    <a:pt x="13325" y="141945"/>
                    <a:pt x="10671" y="139499"/>
                    <a:pt x="8224" y="137209"/>
                  </a:cubicBezTo>
                  <a:cubicBezTo>
                    <a:pt x="21549" y="123883"/>
                    <a:pt x="34614" y="110870"/>
                    <a:pt x="48044" y="97389"/>
                  </a:cubicBezTo>
                  <a:cubicBezTo>
                    <a:pt x="50178" y="99627"/>
                    <a:pt x="52572" y="102126"/>
                    <a:pt x="54967" y="104624"/>
                  </a:cubicBezTo>
                  <a:cubicBezTo>
                    <a:pt x="57205" y="106967"/>
                    <a:pt x="59755" y="108008"/>
                    <a:pt x="62879" y="106602"/>
                  </a:cubicBezTo>
                  <a:cubicBezTo>
                    <a:pt x="65950" y="105249"/>
                    <a:pt x="67095" y="102802"/>
                    <a:pt x="66991" y="99523"/>
                  </a:cubicBezTo>
                  <a:cubicBezTo>
                    <a:pt x="66887" y="96192"/>
                    <a:pt x="66991" y="92808"/>
                    <a:pt x="66991" y="89269"/>
                  </a:cubicBezTo>
                  <a:cubicBezTo>
                    <a:pt x="85729" y="89269"/>
                    <a:pt x="104156" y="89269"/>
                    <a:pt x="122946" y="89269"/>
                  </a:cubicBezTo>
                  <a:cubicBezTo>
                    <a:pt x="122946" y="92913"/>
                    <a:pt x="122998" y="96400"/>
                    <a:pt x="122946" y="99835"/>
                  </a:cubicBezTo>
                  <a:cubicBezTo>
                    <a:pt x="122894" y="102959"/>
                    <a:pt x="124039" y="105353"/>
                    <a:pt x="127006" y="106602"/>
                  </a:cubicBezTo>
                  <a:cubicBezTo>
                    <a:pt x="129973" y="107851"/>
                    <a:pt x="132524" y="107071"/>
                    <a:pt x="134710" y="104832"/>
                  </a:cubicBezTo>
                  <a:cubicBezTo>
                    <a:pt x="137156" y="102334"/>
                    <a:pt x="139551" y="99783"/>
                    <a:pt x="142049" y="97181"/>
                  </a:cubicBezTo>
                  <a:cubicBezTo>
                    <a:pt x="143194" y="98014"/>
                    <a:pt x="144027" y="98690"/>
                    <a:pt x="145329" y="99679"/>
                  </a:cubicBezTo>
                  <a:cubicBezTo>
                    <a:pt x="145329" y="92184"/>
                    <a:pt x="145329" y="85261"/>
                    <a:pt x="145329" y="77974"/>
                  </a:cubicBezTo>
                  <a:cubicBezTo>
                    <a:pt x="148139" y="77974"/>
                    <a:pt x="150586" y="77974"/>
                    <a:pt x="153032" y="77974"/>
                  </a:cubicBezTo>
                  <a:cubicBezTo>
                    <a:pt x="160111" y="77922"/>
                    <a:pt x="165525" y="75007"/>
                    <a:pt x="168335" y="68344"/>
                  </a:cubicBezTo>
                  <a:cubicBezTo>
                    <a:pt x="171146" y="61577"/>
                    <a:pt x="169585" y="55539"/>
                    <a:pt x="164379" y="50438"/>
                  </a:cubicBezTo>
                  <a:cubicBezTo>
                    <a:pt x="162610" y="48721"/>
                    <a:pt x="160684" y="47159"/>
                    <a:pt x="159018" y="45649"/>
                  </a:cubicBezTo>
                  <a:cubicBezTo>
                    <a:pt x="169897" y="34823"/>
                    <a:pt x="180359" y="24464"/>
                    <a:pt x="191446" y="13429"/>
                  </a:cubicBezTo>
                  <a:cubicBezTo>
                    <a:pt x="192748" y="14939"/>
                    <a:pt x="194205" y="16969"/>
                    <a:pt x="195923" y="18739"/>
                  </a:cubicBezTo>
                  <a:cubicBezTo>
                    <a:pt x="201284" y="24152"/>
                    <a:pt x="207478" y="25610"/>
                    <a:pt x="213777" y="22851"/>
                  </a:cubicBezTo>
                  <a:cubicBezTo>
                    <a:pt x="220491" y="19884"/>
                    <a:pt x="223666" y="14627"/>
                    <a:pt x="223458" y="7287"/>
                  </a:cubicBezTo>
                  <a:cubicBezTo>
                    <a:pt x="223406" y="4945"/>
                    <a:pt x="223458" y="2603"/>
                    <a:pt x="223458" y="0"/>
                  </a:cubicBezTo>
                  <a:cubicBezTo>
                    <a:pt x="238397" y="0"/>
                    <a:pt x="253076" y="0"/>
                    <a:pt x="268171" y="0"/>
                  </a:cubicBezTo>
                  <a:cubicBezTo>
                    <a:pt x="268171" y="2498"/>
                    <a:pt x="268171" y="4945"/>
                    <a:pt x="268171" y="7391"/>
                  </a:cubicBezTo>
                  <a:cubicBezTo>
                    <a:pt x="268223" y="14575"/>
                    <a:pt x="271138" y="20092"/>
                    <a:pt x="278008" y="22851"/>
                  </a:cubicBezTo>
                  <a:cubicBezTo>
                    <a:pt x="284827" y="25610"/>
                    <a:pt x="290813" y="23892"/>
                    <a:pt x="295862" y="18739"/>
                  </a:cubicBezTo>
                  <a:cubicBezTo>
                    <a:pt x="297528" y="17073"/>
                    <a:pt x="299089" y="15303"/>
                    <a:pt x="300391" y="13950"/>
                  </a:cubicBezTo>
                  <a:cubicBezTo>
                    <a:pt x="311061" y="24621"/>
                    <a:pt x="321472" y="35031"/>
                    <a:pt x="332351" y="45858"/>
                  </a:cubicBezTo>
                  <a:cubicBezTo>
                    <a:pt x="330841" y="47263"/>
                    <a:pt x="328811" y="48981"/>
                    <a:pt x="326937" y="50907"/>
                  </a:cubicBezTo>
                  <a:cubicBezTo>
                    <a:pt x="322148" y="55800"/>
                    <a:pt x="320691" y="61525"/>
                    <a:pt x="323241" y="67980"/>
                  </a:cubicBezTo>
                  <a:cubicBezTo>
                    <a:pt x="325792" y="74382"/>
                    <a:pt x="330737" y="77661"/>
                    <a:pt x="337556" y="78026"/>
                  </a:cubicBezTo>
                  <a:cubicBezTo>
                    <a:pt x="340366" y="78182"/>
                    <a:pt x="343177" y="78026"/>
                    <a:pt x="346196" y="78026"/>
                  </a:cubicBezTo>
                  <a:cubicBezTo>
                    <a:pt x="346196" y="92965"/>
                    <a:pt x="346196" y="107643"/>
                    <a:pt x="346196" y="122790"/>
                  </a:cubicBezTo>
                  <a:cubicBezTo>
                    <a:pt x="343438" y="122790"/>
                    <a:pt x="340783" y="122790"/>
                    <a:pt x="338076" y="122790"/>
                  </a:cubicBezTo>
                  <a:cubicBezTo>
                    <a:pt x="331049" y="122842"/>
                    <a:pt x="325948" y="126017"/>
                    <a:pt x="323293" y="132524"/>
                  </a:cubicBezTo>
                  <a:cubicBezTo>
                    <a:pt x="320639" y="139030"/>
                    <a:pt x="322044" y="144912"/>
                    <a:pt x="326989" y="149857"/>
                  </a:cubicBezTo>
                  <a:cubicBezTo>
                    <a:pt x="328811" y="151679"/>
                    <a:pt x="330789" y="153345"/>
                    <a:pt x="333392" y="155739"/>
                  </a:cubicBezTo>
                  <a:cubicBezTo>
                    <a:pt x="329175" y="159643"/>
                    <a:pt x="325376" y="163183"/>
                    <a:pt x="321576" y="166670"/>
                  </a:cubicBezTo>
                  <a:cubicBezTo>
                    <a:pt x="321732" y="166930"/>
                    <a:pt x="321888" y="167190"/>
                    <a:pt x="321992" y="167451"/>
                  </a:cubicBezTo>
                  <a:cubicBezTo>
                    <a:pt x="326104" y="167451"/>
                    <a:pt x="330216" y="167399"/>
                    <a:pt x="334381" y="167451"/>
                  </a:cubicBezTo>
                  <a:cubicBezTo>
                    <a:pt x="341876" y="167555"/>
                    <a:pt x="346404" y="171979"/>
                    <a:pt x="346404" y="179475"/>
                  </a:cubicBezTo>
                  <a:cubicBezTo>
                    <a:pt x="346457" y="204928"/>
                    <a:pt x="346457" y="230433"/>
                    <a:pt x="346404" y="255887"/>
                  </a:cubicBezTo>
                  <a:cubicBezTo>
                    <a:pt x="346404" y="263382"/>
                    <a:pt x="341928" y="267859"/>
                    <a:pt x="334381" y="267911"/>
                  </a:cubicBezTo>
                  <a:cubicBezTo>
                    <a:pt x="320170" y="267963"/>
                    <a:pt x="305960" y="267859"/>
                    <a:pt x="291750" y="267963"/>
                  </a:cubicBezTo>
                  <a:cubicBezTo>
                    <a:pt x="286649" y="268015"/>
                    <a:pt x="282901" y="265881"/>
                    <a:pt x="280195" y="261456"/>
                  </a:cubicBezTo>
                  <a:cubicBezTo>
                    <a:pt x="265932" y="270670"/>
                    <a:pt x="250473" y="276239"/>
                    <a:pt x="233504" y="278321"/>
                  </a:cubicBezTo>
                  <a:cubicBezTo>
                    <a:pt x="235014" y="283110"/>
                    <a:pt x="235066" y="287638"/>
                    <a:pt x="232932" y="291959"/>
                  </a:cubicBezTo>
                  <a:cubicBezTo>
                    <a:pt x="230745" y="296331"/>
                    <a:pt x="227206" y="299142"/>
                    <a:pt x="222521" y="300808"/>
                  </a:cubicBezTo>
                  <a:cubicBezTo>
                    <a:pt x="224291" y="307626"/>
                    <a:pt x="223562" y="313820"/>
                    <a:pt x="218409" y="319026"/>
                  </a:cubicBezTo>
                  <a:cubicBezTo>
                    <a:pt x="213360" y="324127"/>
                    <a:pt x="206906" y="324023"/>
                    <a:pt x="200399" y="323867"/>
                  </a:cubicBezTo>
                  <a:cubicBezTo>
                    <a:pt x="202585" y="333965"/>
                    <a:pt x="198994" y="342449"/>
                    <a:pt x="187386" y="346145"/>
                  </a:cubicBezTo>
                  <a:cubicBezTo>
                    <a:pt x="163911" y="346145"/>
                    <a:pt x="140488" y="346145"/>
                    <a:pt x="117012" y="346145"/>
                  </a:cubicBezTo>
                  <a:cubicBezTo>
                    <a:pt x="110506" y="344948"/>
                    <a:pt x="103947" y="344011"/>
                    <a:pt x="97545" y="342449"/>
                  </a:cubicBezTo>
                  <a:cubicBezTo>
                    <a:pt x="86354" y="339690"/>
                    <a:pt x="75996" y="334797"/>
                    <a:pt x="66314" y="328603"/>
                  </a:cubicBezTo>
                  <a:cubicBezTo>
                    <a:pt x="61577" y="334329"/>
                    <a:pt x="60328" y="334954"/>
                    <a:pt x="52937" y="334954"/>
                  </a:cubicBezTo>
                  <a:cubicBezTo>
                    <a:pt x="40080" y="334954"/>
                    <a:pt x="27275" y="334745"/>
                    <a:pt x="14470" y="335058"/>
                  </a:cubicBezTo>
                  <a:cubicBezTo>
                    <a:pt x="7600" y="335214"/>
                    <a:pt x="2655" y="333080"/>
                    <a:pt x="0" y="326573"/>
                  </a:cubicBezTo>
                  <a:cubicBezTo>
                    <a:pt x="0" y="298621"/>
                    <a:pt x="0" y="270670"/>
                    <a:pt x="0" y="242666"/>
                  </a:cubicBezTo>
                  <a:cubicBezTo>
                    <a:pt x="2134" y="238241"/>
                    <a:pt x="5205" y="235014"/>
                    <a:pt x="10567" y="234337"/>
                  </a:cubicBezTo>
                  <a:cubicBezTo>
                    <a:pt x="9630" y="233192"/>
                    <a:pt x="8953" y="232359"/>
                    <a:pt x="8068" y="231266"/>
                  </a:cubicBezTo>
                  <a:cubicBezTo>
                    <a:pt x="10775" y="228664"/>
                    <a:pt x="13377" y="226217"/>
                    <a:pt x="15928" y="223667"/>
                  </a:cubicBezTo>
                  <a:cubicBezTo>
                    <a:pt x="18010" y="221585"/>
                    <a:pt x="18739" y="219034"/>
                    <a:pt x="17489" y="216223"/>
                  </a:cubicBezTo>
                  <a:cubicBezTo>
                    <a:pt x="16292" y="213465"/>
                    <a:pt x="14158" y="212059"/>
                    <a:pt x="11139" y="212111"/>
                  </a:cubicBezTo>
                  <a:cubicBezTo>
                    <a:pt x="7443" y="212163"/>
                    <a:pt x="3696" y="212163"/>
                    <a:pt x="0" y="212215"/>
                  </a:cubicBezTo>
                  <a:cubicBezTo>
                    <a:pt x="0" y="193373"/>
                    <a:pt x="0" y="174634"/>
                    <a:pt x="0" y="155947"/>
                  </a:cubicBezTo>
                  <a:close/>
                  <a:moveTo>
                    <a:pt x="134137" y="290137"/>
                  </a:moveTo>
                  <a:cubicBezTo>
                    <a:pt x="135751" y="290137"/>
                    <a:pt x="137052" y="290137"/>
                    <a:pt x="138406" y="290137"/>
                  </a:cubicBezTo>
                  <a:cubicBezTo>
                    <a:pt x="164015" y="290137"/>
                    <a:pt x="189573" y="290137"/>
                    <a:pt x="215182" y="290137"/>
                  </a:cubicBezTo>
                  <a:cubicBezTo>
                    <a:pt x="216431" y="290137"/>
                    <a:pt x="217680" y="290189"/>
                    <a:pt x="218878" y="289981"/>
                  </a:cubicBezTo>
                  <a:cubicBezTo>
                    <a:pt x="221688" y="289460"/>
                    <a:pt x="223198" y="287638"/>
                    <a:pt x="223354" y="284828"/>
                  </a:cubicBezTo>
                  <a:cubicBezTo>
                    <a:pt x="223458" y="281809"/>
                    <a:pt x="221845" y="279935"/>
                    <a:pt x="219034" y="279206"/>
                  </a:cubicBezTo>
                  <a:cubicBezTo>
                    <a:pt x="217993" y="278946"/>
                    <a:pt x="216796" y="279102"/>
                    <a:pt x="215650" y="279102"/>
                  </a:cubicBezTo>
                  <a:cubicBezTo>
                    <a:pt x="189833" y="279102"/>
                    <a:pt x="164015" y="279102"/>
                    <a:pt x="138197" y="279102"/>
                  </a:cubicBezTo>
                  <a:cubicBezTo>
                    <a:pt x="136896" y="279102"/>
                    <a:pt x="135595" y="279102"/>
                    <a:pt x="134241" y="279102"/>
                  </a:cubicBezTo>
                  <a:cubicBezTo>
                    <a:pt x="134241" y="275146"/>
                    <a:pt x="134241" y="271711"/>
                    <a:pt x="134241" y="267859"/>
                  </a:cubicBezTo>
                  <a:cubicBezTo>
                    <a:pt x="135751" y="267859"/>
                    <a:pt x="137052" y="267859"/>
                    <a:pt x="138354" y="267859"/>
                  </a:cubicBezTo>
                  <a:cubicBezTo>
                    <a:pt x="160111" y="267859"/>
                    <a:pt x="181869" y="267859"/>
                    <a:pt x="203626" y="267859"/>
                  </a:cubicBezTo>
                  <a:cubicBezTo>
                    <a:pt x="204980" y="267859"/>
                    <a:pt x="206333" y="267911"/>
                    <a:pt x="207687" y="267703"/>
                  </a:cubicBezTo>
                  <a:cubicBezTo>
                    <a:pt x="210653" y="267182"/>
                    <a:pt x="212267" y="265152"/>
                    <a:pt x="212267" y="262289"/>
                  </a:cubicBezTo>
                  <a:cubicBezTo>
                    <a:pt x="212267" y="259374"/>
                    <a:pt x="210549" y="257448"/>
                    <a:pt x="207634" y="256876"/>
                  </a:cubicBezTo>
                  <a:cubicBezTo>
                    <a:pt x="206541" y="256668"/>
                    <a:pt x="205396" y="256772"/>
                    <a:pt x="204251" y="256772"/>
                  </a:cubicBezTo>
                  <a:cubicBezTo>
                    <a:pt x="182285" y="256772"/>
                    <a:pt x="160267" y="256772"/>
                    <a:pt x="138302" y="256772"/>
                  </a:cubicBezTo>
                  <a:cubicBezTo>
                    <a:pt x="137000" y="256772"/>
                    <a:pt x="135699" y="256772"/>
                    <a:pt x="134346" y="256772"/>
                  </a:cubicBezTo>
                  <a:cubicBezTo>
                    <a:pt x="134346" y="252816"/>
                    <a:pt x="134346" y="249276"/>
                    <a:pt x="134346" y="245476"/>
                  </a:cubicBezTo>
                  <a:cubicBezTo>
                    <a:pt x="135855" y="245476"/>
                    <a:pt x="137052" y="245476"/>
                    <a:pt x="138302" y="245476"/>
                  </a:cubicBezTo>
                  <a:cubicBezTo>
                    <a:pt x="144496" y="245476"/>
                    <a:pt x="150690" y="245581"/>
                    <a:pt x="156884" y="245424"/>
                  </a:cubicBezTo>
                  <a:cubicBezTo>
                    <a:pt x="163078" y="245268"/>
                    <a:pt x="167451" y="240584"/>
                    <a:pt x="167242" y="234702"/>
                  </a:cubicBezTo>
                  <a:cubicBezTo>
                    <a:pt x="150482" y="234702"/>
                    <a:pt x="133617" y="234025"/>
                    <a:pt x="116908" y="234858"/>
                  </a:cubicBezTo>
                  <a:cubicBezTo>
                    <a:pt x="99575" y="235743"/>
                    <a:pt x="83803" y="242145"/>
                    <a:pt x="69541" y="252087"/>
                  </a:cubicBezTo>
                  <a:cubicBezTo>
                    <a:pt x="67719" y="253388"/>
                    <a:pt x="66939" y="254742"/>
                    <a:pt x="66939" y="257084"/>
                  </a:cubicBezTo>
                  <a:cubicBezTo>
                    <a:pt x="67043" y="275562"/>
                    <a:pt x="66939" y="294041"/>
                    <a:pt x="67095" y="312571"/>
                  </a:cubicBezTo>
                  <a:cubicBezTo>
                    <a:pt x="67095" y="313977"/>
                    <a:pt x="67928" y="315903"/>
                    <a:pt x="69021" y="316683"/>
                  </a:cubicBezTo>
                  <a:cubicBezTo>
                    <a:pt x="83907" y="327458"/>
                    <a:pt x="100512" y="333913"/>
                    <a:pt x="118834" y="334589"/>
                  </a:cubicBezTo>
                  <a:cubicBezTo>
                    <a:pt x="136844" y="335266"/>
                    <a:pt x="154906" y="334901"/>
                    <a:pt x="172968" y="334954"/>
                  </a:cubicBezTo>
                  <a:cubicBezTo>
                    <a:pt x="176560" y="334954"/>
                    <a:pt x="180203" y="335266"/>
                    <a:pt x="183795" y="334797"/>
                  </a:cubicBezTo>
                  <a:cubicBezTo>
                    <a:pt x="185669" y="334589"/>
                    <a:pt x="188063" y="333496"/>
                    <a:pt x="189104" y="331987"/>
                  </a:cubicBezTo>
                  <a:cubicBezTo>
                    <a:pt x="191759" y="328239"/>
                    <a:pt x="188584" y="323814"/>
                    <a:pt x="183430" y="323814"/>
                  </a:cubicBezTo>
                  <a:cubicBezTo>
                    <a:pt x="168231" y="323762"/>
                    <a:pt x="152980" y="323814"/>
                    <a:pt x="137781" y="323814"/>
                  </a:cubicBezTo>
                  <a:cubicBezTo>
                    <a:pt x="136584" y="323814"/>
                    <a:pt x="135439" y="323814"/>
                    <a:pt x="134294" y="323814"/>
                  </a:cubicBezTo>
                  <a:cubicBezTo>
                    <a:pt x="134294" y="319806"/>
                    <a:pt x="134294" y="316371"/>
                    <a:pt x="134294" y="312623"/>
                  </a:cubicBezTo>
                  <a:cubicBezTo>
                    <a:pt x="135855" y="312623"/>
                    <a:pt x="137156" y="312623"/>
                    <a:pt x="138510" y="312623"/>
                  </a:cubicBezTo>
                  <a:cubicBezTo>
                    <a:pt x="160267" y="312623"/>
                    <a:pt x="182025" y="312623"/>
                    <a:pt x="203783" y="312623"/>
                  </a:cubicBezTo>
                  <a:cubicBezTo>
                    <a:pt x="205136" y="312623"/>
                    <a:pt x="206489" y="312623"/>
                    <a:pt x="207843" y="312415"/>
                  </a:cubicBezTo>
                  <a:cubicBezTo>
                    <a:pt x="210706" y="311895"/>
                    <a:pt x="212215" y="309917"/>
                    <a:pt x="212267" y="307210"/>
                  </a:cubicBezTo>
                  <a:cubicBezTo>
                    <a:pt x="212371" y="304295"/>
                    <a:pt x="210706" y="302317"/>
                    <a:pt x="207843" y="301640"/>
                  </a:cubicBezTo>
                  <a:cubicBezTo>
                    <a:pt x="206750" y="301380"/>
                    <a:pt x="205604" y="301484"/>
                    <a:pt x="204459" y="301484"/>
                  </a:cubicBezTo>
                  <a:cubicBezTo>
                    <a:pt x="182337" y="301484"/>
                    <a:pt x="160267" y="301484"/>
                    <a:pt x="138145" y="301484"/>
                  </a:cubicBezTo>
                  <a:cubicBezTo>
                    <a:pt x="136844" y="301484"/>
                    <a:pt x="135543" y="301484"/>
                    <a:pt x="134137" y="301484"/>
                  </a:cubicBezTo>
                  <a:cubicBezTo>
                    <a:pt x="134137" y="297476"/>
                    <a:pt x="134137" y="294093"/>
                    <a:pt x="134137" y="290137"/>
                  </a:cubicBezTo>
                  <a:close/>
                  <a:moveTo>
                    <a:pt x="174842" y="155791"/>
                  </a:moveTo>
                  <a:cubicBezTo>
                    <a:pt x="175414" y="156103"/>
                    <a:pt x="175675" y="156416"/>
                    <a:pt x="175987" y="156416"/>
                  </a:cubicBezTo>
                  <a:cubicBezTo>
                    <a:pt x="190614" y="156312"/>
                    <a:pt x="205292" y="156103"/>
                    <a:pt x="219919" y="156051"/>
                  </a:cubicBezTo>
                  <a:cubicBezTo>
                    <a:pt x="241052" y="156051"/>
                    <a:pt x="260623" y="161465"/>
                    <a:pt x="278581" y="172708"/>
                  </a:cubicBezTo>
                  <a:cubicBezTo>
                    <a:pt x="279102" y="173020"/>
                    <a:pt x="279726" y="173281"/>
                    <a:pt x="280403" y="173593"/>
                  </a:cubicBezTo>
                  <a:cubicBezTo>
                    <a:pt x="283162" y="168648"/>
                    <a:pt x="287378" y="166982"/>
                    <a:pt x="292687" y="167295"/>
                  </a:cubicBezTo>
                  <a:cubicBezTo>
                    <a:pt x="296070" y="167451"/>
                    <a:pt x="299454" y="167347"/>
                    <a:pt x="302837" y="167295"/>
                  </a:cubicBezTo>
                  <a:cubicBezTo>
                    <a:pt x="303826" y="167295"/>
                    <a:pt x="305075" y="167243"/>
                    <a:pt x="305700" y="166670"/>
                  </a:cubicBezTo>
                  <a:cubicBezTo>
                    <a:pt x="309552" y="163078"/>
                    <a:pt x="313247" y="159331"/>
                    <a:pt x="316891" y="155739"/>
                  </a:cubicBezTo>
                  <a:cubicBezTo>
                    <a:pt x="304815" y="136063"/>
                    <a:pt x="311842" y="117689"/>
                    <a:pt x="333287" y="111703"/>
                  </a:cubicBezTo>
                  <a:cubicBezTo>
                    <a:pt x="334068" y="111495"/>
                    <a:pt x="335109" y="110298"/>
                    <a:pt x="335109" y="109517"/>
                  </a:cubicBezTo>
                  <a:cubicBezTo>
                    <a:pt x="335265" y="102802"/>
                    <a:pt x="335213" y="96036"/>
                    <a:pt x="335213" y="89061"/>
                  </a:cubicBezTo>
                  <a:cubicBezTo>
                    <a:pt x="324647" y="87447"/>
                    <a:pt x="316943" y="82190"/>
                    <a:pt x="312935" y="72352"/>
                  </a:cubicBezTo>
                  <a:cubicBezTo>
                    <a:pt x="308979" y="62566"/>
                    <a:pt x="310593" y="53405"/>
                    <a:pt x="316371" y="45597"/>
                  </a:cubicBezTo>
                  <a:cubicBezTo>
                    <a:pt x="310905" y="40132"/>
                    <a:pt x="305700" y="34927"/>
                    <a:pt x="300443" y="29617"/>
                  </a:cubicBezTo>
                  <a:cubicBezTo>
                    <a:pt x="292427" y="35499"/>
                    <a:pt x="283370" y="37061"/>
                    <a:pt x="273688" y="33105"/>
                  </a:cubicBezTo>
                  <a:cubicBezTo>
                    <a:pt x="263902" y="29097"/>
                    <a:pt x="258645" y="21393"/>
                    <a:pt x="256927" y="10879"/>
                  </a:cubicBezTo>
                  <a:cubicBezTo>
                    <a:pt x="249953" y="10879"/>
                    <a:pt x="243238" y="10775"/>
                    <a:pt x="236471" y="10983"/>
                  </a:cubicBezTo>
                  <a:cubicBezTo>
                    <a:pt x="235690" y="10983"/>
                    <a:pt x="234389" y="12492"/>
                    <a:pt x="234181" y="13481"/>
                  </a:cubicBezTo>
                  <a:cubicBezTo>
                    <a:pt x="230017" y="32689"/>
                    <a:pt x="208728" y="41381"/>
                    <a:pt x="192435" y="30450"/>
                  </a:cubicBezTo>
                  <a:cubicBezTo>
                    <a:pt x="191811" y="30034"/>
                    <a:pt x="191134" y="29670"/>
                    <a:pt x="191030" y="29617"/>
                  </a:cubicBezTo>
                  <a:cubicBezTo>
                    <a:pt x="185617" y="34979"/>
                    <a:pt x="180463" y="40132"/>
                    <a:pt x="175102" y="45441"/>
                  </a:cubicBezTo>
                  <a:cubicBezTo>
                    <a:pt x="181140" y="53613"/>
                    <a:pt x="182650" y="62775"/>
                    <a:pt x="178590" y="72508"/>
                  </a:cubicBezTo>
                  <a:cubicBezTo>
                    <a:pt x="174530" y="82294"/>
                    <a:pt x="166774" y="87499"/>
                    <a:pt x="156520" y="89061"/>
                  </a:cubicBezTo>
                  <a:cubicBezTo>
                    <a:pt x="156520" y="96608"/>
                    <a:pt x="156520" y="103895"/>
                    <a:pt x="156520" y="111131"/>
                  </a:cubicBezTo>
                  <a:cubicBezTo>
                    <a:pt x="177705" y="113837"/>
                    <a:pt x="188219" y="138198"/>
                    <a:pt x="174842" y="155791"/>
                  </a:cubicBezTo>
                  <a:close/>
                  <a:moveTo>
                    <a:pt x="11347" y="200660"/>
                  </a:moveTo>
                  <a:cubicBezTo>
                    <a:pt x="19259" y="201336"/>
                    <a:pt x="24985" y="204772"/>
                    <a:pt x="27900" y="212059"/>
                  </a:cubicBezTo>
                  <a:cubicBezTo>
                    <a:pt x="30763" y="219242"/>
                    <a:pt x="29045" y="225697"/>
                    <a:pt x="23371" y="232307"/>
                  </a:cubicBezTo>
                  <a:cubicBezTo>
                    <a:pt x="25974" y="233140"/>
                    <a:pt x="27952" y="234285"/>
                    <a:pt x="29878" y="234337"/>
                  </a:cubicBezTo>
                  <a:cubicBezTo>
                    <a:pt x="37529" y="234546"/>
                    <a:pt x="45233" y="234598"/>
                    <a:pt x="52885" y="234337"/>
                  </a:cubicBezTo>
                  <a:cubicBezTo>
                    <a:pt x="58506" y="234181"/>
                    <a:pt x="63139" y="235430"/>
                    <a:pt x="66002" y="240688"/>
                  </a:cubicBezTo>
                  <a:cubicBezTo>
                    <a:pt x="71051" y="237929"/>
                    <a:pt x="75839" y="235274"/>
                    <a:pt x="80888" y="232463"/>
                  </a:cubicBezTo>
                  <a:cubicBezTo>
                    <a:pt x="52364" y="222730"/>
                    <a:pt x="42006" y="197068"/>
                    <a:pt x="45233" y="176039"/>
                  </a:cubicBezTo>
                  <a:cubicBezTo>
                    <a:pt x="48668" y="153709"/>
                    <a:pt x="67303" y="136220"/>
                    <a:pt x="91247" y="133929"/>
                  </a:cubicBezTo>
                  <a:cubicBezTo>
                    <a:pt x="102021" y="132888"/>
                    <a:pt x="112119" y="135491"/>
                    <a:pt x="121229" y="141269"/>
                  </a:cubicBezTo>
                  <a:cubicBezTo>
                    <a:pt x="134866" y="149857"/>
                    <a:pt x="142674" y="162402"/>
                    <a:pt x="145016" y="178434"/>
                  </a:cubicBezTo>
                  <a:cubicBezTo>
                    <a:pt x="149493" y="178434"/>
                    <a:pt x="153657" y="178434"/>
                    <a:pt x="157821" y="178434"/>
                  </a:cubicBezTo>
                  <a:cubicBezTo>
                    <a:pt x="161933" y="178434"/>
                    <a:pt x="165993" y="178434"/>
                    <a:pt x="170209" y="178434"/>
                  </a:cubicBezTo>
                  <a:cubicBezTo>
                    <a:pt x="169324" y="175623"/>
                    <a:pt x="167711" y="173176"/>
                    <a:pt x="168023" y="170990"/>
                  </a:cubicBezTo>
                  <a:cubicBezTo>
                    <a:pt x="168804" y="164744"/>
                    <a:pt x="164952" y="161361"/>
                    <a:pt x="161100" y="157769"/>
                  </a:cubicBezTo>
                  <a:cubicBezTo>
                    <a:pt x="160371" y="157092"/>
                    <a:pt x="159747" y="156364"/>
                    <a:pt x="158758" y="155219"/>
                  </a:cubicBezTo>
                  <a:cubicBezTo>
                    <a:pt x="160892" y="153293"/>
                    <a:pt x="162974" y="151575"/>
                    <a:pt x="164848" y="149597"/>
                  </a:cubicBezTo>
                  <a:cubicBezTo>
                    <a:pt x="169585" y="144704"/>
                    <a:pt x="171094" y="138926"/>
                    <a:pt x="168440" y="132524"/>
                  </a:cubicBezTo>
                  <a:cubicBezTo>
                    <a:pt x="165785" y="126017"/>
                    <a:pt x="160788" y="122738"/>
                    <a:pt x="153709" y="122686"/>
                  </a:cubicBezTo>
                  <a:cubicBezTo>
                    <a:pt x="151054" y="122686"/>
                    <a:pt x="148348" y="122686"/>
                    <a:pt x="145693" y="122686"/>
                  </a:cubicBezTo>
                  <a:cubicBezTo>
                    <a:pt x="144704" y="119251"/>
                    <a:pt x="146786" y="115035"/>
                    <a:pt x="142101" y="113369"/>
                  </a:cubicBezTo>
                  <a:cubicBezTo>
                    <a:pt x="136376" y="118366"/>
                    <a:pt x="129817" y="119823"/>
                    <a:pt x="122686" y="116856"/>
                  </a:cubicBezTo>
                  <a:cubicBezTo>
                    <a:pt x="115555" y="113889"/>
                    <a:pt x="112276" y="108008"/>
                    <a:pt x="111547" y="100356"/>
                  </a:cubicBezTo>
                  <a:cubicBezTo>
                    <a:pt x="101032" y="100356"/>
                    <a:pt x="90778" y="100356"/>
                    <a:pt x="80524" y="100356"/>
                  </a:cubicBezTo>
                  <a:cubicBezTo>
                    <a:pt x="79847" y="100356"/>
                    <a:pt x="79223" y="100512"/>
                    <a:pt x="78598" y="100564"/>
                  </a:cubicBezTo>
                  <a:cubicBezTo>
                    <a:pt x="77401" y="116596"/>
                    <a:pt x="59860" y="123883"/>
                    <a:pt x="47367" y="113161"/>
                  </a:cubicBezTo>
                  <a:cubicBezTo>
                    <a:pt x="40392" y="120136"/>
                    <a:pt x="33365" y="127163"/>
                    <a:pt x="26390" y="134138"/>
                  </a:cubicBezTo>
                  <a:cubicBezTo>
                    <a:pt x="25609" y="134918"/>
                    <a:pt x="24881" y="135751"/>
                    <a:pt x="23996" y="136688"/>
                  </a:cubicBezTo>
                  <a:cubicBezTo>
                    <a:pt x="29149" y="142518"/>
                    <a:pt x="30763" y="149024"/>
                    <a:pt x="27848" y="156208"/>
                  </a:cubicBezTo>
                  <a:cubicBezTo>
                    <a:pt x="24881" y="163495"/>
                    <a:pt x="18843" y="166774"/>
                    <a:pt x="11399" y="167555"/>
                  </a:cubicBezTo>
                  <a:cubicBezTo>
                    <a:pt x="11347" y="178694"/>
                    <a:pt x="11347" y="189521"/>
                    <a:pt x="11347" y="200660"/>
                  </a:cubicBezTo>
                  <a:close/>
                  <a:moveTo>
                    <a:pt x="222782" y="267390"/>
                  </a:moveTo>
                  <a:cubicBezTo>
                    <a:pt x="223250" y="267494"/>
                    <a:pt x="223718" y="267651"/>
                    <a:pt x="224135" y="267598"/>
                  </a:cubicBezTo>
                  <a:cubicBezTo>
                    <a:pt x="243967" y="267026"/>
                    <a:pt x="261872" y="260780"/>
                    <a:pt x="277904" y="249120"/>
                  </a:cubicBezTo>
                  <a:cubicBezTo>
                    <a:pt x="278841" y="248443"/>
                    <a:pt x="279310" y="246674"/>
                    <a:pt x="279310" y="245424"/>
                  </a:cubicBezTo>
                  <a:cubicBezTo>
                    <a:pt x="279414" y="226842"/>
                    <a:pt x="279362" y="208207"/>
                    <a:pt x="279414" y="189625"/>
                  </a:cubicBezTo>
                  <a:cubicBezTo>
                    <a:pt x="279414" y="187595"/>
                    <a:pt x="278841" y="186346"/>
                    <a:pt x="277176" y="185200"/>
                  </a:cubicBezTo>
                  <a:cubicBezTo>
                    <a:pt x="261144" y="174061"/>
                    <a:pt x="243446" y="167763"/>
                    <a:pt x="223823" y="167399"/>
                  </a:cubicBezTo>
                  <a:cubicBezTo>
                    <a:pt x="209717" y="167138"/>
                    <a:pt x="195663" y="167295"/>
                    <a:pt x="181557" y="167295"/>
                  </a:cubicBezTo>
                  <a:cubicBezTo>
                    <a:pt x="180672" y="167295"/>
                    <a:pt x="179839" y="167451"/>
                    <a:pt x="178954" y="167503"/>
                  </a:cubicBezTo>
                  <a:cubicBezTo>
                    <a:pt x="179474" y="174061"/>
                    <a:pt x="183587" y="178173"/>
                    <a:pt x="189833" y="178278"/>
                  </a:cubicBezTo>
                  <a:cubicBezTo>
                    <a:pt x="195142" y="178382"/>
                    <a:pt x="200451" y="178382"/>
                    <a:pt x="205709" y="178278"/>
                  </a:cubicBezTo>
                  <a:cubicBezTo>
                    <a:pt x="215650" y="178121"/>
                    <a:pt x="223094" y="182181"/>
                    <a:pt x="227779" y="191030"/>
                  </a:cubicBezTo>
                  <a:cubicBezTo>
                    <a:pt x="230433" y="195975"/>
                    <a:pt x="234545" y="199098"/>
                    <a:pt x="240063" y="200243"/>
                  </a:cubicBezTo>
                  <a:cubicBezTo>
                    <a:pt x="241780" y="200608"/>
                    <a:pt x="243602" y="200608"/>
                    <a:pt x="245580" y="200764"/>
                  </a:cubicBezTo>
                  <a:cubicBezTo>
                    <a:pt x="245580" y="204460"/>
                    <a:pt x="245580" y="207999"/>
                    <a:pt x="245580" y="211747"/>
                  </a:cubicBezTo>
                  <a:cubicBezTo>
                    <a:pt x="236575" y="212111"/>
                    <a:pt x="229132" y="209092"/>
                    <a:pt x="222677" y="202950"/>
                  </a:cubicBezTo>
                  <a:cubicBezTo>
                    <a:pt x="217680" y="207687"/>
                    <a:pt x="213933" y="213152"/>
                    <a:pt x="213256" y="219815"/>
                  </a:cubicBezTo>
                  <a:cubicBezTo>
                    <a:pt x="212423" y="228195"/>
                    <a:pt x="212631" y="236680"/>
                    <a:pt x="212475" y="245112"/>
                  </a:cubicBezTo>
                  <a:cubicBezTo>
                    <a:pt x="212475" y="245685"/>
                    <a:pt x="213048" y="246570"/>
                    <a:pt x="213620" y="246882"/>
                  </a:cubicBezTo>
                  <a:cubicBezTo>
                    <a:pt x="221949" y="251358"/>
                    <a:pt x="224655" y="258281"/>
                    <a:pt x="222782" y="267390"/>
                  </a:cubicBezTo>
                  <a:close/>
                  <a:moveTo>
                    <a:pt x="55695" y="245424"/>
                  </a:moveTo>
                  <a:cubicBezTo>
                    <a:pt x="41850" y="245424"/>
                    <a:pt x="28420" y="245528"/>
                    <a:pt x="15043" y="245372"/>
                  </a:cubicBezTo>
                  <a:cubicBezTo>
                    <a:pt x="11868" y="245320"/>
                    <a:pt x="11087" y="246309"/>
                    <a:pt x="11139" y="249328"/>
                  </a:cubicBezTo>
                  <a:cubicBezTo>
                    <a:pt x="11243" y="272856"/>
                    <a:pt x="11191" y="296435"/>
                    <a:pt x="11191" y="319963"/>
                  </a:cubicBezTo>
                  <a:cubicBezTo>
                    <a:pt x="11191" y="321160"/>
                    <a:pt x="11295" y="322357"/>
                    <a:pt x="11399" y="323554"/>
                  </a:cubicBezTo>
                  <a:cubicBezTo>
                    <a:pt x="26338" y="323554"/>
                    <a:pt x="40965" y="323554"/>
                    <a:pt x="55747" y="323554"/>
                  </a:cubicBezTo>
                  <a:cubicBezTo>
                    <a:pt x="55695" y="297528"/>
                    <a:pt x="55695" y="271659"/>
                    <a:pt x="55695" y="245424"/>
                  </a:cubicBezTo>
                  <a:close/>
                  <a:moveTo>
                    <a:pt x="335005" y="178642"/>
                  </a:moveTo>
                  <a:cubicBezTo>
                    <a:pt x="319962" y="178642"/>
                    <a:pt x="305388" y="178642"/>
                    <a:pt x="290657" y="178642"/>
                  </a:cubicBezTo>
                  <a:cubicBezTo>
                    <a:pt x="290657" y="204720"/>
                    <a:pt x="290657" y="230590"/>
                    <a:pt x="290657" y="256407"/>
                  </a:cubicBezTo>
                  <a:cubicBezTo>
                    <a:pt x="305544" y="256407"/>
                    <a:pt x="320222" y="256407"/>
                    <a:pt x="335005" y="256407"/>
                  </a:cubicBezTo>
                  <a:cubicBezTo>
                    <a:pt x="335005" y="230381"/>
                    <a:pt x="335005" y="204616"/>
                    <a:pt x="335005" y="178642"/>
                  </a:cubicBezTo>
                  <a:close/>
                  <a:moveTo>
                    <a:pt x="133669" y="179319"/>
                  </a:moveTo>
                  <a:cubicBezTo>
                    <a:pt x="130702" y="158498"/>
                    <a:pt x="113993" y="144184"/>
                    <a:pt x="93329" y="145121"/>
                  </a:cubicBezTo>
                  <a:cubicBezTo>
                    <a:pt x="76776" y="145901"/>
                    <a:pt x="64909" y="154282"/>
                    <a:pt x="58818" y="169585"/>
                  </a:cubicBezTo>
                  <a:cubicBezTo>
                    <a:pt x="52624" y="185148"/>
                    <a:pt x="55747" y="199567"/>
                    <a:pt x="67459" y="211643"/>
                  </a:cubicBezTo>
                  <a:cubicBezTo>
                    <a:pt x="78286" y="222834"/>
                    <a:pt x="94994" y="226061"/>
                    <a:pt x="109257" y="220387"/>
                  </a:cubicBezTo>
                  <a:cubicBezTo>
                    <a:pt x="111131" y="219659"/>
                    <a:pt x="111651" y="218722"/>
                    <a:pt x="111807" y="216744"/>
                  </a:cubicBezTo>
                  <a:cubicBezTo>
                    <a:pt x="112224" y="210133"/>
                    <a:pt x="115555" y="205344"/>
                    <a:pt x="121541" y="202430"/>
                  </a:cubicBezTo>
                  <a:cubicBezTo>
                    <a:pt x="122322" y="202065"/>
                    <a:pt x="123050" y="201649"/>
                    <a:pt x="123779" y="201284"/>
                  </a:cubicBezTo>
                  <a:cubicBezTo>
                    <a:pt x="121749" y="190145"/>
                    <a:pt x="123831" y="185513"/>
                    <a:pt x="133669" y="179319"/>
                  </a:cubicBezTo>
                  <a:close/>
                  <a:moveTo>
                    <a:pt x="203418" y="212007"/>
                  </a:moveTo>
                  <a:cubicBezTo>
                    <a:pt x="202013" y="212007"/>
                    <a:pt x="200920" y="212007"/>
                    <a:pt x="199775" y="212007"/>
                  </a:cubicBezTo>
                  <a:cubicBezTo>
                    <a:pt x="176768" y="212007"/>
                    <a:pt x="153813" y="212007"/>
                    <a:pt x="130806" y="212007"/>
                  </a:cubicBezTo>
                  <a:cubicBezTo>
                    <a:pt x="129817" y="212007"/>
                    <a:pt x="128776" y="211955"/>
                    <a:pt x="127787" y="212059"/>
                  </a:cubicBezTo>
                  <a:cubicBezTo>
                    <a:pt x="124872" y="212424"/>
                    <a:pt x="122894" y="214714"/>
                    <a:pt x="122998" y="217629"/>
                  </a:cubicBezTo>
                  <a:cubicBezTo>
                    <a:pt x="123102" y="220648"/>
                    <a:pt x="124716" y="222417"/>
                    <a:pt x="127631" y="222938"/>
                  </a:cubicBezTo>
                  <a:cubicBezTo>
                    <a:pt x="128308" y="223042"/>
                    <a:pt x="128984" y="223042"/>
                    <a:pt x="129661" y="223042"/>
                  </a:cubicBezTo>
                  <a:cubicBezTo>
                    <a:pt x="152772" y="223042"/>
                    <a:pt x="175831" y="223042"/>
                    <a:pt x="198942" y="223042"/>
                  </a:cubicBezTo>
                  <a:cubicBezTo>
                    <a:pt x="199671" y="223042"/>
                    <a:pt x="200451" y="222834"/>
                    <a:pt x="201128" y="222782"/>
                  </a:cubicBezTo>
                  <a:cubicBezTo>
                    <a:pt x="201909" y="219190"/>
                    <a:pt x="202638" y="215807"/>
                    <a:pt x="203418" y="212007"/>
                  </a:cubicBezTo>
                  <a:close/>
                  <a:moveTo>
                    <a:pt x="216744" y="192748"/>
                  </a:moveTo>
                  <a:cubicBezTo>
                    <a:pt x="213256" y="191551"/>
                    <a:pt x="210497" y="189833"/>
                    <a:pt x="207739" y="189781"/>
                  </a:cubicBezTo>
                  <a:cubicBezTo>
                    <a:pt x="185200" y="189573"/>
                    <a:pt x="162662" y="189625"/>
                    <a:pt x="140123" y="189677"/>
                  </a:cubicBezTo>
                  <a:cubicBezTo>
                    <a:pt x="136532" y="189677"/>
                    <a:pt x="134085" y="191967"/>
                    <a:pt x="134085" y="195142"/>
                  </a:cubicBezTo>
                  <a:cubicBezTo>
                    <a:pt x="134085" y="198317"/>
                    <a:pt x="136480" y="200660"/>
                    <a:pt x="140071" y="200660"/>
                  </a:cubicBezTo>
                  <a:cubicBezTo>
                    <a:pt x="162610" y="200712"/>
                    <a:pt x="185148" y="200712"/>
                    <a:pt x="207687" y="200660"/>
                  </a:cubicBezTo>
                  <a:cubicBezTo>
                    <a:pt x="208623" y="200660"/>
                    <a:pt x="209769" y="200348"/>
                    <a:pt x="210393" y="199775"/>
                  </a:cubicBezTo>
                  <a:cubicBezTo>
                    <a:pt x="212319" y="197901"/>
                    <a:pt x="213985" y="195819"/>
                    <a:pt x="216744" y="192748"/>
                  </a:cubicBezTo>
                  <a:close/>
                  <a:moveTo>
                    <a:pt x="200920" y="234546"/>
                  </a:moveTo>
                  <a:cubicBezTo>
                    <a:pt x="193372" y="234546"/>
                    <a:pt x="186189" y="234546"/>
                    <a:pt x="179266" y="234546"/>
                  </a:cubicBezTo>
                  <a:cubicBezTo>
                    <a:pt x="178277" y="238241"/>
                    <a:pt x="177288" y="241729"/>
                    <a:pt x="176351" y="245112"/>
                  </a:cubicBezTo>
                  <a:cubicBezTo>
                    <a:pt x="184576" y="245112"/>
                    <a:pt x="192748" y="245112"/>
                    <a:pt x="200920" y="245112"/>
                  </a:cubicBezTo>
                  <a:cubicBezTo>
                    <a:pt x="200920" y="241468"/>
                    <a:pt x="200920" y="238137"/>
                    <a:pt x="200920" y="234546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758" name="Google Shape;758;p7"/>
            <p:cNvSpPr/>
            <p:nvPr/>
          </p:nvSpPr>
          <p:spPr bwMode="auto">
            <a:xfrm>
              <a:off x="6434965" y="6368085"/>
              <a:ext cx="10774" cy="10670"/>
            </a:xfrm>
            <a:custGeom>
              <a:avLst/>
              <a:gdLst/>
              <a:ahLst/>
              <a:cxnLst/>
              <a:rect l="l" t="t" r="r" b="b"/>
              <a:pathLst>
                <a:path w="10774" h="10670" fill="norm" stroke="1" extrusionOk="0">
                  <a:moveTo>
                    <a:pt x="10775" y="10671"/>
                  </a:moveTo>
                  <a:cubicBezTo>
                    <a:pt x="7079" y="10671"/>
                    <a:pt x="3644" y="10671"/>
                    <a:pt x="0" y="10671"/>
                  </a:cubicBezTo>
                  <a:cubicBezTo>
                    <a:pt x="0" y="7079"/>
                    <a:pt x="0" y="3644"/>
                    <a:pt x="0" y="0"/>
                  </a:cubicBezTo>
                  <a:cubicBezTo>
                    <a:pt x="3592" y="0"/>
                    <a:pt x="7079" y="0"/>
                    <a:pt x="10775" y="0"/>
                  </a:cubicBezTo>
                  <a:cubicBezTo>
                    <a:pt x="10775" y="3540"/>
                    <a:pt x="10775" y="6975"/>
                    <a:pt x="10775" y="1067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759" name="Google Shape;759;p7"/>
            <p:cNvSpPr/>
            <p:nvPr/>
          </p:nvSpPr>
          <p:spPr bwMode="auto">
            <a:xfrm>
              <a:off x="6457452" y="6367929"/>
              <a:ext cx="10566" cy="10826"/>
            </a:xfrm>
            <a:custGeom>
              <a:avLst/>
              <a:gdLst/>
              <a:ahLst/>
              <a:cxnLst/>
              <a:rect l="l" t="t" r="r" b="b"/>
              <a:pathLst>
                <a:path w="10566" h="10826" fill="norm" stroke="1" extrusionOk="0">
                  <a:moveTo>
                    <a:pt x="0" y="0"/>
                  </a:moveTo>
                  <a:cubicBezTo>
                    <a:pt x="3644" y="0"/>
                    <a:pt x="6975" y="0"/>
                    <a:pt x="10567" y="0"/>
                  </a:cubicBezTo>
                  <a:cubicBezTo>
                    <a:pt x="10567" y="3644"/>
                    <a:pt x="10567" y="7131"/>
                    <a:pt x="10567" y="10827"/>
                  </a:cubicBezTo>
                  <a:cubicBezTo>
                    <a:pt x="7027" y="10827"/>
                    <a:pt x="3644" y="10827"/>
                    <a:pt x="0" y="10827"/>
                  </a:cubicBezTo>
                  <a:cubicBezTo>
                    <a:pt x="0" y="7183"/>
                    <a:pt x="0" y="3644"/>
                    <a:pt x="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760" name="Google Shape;760;p7"/>
            <p:cNvSpPr/>
            <p:nvPr/>
          </p:nvSpPr>
          <p:spPr bwMode="auto">
            <a:xfrm>
              <a:off x="6479730" y="6368033"/>
              <a:ext cx="10670" cy="10722"/>
            </a:xfrm>
            <a:custGeom>
              <a:avLst/>
              <a:gdLst/>
              <a:ahLst/>
              <a:cxnLst/>
              <a:rect l="l" t="t" r="r" b="b"/>
              <a:pathLst>
                <a:path w="10670" h="10722" fill="norm" stroke="1" extrusionOk="0">
                  <a:moveTo>
                    <a:pt x="10671" y="0"/>
                  </a:moveTo>
                  <a:cubicBezTo>
                    <a:pt x="10671" y="3696"/>
                    <a:pt x="10671" y="7131"/>
                    <a:pt x="10671" y="10723"/>
                  </a:cubicBezTo>
                  <a:cubicBezTo>
                    <a:pt x="7079" y="10723"/>
                    <a:pt x="3696" y="10723"/>
                    <a:pt x="0" y="10723"/>
                  </a:cubicBezTo>
                  <a:cubicBezTo>
                    <a:pt x="0" y="7183"/>
                    <a:pt x="0" y="3696"/>
                    <a:pt x="0" y="0"/>
                  </a:cubicBezTo>
                  <a:cubicBezTo>
                    <a:pt x="3540" y="0"/>
                    <a:pt x="6975" y="0"/>
                    <a:pt x="10671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761" name="Google Shape;761;p7"/>
            <p:cNvSpPr/>
            <p:nvPr/>
          </p:nvSpPr>
          <p:spPr bwMode="auto">
            <a:xfrm>
              <a:off x="6658475" y="6636256"/>
              <a:ext cx="10774" cy="10566"/>
            </a:xfrm>
            <a:custGeom>
              <a:avLst/>
              <a:gdLst/>
              <a:ahLst/>
              <a:cxnLst/>
              <a:rect l="l" t="t" r="r" b="b"/>
              <a:pathLst>
                <a:path w="10774" h="10566" fill="norm" stroke="1" extrusionOk="0">
                  <a:moveTo>
                    <a:pt x="10775" y="0"/>
                  </a:moveTo>
                  <a:cubicBezTo>
                    <a:pt x="10775" y="3592"/>
                    <a:pt x="10775" y="6975"/>
                    <a:pt x="10775" y="10567"/>
                  </a:cubicBezTo>
                  <a:cubicBezTo>
                    <a:pt x="7183" y="10567"/>
                    <a:pt x="3696" y="10567"/>
                    <a:pt x="0" y="10567"/>
                  </a:cubicBezTo>
                  <a:cubicBezTo>
                    <a:pt x="0" y="7079"/>
                    <a:pt x="0" y="3644"/>
                    <a:pt x="0" y="0"/>
                  </a:cubicBezTo>
                  <a:cubicBezTo>
                    <a:pt x="3435" y="0"/>
                    <a:pt x="6975" y="0"/>
                    <a:pt x="1077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762" name="Google Shape;762;p7"/>
            <p:cNvSpPr/>
            <p:nvPr/>
          </p:nvSpPr>
          <p:spPr bwMode="auto">
            <a:xfrm>
              <a:off x="6680858" y="6636204"/>
              <a:ext cx="10670" cy="10722"/>
            </a:xfrm>
            <a:custGeom>
              <a:avLst/>
              <a:gdLst/>
              <a:ahLst/>
              <a:cxnLst/>
              <a:rect l="l" t="t" r="r" b="b"/>
              <a:pathLst>
                <a:path w="10670" h="10722" fill="norm" stroke="1" extrusionOk="0">
                  <a:moveTo>
                    <a:pt x="10671" y="0"/>
                  </a:moveTo>
                  <a:cubicBezTo>
                    <a:pt x="10671" y="3644"/>
                    <a:pt x="10671" y="7027"/>
                    <a:pt x="10671" y="10723"/>
                  </a:cubicBezTo>
                  <a:cubicBezTo>
                    <a:pt x="7079" y="10723"/>
                    <a:pt x="3644" y="10723"/>
                    <a:pt x="0" y="10723"/>
                  </a:cubicBezTo>
                  <a:cubicBezTo>
                    <a:pt x="0" y="7235"/>
                    <a:pt x="0" y="3748"/>
                    <a:pt x="0" y="0"/>
                  </a:cubicBezTo>
                  <a:cubicBezTo>
                    <a:pt x="3435" y="0"/>
                    <a:pt x="6871" y="0"/>
                    <a:pt x="10671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763" name="Google Shape;763;p7"/>
            <p:cNvSpPr/>
            <p:nvPr/>
          </p:nvSpPr>
          <p:spPr bwMode="auto">
            <a:xfrm>
              <a:off x="6703136" y="6636152"/>
              <a:ext cx="10670" cy="10722"/>
            </a:xfrm>
            <a:custGeom>
              <a:avLst/>
              <a:gdLst/>
              <a:ahLst/>
              <a:cxnLst/>
              <a:rect l="l" t="t" r="r" b="b"/>
              <a:pathLst>
                <a:path w="10670" h="10722" fill="norm" stroke="1" extrusionOk="0">
                  <a:moveTo>
                    <a:pt x="0" y="10723"/>
                  </a:moveTo>
                  <a:cubicBezTo>
                    <a:pt x="0" y="6975"/>
                    <a:pt x="0" y="3592"/>
                    <a:pt x="0" y="0"/>
                  </a:cubicBezTo>
                  <a:cubicBezTo>
                    <a:pt x="3592" y="0"/>
                    <a:pt x="7027" y="0"/>
                    <a:pt x="10671" y="0"/>
                  </a:cubicBezTo>
                  <a:cubicBezTo>
                    <a:pt x="10671" y="3540"/>
                    <a:pt x="10671" y="7027"/>
                    <a:pt x="10671" y="10723"/>
                  </a:cubicBezTo>
                  <a:cubicBezTo>
                    <a:pt x="7131" y="10723"/>
                    <a:pt x="3696" y="10723"/>
                    <a:pt x="0" y="10723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764" name="Google Shape;764;p7"/>
            <p:cNvSpPr/>
            <p:nvPr/>
          </p:nvSpPr>
          <p:spPr bwMode="auto">
            <a:xfrm>
              <a:off x="6591224" y="6378912"/>
              <a:ext cx="111703" cy="111704"/>
            </a:xfrm>
            <a:custGeom>
              <a:avLst/>
              <a:gdLst/>
              <a:ahLst/>
              <a:cxnLst/>
              <a:rect l="l" t="t" r="r" b="b"/>
              <a:pathLst>
                <a:path w="111703" h="111704" fill="norm" stroke="1" extrusionOk="0">
                  <a:moveTo>
                    <a:pt x="0" y="55748"/>
                  </a:moveTo>
                  <a:cubicBezTo>
                    <a:pt x="52" y="24881"/>
                    <a:pt x="25141" y="-52"/>
                    <a:pt x="56060" y="0"/>
                  </a:cubicBezTo>
                  <a:cubicBezTo>
                    <a:pt x="86822" y="104"/>
                    <a:pt x="111807" y="25349"/>
                    <a:pt x="111703" y="56216"/>
                  </a:cubicBezTo>
                  <a:cubicBezTo>
                    <a:pt x="111599" y="86979"/>
                    <a:pt x="86354" y="111859"/>
                    <a:pt x="55435" y="111703"/>
                  </a:cubicBezTo>
                  <a:cubicBezTo>
                    <a:pt x="24725" y="111599"/>
                    <a:pt x="-52" y="86562"/>
                    <a:pt x="0" y="55748"/>
                  </a:cubicBezTo>
                  <a:close/>
                  <a:moveTo>
                    <a:pt x="100460" y="55904"/>
                  </a:moveTo>
                  <a:cubicBezTo>
                    <a:pt x="100408" y="31127"/>
                    <a:pt x="80472" y="11243"/>
                    <a:pt x="55695" y="11295"/>
                  </a:cubicBezTo>
                  <a:cubicBezTo>
                    <a:pt x="30971" y="11347"/>
                    <a:pt x="10931" y="31491"/>
                    <a:pt x="11087" y="56112"/>
                  </a:cubicBezTo>
                  <a:cubicBezTo>
                    <a:pt x="11191" y="80576"/>
                    <a:pt x="31335" y="100616"/>
                    <a:pt x="55748" y="100668"/>
                  </a:cubicBezTo>
                  <a:cubicBezTo>
                    <a:pt x="80368" y="100720"/>
                    <a:pt x="100512" y="80576"/>
                    <a:pt x="100460" y="55904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765" name="Google Shape;765;p7"/>
            <p:cNvSpPr/>
            <p:nvPr/>
          </p:nvSpPr>
          <p:spPr bwMode="auto">
            <a:xfrm>
              <a:off x="6591221" y="6378912"/>
              <a:ext cx="11038" cy="11139"/>
            </a:xfrm>
            <a:custGeom>
              <a:avLst/>
              <a:gdLst/>
              <a:ahLst/>
              <a:cxnLst/>
              <a:rect l="l" t="t" r="r" b="b"/>
              <a:pathLst>
                <a:path w="11038" h="11139" fill="norm" stroke="1" extrusionOk="0">
                  <a:moveTo>
                    <a:pt x="11038" y="5570"/>
                  </a:moveTo>
                  <a:cubicBezTo>
                    <a:pt x="11038" y="8693"/>
                    <a:pt x="8592" y="11191"/>
                    <a:pt x="5469" y="11139"/>
                  </a:cubicBezTo>
                  <a:cubicBezTo>
                    <a:pt x="2502" y="11087"/>
                    <a:pt x="107" y="8745"/>
                    <a:pt x="3" y="5778"/>
                  </a:cubicBezTo>
                  <a:cubicBezTo>
                    <a:pt x="-101" y="2655"/>
                    <a:pt x="2294" y="104"/>
                    <a:pt x="5365" y="0"/>
                  </a:cubicBezTo>
                  <a:cubicBezTo>
                    <a:pt x="8488" y="0"/>
                    <a:pt x="11038" y="2446"/>
                    <a:pt x="11038" y="557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766" name="Google Shape;766;p7"/>
            <p:cNvSpPr/>
            <p:nvPr/>
          </p:nvSpPr>
          <p:spPr bwMode="auto">
            <a:xfrm>
              <a:off x="6641454" y="6356633"/>
              <a:ext cx="11140" cy="11088"/>
            </a:xfrm>
            <a:custGeom>
              <a:avLst/>
              <a:gdLst/>
              <a:ahLst/>
              <a:cxnLst/>
              <a:rect l="l" t="t" r="r" b="b"/>
              <a:pathLst>
                <a:path w="11140" h="11088" fill="norm" stroke="1" extrusionOk="0">
                  <a:moveTo>
                    <a:pt x="11140" y="5466"/>
                  </a:moveTo>
                  <a:cubicBezTo>
                    <a:pt x="11192" y="8485"/>
                    <a:pt x="8745" y="11036"/>
                    <a:pt x="5674" y="11088"/>
                  </a:cubicBezTo>
                  <a:cubicBezTo>
                    <a:pt x="2655" y="11140"/>
                    <a:pt x="53" y="8641"/>
                    <a:pt x="1" y="5622"/>
                  </a:cubicBezTo>
                  <a:cubicBezTo>
                    <a:pt x="-51" y="2655"/>
                    <a:pt x="2499" y="1"/>
                    <a:pt x="5518" y="1"/>
                  </a:cubicBezTo>
                  <a:cubicBezTo>
                    <a:pt x="8537" y="-51"/>
                    <a:pt x="11088" y="2447"/>
                    <a:pt x="11140" y="5466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767" name="Google Shape;767;p7"/>
            <p:cNvSpPr/>
            <p:nvPr/>
          </p:nvSpPr>
          <p:spPr bwMode="auto">
            <a:xfrm>
              <a:off x="6691781" y="6479632"/>
              <a:ext cx="11146" cy="10986"/>
            </a:xfrm>
            <a:custGeom>
              <a:avLst/>
              <a:gdLst/>
              <a:ahLst/>
              <a:cxnLst/>
              <a:rect l="l" t="t" r="r" b="b"/>
              <a:pathLst>
                <a:path w="11146" h="10986" fill="norm" stroke="1" extrusionOk="0">
                  <a:moveTo>
                    <a:pt x="11146" y="5622"/>
                  </a:moveTo>
                  <a:cubicBezTo>
                    <a:pt x="11094" y="8693"/>
                    <a:pt x="8492" y="11087"/>
                    <a:pt x="5368" y="10983"/>
                  </a:cubicBezTo>
                  <a:cubicBezTo>
                    <a:pt x="2297" y="10879"/>
                    <a:pt x="-149" y="8276"/>
                    <a:pt x="7" y="5205"/>
                  </a:cubicBezTo>
                  <a:cubicBezTo>
                    <a:pt x="163" y="2238"/>
                    <a:pt x="2610" y="0"/>
                    <a:pt x="5577" y="0"/>
                  </a:cubicBezTo>
                  <a:cubicBezTo>
                    <a:pt x="8752" y="0"/>
                    <a:pt x="11198" y="2498"/>
                    <a:pt x="11146" y="5622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768" name="Google Shape;768;p7"/>
            <p:cNvSpPr/>
            <p:nvPr/>
          </p:nvSpPr>
          <p:spPr bwMode="auto">
            <a:xfrm>
              <a:off x="6714170" y="6429245"/>
              <a:ext cx="11088" cy="11192"/>
            </a:xfrm>
            <a:custGeom>
              <a:avLst/>
              <a:gdLst/>
              <a:ahLst/>
              <a:cxnLst/>
              <a:rect l="l" t="t" r="r" b="b"/>
              <a:pathLst>
                <a:path w="11088" h="11192" fill="norm" stroke="1" extrusionOk="0">
                  <a:moveTo>
                    <a:pt x="11088" y="5518"/>
                  </a:moveTo>
                  <a:cubicBezTo>
                    <a:pt x="11140" y="8485"/>
                    <a:pt x="8589" y="11140"/>
                    <a:pt x="5622" y="11192"/>
                  </a:cubicBezTo>
                  <a:cubicBezTo>
                    <a:pt x="2603" y="11244"/>
                    <a:pt x="53" y="8745"/>
                    <a:pt x="1" y="5674"/>
                  </a:cubicBezTo>
                  <a:cubicBezTo>
                    <a:pt x="-51" y="2603"/>
                    <a:pt x="2395" y="53"/>
                    <a:pt x="5466" y="1"/>
                  </a:cubicBezTo>
                  <a:cubicBezTo>
                    <a:pt x="8433" y="-51"/>
                    <a:pt x="11036" y="2499"/>
                    <a:pt x="11088" y="5518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769" name="Google Shape;769;p7"/>
            <p:cNvSpPr/>
            <p:nvPr/>
          </p:nvSpPr>
          <p:spPr bwMode="auto">
            <a:xfrm>
              <a:off x="6691788" y="6378964"/>
              <a:ext cx="11140" cy="11139"/>
            </a:xfrm>
            <a:custGeom>
              <a:avLst/>
              <a:gdLst/>
              <a:ahLst/>
              <a:cxnLst/>
              <a:rect l="l" t="t" r="r" b="b"/>
              <a:pathLst>
                <a:path w="11140" h="11139" fill="norm" stroke="1" extrusionOk="0">
                  <a:moveTo>
                    <a:pt x="5466" y="11139"/>
                  </a:moveTo>
                  <a:cubicBezTo>
                    <a:pt x="2447" y="11087"/>
                    <a:pt x="-51" y="8537"/>
                    <a:pt x="1" y="5517"/>
                  </a:cubicBezTo>
                  <a:cubicBezTo>
                    <a:pt x="53" y="2498"/>
                    <a:pt x="2655" y="0"/>
                    <a:pt x="5622" y="0"/>
                  </a:cubicBezTo>
                  <a:cubicBezTo>
                    <a:pt x="8589" y="52"/>
                    <a:pt x="11192" y="2707"/>
                    <a:pt x="11140" y="5674"/>
                  </a:cubicBezTo>
                  <a:cubicBezTo>
                    <a:pt x="11088" y="8641"/>
                    <a:pt x="8485" y="11191"/>
                    <a:pt x="5466" y="11139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770" name="Google Shape;770;p7"/>
            <p:cNvSpPr/>
            <p:nvPr/>
          </p:nvSpPr>
          <p:spPr bwMode="auto">
            <a:xfrm>
              <a:off x="6568934" y="6429226"/>
              <a:ext cx="10947" cy="11165"/>
            </a:xfrm>
            <a:custGeom>
              <a:avLst/>
              <a:gdLst/>
              <a:ahLst/>
              <a:cxnLst/>
              <a:rect l="l" t="t" r="r" b="b"/>
              <a:pathLst>
                <a:path w="10947" h="11165" fill="norm" stroke="1" extrusionOk="0">
                  <a:moveTo>
                    <a:pt x="5218" y="11159"/>
                  </a:moveTo>
                  <a:cubicBezTo>
                    <a:pt x="2147" y="11003"/>
                    <a:pt x="-195" y="8400"/>
                    <a:pt x="13" y="5225"/>
                  </a:cubicBezTo>
                  <a:cubicBezTo>
                    <a:pt x="169" y="2102"/>
                    <a:pt x="2824" y="-241"/>
                    <a:pt x="5895" y="20"/>
                  </a:cubicBezTo>
                  <a:cubicBezTo>
                    <a:pt x="8862" y="280"/>
                    <a:pt x="11048" y="2726"/>
                    <a:pt x="10944" y="5745"/>
                  </a:cubicBezTo>
                  <a:cubicBezTo>
                    <a:pt x="10892" y="8869"/>
                    <a:pt x="8289" y="11315"/>
                    <a:pt x="5218" y="11159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771" name="Google Shape;771;p7"/>
            <p:cNvSpPr/>
            <p:nvPr/>
          </p:nvSpPr>
          <p:spPr bwMode="auto">
            <a:xfrm>
              <a:off x="6490556" y="6446056"/>
              <a:ext cx="11192" cy="11143"/>
            </a:xfrm>
            <a:custGeom>
              <a:avLst/>
              <a:gdLst/>
              <a:ahLst/>
              <a:cxnLst/>
              <a:rect l="l" t="t" r="r" b="b"/>
              <a:pathLst>
                <a:path w="11192" h="11143" fill="norm" stroke="1" extrusionOk="0">
                  <a:moveTo>
                    <a:pt x="11192" y="5417"/>
                  </a:moveTo>
                  <a:cubicBezTo>
                    <a:pt x="11244" y="8383"/>
                    <a:pt x="8693" y="11038"/>
                    <a:pt x="5726" y="11142"/>
                  </a:cubicBezTo>
                  <a:cubicBezTo>
                    <a:pt x="2760" y="11194"/>
                    <a:pt x="105" y="8644"/>
                    <a:pt x="1" y="5677"/>
                  </a:cubicBezTo>
                  <a:cubicBezTo>
                    <a:pt x="-51" y="2710"/>
                    <a:pt x="2499" y="55"/>
                    <a:pt x="5466" y="3"/>
                  </a:cubicBezTo>
                  <a:cubicBezTo>
                    <a:pt x="8485" y="-101"/>
                    <a:pt x="11140" y="2398"/>
                    <a:pt x="11192" y="5417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772" name="Google Shape;772;p7"/>
            <p:cNvSpPr/>
            <p:nvPr/>
          </p:nvSpPr>
          <p:spPr bwMode="auto">
            <a:xfrm>
              <a:off x="6538025" y="6465630"/>
              <a:ext cx="11194" cy="11192"/>
            </a:xfrm>
            <a:custGeom>
              <a:avLst/>
              <a:gdLst/>
              <a:ahLst/>
              <a:cxnLst/>
              <a:rect l="l" t="t" r="r" b="b"/>
              <a:pathLst>
                <a:path w="11194" h="11192" fill="norm" stroke="1" extrusionOk="0">
                  <a:moveTo>
                    <a:pt x="5468" y="1"/>
                  </a:moveTo>
                  <a:cubicBezTo>
                    <a:pt x="8435" y="-51"/>
                    <a:pt x="11090" y="2499"/>
                    <a:pt x="11194" y="5466"/>
                  </a:cubicBezTo>
                  <a:cubicBezTo>
                    <a:pt x="11246" y="8433"/>
                    <a:pt x="8696" y="11088"/>
                    <a:pt x="5729" y="11192"/>
                  </a:cubicBezTo>
                  <a:cubicBezTo>
                    <a:pt x="2762" y="11244"/>
                    <a:pt x="107" y="8693"/>
                    <a:pt x="3" y="5726"/>
                  </a:cubicBezTo>
                  <a:cubicBezTo>
                    <a:pt x="-101" y="2760"/>
                    <a:pt x="2502" y="53"/>
                    <a:pt x="546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773" name="Google Shape;773;p7"/>
            <p:cNvSpPr/>
            <p:nvPr/>
          </p:nvSpPr>
          <p:spPr bwMode="auto">
            <a:xfrm>
              <a:off x="6443238" y="6465679"/>
              <a:ext cx="11142" cy="11145"/>
            </a:xfrm>
            <a:custGeom>
              <a:avLst/>
              <a:gdLst/>
              <a:ahLst/>
              <a:cxnLst/>
              <a:rect l="l" t="t" r="r" b="b"/>
              <a:pathLst>
                <a:path w="11142" h="11145" fill="norm" stroke="1" extrusionOk="0">
                  <a:moveTo>
                    <a:pt x="5729" y="11142"/>
                  </a:moveTo>
                  <a:cubicBezTo>
                    <a:pt x="2762" y="11246"/>
                    <a:pt x="107" y="8696"/>
                    <a:pt x="3" y="5729"/>
                  </a:cubicBezTo>
                  <a:cubicBezTo>
                    <a:pt x="-101" y="2762"/>
                    <a:pt x="2450" y="107"/>
                    <a:pt x="5416" y="3"/>
                  </a:cubicBezTo>
                  <a:cubicBezTo>
                    <a:pt x="8383" y="-101"/>
                    <a:pt x="11038" y="2398"/>
                    <a:pt x="11142" y="5417"/>
                  </a:cubicBezTo>
                  <a:cubicBezTo>
                    <a:pt x="11194" y="8383"/>
                    <a:pt x="8748" y="11038"/>
                    <a:pt x="5729" y="11142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774" name="Google Shape;774;p7"/>
            <p:cNvSpPr/>
            <p:nvPr/>
          </p:nvSpPr>
          <p:spPr bwMode="auto">
            <a:xfrm>
              <a:off x="6423563" y="6513047"/>
              <a:ext cx="11093" cy="11195"/>
            </a:xfrm>
            <a:custGeom>
              <a:avLst/>
              <a:gdLst/>
              <a:ahLst/>
              <a:cxnLst/>
              <a:rect l="l" t="t" r="r" b="b"/>
              <a:pathLst>
                <a:path w="11093" h="11195" fill="norm" stroke="1" extrusionOk="0">
                  <a:moveTo>
                    <a:pt x="5729" y="3"/>
                  </a:moveTo>
                  <a:cubicBezTo>
                    <a:pt x="8748" y="107"/>
                    <a:pt x="11194" y="2710"/>
                    <a:pt x="11090" y="5729"/>
                  </a:cubicBezTo>
                  <a:cubicBezTo>
                    <a:pt x="10986" y="8748"/>
                    <a:pt x="8383" y="11246"/>
                    <a:pt x="5416" y="11194"/>
                  </a:cubicBezTo>
                  <a:cubicBezTo>
                    <a:pt x="2450" y="11090"/>
                    <a:pt x="-101" y="8435"/>
                    <a:pt x="3" y="5469"/>
                  </a:cubicBezTo>
                  <a:cubicBezTo>
                    <a:pt x="107" y="2450"/>
                    <a:pt x="2762" y="-101"/>
                    <a:pt x="5729" y="3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775" name="Google Shape;775;p7"/>
            <p:cNvSpPr/>
            <p:nvPr/>
          </p:nvSpPr>
          <p:spPr bwMode="auto">
            <a:xfrm>
              <a:off x="6468226" y="6490667"/>
              <a:ext cx="55905" cy="55904"/>
            </a:xfrm>
            <a:custGeom>
              <a:avLst/>
              <a:gdLst/>
              <a:ahLst/>
              <a:cxnLst/>
              <a:rect l="l" t="t" r="r" b="b"/>
              <a:pathLst>
                <a:path w="55905" h="55904" fill="norm" stroke="1" extrusionOk="0">
                  <a:moveTo>
                    <a:pt x="0" y="27952"/>
                  </a:moveTo>
                  <a:cubicBezTo>
                    <a:pt x="0" y="12597"/>
                    <a:pt x="12701" y="-52"/>
                    <a:pt x="28004" y="0"/>
                  </a:cubicBezTo>
                  <a:cubicBezTo>
                    <a:pt x="43359" y="52"/>
                    <a:pt x="56060" y="12857"/>
                    <a:pt x="55904" y="28108"/>
                  </a:cubicBezTo>
                  <a:cubicBezTo>
                    <a:pt x="55747" y="43359"/>
                    <a:pt x="43255" y="55852"/>
                    <a:pt x="28056" y="55904"/>
                  </a:cubicBezTo>
                  <a:cubicBezTo>
                    <a:pt x="12805" y="56008"/>
                    <a:pt x="52" y="43307"/>
                    <a:pt x="0" y="27952"/>
                  </a:cubicBezTo>
                  <a:close/>
                  <a:moveTo>
                    <a:pt x="27952" y="11295"/>
                  </a:moveTo>
                  <a:cubicBezTo>
                    <a:pt x="18635" y="11295"/>
                    <a:pt x="11295" y="18687"/>
                    <a:pt x="11295" y="28004"/>
                  </a:cubicBezTo>
                  <a:cubicBezTo>
                    <a:pt x="11295" y="37321"/>
                    <a:pt x="18687" y="44661"/>
                    <a:pt x="28004" y="44661"/>
                  </a:cubicBezTo>
                  <a:cubicBezTo>
                    <a:pt x="37321" y="44661"/>
                    <a:pt x="44712" y="37217"/>
                    <a:pt x="44660" y="27952"/>
                  </a:cubicBezTo>
                  <a:cubicBezTo>
                    <a:pt x="44660" y="18635"/>
                    <a:pt x="37269" y="11243"/>
                    <a:pt x="27952" y="11295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776" name="Google Shape;776;p7"/>
            <p:cNvSpPr/>
            <p:nvPr/>
          </p:nvSpPr>
          <p:spPr bwMode="auto">
            <a:xfrm>
              <a:off x="6613607" y="6401294"/>
              <a:ext cx="66990" cy="66990"/>
            </a:xfrm>
            <a:custGeom>
              <a:avLst/>
              <a:gdLst/>
              <a:ahLst/>
              <a:cxnLst/>
              <a:rect l="l" t="t" r="r" b="b"/>
              <a:pathLst>
                <a:path w="66990" h="66990" fill="norm" stroke="1" extrusionOk="0">
                  <a:moveTo>
                    <a:pt x="0" y="33625"/>
                  </a:moveTo>
                  <a:cubicBezTo>
                    <a:pt x="-52" y="15095"/>
                    <a:pt x="14991" y="0"/>
                    <a:pt x="33469" y="0"/>
                  </a:cubicBezTo>
                  <a:cubicBezTo>
                    <a:pt x="51896" y="0"/>
                    <a:pt x="67043" y="15199"/>
                    <a:pt x="66991" y="33625"/>
                  </a:cubicBezTo>
                  <a:cubicBezTo>
                    <a:pt x="66939" y="51948"/>
                    <a:pt x="52000" y="66939"/>
                    <a:pt x="33626" y="66991"/>
                  </a:cubicBezTo>
                  <a:cubicBezTo>
                    <a:pt x="15043" y="67043"/>
                    <a:pt x="52" y="52156"/>
                    <a:pt x="0" y="33625"/>
                  </a:cubicBezTo>
                  <a:close/>
                  <a:moveTo>
                    <a:pt x="33365" y="11243"/>
                  </a:moveTo>
                  <a:cubicBezTo>
                    <a:pt x="20977" y="11295"/>
                    <a:pt x="10931" y="21445"/>
                    <a:pt x="11087" y="33678"/>
                  </a:cubicBezTo>
                  <a:cubicBezTo>
                    <a:pt x="11243" y="45858"/>
                    <a:pt x="21237" y="55800"/>
                    <a:pt x="33365" y="55904"/>
                  </a:cubicBezTo>
                  <a:cubicBezTo>
                    <a:pt x="45650" y="55956"/>
                    <a:pt x="55696" y="45910"/>
                    <a:pt x="55748" y="33521"/>
                  </a:cubicBezTo>
                  <a:cubicBezTo>
                    <a:pt x="55748" y="21081"/>
                    <a:pt x="45806" y="11191"/>
                    <a:pt x="33365" y="11243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</p:grpSp>
      <p:sp>
        <p:nvSpPr>
          <p:cNvPr id="1780458730" name="Google Shape;777;p7"/>
          <p:cNvSpPr txBox="1"/>
          <p:nvPr/>
        </p:nvSpPr>
        <p:spPr bwMode="auto">
          <a:xfrm>
            <a:off x="875187" y="6390182"/>
            <a:ext cx="13785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pPr>
            <a:r>
              <a:rPr lang="en-US" sz="14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</a:rPr>
              <a:t>The University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48515487" name="Google Shape;778;p7"/>
          <p:cNvSpPr txBox="1"/>
          <p:nvPr/>
        </p:nvSpPr>
        <p:spPr bwMode="auto">
          <a:xfrm>
            <a:off x="3035846" y="6390182"/>
            <a:ext cx="10311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pPr>
            <a:r>
              <a:rPr lang="en-US" sz="14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</a:rPr>
              <a:t>Innovations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86892433" name="Google Shape;779;p7"/>
          <p:cNvSpPr txBox="1"/>
          <p:nvPr/>
        </p:nvSpPr>
        <p:spPr bwMode="auto">
          <a:xfrm>
            <a:off x="4848939" y="6276042"/>
            <a:ext cx="1155900" cy="52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pPr>
            <a:r>
              <a:rPr lang="en-US"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Translational Research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65346705" name="Google Shape;780;p7"/>
          <p:cNvSpPr txBox="1"/>
          <p:nvPr/>
        </p:nvSpPr>
        <p:spPr bwMode="auto">
          <a:xfrm>
            <a:off x="6786916" y="6390182"/>
            <a:ext cx="11214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pPr>
            <a:r>
              <a:rPr lang="en-US" sz="14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</a:rPr>
              <a:t>Mobilization 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03962782" name="Google Shape;781;p7"/>
          <p:cNvSpPr txBox="1"/>
          <p:nvPr/>
        </p:nvSpPr>
        <p:spPr bwMode="auto">
          <a:xfrm>
            <a:off x="8690450" y="6390182"/>
            <a:ext cx="12090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pPr>
            <a:r>
              <a:rPr lang="en-US" sz="14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</a:rPr>
              <a:t>Collaborators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2244144" name="Google Shape;782;p7"/>
          <p:cNvSpPr/>
          <p:nvPr/>
        </p:nvSpPr>
        <p:spPr bwMode="auto">
          <a:xfrm>
            <a:off x="543031" y="6352930"/>
            <a:ext cx="332155" cy="336336"/>
          </a:xfrm>
          <a:custGeom>
            <a:avLst/>
            <a:gdLst/>
            <a:ahLst/>
            <a:cxnLst/>
            <a:rect l="l" t="t" r="r" b="b"/>
            <a:pathLst>
              <a:path w="332156" h="336336" fill="norm" stroke="1" extrusionOk="0">
                <a:moveTo>
                  <a:pt x="320402" y="336337"/>
                </a:moveTo>
                <a:cubicBezTo>
                  <a:pt x="224802" y="336337"/>
                  <a:pt x="129113" y="336337"/>
                  <a:pt x="33512" y="336337"/>
                </a:cubicBezTo>
                <a:cubicBezTo>
                  <a:pt x="32898" y="336161"/>
                  <a:pt x="32372" y="335810"/>
                  <a:pt x="31758" y="335723"/>
                </a:cubicBezTo>
                <a:cubicBezTo>
                  <a:pt x="16936" y="332565"/>
                  <a:pt x="6762" y="323970"/>
                  <a:pt x="2026" y="309498"/>
                </a:cubicBezTo>
                <a:cubicBezTo>
                  <a:pt x="-2535" y="295290"/>
                  <a:pt x="710" y="282572"/>
                  <a:pt x="10709" y="271521"/>
                </a:cubicBezTo>
                <a:cubicBezTo>
                  <a:pt x="11323" y="270820"/>
                  <a:pt x="11936" y="270118"/>
                  <a:pt x="12726" y="269241"/>
                </a:cubicBezTo>
                <a:cubicBezTo>
                  <a:pt x="11323" y="268802"/>
                  <a:pt x="10182" y="268451"/>
                  <a:pt x="9130" y="268013"/>
                </a:cubicBezTo>
                <a:cubicBezTo>
                  <a:pt x="3604" y="265733"/>
                  <a:pt x="8" y="260295"/>
                  <a:pt x="184" y="254331"/>
                </a:cubicBezTo>
                <a:cubicBezTo>
                  <a:pt x="359" y="248103"/>
                  <a:pt x="2990" y="242841"/>
                  <a:pt x="9042" y="241087"/>
                </a:cubicBezTo>
                <a:cubicBezTo>
                  <a:pt x="13691" y="239683"/>
                  <a:pt x="14305" y="236965"/>
                  <a:pt x="14392" y="233281"/>
                </a:cubicBezTo>
                <a:cubicBezTo>
                  <a:pt x="14480" y="230737"/>
                  <a:pt x="14129" y="228282"/>
                  <a:pt x="14129" y="225738"/>
                </a:cubicBezTo>
                <a:cubicBezTo>
                  <a:pt x="14041" y="223107"/>
                  <a:pt x="12989" y="221791"/>
                  <a:pt x="10270" y="221002"/>
                </a:cubicBezTo>
                <a:cubicBezTo>
                  <a:pt x="3692" y="219072"/>
                  <a:pt x="-343" y="212845"/>
                  <a:pt x="184" y="206179"/>
                </a:cubicBezTo>
                <a:cubicBezTo>
                  <a:pt x="798" y="198812"/>
                  <a:pt x="5622" y="193286"/>
                  <a:pt x="12901" y="192585"/>
                </a:cubicBezTo>
                <a:cubicBezTo>
                  <a:pt x="17988" y="192059"/>
                  <a:pt x="23163" y="192322"/>
                  <a:pt x="28338" y="192234"/>
                </a:cubicBezTo>
                <a:cubicBezTo>
                  <a:pt x="29478" y="192234"/>
                  <a:pt x="30530" y="192146"/>
                  <a:pt x="32197" y="192059"/>
                </a:cubicBezTo>
                <a:cubicBezTo>
                  <a:pt x="31232" y="191006"/>
                  <a:pt x="30706" y="190392"/>
                  <a:pt x="30180" y="189866"/>
                </a:cubicBezTo>
                <a:cubicBezTo>
                  <a:pt x="12112" y="170044"/>
                  <a:pt x="18515" y="139434"/>
                  <a:pt x="42897" y="128383"/>
                </a:cubicBezTo>
                <a:cubicBezTo>
                  <a:pt x="50791" y="124875"/>
                  <a:pt x="59035" y="124787"/>
                  <a:pt x="67367" y="125050"/>
                </a:cubicBezTo>
                <a:cubicBezTo>
                  <a:pt x="69735" y="125138"/>
                  <a:pt x="70788" y="124436"/>
                  <a:pt x="71490" y="122068"/>
                </a:cubicBezTo>
                <a:cubicBezTo>
                  <a:pt x="75524" y="108123"/>
                  <a:pt x="79734" y="94177"/>
                  <a:pt x="83856" y="80232"/>
                </a:cubicBezTo>
                <a:cubicBezTo>
                  <a:pt x="84119" y="79443"/>
                  <a:pt x="84207" y="78653"/>
                  <a:pt x="84470" y="77688"/>
                </a:cubicBezTo>
                <a:cubicBezTo>
                  <a:pt x="80173" y="76548"/>
                  <a:pt x="76226" y="75496"/>
                  <a:pt x="72191" y="74443"/>
                </a:cubicBezTo>
                <a:cubicBezTo>
                  <a:pt x="54387" y="69795"/>
                  <a:pt x="36670" y="65146"/>
                  <a:pt x="18865" y="60498"/>
                </a:cubicBezTo>
                <a:cubicBezTo>
                  <a:pt x="14743" y="59445"/>
                  <a:pt x="11323" y="57604"/>
                  <a:pt x="9568" y="53481"/>
                </a:cubicBezTo>
                <a:cubicBezTo>
                  <a:pt x="6499" y="46465"/>
                  <a:pt x="9919" y="39010"/>
                  <a:pt x="17462" y="36905"/>
                </a:cubicBezTo>
                <a:cubicBezTo>
                  <a:pt x="28864" y="33747"/>
                  <a:pt x="40266" y="30853"/>
                  <a:pt x="51668" y="27783"/>
                </a:cubicBezTo>
                <a:cubicBezTo>
                  <a:pt x="58947" y="25854"/>
                  <a:pt x="66227" y="23924"/>
                  <a:pt x="73507" y="22082"/>
                </a:cubicBezTo>
                <a:cubicBezTo>
                  <a:pt x="77892" y="20942"/>
                  <a:pt x="80874" y="23661"/>
                  <a:pt x="80173" y="27783"/>
                </a:cubicBezTo>
                <a:cubicBezTo>
                  <a:pt x="79734" y="30414"/>
                  <a:pt x="77717" y="31204"/>
                  <a:pt x="75524" y="31730"/>
                </a:cubicBezTo>
                <a:cubicBezTo>
                  <a:pt x="57983" y="36291"/>
                  <a:pt x="40441" y="40851"/>
                  <a:pt x="22900" y="45588"/>
                </a:cubicBezTo>
                <a:cubicBezTo>
                  <a:pt x="21233" y="46026"/>
                  <a:pt x="19742" y="47429"/>
                  <a:pt x="18251" y="48307"/>
                </a:cubicBezTo>
                <a:cubicBezTo>
                  <a:pt x="19742" y="49271"/>
                  <a:pt x="21146" y="50762"/>
                  <a:pt x="22724" y="51201"/>
                </a:cubicBezTo>
                <a:cubicBezTo>
                  <a:pt x="63157" y="61901"/>
                  <a:pt x="103766" y="71900"/>
                  <a:pt x="144023" y="83302"/>
                </a:cubicBezTo>
                <a:cubicBezTo>
                  <a:pt x="163494" y="88827"/>
                  <a:pt x="181474" y="85845"/>
                  <a:pt x="199893" y="79706"/>
                </a:cubicBezTo>
                <a:cubicBezTo>
                  <a:pt x="199717" y="79443"/>
                  <a:pt x="199717" y="79092"/>
                  <a:pt x="199454" y="78916"/>
                </a:cubicBezTo>
                <a:cubicBezTo>
                  <a:pt x="191648" y="71812"/>
                  <a:pt x="183930" y="64796"/>
                  <a:pt x="176036" y="57779"/>
                </a:cubicBezTo>
                <a:cubicBezTo>
                  <a:pt x="175335" y="57165"/>
                  <a:pt x="173668" y="57077"/>
                  <a:pt x="172616" y="57340"/>
                </a:cubicBezTo>
                <a:cubicBezTo>
                  <a:pt x="166038" y="59358"/>
                  <a:pt x="159811" y="58744"/>
                  <a:pt x="154022" y="55148"/>
                </a:cubicBezTo>
                <a:cubicBezTo>
                  <a:pt x="152619" y="54271"/>
                  <a:pt x="151215" y="52166"/>
                  <a:pt x="151040" y="50499"/>
                </a:cubicBezTo>
                <a:cubicBezTo>
                  <a:pt x="150689" y="45588"/>
                  <a:pt x="150689" y="40676"/>
                  <a:pt x="150952" y="35764"/>
                </a:cubicBezTo>
                <a:cubicBezTo>
                  <a:pt x="151391" y="27959"/>
                  <a:pt x="157267" y="22345"/>
                  <a:pt x="165073" y="22170"/>
                </a:cubicBezTo>
                <a:cubicBezTo>
                  <a:pt x="172791" y="21907"/>
                  <a:pt x="178843" y="26906"/>
                  <a:pt x="179808" y="34624"/>
                </a:cubicBezTo>
                <a:cubicBezTo>
                  <a:pt x="180246" y="38045"/>
                  <a:pt x="180159" y="41641"/>
                  <a:pt x="180159" y="45061"/>
                </a:cubicBezTo>
                <a:cubicBezTo>
                  <a:pt x="180159" y="47166"/>
                  <a:pt x="180773" y="48657"/>
                  <a:pt x="182351" y="50148"/>
                </a:cubicBezTo>
                <a:cubicBezTo>
                  <a:pt x="191385" y="58217"/>
                  <a:pt x="200419" y="66374"/>
                  <a:pt x="209365" y="74619"/>
                </a:cubicBezTo>
                <a:cubicBezTo>
                  <a:pt x="211119" y="76197"/>
                  <a:pt x="212610" y="76636"/>
                  <a:pt x="214891" y="76022"/>
                </a:cubicBezTo>
                <a:cubicBezTo>
                  <a:pt x="246378" y="67690"/>
                  <a:pt x="277864" y="59445"/>
                  <a:pt x="309264" y="51113"/>
                </a:cubicBezTo>
                <a:cubicBezTo>
                  <a:pt x="310930" y="50675"/>
                  <a:pt x="312333" y="49184"/>
                  <a:pt x="313824" y="48219"/>
                </a:cubicBezTo>
                <a:cubicBezTo>
                  <a:pt x="312246" y="47254"/>
                  <a:pt x="310842" y="45851"/>
                  <a:pt x="309176" y="45412"/>
                </a:cubicBezTo>
                <a:cubicBezTo>
                  <a:pt x="270234" y="35063"/>
                  <a:pt x="231117" y="25240"/>
                  <a:pt x="192350" y="14452"/>
                </a:cubicBezTo>
                <a:cubicBezTo>
                  <a:pt x="174545" y="9452"/>
                  <a:pt x="157443" y="8926"/>
                  <a:pt x="139813" y="14539"/>
                </a:cubicBezTo>
                <a:cubicBezTo>
                  <a:pt x="127534" y="18486"/>
                  <a:pt x="114905" y="21205"/>
                  <a:pt x="102450" y="24450"/>
                </a:cubicBezTo>
                <a:cubicBezTo>
                  <a:pt x="99907" y="25152"/>
                  <a:pt x="97889" y="24889"/>
                  <a:pt x="96486" y="22521"/>
                </a:cubicBezTo>
                <a:cubicBezTo>
                  <a:pt x="94557" y="19363"/>
                  <a:pt x="95960" y="16030"/>
                  <a:pt x="99907" y="15066"/>
                </a:cubicBezTo>
                <a:cubicBezTo>
                  <a:pt x="116133" y="10768"/>
                  <a:pt x="132358" y="6383"/>
                  <a:pt x="148672" y="2173"/>
                </a:cubicBezTo>
                <a:cubicBezTo>
                  <a:pt x="160512" y="-809"/>
                  <a:pt x="172440" y="-722"/>
                  <a:pt x="184369" y="2436"/>
                </a:cubicBezTo>
                <a:cubicBezTo>
                  <a:pt x="208313" y="8751"/>
                  <a:pt x="232344" y="14978"/>
                  <a:pt x="256288" y="21293"/>
                </a:cubicBezTo>
                <a:cubicBezTo>
                  <a:pt x="275233" y="26292"/>
                  <a:pt x="294178" y="31116"/>
                  <a:pt x="312947" y="36291"/>
                </a:cubicBezTo>
                <a:cubicBezTo>
                  <a:pt x="315929" y="37080"/>
                  <a:pt x="319262" y="38834"/>
                  <a:pt x="321104" y="41202"/>
                </a:cubicBezTo>
                <a:cubicBezTo>
                  <a:pt x="326454" y="47780"/>
                  <a:pt x="322946" y="57516"/>
                  <a:pt x="314789" y="59796"/>
                </a:cubicBezTo>
                <a:cubicBezTo>
                  <a:pt x="299967" y="63918"/>
                  <a:pt x="285056" y="67690"/>
                  <a:pt x="270146" y="71637"/>
                </a:cubicBezTo>
                <a:cubicBezTo>
                  <a:pt x="262691" y="73566"/>
                  <a:pt x="255236" y="75583"/>
                  <a:pt x="247693" y="77601"/>
                </a:cubicBezTo>
                <a:cubicBezTo>
                  <a:pt x="247869" y="78566"/>
                  <a:pt x="247956" y="79179"/>
                  <a:pt x="248219" y="79793"/>
                </a:cubicBezTo>
                <a:cubicBezTo>
                  <a:pt x="252517" y="94265"/>
                  <a:pt x="256815" y="108649"/>
                  <a:pt x="261288" y="123121"/>
                </a:cubicBezTo>
                <a:cubicBezTo>
                  <a:pt x="261551" y="123910"/>
                  <a:pt x="263305" y="124787"/>
                  <a:pt x="264445" y="124787"/>
                </a:cubicBezTo>
                <a:cubicBezTo>
                  <a:pt x="275496" y="124875"/>
                  <a:pt x="286547" y="124787"/>
                  <a:pt x="297598" y="124875"/>
                </a:cubicBezTo>
                <a:cubicBezTo>
                  <a:pt x="305843" y="124963"/>
                  <a:pt x="311456" y="130488"/>
                  <a:pt x="311807" y="138557"/>
                </a:cubicBezTo>
                <a:cubicBezTo>
                  <a:pt x="312158" y="147328"/>
                  <a:pt x="307071" y="153555"/>
                  <a:pt x="298739" y="154432"/>
                </a:cubicBezTo>
                <a:cubicBezTo>
                  <a:pt x="296721" y="154608"/>
                  <a:pt x="296020" y="155397"/>
                  <a:pt x="296020" y="157239"/>
                </a:cubicBezTo>
                <a:cubicBezTo>
                  <a:pt x="296020" y="161361"/>
                  <a:pt x="296020" y="165483"/>
                  <a:pt x="296020" y="169606"/>
                </a:cubicBezTo>
                <a:cubicBezTo>
                  <a:pt x="296020" y="171535"/>
                  <a:pt x="296897" y="172061"/>
                  <a:pt x="298826" y="172324"/>
                </a:cubicBezTo>
                <a:cubicBezTo>
                  <a:pt x="306106" y="173289"/>
                  <a:pt x="311456" y="178289"/>
                  <a:pt x="312070" y="185568"/>
                </a:cubicBezTo>
                <a:cubicBezTo>
                  <a:pt x="312333" y="188813"/>
                  <a:pt x="311193" y="192322"/>
                  <a:pt x="310667" y="196005"/>
                </a:cubicBezTo>
                <a:cubicBezTo>
                  <a:pt x="321981" y="201969"/>
                  <a:pt x="329436" y="211529"/>
                  <a:pt x="331629" y="224861"/>
                </a:cubicBezTo>
                <a:cubicBezTo>
                  <a:pt x="333734" y="238368"/>
                  <a:pt x="328998" y="249594"/>
                  <a:pt x="319438" y="259242"/>
                </a:cubicBezTo>
                <a:cubicBezTo>
                  <a:pt x="320841" y="259681"/>
                  <a:pt x="321893" y="260032"/>
                  <a:pt x="322946" y="260382"/>
                </a:cubicBezTo>
                <a:cubicBezTo>
                  <a:pt x="328471" y="262575"/>
                  <a:pt x="332067" y="267837"/>
                  <a:pt x="332155" y="273889"/>
                </a:cubicBezTo>
                <a:cubicBezTo>
                  <a:pt x="332243" y="279941"/>
                  <a:pt x="328910" y="285905"/>
                  <a:pt x="323209" y="287484"/>
                </a:cubicBezTo>
                <a:cubicBezTo>
                  <a:pt x="318648" y="288712"/>
                  <a:pt x="318122" y="291518"/>
                  <a:pt x="317947" y="295114"/>
                </a:cubicBezTo>
                <a:cubicBezTo>
                  <a:pt x="317859" y="297833"/>
                  <a:pt x="318297" y="300552"/>
                  <a:pt x="318297" y="303271"/>
                </a:cubicBezTo>
                <a:cubicBezTo>
                  <a:pt x="318297" y="305727"/>
                  <a:pt x="319525" y="306779"/>
                  <a:pt x="321893" y="307481"/>
                </a:cubicBezTo>
                <a:cubicBezTo>
                  <a:pt x="329348" y="309674"/>
                  <a:pt x="333295" y="316778"/>
                  <a:pt x="331804" y="324409"/>
                </a:cubicBezTo>
                <a:cubicBezTo>
                  <a:pt x="330489" y="330899"/>
                  <a:pt x="326103" y="334232"/>
                  <a:pt x="320402" y="336337"/>
                </a:cubicBezTo>
                <a:close/>
                <a:moveTo>
                  <a:pt x="87540" y="279239"/>
                </a:moveTo>
                <a:cubicBezTo>
                  <a:pt x="88768" y="279239"/>
                  <a:pt x="89820" y="279239"/>
                  <a:pt x="90961" y="279239"/>
                </a:cubicBezTo>
                <a:cubicBezTo>
                  <a:pt x="165687" y="279239"/>
                  <a:pt x="240413" y="279239"/>
                  <a:pt x="315140" y="279239"/>
                </a:cubicBezTo>
                <a:cubicBezTo>
                  <a:pt x="316017" y="279239"/>
                  <a:pt x="316894" y="279327"/>
                  <a:pt x="317771" y="279152"/>
                </a:cubicBezTo>
                <a:cubicBezTo>
                  <a:pt x="320490" y="278801"/>
                  <a:pt x="322507" y="276520"/>
                  <a:pt x="322244" y="273977"/>
                </a:cubicBezTo>
                <a:cubicBezTo>
                  <a:pt x="321981" y="271258"/>
                  <a:pt x="320490" y="269592"/>
                  <a:pt x="317596" y="269328"/>
                </a:cubicBezTo>
                <a:cubicBezTo>
                  <a:pt x="316543" y="269241"/>
                  <a:pt x="315403" y="269241"/>
                  <a:pt x="314351" y="269241"/>
                </a:cubicBezTo>
                <a:cubicBezTo>
                  <a:pt x="299265" y="269241"/>
                  <a:pt x="284179" y="269241"/>
                  <a:pt x="269094" y="269153"/>
                </a:cubicBezTo>
                <a:cubicBezTo>
                  <a:pt x="267427" y="269153"/>
                  <a:pt x="265235" y="268802"/>
                  <a:pt x="264357" y="267750"/>
                </a:cubicBezTo>
                <a:cubicBezTo>
                  <a:pt x="263305" y="266434"/>
                  <a:pt x="262779" y="263891"/>
                  <a:pt x="263393" y="262487"/>
                </a:cubicBezTo>
                <a:cubicBezTo>
                  <a:pt x="264007" y="261084"/>
                  <a:pt x="266199" y="259593"/>
                  <a:pt x="267778" y="259505"/>
                </a:cubicBezTo>
                <a:cubicBezTo>
                  <a:pt x="276198" y="259242"/>
                  <a:pt x="284618" y="259418"/>
                  <a:pt x="293038" y="259330"/>
                </a:cubicBezTo>
                <a:cubicBezTo>
                  <a:pt x="311719" y="259067"/>
                  <a:pt x="324963" y="243279"/>
                  <a:pt x="321806" y="225387"/>
                </a:cubicBezTo>
                <a:cubicBezTo>
                  <a:pt x="319350" y="211529"/>
                  <a:pt x="307246" y="201969"/>
                  <a:pt x="291985" y="201969"/>
                </a:cubicBezTo>
                <a:cubicBezTo>
                  <a:pt x="200419" y="201969"/>
                  <a:pt x="108853" y="201969"/>
                  <a:pt x="17287" y="201969"/>
                </a:cubicBezTo>
                <a:cubicBezTo>
                  <a:pt x="16673" y="201969"/>
                  <a:pt x="15971" y="201969"/>
                  <a:pt x="15357" y="201969"/>
                </a:cubicBezTo>
                <a:cubicBezTo>
                  <a:pt x="12112" y="202233"/>
                  <a:pt x="10007" y="204338"/>
                  <a:pt x="10095" y="207056"/>
                </a:cubicBezTo>
                <a:cubicBezTo>
                  <a:pt x="10182" y="209688"/>
                  <a:pt x="12200" y="211705"/>
                  <a:pt x="15269" y="211968"/>
                </a:cubicBezTo>
                <a:cubicBezTo>
                  <a:pt x="16497" y="212056"/>
                  <a:pt x="17637" y="211968"/>
                  <a:pt x="18865" y="211968"/>
                </a:cubicBezTo>
                <a:cubicBezTo>
                  <a:pt x="109204" y="211968"/>
                  <a:pt x="199630" y="211968"/>
                  <a:pt x="289968" y="211968"/>
                </a:cubicBezTo>
                <a:cubicBezTo>
                  <a:pt x="291634" y="211968"/>
                  <a:pt x="293213" y="211968"/>
                  <a:pt x="294880" y="212056"/>
                </a:cubicBezTo>
                <a:cubicBezTo>
                  <a:pt x="303036" y="212494"/>
                  <a:pt x="309965" y="218283"/>
                  <a:pt x="311895" y="226089"/>
                </a:cubicBezTo>
                <a:cubicBezTo>
                  <a:pt x="313824" y="234070"/>
                  <a:pt x="310404" y="242227"/>
                  <a:pt x="303475" y="246525"/>
                </a:cubicBezTo>
                <a:cubicBezTo>
                  <a:pt x="299703" y="248893"/>
                  <a:pt x="295494" y="249244"/>
                  <a:pt x="291196" y="249244"/>
                </a:cubicBezTo>
                <a:cubicBezTo>
                  <a:pt x="224889" y="249244"/>
                  <a:pt x="158583" y="249244"/>
                  <a:pt x="92276" y="249244"/>
                </a:cubicBezTo>
                <a:cubicBezTo>
                  <a:pt x="90785" y="249244"/>
                  <a:pt x="89294" y="249244"/>
                  <a:pt x="87803" y="249244"/>
                </a:cubicBezTo>
                <a:cubicBezTo>
                  <a:pt x="87803" y="252840"/>
                  <a:pt x="87803" y="255909"/>
                  <a:pt x="87803" y="259330"/>
                </a:cubicBezTo>
                <a:cubicBezTo>
                  <a:pt x="89470" y="259330"/>
                  <a:pt x="90873" y="259330"/>
                  <a:pt x="92276" y="259330"/>
                </a:cubicBezTo>
                <a:cubicBezTo>
                  <a:pt x="140866" y="259330"/>
                  <a:pt x="189456" y="259330"/>
                  <a:pt x="237958" y="259330"/>
                </a:cubicBezTo>
                <a:cubicBezTo>
                  <a:pt x="239186" y="259330"/>
                  <a:pt x="240326" y="259330"/>
                  <a:pt x="241554" y="259330"/>
                </a:cubicBezTo>
                <a:cubicBezTo>
                  <a:pt x="244623" y="259505"/>
                  <a:pt x="246290" y="261172"/>
                  <a:pt x="246290" y="264066"/>
                </a:cubicBezTo>
                <a:cubicBezTo>
                  <a:pt x="246290" y="266873"/>
                  <a:pt x="244623" y="268802"/>
                  <a:pt x="241729" y="269065"/>
                </a:cubicBezTo>
                <a:cubicBezTo>
                  <a:pt x="240677" y="269153"/>
                  <a:pt x="239536" y="269153"/>
                  <a:pt x="238484" y="269153"/>
                </a:cubicBezTo>
                <a:cubicBezTo>
                  <a:pt x="189719" y="269153"/>
                  <a:pt x="140866" y="269153"/>
                  <a:pt x="92101" y="269153"/>
                </a:cubicBezTo>
                <a:cubicBezTo>
                  <a:pt x="90697" y="269153"/>
                  <a:pt x="89294" y="269153"/>
                  <a:pt x="87715" y="269153"/>
                </a:cubicBezTo>
                <a:cubicBezTo>
                  <a:pt x="87540" y="272661"/>
                  <a:pt x="87540" y="275643"/>
                  <a:pt x="87540" y="279239"/>
                </a:cubicBezTo>
                <a:close/>
                <a:moveTo>
                  <a:pt x="308211" y="289063"/>
                </a:moveTo>
                <a:cubicBezTo>
                  <a:pt x="307597" y="289063"/>
                  <a:pt x="306983" y="289063"/>
                  <a:pt x="306282" y="289063"/>
                </a:cubicBezTo>
                <a:cubicBezTo>
                  <a:pt x="232783" y="289063"/>
                  <a:pt x="159284" y="289063"/>
                  <a:pt x="85786" y="289063"/>
                </a:cubicBezTo>
                <a:cubicBezTo>
                  <a:pt x="84470" y="289063"/>
                  <a:pt x="82979" y="289501"/>
                  <a:pt x="81751" y="290115"/>
                </a:cubicBezTo>
                <a:cubicBezTo>
                  <a:pt x="75349" y="293360"/>
                  <a:pt x="68946" y="296781"/>
                  <a:pt x="62543" y="300114"/>
                </a:cubicBezTo>
                <a:cubicBezTo>
                  <a:pt x="57544" y="302657"/>
                  <a:pt x="54211" y="300640"/>
                  <a:pt x="54124" y="294939"/>
                </a:cubicBezTo>
                <a:cubicBezTo>
                  <a:pt x="54124" y="293097"/>
                  <a:pt x="54124" y="291255"/>
                  <a:pt x="54124" y="289150"/>
                </a:cubicBezTo>
                <a:cubicBezTo>
                  <a:pt x="48160" y="289150"/>
                  <a:pt x="42546" y="288887"/>
                  <a:pt x="36845" y="289238"/>
                </a:cubicBezTo>
                <a:cubicBezTo>
                  <a:pt x="32811" y="289501"/>
                  <a:pt x="29916" y="293448"/>
                  <a:pt x="29741" y="297482"/>
                </a:cubicBezTo>
                <a:cubicBezTo>
                  <a:pt x="29566" y="301517"/>
                  <a:pt x="32285" y="305201"/>
                  <a:pt x="36319" y="306165"/>
                </a:cubicBezTo>
                <a:cubicBezTo>
                  <a:pt x="37898" y="306516"/>
                  <a:pt x="39564" y="306604"/>
                  <a:pt x="41231" y="306604"/>
                </a:cubicBezTo>
                <a:cubicBezTo>
                  <a:pt x="129113" y="306604"/>
                  <a:pt x="216908" y="306604"/>
                  <a:pt x="304790" y="306604"/>
                </a:cubicBezTo>
                <a:cubicBezTo>
                  <a:pt x="305931" y="306604"/>
                  <a:pt x="307159" y="306604"/>
                  <a:pt x="308299" y="306604"/>
                </a:cubicBezTo>
                <a:cubicBezTo>
                  <a:pt x="308211" y="300815"/>
                  <a:pt x="308211" y="295202"/>
                  <a:pt x="308211" y="289063"/>
                </a:cubicBezTo>
                <a:close/>
                <a:moveTo>
                  <a:pt x="193578" y="134873"/>
                </a:moveTo>
                <a:cubicBezTo>
                  <a:pt x="191999" y="134873"/>
                  <a:pt x="190771" y="134873"/>
                  <a:pt x="189631" y="134873"/>
                </a:cubicBezTo>
                <a:cubicBezTo>
                  <a:pt x="146830" y="134873"/>
                  <a:pt x="104117" y="134873"/>
                  <a:pt x="61316" y="134873"/>
                </a:cubicBezTo>
                <a:cubicBezTo>
                  <a:pt x="59912" y="134873"/>
                  <a:pt x="58509" y="134873"/>
                  <a:pt x="57018" y="134961"/>
                </a:cubicBezTo>
                <a:cubicBezTo>
                  <a:pt x="38161" y="136101"/>
                  <a:pt x="25268" y="154432"/>
                  <a:pt x="30969" y="172237"/>
                </a:cubicBezTo>
                <a:cubicBezTo>
                  <a:pt x="34126" y="182235"/>
                  <a:pt x="44037" y="192322"/>
                  <a:pt x="60175" y="192234"/>
                </a:cubicBezTo>
                <a:cubicBezTo>
                  <a:pt x="138498" y="192059"/>
                  <a:pt x="216820" y="192146"/>
                  <a:pt x="295143" y="192146"/>
                </a:cubicBezTo>
                <a:cubicBezTo>
                  <a:pt x="296107" y="192146"/>
                  <a:pt x="297072" y="192146"/>
                  <a:pt x="298125" y="192059"/>
                </a:cubicBezTo>
                <a:cubicBezTo>
                  <a:pt x="300931" y="191795"/>
                  <a:pt x="302247" y="190129"/>
                  <a:pt x="302335" y="187498"/>
                </a:cubicBezTo>
                <a:cubicBezTo>
                  <a:pt x="302422" y="184779"/>
                  <a:pt x="301194" y="182849"/>
                  <a:pt x="298388" y="182235"/>
                </a:cubicBezTo>
                <a:cubicBezTo>
                  <a:pt x="297248" y="181972"/>
                  <a:pt x="296020" y="182148"/>
                  <a:pt x="294792" y="182148"/>
                </a:cubicBezTo>
                <a:cubicBezTo>
                  <a:pt x="217083" y="182148"/>
                  <a:pt x="139463" y="182148"/>
                  <a:pt x="61754" y="182148"/>
                </a:cubicBezTo>
                <a:cubicBezTo>
                  <a:pt x="60000" y="182148"/>
                  <a:pt x="58246" y="182148"/>
                  <a:pt x="56492" y="182060"/>
                </a:cubicBezTo>
                <a:cubicBezTo>
                  <a:pt x="46405" y="181358"/>
                  <a:pt x="38424" y="171623"/>
                  <a:pt x="39740" y="161536"/>
                </a:cubicBezTo>
                <a:cubicBezTo>
                  <a:pt x="41055" y="151275"/>
                  <a:pt x="48773" y="144784"/>
                  <a:pt x="59825" y="144784"/>
                </a:cubicBezTo>
                <a:cubicBezTo>
                  <a:pt x="102626" y="144784"/>
                  <a:pt x="145339" y="144784"/>
                  <a:pt x="188140" y="144784"/>
                </a:cubicBezTo>
                <a:cubicBezTo>
                  <a:pt x="189543" y="144784"/>
                  <a:pt x="190859" y="144784"/>
                  <a:pt x="192175" y="144784"/>
                </a:cubicBezTo>
                <a:cubicBezTo>
                  <a:pt x="192701" y="141276"/>
                  <a:pt x="193139" y="138294"/>
                  <a:pt x="193578" y="134873"/>
                </a:cubicBezTo>
                <a:close/>
                <a:moveTo>
                  <a:pt x="195595" y="124875"/>
                </a:moveTo>
                <a:cubicBezTo>
                  <a:pt x="197612" y="121542"/>
                  <a:pt x="198753" y="117507"/>
                  <a:pt x="201384" y="115578"/>
                </a:cubicBezTo>
                <a:cubicBezTo>
                  <a:pt x="206032" y="112157"/>
                  <a:pt x="205857" y="107947"/>
                  <a:pt x="205681" y="103299"/>
                </a:cubicBezTo>
                <a:cubicBezTo>
                  <a:pt x="205594" y="100755"/>
                  <a:pt x="205681" y="98300"/>
                  <a:pt x="205681" y="95756"/>
                </a:cubicBezTo>
                <a:cubicBezTo>
                  <a:pt x="205681" y="93563"/>
                  <a:pt x="205681" y="91283"/>
                  <a:pt x="205681" y="88827"/>
                </a:cubicBezTo>
                <a:cubicBezTo>
                  <a:pt x="200507" y="90143"/>
                  <a:pt x="195946" y="91195"/>
                  <a:pt x="191473" y="92599"/>
                </a:cubicBezTo>
                <a:cubicBezTo>
                  <a:pt x="174633" y="97949"/>
                  <a:pt x="157881" y="97686"/>
                  <a:pt x="140866" y="92686"/>
                </a:cubicBezTo>
                <a:cubicBezTo>
                  <a:pt x="125517" y="88126"/>
                  <a:pt x="109905" y="84442"/>
                  <a:pt x="94030" y="80232"/>
                </a:cubicBezTo>
                <a:cubicBezTo>
                  <a:pt x="89645" y="95142"/>
                  <a:pt x="85260" y="109965"/>
                  <a:pt x="80787" y="124875"/>
                </a:cubicBezTo>
                <a:cubicBezTo>
                  <a:pt x="119465" y="124875"/>
                  <a:pt x="157618" y="124875"/>
                  <a:pt x="195595" y="124875"/>
                </a:cubicBezTo>
                <a:close/>
                <a:moveTo>
                  <a:pt x="191561" y="154871"/>
                </a:moveTo>
                <a:cubicBezTo>
                  <a:pt x="190420" y="154783"/>
                  <a:pt x="189543" y="154695"/>
                  <a:pt x="188754" y="154695"/>
                </a:cubicBezTo>
                <a:cubicBezTo>
                  <a:pt x="145778" y="154695"/>
                  <a:pt x="102801" y="154695"/>
                  <a:pt x="59737" y="154695"/>
                </a:cubicBezTo>
                <a:cubicBezTo>
                  <a:pt x="58509" y="154695"/>
                  <a:pt x="57281" y="154783"/>
                  <a:pt x="56141" y="155046"/>
                </a:cubicBezTo>
                <a:cubicBezTo>
                  <a:pt x="52019" y="156011"/>
                  <a:pt x="49212" y="159870"/>
                  <a:pt x="49475" y="163992"/>
                </a:cubicBezTo>
                <a:cubicBezTo>
                  <a:pt x="49738" y="168202"/>
                  <a:pt x="52983" y="171710"/>
                  <a:pt x="57106" y="172149"/>
                </a:cubicBezTo>
                <a:cubicBezTo>
                  <a:pt x="58334" y="172324"/>
                  <a:pt x="59474" y="172237"/>
                  <a:pt x="60702" y="172237"/>
                </a:cubicBezTo>
                <a:cubicBezTo>
                  <a:pt x="134639" y="172237"/>
                  <a:pt x="208576" y="172237"/>
                  <a:pt x="282601" y="172237"/>
                </a:cubicBezTo>
                <a:cubicBezTo>
                  <a:pt x="283741" y="172237"/>
                  <a:pt x="284969" y="172237"/>
                  <a:pt x="285933" y="172237"/>
                </a:cubicBezTo>
                <a:cubicBezTo>
                  <a:pt x="285933" y="166185"/>
                  <a:pt x="285933" y="160572"/>
                  <a:pt x="285933" y="154783"/>
                </a:cubicBezTo>
                <a:cubicBezTo>
                  <a:pt x="267340" y="154783"/>
                  <a:pt x="248746" y="154783"/>
                  <a:pt x="229976" y="154783"/>
                </a:cubicBezTo>
                <a:cubicBezTo>
                  <a:pt x="229889" y="155485"/>
                  <a:pt x="229801" y="156011"/>
                  <a:pt x="229801" y="156537"/>
                </a:cubicBezTo>
                <a:cubicBezTo>
                  <a:pt x="229450" y="162063"/>
                  <a:pt x="228222" y="163203"/>
                  <a:pt x="222872" y="163291"/>
                </a:cubicBezTo>
                <a:cubicBezTo>
                  <a:pt x="214452" y="163291"/>
                  <a:pt x="206032" y="163291"/>
                  <a:pt x="197612" y="163291"/>
                </a:cubicBezTo>
                <a:cubicBezTo>
                  <a:pt x="193578" y="163291"/>
                  <a:pt x="192175" y="161887"/>
                  <a:pt x="191824" y="157765"/>
                </a:cubicBezTo>
                <a:cubicBezTo>
                  <a:pt x="191648" y="156976"/>
                  <a:pt x="191648" y="156099"/>
                  <a:pt x="191561" y="154871"/>
                </a:cubicBezTo>
                <a:close/>
                <a:moveTo>
                  <a:pt x="53948" y="269328"/>
                </a:moveTo>
                <a:cubicBezTo>
                  <a:pt x="48160" y="269328"/>
                  <a:pt x="42634" y="269153"/>
                  <a:pt x="37108" y="269328"/>
                </a:cubicBezTo>
                <a:cubicBezTo>
                  <a:pt x="22198" y="269942"/>
                  <a:pt x="10007" y="282748"/>
                  <a:pt x="9919" y="297658"/>
                </a:cubicBezTo>
                <a:cubicBezTo>
                  <a:pt x="9832" y="313796"/>
                  <a:pt x="22724" y="326426"/>
                  <a:pt x="39389" y="326426"/>
                </a:cubicBezTo>
                <a:cubicBezTo>
                  <a:pt x="131394" y="326426"/>
                  <a:pt x="223398" y="326426"/>
                  <a:pt x="315491" y="326426"/>
                </a:cubicBezTo>
                <a:cubicBezTo>
                  <a:pt x="316368" y="326426"/>
                  <a:pt x="317245" y="326514"/>
                  <a:pt x="318122" y="326338"/>
                </a:cubicBezTo>
                <a:cubicBezTo>
                  <a:pt x="320841" y="325724"/>
                  <a:pt x="322420" y="323970"/>
                  <a:pt x="322244" y="321251"/>
                </a:cubicBezTo>
                <a:cubicBezTo>
                  <a:pt x="322069" y="318532"/>
                  <a:pt x="320490" y="316778"/>
                  <a:pt x="317683" y="316603"/>
                </a:cubicBezTo>
                <a:cubicBezTo>
                  <a:pt x="316456" y="316515"/>
                  <a:pt x="315315" y="316515"/>
                  <a:pt x="314087" y="316515"/>
                </a:cubicBezTo>
                <a:cubicBezTo>
                  <a:pt x="223486" y="316515"/>
                  <a:pt x="132885" y="316515"/>
                  <a:pt x="42283" y="316515"/>
                </a:cubicBezTo>
                <a:cubicBezTo>
                  <a:pt x="41055" y="316515"/>
                  <a:pt x="39915" y="316515"/>
                  <a:pt x="38687" y="316515"/>
                </a:cubicBezTo>
                <a:cubicBezTo>
                  <a:pt x="30004" y="315989"/>
                  <a:pt x="23602" y="311428"/>
                  <a:pt x="21146" y="304061"/>
                </a:cubicBezTo>
                <a:cubicBezTo>
                  <a:pt x="17023" y="291694"/>
                  <a:pt x="25443" y="279590"/>
                  <a:pt x="38512" y="279239"/>
                </a:cubicBezTo>
                <a:cubicBezTo>
                  <a:pt x="43599" y="279064"/>
                  <a:pt x="48773" y="279239"/>
                  <a:pt x="54036" y="279239"/>
                </a:cubicBezTo>
                <a:cubicBezTo>
                  <a:pt x="53948" y="275907"/>
                  <a:pt x="53948" y="272837"/>
                  <a:pt x="53948" y="269328"/>
                </a:cubicBezTo>
                <a:close/>
                <a:moveTo>
                  <a:pt x="87628" y="239508"/>
                </a:moveTo>
                <a:cubicBezTo>
                  <a:pt x="89206" y="239508"/>
                  <a:pt x="90610" y="239508"/>
                  <a:pt x="92013" y="239508"/>
                </a:cubicBezTo>
                <a:cubicBezTo>
                  <a:pt x="158232" y="239508"/>
                  <a:pt x="224363" y="239508"/>
                  <a:pt x="290582" y="239508"/>
                </a:cubicBezTo>
                <a:cubicBezTo>
                  <a:pt x="292073" y="239508"/>
                  <a:pt x="293652" y="239508"/>
                  <a:pt x="295143" y="239333"/>
                </a:cubicBezTo>
                <a:cubicBezTo>
                  <a:pt x="299177" y="238719"/>
                  <a:pt x="301808" y="235912"/>
                  <a:pt x="302335" y="231878"/>
                </a:cubicBezTo>
                <a:cubicBezTo>
                  <a:pt x="303124" y="225738"/>
                  <a:pt x="299002" y="221967"/>
                  <a:pt x="291547" y="221967"/>
                </a:cubicBezTo>
                <a:cubicBezTo>
                  <a:pt x="224714" y="221967"/>
                  <a:pt x="157881" y="221967"/>
                  <a:pt x="91048" y="221967"/>
                </a:cubicBezTo>
                <a:cubicBezTo>
                  <a:pt x="89908" y="221967"/>
                  <a:pt x="88768" y="222142"/>
                  <a:pt x="87628" y="222142"/>
                </a:cubicBezTo>
                <a:cubicBezTo>
                  <a:pt x="87628" y="228106"/>
                  <a:pt x="87628" y="233632"/>
                  <a:pt x="87628" y="239508"/>
                </a:cubicBezTo>
                <a:close/>
                <a:moveTo>
                  <a:pt x="238133" y="80320"/>
                </a:moveTo>
                <a:cubicBezTo>
                  <a:pt x="231029" y="82162"/>
                  <a:pt x="224275" y="83828"/>
                  <a:pt x="217522" y="85758"/>
                </a:cubicBezTo>
                <a:cubicBezTo>
                  <a:pt x="216645" y="86021"/>
                  <a:pt x="215680" y="87512"/>
                  <a:pt x="215592" y="88476"/>
                </a:cubicBezTo>
                <a:cubicBezTo>
                  <a:pt x="215417" y="95581"/>
                  <a:pt x="215505" y="102685"/>
                  <a:pt x="215505" y="109789"/>
                </a:cubicBezTo>
                <a:cubicBezTo>
                  <a:pt x="215505" y="110666"/>
                  <a:pt x="215855" y="111894"/>
                  <a:pt x="216469" y="112333"/>
                </a:cubicBezTo>
                <a:cubicBezTo>
                  <a:pt x="220592" y="115052"/>
                  <a:pt x="222784" y="119086"/>
                  <a:pt x="224626" y="123559"/>
                </a:cubicBezTo>
                <a:cubicBezTo>
                  <a:pt x="224889" y="124261"/>
                  <a:pt x="226030" y="125050"/>
                  <a:pt x="226731" y="125050"/>
                </a:cubicBezTo>
                <a:cubicBezTo>
                  <a:pt x="234800" y="125138"/>
                  <a:pt x="242869" y="125138"/>
                  <a:pt x="251377" y="125138"/>
                </a:cubicBezTo>
                <a:cubicBezTo>
                  <a:pt x="246904" y="109965"/>
                  <a:pt x="242606" y="95318"/>
                  <a:pt x="238133" y="80320"/>
                </a:cubicBezTo>
                <a:close/>
                <a:moveTo>
                  <a:pt x="64298" y="222142"/>
                </a:moveTo>
                <a:cubicBezTo>
                  <a:pt x="64298" y="244244"/>
                  <a:pt x="64298" y="265908"/>
                  <a:pt x="64298" y="288098"/>
                </a:cubicBezTo>
                <a:cubicBezTo>
                  <a:pt x="68157" y="286081"/>
                  <a:pt x="71577" y="284151"/>
                  <a:pt x="75086" y="282572"/>
                </a:cubicBezTo>
                <a:cubicBezTo>
                  <a:pt x="77103" y="281607"/>
                  <a:pt x="77629" y="280380"/>
                  <a:pt x="77629" y="278275"/>
                </a:cubicBezTo>
                <a:cubicBezTo>
                  <a:pt x="77541" y="260558"/>
                  <a:pt x="77541" y="242841"/>
                  <a:pt x="77541" y="225124"/>
                </a:cubicBezTo>
                <a:cubicBezTo>
                  <a:pt x="77541" y="224159"/>
                  <a:pt x="77454" y="223195"/>
                  <a:pt x="77366" y="222142"/>
                </a:cubicBezTo>
                <a:cubicBezTo>
                  <a:pt x="72893" y="222142"/>
                  <a:pt x="68683" y="222142"/>
                  <a:pt x="64298" y="222142"/>
                </a:cubicBezTo>
                <a:close/>
                <a:moveTo>
                  <a:pt x="227696" y="134873"/>
                </a:moveTo>
                <a:cubicBezTo>
                  <a:pt x="228222" y="138469"/>
                  <a:pt x="228661" y="141539"/>
                  <a:pt x="229099" y="144697"/>
                </a:cubicBezTo>
                <a:cubicBezTo>
                  <a:pt x="230064" y="144784"/>
                  <a:pt x="230678" y="144784"/>
                  <a:pt x="231292" y="144784"/>
                </a:cubicBezTo>
                <a:cubicBezTo>
                  <a:pt x="252956" y="144784"/>
                  <a:pt x="274619" y="144784"/>
                  <a:pt x="296283" y="144784"/>
                </a:cubicBezTo>
                <a:cubicBezTo>
                  <a:pt x="296897" y="144784"/>
                  <a:pt x="297598" y="144784"/>
                  <a:pt x="298212" y="144697"/>
                </a:cubicBezTo>
                <a:cubicBezTo>
                  <a:pt x="300756" y="144346"/>
                  <a:pt x="302159" y="142767"/>
                  <a:pt x="302422" y="140311"/>
                </a:cubicBezTo>
                <a:cubicBezTo>
                  <a:pt x="302686" y="137856"/>
                  <a:pt x="301545" y="136014"/>
                  <a:pt x="299177" y="135224"/>
                </a:cubicBezTo>
                <a:cubicBezTo>
                  <a:pt x="297949" y="134786"/>
                  <a:pt x="296634" y="134786"/>
                  <a:pt x="295318" y="134786"/>
                </a:cubicBezTo>
                <a:cubicBezTo>
                  <a:pt x="274005" y="134786"/>
                  <a:pt x="252692" y="134786"/>
                  <a:pt x="231292" y="134786"/>
                </a:cubicBezTo>
                <a:cubicBezTo>
                  <a:pt x="230327" y="134873"/>
                  <a:pt x="229275" y="134873"/>
                  <a:pt x="227696" y="134873"/>
                </a:cubicBezTo>
                <a:close/>
                <a:moveTo>
                  <a:pt x="54036" y="222142"/>
                </a:moveTo>
                <a:cubicBezTo>
                  <a:pt x="43686" y="222142"/>
                  <a:pt x="33776" y="222142"/>
                  <a:pt x="23952" y="222142"/>
                </a:cubicBezTo>
                <a:cubicBezTo>
                  <a:pt x="23952" y="228018"/>
                  <a:pt x="23952" y="233632"/>
                  <a:pt x="23952" y="239157"/>
                </a:cubicBezTo>
                <a:cubicBezTo>
                  <a:pt x="33951" y="239157"/>
                  <a:pt x="43950" y="239157"/>
                  <a:pt x="54036" y="239157"/>
                </a:cubicBezTo>
                <a:cubicBezTo>
                  <a:pt x="54036" y="233456"/>
                  <a:pt x="54036" y="228018"/>
                  <a:pt x="54036" y="222142"/>
                </a:cubicBezTo>
                <a:close/>
                <a:moveTo>
                  <a:pt x="53948" y="249594"/>
                </a:moveTo>
                <a:cubicBezTo>
                  <a:pt x="53071" y="249507"/>
                  <a:pt x="52457" y="249331"/>
                  <a:pt x="51843" y="249331"/>
                </a:cubicBezTo>
                <a:cubicBezTo>
                  <a:pt x="39915" y="249331"/>
                  <a:pt x="28075" y="249331"/>
                  <a:pt x="16146" y="249331"/>
                </a:cubicBezTo>
                <a:cubicBezTo>
                  <a:pt x="15269" y="249331"/>
                  <a:pt x="14217" y="249244"/>
                  <a:pt x="13603" y="249682"/>
                </a:cubicBezTo>
                <a:cubicBezTo>
                  <a:pt x="12287" y="250647"/>
                  <a:pt x="10621" y="251875"/>
                  <a:pt x="10270" y="253278"/>
                </a:cubicBezTo>
                <a:cubicBezTo>
                  <a:pt x="9919" y="254681"/>
                  <a:pt x="10621" y="256874"/>
                  <a:pt x="11673" y="257927"/>
                </a:cubicBezTo>
                <a:cubicBezTo>
                  <a:pt x="12726" y="258979"/>
                  <a:pt x="14831" y="259330"/>
                  <a:pt x="16497" y="259330"/>
                </a:cubicBezTo>
                <a:cubicBezTo>
                  <a:pt x="27022" y="259418"/>
                  <a:pt x="37635" y="259418"/>
                  <a:pt x="48247" y="259418"/>
                </a:cubicBezTo>
                <a:cubicBezTo>
                  <a:pt x="50089" y="259418"/>
                  <a:pt x="51931" y="259418"/>
                  <a:pt x="53948" y="259418"/>
                </a:cubicBezTo>
                <a:cubicBezTo>
                  <a:pt x="53948" y="255909"/>
                  <a:pt x="53948" y="252840"/>
                  <a:pt x="53948" y="249594"/>
                </a:cubicBezTo>
                <a:close/>
                <a:moveTo>
                  <a:pt x="219802" y="153292"/>
                </a:moveTo>
                <a:cubicBezTo>
                  <a:pt x="219627" y="150398"/>
                  <a:pt x="219715" y="147766"/>
                  <a:pt x="219188" y="145398"/>
                </a:cubicBezTo>
                <a:cubicBezTo>
                  <a:pt x="217610" y="138206"/>
                  <a:pt x="215943" y="131014"/>
                  <a:pt x="214014" y="123910"/>
                </a:cubicBezTo>
                <a:cubicBezTo>
                  <a:pt x="213663" y="122682"/>
                  <a:pt x="211909" y="121103"/>
                  <a:pt x="210593" y="120928"/>
                </a:cubicBezTo>
                <a:cubicBezTo>
                  <a:pt x="209628" y="120753"/>
                  <a:pt x="207962" y="122419"/>
                  <a:pt x="207436" y="123647"/>
                </a:cubicBezTo>
                <a:cubicBezTo>
                  <a:pt x="202875" y="132944"/>
                  <a:pt x="202261" y="143030"/>
                  <a:pt x="201559" y="153292"/>
                </a:cubicBezTo>
                <a:cubicBezTo>
                  <a:pt x="207786" y="153292"/>
                  <a:pt x="213575" y="153292"/>
                  <a:pt x="219802" y="153292"/>
                </a:cubicBezTo>
                <a:close/>
                <a:moveTo>
                  <a:pt x="160863" y="41378"/>
                </a:moveTo>
                <a:cubicBezTo>
                  <a:pt x="160863" y="41378"/>
                  <a:pt x="160863" y="41378"/>
                  <a:pt x="160863" y="41378"/>
                </a:cubicBezTo>
                <a:cubicBezTo>
                  <a:pt x="160863" y="42167"/>
                  <a:pt x="160863" y="42869"/>
                  <a:pt x="160863" y="43658"/>
                </a:cubicBezTo>
                <a:cubicBezTo>
                  <a:pt x="160863" y="48219"/>
                  <a:pt x="161740" y="49008"/>
                  <a:pt x="166389" y="48745"/>
                </a:cubicBezTo>
                <a:cubicBezTo>
                  <a:pt x="167266" y="48657"/>
                  <a:pt x="168231" y="48570"/>
                  <a:pt x="168932" y="48219"/>
                </a:cubicBezTo>
                <a:cubicBezTo>
                  <a:pt x="169546" y="47868"/>
                  <a:pt x="170423" y="47079"/>
                  <a:pt x="170423" y="46552"/>
                </a:cubicBezTo>
                <a:cubicBezTo>
                  <a:pt x="170511" y="43044"/>
                  <a:pt x="170599" y="39536"/>
                  <a:pt x="170248" y="36115"/>
                </a:cubicBezTo>
                <a:cubicBezTo>
                  <a:pt x="169985" y="33484"/>
                  <a:pt x="168055" y="32168"/>
                  <a:pt x="165424" y="32256"/>
                </a:cubicBezTo>
                <a:cubicBezTo>
                  <a:pt x="162793" y="32344"/>
                  <a:pt x="161214" y="33923"/>
                  <a:pt x="160951" y="36554"/>
                </a:cubicBezTo>
                <a:cubicBezTo>
                  <a:pt x="160775" y="38133"/>
                  <a:pt x="160863" y="39711"/>
                  <a:pt x="160863" y="41378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629126557" name="Google Shape;783;p7"/>
          <p:cNvSpPr txBox="1"/>
          <p:nvPr/>
        </p:nvSpPr>
        <p:spPr bwMode="auto">
          <a:xfrm>
            <a:off x="10681522" y="6397891"/>
            <a:ext cx="11214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pPr>
            <a:r>
              <a:rPr lang="en-US" sz="14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</a:rPr>
              <a:t>Recognitions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grpSp>
        <p:nvGrpSpPr>
          <p:cNvPr id="922128931" name="Google Shape;784;p7"/>
          <p:cNvGrpSpPr/>
          <p:nvPr/>
        </p:nvGrpSpPr>
        <p:grpSpPr bwMode="auto">
          <a:xfrm>
            <a:off x="10399521" y="6312157"/>
            <a:ext cx="318276" cy="423136"/>
            <a:chOff x="4890592" y="1835560"/>
            <a:chExt cx="2409354" cy="3203147"/>
          </a:xfrm>
        </p:grpSpPr>
        <p:sp>
          <p:nvSpPr>
            <p:cNvPr id="785" name="Google Shape;785;p7"/>
            <p:cNvSpPr/>
            <p:nvPr/>
          </p:nvSpPr>
          <p:spPr bwMode="auto">
            <a:xfrm>
              <a:off x="4890592" y="1835560"/>
              <a:ext cx="2409354" cy="3203147"/>
            </a:xfrm>
            <a:custGeom>
              <a:avLst/>
              <a:gdLst/>
              <a:ahLst/>
              <a:cxnLst/>
              <a:rect l="l" t="t" r="r" b="b"/>
              <a:pathLst>
                <a:path w="2409354" h="3203147" fill="norm" stroke="1" extrusionOk="0">
                  <a:moveTo>
                    <a:pt x="692010" y="2856454"/>
                  </a:moveTo>
                  <a:cubicBezTo>
                    <a:pt x="692010" y="2680241"/>
                    <a:pt x="691057" y="2504981"/>
                    <a:pt x="692962" y="2328769"/>
                  </a:cubicBezTo>
                  <a:cubicBezTo>
                    <a:pt x="692962" y="2304956"/>
                    <a:pt x="685342" y="2293526"/>
                    <a:pt x="664387" y="2283049"/>
                  </a:cubicBezTo>
                  <a:cubicBezTo>
                    <a:pt x="208140" y="2034446"/>
                    <a:pt x="-11888" y="1647731"/>
                    <a:pt x="495" y="1128619"/>
                  </a:cubicBezTo>
                  <a:cubicBezTo>
                    <a:pt x="1447" y="1102901"/>
                    <a:pt x="4305" y="1076231"/>
                    <a:pt x="8115" y="1050514"/>
                  </a:cubicBezTo>
                  <a:cubicBezTo>
                    <a:pt x="12877" y="1017176"/>
                    <a:pt x="33832" y="998126"/>
                    <a:pt x="61455" y="1000031"/>
                  </a:cubicBezTo>
                  <a:cubicBezTo>
                    <a:pt x="90982" y="1001936"/>
                    <a:pt x="110032" y="1025749"/>
                    <a:pt x="106222" y="1060991"/>
                  </a:cubicBezTo>
                  <a:cubicBezTo>
                    <a:pt x="93840" y="1168624"/>
                    <a:pt x="91935" y="1277209"/>
                    <a:pt x="111937" y="1383889"/>
                  </a:cubicBezTo>
                  <a:cubicBezTo>
                    <a:pt x="184327" y="1773461"/>
                    <a:pt x="398640" y="2057306"/>
                    <a:pt x="761542" y="2218279"/>
                  </a:cubicBezTo>
                  <a:cubicBezTo>
                    <a:pt x="1309230" y="2460214"/>
                    <a:pt x="1943595" y="2222089"/>
                    <a:pt x="2202675" y="1682021"/>
                  </a:cubicBezTo>
                  <a:cubicBezTo>
                    <a:pt x="2520810" y="1019081"/>
                    <a:pt x="2107425" y="229459"/>
                    <a:pt x="1383525" y="113254"/>
                  </a:cubicBezTo>
                  <a:cubicBezTo>
                    <a:pt x="1240650" y="90394"/>
                    <a:pt x="1099680" y="93251"/>
                    <a:pt x="958710" y="126589"/>
                  </a:cubicBezTo>
                  <a:cubicBezTo>
                    <a:pt x="952995" y="127541"/>
                    <a:pt x="947280" y="129446"/>
                    <a:pt x="941565" y="129446"/>
                  </a:cubicBezTo>
                  <a:cubicBezTo>
                    <a:pt x="907275" y="134209"/>
                    <a:pt x="884415" y="120874"/>
                    <a:pt x="877747" y="93251"/>
                  </a:cubicBezTo>
                  <a:cubicBezTo>
                    <a:pt x="871080" y="66581"/>
                    <a:pt x="887272" y="40864"/>
                    <a:pt x="920610" y="34196"/>
                  </a:cubicBezTo>
                  <a:cubicBezTo>
                    <a:pt x="987285" y="21814"/>
                    <a:pt x="1053960" y="6574"/>
                    <a:pt x="1120635" y="2764"/>
                  </a:cubicBezTo>
                  <a:cubicBezTo>
                    <a:pt x="1718805" y="-37241"/>
                    <a:pt x="2249347" y="360904"/>
                    <a:pt x="2380792" y="947644"/>
                  </a:cubicBezTo>
                  <a:cubicBezTo>
                    <a:pt x="2498902" y="1476281"/>
                    <a:pt x="2242680" y="2025874"/>
                    <a:pt x="1760715" y="2273524"/>
                  </a:cubicBezTo>
                  <a:cubicBezTo>
                    <a:pt x="1726425" y="2291621"/>
                    <a:pt x="1714042" y="2308766"/>
                    <a:pt x="1714995" y="2347819"/>
                  </a:cubicBezTo>
                  <a:cubicBezTo>
                    <a:pt x="1715947" y="2481169"/>
                    <a:pt x="1715947" y="2614519"/>
                    <a:pt x="1715947" y="2747869"/>
                  </a:cubicBezTo>
                  <a:cubicBezTo>
                    <a:pt x="1715947" y="2809781"/>
                    <a:pt x="1715947" y="2871694"/>
                    <a:pt x="1715947" y="2933606"/>
                  </a:cubicBezTo>
                  <a:cubicBezTo>
                    <a:pt x="1715947" y="2970754"/>
                    <a:pt x="1715947" y="3007901"/>
                    <a:pt x="1715947" y="3044096"/>
                  </a:cubicBezTo>
                  <a:cubicBezTo>
                    <a:pt x="1715947" y="3089816"/>
                    <a:pt x="1730235" y="3163159"/>
                    <a:pt x="1687372" y="3195544"/>
                  </a:cubicBezTo>
                  <a:cubicBezTo>
                    <a:pt x="1665465" y="3212689"/>
                    <a:pt x="1642605" y="3197449"/>
                    <a:pt x="1623555" y="3183161"/>
                  </a:cubicBezTo>
                  <a:cubicBezTo>
                    <a:pt x="1519732" y="3104104"/>
                    <a:pt x="1414957" y="3025999"/>
                    <a:pt x="1310182" y="2947894"/>
                  </a:cubicBezTo>
                  <a:cubicBezTo>
                    <a:pt x="1291132" y="2933606"/>
                    <a:pt x="1272082" y="2919319"/>
                    <a:pt x="1253032" y="2905031"/>
                  </a:cubicBezTo>
                  <a:cubicBezTo>
                    <a:pt x="1203502" y="2867884"/>
                    <a:pt x="1203502" y="2867884"/>
                    <a:pt x="1153020" y="2905984"/>
                  </a:cubicBezTo>
                  <a:cubicBezTo>
                    <a:pt x="1031100" y="2997424"/>
                    <a:pt x="910132" y="3087911"/>
                    <a:pt x="788212" y="3179351"/>
                  </a:cubicBezTo>
                  <a:cubicBezTo>
                    <a:pt x="768210" y="3194591"/>
                    <a:pt x="747255" y="3209831"/>
                    <a:pt x="720585" y="3197449"/>
                  </a:cubicBezTo>
                  <a:cubicBezTo>
                    <a:pt x="692010" y="3184114"/>
                    <a:pt x="691057" y="3157444"/>
                    <a:pt x="691057" y="3130774"/>
                  </a:cubicBezTo>
                  <a:cubicBezTo>
                    <a:pt x="692010" y="2957419"/>
                    <a:pt x="692010" y="3030761"/>
                    <a:pt x="692010" y="2856454"/>
                  </a:cubicBezTo>
                  <a:close/>
                  <a:moveTo>
                    <a:pt x="793927" y="2340199"/>
                  </a:moveTo>
                  <a:cubicBezTo>
                    <a:pt x="793927" y="2662144"/>
                    <a:pt x="793927" y="2732629"/>
                    <a:pt x="793927" y="3054574"/>
                  </a:cubicBezTo>
                  <a:cubicBezTo>
                    <a:pt x="918705" y="2961229"/>
                    <a:pt x="1038720" y="2870741"/>
                    <a:pt x="1159687" y="2780254"/>
                  </a:cubicBezTo>
                  <a:cubicBezTo>
                    <a:pt x="1196835" y="2752631"/>
                    <a:pt x="1211122" y="2752631"/>
                    <a:pt x="1248270" y="2779301"/>
                  </a:cubicBezTo>
                  <a:cubicBezTo>
                    <a:pt x="1342567" y="2849786"/>
                    <a:pt x="1435912" y="2920271"/>
                    <a:pt x="1530210" y="2990756"/>
                  </a:cubicBezTo>
                  <a:cubicBezTo>
                    <a:pt x="1556880" y="3010759"/>
                    <a:pt x="1584502" y="3030761"/>
                    <a:pt x="1614982" y="3053621"/>
                  </a:cubicBezTo>
                  <a:cubicBezTo>
                    <a:pt x="1614982" y="2730724"/>
                    <a:pt x="1614982" y="2659286"/>
                    <a:pt x="1614982" y="2339246"/>
                  </a:cubicBezTo>
                  <a:cubicBezTo>
                    <a:pt x="1340662" y="2434496"/>
                    <a:pt x="1068247" y="2434496"/>
                    <a:pt x="793927" y="2340199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786" name="Google Shape;786;p7"/>
            <p:cNvSpPr/>
            <p:nvPr/>
          </p:nvSpPr>
          <p:spPr bwMode="auto">
            <a:xfrm>
              <a:off x="5208261" y="2153600"/>
              <a:ext cx="1773563" cy="1773558"/>
            </a:xfrm>
            <a:custGeom>
              <a:avLst/>
              <a:gdLst/>
              <a:ahLst/>
              <a:cxnLst/>
              <a:rect l="l" t="t" r="r" b="b"/>
              <a:pathLst>
                <a:path w="1773563" h="1773558" fill="norm" stroke="1" extrusionOk="0">
                  <a:moveTo>
                    <a:pt x="886784" y="2"/>
                  </a:moveTo>
                  <a:cubicBezTo>
                    <a:pt x="1375417" y="-951"/>
                    <a:pt x="1774514" y="397194"/>
                    <a:pt x="1773562" y="884874"/>
                  </a:cubicBezTo>
                  <a:cubicBezTo>
                    <a:pt x="1772609" y="1377317"/>
                    <a:pt x="1378274" y="1772604"/>
                    <a:pt x="886784" y="1773557"/>
                  </a:cubicBezTo>
                  <a:cubicBezTo>
                    <a:pt x="399104" y="1774509"/>
                    <a:pt x="959" y="1377317"/>
                    <a:pt x="7" y="887732"/>
                  </a:cubicBezTo>
                  <a:cubicBezTo>
                    <a:pt x="-1898" y="398147"/>
                    <a:pt x="395294" y="954"/>
                    <a:pt x="886784" y="2"/>
                  </a:cubicBezTo>
                  <a:close/>
                  <a:moveTo>
                    <a:pt x="883927" y="1675449"/>
                  </a:moveTo>
                  <a:cubicBezTo>
                    <a:pt x="1311599" y="1681164"/>
                    <a:pt x="1667834" y="1329692"/>
                    <a:pt x="1675454" y="896304"/>
                  </a:cubicBezTo>
                  <a:cubicBezTo>
                    <a:pt x="1682122" y="462917"/>
                    <a:pt x="1330649" y="103824"/>
                    <a:pt x="892499" y="98109"/>
                  </a:cubicBezTo>
                  <a:cubicBezTo>
                    <a:pt x="464827" y="92394"/>
                    <a:pt x="101924" y="446724"/>
                    <a:pt x="98114" y="874397"/>
                  </a:cubicBezTo>
                  <a:cubicBezTo>
                    <a:pt x="93352" y="1316357"/>
                    <a:pt x="440062" y="1669734"/>
                    <a:pt x="883927" y="1675449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787" name="Google Shape;787;p7"/>
            <p:cNvSpPr/>
            <p:nvPr/>
          </p:nvSpPr>
          <p:spPr bwMode="auto">
            <a:xfrm>
              <a:off x="5004953" y="2365795"/>
              <a:ext cx="180456" cy="218580"/>
            </a:xfrm>
            <a:custGeom>
              <a:avLst/>
              <a:gdLst/>
              <a:ahLst/>
              <a:cxnLst/>
              <a:rect l="l" t="t" r="r" b="b"/>
              <a:pathLst>
                <a:path w="180456" h="218580" fill="norm" stroke="1" extrusionOk="0">
                  <a:moveTo>
                    <a:pt x="180456" y="42124"/>
                  </a:moveTo>
                  <a:cubicBezTo>
                    <a:pt x="142356" y="103084"/>
                    <a:pt x="108066" y="160234"/>
                    <a:pt x="69014" y="214527"/>
                  </a:cubicBezTo>
                  <a:cubicBezTo>
                    <a:pt x="63299" y="222147"/>
                    <a:pt x="28056" y="218337"/>
                    <a:pt x="15674" y="208812"/>
                  </a:cubicBezTo>
                  <a:cubicBezTo>
                    <a:pt x="4244" y="198334"/>
                    <a:pt x="-4329" y="169759"/>
                    <a:pt x="2339" y="156424"/>
                  </a:cubicBezTo>
                  <a:cubicBezTo>
                    <a:pt x="25199" y="107847"/>
                    <a:pt x="52821" y="60222"/>
                    <a:pt x="83301" y="15454"/>
                  </a:cubicBezTo>
                  <a:cubicBezTo>
                    <a:pt x="91874" y="3072"/>
                    <a:pt x="121401" y="-2643"/>
                    <a:pt x="138546" y="1167"/>
                  </a:cubicBezTo>
                  <a:cubicBezTo>
                    <a:pt x="153786" y="3072"/>
                    <a:pt x="164264" y="24027"/>
                    <a:pt x="180456" y="42124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788" name="Google Shape;788;p7"/>
            <p:cNvSpPr/>
            <p:nvPr/>
          </p:nvSpPr>
          <p:spPr bwMode="auto">
            <a:xfrm>
              <a:off x="5307873" y="2016318"/>
              <a:ext cx="216625" cy="183988"/>
            </a:xfrm>
            <a:custGeom>
              <a:avLst/>
              <a:gdLst/>
              <a:ahLst/>
              <a:cxnLst/>
              <a:rect l="l" t="t" r="r" b="b"/>
              <a:pathLst>
                <a:path w="216625" h="183988" fill="norm" stroke="1" extrusionOk="0">
                  <a:moveTo>
                    <a:pt x="216626" y="57274"/>
                  </a:moveTo>
                  <a:cubicBezTo>
                    <a:pt x="210911" y="64894"/>
                    <a:pt x="203291" y="81086"/>
                    <a:pt x="190908" y="91564"/>
                  </a:cubicBezTo>
                  <a:cubicBezTo>
                    <a:pt x="156618" y="119186"/>
                    <a:pt x="120423" y="143951"/>
                    <a:pt x="85181" y="169669"/>
                  </a:cubicBezTo>
                  <a:cubicBezTo>
                    <a:pt x="57558" y="189671"/>
                    <a:pt x="30888" y="188719"/>
                    <a:pt x="11838" y="166811"/>
                  </a:cubicBezTo>
                  <a:cubicBezTo>
                    <a:pt x="-7212" y="143951"/>
                    <a:pt x="-3402" y="113471"/>
                    <a:pt x="24221" y="92516"/>
                  </a:cubicBezTo>
                  <a:cubicBezTo>
                    <a:pt x="61368" y="62989"/>
                    <a:pt x="99468" y="34414"/>
                    <a:pt x="139473" y="9649"/>
                  </a:cubicBezTo>
                  <a:cubicBezTo>
                    <a:pt x="173763" y="-14164"/>
                    <a:pt x="215673" y="7744"/>
                    <a:pt x="216626" y="57274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789" name="Google Shape;789;p7"/>
            <p:cNvSpPr/>
            <p:nvPr/>
          </p:nvSpPr>
          <p:spPr bwMode="auto">
            <a:xfrm>
              <a:off x="5601955" y="2523901"/>
              <a:ext cx="982825" cy="938660"/>
            </a:xfrm>
            <a:custGeom>
              <a:avLst/>
              <a:gdLst/>
              <a:ahLst/>
              <a:cxnLst/>
              <a:rect l="l" t="t" r="r" b="b"/>
              <a:pathLst>
                <a:path w="982825" h="938660" fill="norm" stroke="1" extrusionOk="0">
                  <a:moveTo>
                    <a:pt x="171147" y="873666"/>
                  </a:moveTo>
                  <a:cubicBezTo>
                    <a:pt x="183529" y="800323"/>
                    <a:pt x="196864" y="719361"/>
                    <a:pt x="212104" y="639351"/>
                  </a:cubicBezTo>
                  <a:cubicBezTo>
                    <a:pt x="216867" y="613633"/>
                    <a:pt x="213057" y="595536"/>
                    <a:pt x="193054" y="576486"/>
                  </a:cubicBezTo>
                  <a:cubicBezTo>
                    <a:pt x="135904" y="524098"/>
                    <a:pt x="82564" y="468853"/>
                    <a:pt x="26367" y="415513"/>
                  </a:cubicBezTo>
                  <a:cubicBezTo>
                    <a:pt x="8269" y="398368"/>
                    <a:pt x="-6018" y="379318"/>
                    <a:pt x="2554" y="352648"/>
                  </a:cubicBezTo>
                  <a:cubicBezTo>
                    <a:pt x="12079" y="326931"/>
                    <a:pt x="33987" y="320263"/>
                    <a:pt x="58752" y="316453"/>
                  </a:cubicBezTo>
                  <a:cubicBezTo>
                    <a:pt x="137809" y="305976"/>
                    <a:pt x="215914" y="294546"/>
                    <a:pt x="294972" y="281211"/>
                  </a:cubicBezTo>
                  <a:cubicBezTo>
                    <a:pt x="309259" y="278353"/>
                    <a:pt x="327357" y="265971"/>
                    <a:pt x="334024" y="253588"/>
                  </a:cubicBezTo>
                  <a:cubicBezTo>
                    <a:pt x="371172" y="183103"/>
                    <a:pt x="405462" y="111666"/>
                    <a:pt x="440704" y="40228"/>
                  </a:cubicBezTo>
                  <a:cubicBezTo>
                    <a:pt x="452134" y="17368"/>
                    <a:pt x="467374" y="-5492"/>
                    <a:pt x="493092" y="1176"/>
                  </a:cubicBezTo>
                  <a:cubicBezTo>
                    <a:pt x="513094" y="5938"/>
                    <a:pt x="535002" y="24036"/>
                    <a:pt x="544527" y="42133"/>
                  </a:cubicBezTo>
                  <a:cubicBezTo>
                    <a:pt x="580722" y="108808"/>
                    <a:pt x="614059" y="177388"/>
                    <a:pt x="646444" y="245968"/>
                  </a:cubicBezTo>
                  <a:cubicBezTo>
                    <a:pt x="657874" y="269781"/>
                    <a:pt x="670257" y="281211"/>
                    <a:pt x="698832" y="285021"/>
                  </a:cubicBezTo>
                  <a:cubicBezTo>
                    <a:pt x="776937" y="293593"/>
                    <a:pt x="854089" y="305023"/>
                    <a:pt x="931242" y="319311"/>
                  </a:cubicBezTo>
                  <a:cubicBezTo>
                    <a:pt x="950292" y="323121"/>
                    <a:pt x="976009" y="339313"/>
                    <a:pt x="981724" y="354553"/>
                  </a:cubicBezTo>
                  <a:cubicBezTo>
                    <a:pt x="986487" y="370746"/>
                    <a:pt x="975057" y="398368"/>
                    <a:pt x="961722" y="412656"/>
                  </a:cubicBezTo>
                  <a:cubicBezTo>
                    <a:pt x="906477" y="469806"/>
                    <a:pt x="849327" y="525051"/>
                    <a:pt x="791224" y="579343"/>
                  </a:cubicBezTo>
                  <a:cubicBezTo>
                    <a:pt x="774079" y="595536"/>
                    <a:pt x="769317" y="610776"/>
                    <a:pt x="774079" y="632683"/>
                  </a:cubicBezTo>
                  <a:cubicBezTo>
                    <a:pt x="788367" y="706978"/>
                    <a:pt x="800749" y="782226"/>
                    <a:pt x="813132" y="857473"/>
                  </a:cubicBezTo>
                  <a:cubicBezTo>
                    <a:pt x="815989" y="874618"/>
                    <a:pt x="816942" y="893668"/>
                    <a:pt x="812179" y="909861"/>
                  </a:cubicBezTo>
                  <a:cubicBezTo>
                    <a:pt x="803607" y="938436"/>
                    <a:pt x="770269" y="947008"/>
                    <a:pt x="736932" y="929863"/>
                  </a:cubicBezTo>
                  <a:cubicBezTo>
                    <a:pt x="664542" y="892716"/>
                    <a:pt x="591199" y="854616"/>
                    <a:pt x="519762" y="815563"/>
                  </a:cubicBezTo>
                  <a:cubicBezTo>
                    <a:pt x="500712" y="805086"/>
                    <a:pt x="486424" y="806038"/>
                    <a:pt x="467374" y="816516"/>
                  </a:cubicBezTo>
                  <a:cubicBezTo>
                    <a:pt x="395937" y="855568"/>
                    <a:pt x="322594" y="893668"/>
                    <a:pt x="250204" y="930816"/>
                  </a:cubicBezTo>
                  <a:cubicBezTo>
                    <a:pt x="204484" y="951771"/>
                    <a:pt x="169242" y="928911"/>
                    <a:pt x="171147" y="873666"/>
                  </a:cubicBezTo>
                  <a:close/>
                  <a:moveTo>
                    <a:pt x="820752" y="401226"/>
                  </a:moveTo>
                  <a:cubicBezTo>
                    <a:pt x="763602" y="392653"/>
                    <a:pt x="705499" y="381223"/>
                    <a:pt x="646444" y="375508"/>
                  </a:cubicBezTo>
                  <a:cubicBezTo>
                    <a:pt x="609297" y="371698"/>
                    <a:pt x="589294" y="355506"/>
                    <a:pt x="574054" y="322168"/>
                  </a:cubicBezTo>
                  <a:cubicBezTo>
                    <a:pt x="550242" y="268828"/>
                    <a:pt x="522619" y="216441"/>
                    <a:pt x="492139" y="156433"/>
                  </a:cubicBezTo>
                  <a:cubicBezTo>
                    <a:pt x="468327" y="205963"/>
                    <a:pt x="443562" y="245968"/>
                    <a:pt x="427369" y="289783"/>
                  </a:cubicBezTo>
                  <a:cubicBezTo>
                    <a:pt x="405462" y="351696"/>
                    <a:pt x="365457" y="382176"/>
                    <a:pt x="299734" y="380271"/>
                  </a:cubicBezTo>
                  <a:cubicBezTo>
                    <a:pt x="297829" y="380271"/>
                    <a:pt x="294972" y="380271"/>
                    <a:pt x="293067" y="381223"/>
                  </a:cubicBezTo>
                  <a:cubicBezTo>
                    <a:pt x="249252" y="387891"/>
                    <a:pt x="205437" y="394558"/>
                    <a:pt x="164479" y="401226"/>
                  </a:cubicBezTo>
                  <a:cubicBezTo>
                    <a:pt x="209247" y="447898"/>
                    <a:pt x="251157" y="492666"/>
                    <a:pt x="294019" y="536481"/>
                  </a:cubicBezTo>
                  <a:cubicBezTo>
                    <a:pt x="314022" y="556483"/>
                    <a:pt x="322594" y="577438"/>
                    <a:pt x="316879" y="606013"/>
                  </a:cubicBezTo>
                  <a:cubicBezTo>
                    <a:pt x="304497" y="666973"/>
                    <a:pt x="295924" y="729838"/>
                    <a:pt x="284494" y="797466"/>
                  </a:cubicBezTo>
                  <a:cubicBezTo>
                    <a:pt x="341644" y="767938"/>
                    <a:pt x="393079" y="743173"/>
                    <a:pt x="443562" y="713646"/>
                  </a:cubicBezTo>
                  <a:cubicBezTo>
                    <a:pt x="477852" y="693643"/>
                    <a:pt x="507379" y="692691"/>
                    <a:pt x="542622" y="713646"/>
                  </a:cubicBezTo>
                  <a:cubicBezTo>
                    <a:pt x="592152" y="743173"/>
                    <a:pt x="644539" y="767938"/>
                    <a:pt x="700737" y="797466"/>
                  </a:cubicBezTo>
                  <a:cubicBezTo>
                    <a:pt x="689307" y="730791"/>
                    <a:pt x="681687" y="669831"/>
                    <a:pt x="668352" y="609823"/>
                  </a:cubicBezTo>
                  <a:cubicBezTo>
                    <a:pt x="661684" y="577438"/>
                    <a:pt x="671209" y="555531"/>
                    <a:pt x="693117" y="533623"/>
                  </a:cubicBezTo>
                  <a:cubicBezTo>
                    <a:pt x="736932" y="492666"/>
                    <a:pt x="777889" y="447898"/>
                    <a:pt x="820752" y="401226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</p:grpSp>
      <p:sp>
        <p:nvSpPr>
          <p:cNvPr id="874693532" name="Google Shape;790;p7"/>
          <p:cNvSpPr/>
          <p:nvPr/>
        </p:nvSpPr>
        <p:spPr bwMode="auto">
          <a:xfrm>
            <a:off x="0" y="6745403"/>
            <a:ext cx="12192000" cy="130500"/>
          </a:xfrm>
          <a:prstGeom prst="rect">
            <a:avLst/>
          </a:prstGeom>
          <a:solidFill>
            <a:srgbClr val="B90F50"/>
          </a:solidFill>
          <a:ln w="19050" cap="flat" cmpd="sng">
            <a:solidFill>
              <a:srgbClr val="B90F5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19_Blank" preserve="0" showMasterPhAnim="0" showMasterSp="1" userDrawn="1">
  <p:cSld name="19_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65688907" name="Google Shape;792;p8"/>
          <p:cNvSpPr txBox="1">
            <a:spLocks noGrp="1"/>
          </p:cNvSpPr>
          <p:nvPr>
            <p:ph type="body" idx="1"/>
          </p:nvPr>
        </p:nvSpPr>
        <p:spPr bwMode="auto">
          <a:xfrm>
            <a:off x="1500992" y="870906"/>
            <a:ext cx="10547400" cy="46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latin typeface="Calibri"/>
                <a:ea typeface="Calibri"/>
                <a:cs typeface="Calibri"/>
              </a:defRPr>
            </a:lvl1pPr>
            <a:lvl2pPr marL="91440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latin typeface="Calibri"/>
                <a:ea typeface="Calibri"/>
                <a:cs typeface="Calibri"/>
              </a:defRPr>
            </a:lvl2pPr>
            <a:lvl3pPr marL="137160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latin typeface="Calibri"/>
                <a:ea typeface="Calibri"/>
                <a:cs typeface="Calibri"/>
              </a:defRPr>
            </a:lvl3pPr>
            <a:lvl4pPr marL="182880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latin typeface="Calibri"/>
                <a:ea typeface="Calibri"/>
                <a:cs typeface="Calibri"/>
              </a:defRPr>
            </a:lvl4pPr>
            <a:lvl5pPr marL="228600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latin typeface="Calibri"/>
                <a:ea typeface="Calibri"/>
                <a:cs typeface="Calibri"/>
              </a:defRPr>
            </a:lvl5pPr>
            <a:lvl6pPr marL="274320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pPr>
              <a:defRPr/>
            </a:pPr>
            <a:endParaRPr/>
          </a:p>
        </p:txBody>
      </p:sp>
      <p:cxnSp>
        <p:nvCxnSpPr>
          <p:cNvPr id="1323585000" name="Google Shape;793;p8"/>
          <p:cNvCxnSpPr/>
          <p:nvPr/>
        </p:nvCxnSpPr>
        <p:spPr bwMode="auto">
          <a:xfrm>
            <a:off x="655399" y="1299220"/>
            <a:ext cx="11238300" cy="24900"/>
          </a:xfrm>
          <a:prstGeom prst="straightConnector1">
            <a:avLst/>
          </a:prstGeom>
          <a:noFill/>
          <a:ln w="9525" cap="flat" cmpd="sng">
            <a:solidFill>
              <a:srgbClr val="B8114F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936400832" name="Google Shape;794;p8"/>
          <p:cNvSpPr txBox="1">
            <a:spLocks noGrp="1"/>
          </p:cNvSpPr>
          <p:nvPr>
            <p:ph type="body" idx="2"/>
          </p:nvPr>
        </p:nvSpPr>
        <p:spPr bwMode="auto">
          <a:xfrm>
            <a:off x="1488293" y="416192"/>
            <a:ext cx="10560000" cy="57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8114F"/>
              </a:buClr>
              <a:buSzPts val="3600"/>
              <a:buNone/>
              <a:defRPr sz="3600">
                <a:solidFill>
                  <a:srgbClr val="B8114F"/>
                </a:solidFill>
                <a:latin typeface="Georgia"/>
                <a:ea typeface="Georgia"/>
                <a:cs typeface="Georgia"/>
              </a:defRPr>
            </a:lvl1pPr>
            <a:lvl2pPr marL="91440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/>
            </a:lvl2pPr>
            <a:lvl3pPr marL="137160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/>
            </a:lvl3pPr>
            <a:lvl4pPr marL="182880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4pPr>
            <a:lvl5pPr marL="228600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5pPr>
            <a:lvl6pPr marL="274320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pPr>
              <a:defRPr/>
            </a:pPr>
            <a:endParaRPr/>
          </a:p>
        </p:txBody>
      </p:sp>
      <p:grpSp>
        <p:nvGrpSpPr>
          <p:cNvPr id="1599882112" name="Google Shape;795;p8"/>
          <p:cNvGrpSpPr/>
          <p:nvPr/>
        </p:nvGrpSpPr>
        <p:grpSpPr bwMode="auto">
          <a:xfrm>
            <a:off x="655527" y="416137"/>
            <a:ext cx="624253" cy="765101"/>
            <a:chOff x="4819650" y="1862134"/>
            <a:chExt cx="2558414" cy="3135659"/>
          </a:xfrm>
        </p:grpSpPr>
        <p:sp>
          <p:nvSpPr>
            <p:cNvPr id="796" name="Google Shape;796;p8"/>
            <p:cNvSpPr/>
            <p:nvPr/>
          </p:nvSpPr>
          <p:spPr bwMode="auto">
            <a:xfrm>
              <a:off x="6353176" y="3360420"/>
              <a:ext cx="621029" cy="45720"/>
            </a:xfrm>
            <a:custGeom>
              <a:avLst/>
              <a:gdLst/>
              <a:ahLst/>
              <a:cxnLst/>
              <a:rect l="l" t="t" r="r" b="b"/>
              <a:pathLst>
                <a:path w="621029" h="45720" fill="norm" stroke="1" extrusionOk="0">
                  <a:moveTo>
                    <a:pt x="38100" y="20002"/>
                  </a:moveTo>
                  <a:lnTo>
                    <a:pt x="0" y="32385"/>
                  </a:lnTo>
                  <a:cubicBezTo>
                    <a:pt x="11430" y="39052"/>
                    <a:pt x="27622" y="44767"/>
                    <a:pt x="50483" y="44767"/>
                  </a:cubicBezTo>
                  <a:cubicBezTo>
                    <a:pt x="51435" y="44767"/>
                    <a:pt x="53340" y="44767"/>
                    <a:pt x="54292" y="44767"/>
                  </a:cubicBezTo>
                  <a:cubicBezTo>
                    <a:pt x="58103" y="44767"/>
                    <a:pt x="60960" y="44767"/>
                    <a:pt x="63817" y="45720"/>
                  </a:cubicBezTo>
                  <a:lnTo>
                    <a:pt x="604838" y="45720"/>
                  </a:lnTo>
                  <a:cubicBezTo>
                    <a:pt x="610553" y="30480"/>
                    <a:pt x="616268" y="15240"/>
                    <a:pt x="621030" y="0"/>
                  </a:cubicBezTo>
                  <a:lnTo>
                    <a:pt x="83820" y="0"/>
                  </a:lnTo>
                  <a:cubicBezTo>
                    <a:pt x="70485" y="7620"/>
                    <a:pt x="55245" y="14288"/>
                    <a:pt x="38100" y="20002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797" name="Google Shape;797;p8"/>
            <p:cNvSpPr/>
            <p:nvPr/>
          </p:nvSpPr>
          <p:spPr bwMode="auto">
            <a:xfrm>
              <a:off x="5218745" y="3360420"/>
              <a:ext cx="625792" cy="45720"/>
            </a:xfrm>
            <a:custGeom>
              <a:avLst/>
              <a:gdLst/>
              <a:ahLst/>
              <a:cxnLst/>
              <a:rect l="l" t="t" r="r" b="b"/>
              <a:pathLst>
                <a:path w="625792" h="45720" fill="norm" stroke="1" extrusionOk="0">
                  <a:moveTo>
                    <a:pt x="570548" y="44767"/>
                  </a:moveTo>
                  <a:cubicBezTo>
                    <a:pt x="572453" y="44767"/>
                    <a:pt x="573405" y="44767"/>
                    <a:pt x="575310" y="44767"/>
                  </a:cubicBezTo>
                  <a:cubicBezTo>
                    <a:pt x="599123" y="44767"/>
                    <a:pt x="614363" y="39052"/>
                    <a:pt x="625793" y="32385"/>
                  </a:cubicBezTo>
                  <a:lnTo>
                    <a:pt x="587693" y="20002"/>
                  </a:lnTo>
                  <a:cubicBezTo>
                    <a:pt x="570548" y="14288"/>
                    <a:pt x="555307" y="7620"/>
                    <a:pt x="541020" y="0"/>
                  </a:cubicBezTo>
                  <a:lnTo>
                    <a:pt x="0" y="0"/>
                  </a:lnTo>
                  <a:cubicBezTo>
                    <a:pt x="4763" y="15240"/>
                    <a:pt x="10477" y="30480"/>
                    <a:pt x="16192" y="45720"/>
                  </a:cubicBezTo>
                  <a:lnTo>
                    <a:pt x="561023" y="45720"/>
                  </a:lnTo>
                  <a:cubicBezTo>
                    <a:pt x="563880" y="44767"/>
                    <a:pt x="566738" y="44767"/>
                    <a:pt x="570548" y="44767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798" name="Google Shape;798;p8"/>
            <p:cNvSpPr/>
            <p:nvPr/>
          </p:nvSpPr>
          <p:spPr bwMode="auto">
            <a:xfrm>
              <a:off x="6231251" y="3445190"/>
              <a:ext cx="710565" cy="45720"/>
            </a:xfrm>
            <a:custGeom>
              <a:avLst/>
              <a:gdLst/>
              <a:ahLst/>
              <a:cxnLst/>
              <a:rect l="l" t="t" r="r" b="b"/>
              <a:pathLst>
                <a:path w="710565" h="45720" fill="norm" stroke="1" extrusionOk="0">
                  <a:moveTo>
                    <a:pt x="188595" y="953"/>
                  </a:moveTo>
                  <a:cubicBezTo>
                    <a:pt x="167640" y="14288"/>
                    <a:pt x="124778" y="27623"/>
                    <a:pt x="81915" y="27623"/>
                  </a:cubicBezTo>
                  <a:lnTo>
                    <a:pt x="80963" y="27623"/>
                  </a:lnTo>
                  <a:cubicBezTo>
                    <a:pt x="77153" y="27623"/>
                    <a:pt x="73342" y="26670"/>
                    <a:pt x="70485" y="25717"/>
                  </a:cubicBezTo>
                  <a:cubicBezTo>
                    <a:pt x="57150" y="33338"/>
                    <a:pt x="26670" y="41910"/>
                    <a:pt x="0" y="45720"/>
                  </a:cubicBezTo>
                  <a:lnTo>
                    <a:pt x="688658" y="45720"/>
                  </a:lnTo>
                  <a:cubicBezTo>
                    <a:pt x="696278" y="30480"/>
                    <a:pt x="703898" y="15240"/>
                    <a:pt x="710565" y="0"/>
                  </a:cubicBezTo>
                  <a:lnTo>
                    <a:pt x="189548" y="0"/>
                  </a:lnTo>
                  <a:cubicBezTo>
                    <a:pt x="189548" y="953"/>
                    <a:pt x="189548" y="953"/>
                    <a:pt x="188595" y="953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799" name="Google Shape;799;p8"/>
            <p:cNvSpPr/>
            <p:nvPr/>
          </p:nvSpPr>
          <p:spPr bwMode="auto">
            <a:xfrm>
              <a:off x="5252084" y="3446143"/>
              <a:ext cx="714374" cy="45720"/>
            </a:xfrm>
            <a:custGeom>
              <a:avLst/>
              <a:gdLst/>
              <a:ahLst/>
              <a:cxnLst/>
              <a:rect l="l" t="t" r="r" b="b"/>
              <a:pathLst>
                <a:path w="714374" h="45720" fill="norm" stroke="1" extrusionOk="0">
                  <a:moveTo>
                    <a:pt x="643890" y="25717"/>
                  </a:moveTo>
                  <a:cubicBezTo>
                    <a:pt x="641032" y="26670"/>
                    <a:pt x="637223" y="27622"/>
                    <a:pt x="633413" y="27622"/>
                  </a:cubicBezTo>
                  <a:lnTo>
                    <a:pt x="632460" y="27622"/>
                  </a:lnTo>
                  <a:cubicBezTo>
                    <a:pt x="589598" y="27622"/>
                    <a:pt x="546735" y="14288"/>
                    <a:pt x="525780" y="952"/>
                  </a:cubicBezTo>
                  <a:cubicBezTo>
                    <a:pt x="525780" y="952"/>
                    <a:pt x="524828" y="0"/>
                    <a:pt x="523875" y="0"/>
                  </a:cubicBezTo>
                  <a:lnTo>
                    <a:pt x="0" y="0"/>
                  </a:lnTo>
                  <a:cubicBezTo>
                    <a:pt x="6667" y="15240"/>
                    <a:pt x="14288" y="30480"/>
                    <a:pt x="21907" y="45720"/>
                  </a:cubicBezTo>
                  <a:lnTo>
                    <a:pt x="714375" y="45720"/>
                  </a:lnTo>
                  <a:cubicBezTo>
                    <a:pt x="687705" y="41910"/>
                    <a:pt x="657225" y="33338"/>
                    <a:pt x="643890" y="25717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800" name="Google Shape;800;p8"/>
            <p:cNvSpPr/>
            <p:nvPr/>
          </p:nvSpPr>
          <p:spPr bwMode="auto">
            <a:xfrm>
              <a:off x="4989988" y="1862134"/>
              <a:ext cx="2212551" cy="2412682"/>
            </a:xfrm>
            <a:custGeom>
              <a:avLst/>
              <a:gdLst/>
              <a:ahLst/>
              <a:cxnLst/>
              <a:rect l="l" t="t" r="r" b="b"/>
              <a:pathLst>
                <a:path w="2212551" h="2412682" fill="norm" stroke="1" extrusionOk="0">
                  <a:moveTo>
                    <a:pt x="78263" y="1206818"/>
                  </a:moveTo>
                  <a:cubicBezTo>
                    <a:pt x="54450" y="1213485"/>
                    <a:pt x="36353" y="1225868"/>
                    <a:pt x="23018" y="1245870"/>
                  </a:cubicBezTo>
                  <a:cubicBezTo>
                    <a:pt x="-23655" y="1316355"/>
                    <a:pt x="10635" y="1460183"/>
                    <a:pt x="38258" y="1575435"/>
                  </a:cubicBezTo>
                  <a:cubicBezTo>
                    <a:pt x="47783" y="1616393"/>
                    <a:pt x="57308" y="1655445"/>
                    <a:pt x="61118" y="1684973"/>
                  </a:cubicBezTo>
                  <a:cubicBezTo>
                    <a:pt x="62070" y="1689735"/>
                    <a:pt x="62070" y="1695450"/>
                    <a:pt x="63023" y="1701165"/>
                  </a:cubicBezTo>
                  <a:cubicBezTo>
                    <a:pt x="67785" y="1736408"/>
                    <a:pt x="73500" y="1777365"/>
                    <a:pt x="65880" y="1802130"/>
                  </a:cubicBezTo>
                  <a:lnTo>
                    <a:pt x="63023" y="1809750"/>
                  </a:lnTo>
                  <a:lnTo>
                    <a:pt x="70643" y="1811655"/>
                  </a:lnTo>
                  <a:cubicBezTo>
                    <a:pt x="96360" y="1817370"/>
                    <a:pt x="128745" y="1842135"/>
                    <a:pt x="157320" y="1864995"/>
                  </a:cubicBezTo>
                  <a:cubicBezTo>
                    <a:pt x="161130" y="1868805"/>
                    <a:pt x="165893" y="1871663"/>
                    <a:pt x="169703" y="1874520"/>
                  </a:cubicBezTo>
                  <a:cubicBezTo>
                    <a:pt x="192563" y="1892618"/>
                    <a:pt x="222090" y="1920240"/>
                    <a:pt x="252570" y="1948815"/>
                  </a:cubicBezTo>
                  <a:cubicBezTo>
                    <a:pt x="336390" y="2027873"/>
                    <a:pt x="441165" y="2126933"/>
                    <a:pt x="524985" y="2126933"/>
                  </a:cubicBezTo>
                  <a:cubicBezTo>
                    <a:pt x="526890" y="2126933"/>
                    <a:pt x="528795" y="2126933"/>
                    <a:pt x="530700" y="2126933"/>
                  </a:cubicBezTo>
                  <a:cubicBezTo>
                    <a:pt x="554513" y="2125980"/>
                    <a:pt x="575468" y="2115503"/>
                    <a:pt x="592613" y="2098358"/>
                  </a:cubicBezTo>
                  <a:cubicBezTo>
                    <a:pt x="585945" y="2122170"/>
                    <a:pt x="587850" y="2145030"/>
                    <a:pt x="599280" y="2165985"/>
                  </a:cubicBezTo>
                  <a:cubicBezTo>
                    <a:pt x="637380" y="2241233"/>
                    <a:pt x="778350" y="2284095"/>
                    <a:pt x="891698" y="2317433"/>
                  </a:cubicBezTo>
                  <a:cubicBezTo>
                    <a:pt x="932655" y="2329815"/>
                    <a:pt x="970755" y="2341245"/>
                    <a:pt x="997425" y="2352675"/>
                  </a:cubicBezTo>
                  <a:cubicBezTo>
                    <a:pt x="1002188" y="2354580"/>
                    <a:pt x="1006950" y="2356485"/>
                    <a:pt x="1011713" y="2358390"/>
                  </a:cubicBezTo>
                  <a:cubicBezTo>
                    <a:pt x="1045050" y="2371725"/>
                    <a:pt x="1083150" y="2386965"/>
                    <a:pt x="1101248" y="2406968"/>
                  </a:cubicBezTo>
                  <a:lnTo>
                    <a:pt x="1106963" y="2412683"/>
                  </a:lnTo>
                  <a:lnTo>
                    <a:pt x="1112678" y="2406968"/>
                  </a:lnTo>
                  <a:cubicBezTo>
                    <a:pt x="1130775" y="2387918"/>
                    <a:pt x="1168875" y="2372678"/>
                    <a:pt x="1202213" y="2358390"/>
                  </a:cubicBezTo>
                  <a:cubicBezTo>
                    <a:pt x="1206975" y="2356485"/>
                    <a:pt x="1211738" y="2354580"/>
                    <a:pt x="1216500" y="2352675"/>
                  </a:cubicBezTo>
                  <a:cubicBezTo>
                    <a:pt x="1243170" y="2341245"/>
                    <a:pt x="1282223" y="2329815"/>
                    <a:pt x="1322228" y="2317433"/>
                  </a:cubicBezTo>
                  <a:cubicBezTo>
                    <a:pt x="1435575" y="2283143"/>
                    <a:pt x="1576545" y="2241233"/>
                    <a:pt x="1614645" y="2165985"/>
                  </a:cubicBezTo>
                  <a:cubicBezTo>
                    <a:pt x="1625123" y="2145030"/>
                    <a:pt x="1627028" y="2121218"/>
                    <a:pt x="1620360" y="2097405"/>
                  </a:cubicBezTo>
                  <a:cubicBezTo>
                    <a:pt x="1637505" y="2114550"/>
                    <a:pt x="1658460" y="2124075"/>
                    <a:pt x="1682273" y="2125980"/>
                  </a:cubicBezTo>
                  <a:cubicBezTo>
                    <a:pt x="1684178" y="2125980"/>
                    <a:pt x="1686083" y="2125980"/>
                    <a:pt x="1687988" y="2125980"/>
                  </a:cubicBezTo>
                  <a:cubicBezTo>
                    <a:pt x="1771808" y="2125980"/>
                    <a:pt x="1875630" y="2027873"/>
                    <a:pt x="1960403" y="1947863"/>
                  </a:cubicBezTo>
                  <a:cubicBezTo>
                    <a:pt x="1990883" y="1918335"/>
                    <a:pt x="2020410" y="1891665"/>
                    <a:pt x="2043270" y="1873568"/>
                  </a:cubicBezTo>
                  <a:cubicBezTo>
                    <a:pt x="2047080" y="1870710"/>
                    <a:pt x="2051843" y="1866900"/>
                    <a:pt x="2055653" y="1864043"/>
                  </a:cubicBezTo>
                  <a:cubicBezTo>
                    <a:pt x="2084228" y="1842135"/>
                    <a:pt x="2116613" y="1816418"/>
                    <a:pt x="2142330" y="1810703"/>
                  </a:cubicBezTo>
                  <a:lnTo>
                    <a:pt x="2149950" y="1808798"/>
                  </a:lnTo>
                  <a:lnTo>
                    <a:pt x="2147093" y="1801178"/>
                  </a:lnTo>
                  <a:cubicBezTo>
                    <a:pt x="2139473" y="1776413"/>
                    <a:pt x="2145188" y="1735455"/>
                    <a:pt x="2149950" y="1700213"/>
                  </a:cubicBezTo>
                  <a:cubicBezTo>
                    <a:pt x="2150903" y="1694498"/>
                    <a:pt x="2151855" y="1689735"/>
                    <a:pt x="2151855" y="1684020"/>
                  </a:cubicBezTo>
                  <a:cubicBezTo>
                    <a:pt x="2155665" y="1655445"/>
                    <a:pt x="2165190" y="1616393"/>
                    <a:pt x="2174715" y="1574483"/>
                  </a:cubicBezTo>
                  <a:cubicBezTo>
                    <a:pt x="2202338" y="1459230"/>
                    <a:pt x="2235675" y="1315403"/>
                    <a:pt x="2189955" y="1244918"/>
                  </a:cubicBezTo>
                  <a:cubicBezTo>
                    <a:pt x="2176620" y="1224915"/>
                    <a:pt x="2157570" y="1211580"/>
                    <a:pt x="2133758" y="1205865"/>
                  </a:cubicBezTo>
                  <a:cubicBezTo>
                    <a:pt x="2157570" y="1199198"/>
                    <a:pt x="2175668" y="1186815"/>
                    <a:pt x="2189003" y="1166813"/>
                  </a:cubicBezTo>
                  <a:cubicBezTo>
                    <a:pt x="2235675" y="1096328"/>
                    <a:pt x="2201385" y="952500"/>
                    <a:pt x="2173763" y="837248"/>
                  </a:cubicBezTo>
                  <a:cubicBezTo>
                    <a:pt x="2164238" y="796290"/>
                    <a:pt x="2154713" y="757238"/>
                    <a:pt x="2150903" y="727710"/>
                  </a:cubicBezTo>
                  <a:cubicBezTo>
                    <a:pt x="2149950" y="722948"/>
                    <a:pt x="2149950" y="717233"/>
                    <a:pt x="2148998" y="711518"/>
                  </a:cubicBezTo>
                  <a:cubicBezTo>
                    <a:pt x="2144235" y="676275"/>
                    <a:pt x="2138520" y="635318"/>
                    <a:pt x="2146140" y="610553"/>
                  </a:cubicBezTo>
                  <a:lnTo>
                    <a:pt x="2148998" y="602933"/>
                  </a:lnTo>
                  <a:lnTo>
                    <a:pt x="2141378" y="601028"/>
                  </a:lnTo>
                  <a:cubicBezTo>
                    <a:pt x="2115660" y="595313"/>
                    <a:pt x="2083275" y="570548"/>
                    <a:pt x="2054700" y="547688"/>
                  </a:cubicBezTo>
                  <a:cubicBezTo>
                    <a:pt x="2049938" y="543878"/>
                    <a:pt x="2046128" y="541020"/>
                    <a:pt x="2042318" y="538163"/>
                  </a:cubicBezTo>
                  <a:cubicBezTo>
                    <a:pt x="2019458" y="520065"/>
                    <a:pt x="1989930" y="492443"/>
                    <a:pt x="1959450" y="463868"/>
                  </a:cubicBezTo>
                  <a:cubicBezTo>
                    <a:pt x="1875630" y="384810"/>
                    <a:pt x="1770855" y="285750"/>
                    <a:pt x="1687035" y="285750"/>
                  </a:cubicBezTo>
                  <a:cubicBezTo>
                    <a:pt x="1685130" y="285750"/>
                    <a:pt x="1683225" y="285750"/>
                    <a:pt x="1681320" y="285750"/>
                  </a:cubicBezTo>
                  <a:cubicBezTo>
                    <a:pt x="1657508" y="286703"/>
                    <a:pt x="1636553" y="297180"/>
                    <a:pt x="1619408" y="314325"/>
                  </a:cubicBezTo>
                  <a:cubicBezTo>
                    <a:pt x="1626075" y="290513"/>
                    <a:pt x="1624170" y="267653"/>
                    <a:pt x="1612740" y="246698"/>
                  </a:cubicBezTo>
                  <a:cubicBezTo>
                    <a:pt x="1574640" y="171450"/>
                    <a:pt x="1433670" y="128588"/>
                    <a:pt x="1319370" y="95250"/>
                  </a:cubicBezTo>
                  <a:cubicBezTo>
                    <a:pt x="1278413" y="82868"/>
                    <a:pt x="1240313" y="71438"/>
                    <a:pt x="1213643" y="60008"/>
                  </a:cubicBezTo>
                  <a:cubicBezTo>
                    <a:pt x="1208880" y="58103"/>
                    <a:pt x="1204118" y="56197"/>
                    <a:pt x="1199355" y="54293"/>
                  </a:cubicBezTo>
                  <a:cubicBezTo>
                    <a:pt x="1166018" y="40958"/>
                    <a:pt x="1127918" y="25717"/>
                    <a:pt x="1109820" y="5715"/>
                  </a:cubicBezTo>
                  <a:lnTo>
                    <a:pt x="1106010" y="0"/>
                  </a:lnTo>
                  <a:lnTo>
                    <a:pt x="1100295" y="5715"/>
                  </a:lnTo>
                  <a:cubicBezTo>
                    <a:pt x="1082198" y="24765"/>
                    <a:pt x="1044098" y="40005"/>
                    <a:pt x="1010760" y="54293"/>
                  </a:cubicBezTo>
                  <a:cubicBezTo>
                    <a:pt x="1005998" y="56197"/>
                    <a:pt x="1001235" y="58103"/>
                    <a:pt x="996473" y="60008"/>
                  </a:cubicBezTo>
                  <a:cubicBezTo>
                    <a:pt x="969803" y="71438"/>
                    <a:pt x="930750" y="82868"/>
                    <a:pt x="890745" y="95250"/>
                  </a:cubicBezTo>
                  <a:cubicBezTo>
                    <a:pt x="777398" y="129540"/>
                    <a:pt x="636428" y="171450"/>
                    <a:pt x="598328" y="246698"/>
                  </a:cubicBezTo>
                  <a:cubicBezTo>
                    <a:pt x="587850" y="267653"/>
                    <a:pt x="585945" y="291465"/>
                    <a:pt x="592613" y="315278"/>
                  </a:cubicBezTo>
                  <a:cubicBezTo>
                    <a:pt x="575468" y="298133"/>
                    <a:pt x="554513" y="288608"/>
                    <a:pt x="530700" y="286703"/>
                  </a:cubicBezTo>
                  <a:cubicBezTo>
                    <a:pt x="445928" y="281940"/>
                    <a:pt x="339248" y="382905"/>
                    <a:pt x="252570" y="464820"/>
                  </a:cubicBezTo>
                  <a:cubicBezTo>
                    <a:pt x="222090" y="494348"/>
                    <a:pt x="192563" y="521018"/>
                    <a:pt x="169703" y="539115"/>
                  </a:cubicBezTo>
                  <a:cubicBezTo>
                    <a:pt x="165893" y="541973"/>
                    <a:pt x="161130" y="545783"/>
                    <a:pt x="157320" y="548640"/>
                  </a:cubicBezTo>
                  <a:cubicBezTo>
                    <a:pt x="128745" y="570548"/>
                    <a:pt x="96360" y="596265"/>
                    <a:pt x="70643" y="601980"/>
                  </a:cubicBezTo>
                  <a:lnTo>
                    <a:pt x="63023" y="603885"/>
                  </a:lnTo>
                  <a:lnTo>
                    <a:pt x="65880" y="611505"/>
                  </a:lnTo>
                  <a:cubicBezTo>
                    <a:pt x="73500" y="636270"/>
                    <a:pt x="67785" y="677228"/>
                    <a:pt x="63023" y="712470"/>
                  </a:cubicBezTo>
                  <a:cubicBezTo>
                    <a:pt x="62070" y="718185"/>
                    <a:pt x="61118" y="722948"/>
                    <a:pt x="61118" y="728663"/>
                  </a:cubicBezTo>
                  <a:cubicBezTo>
                    <a:pt x="57308" y="757238"/>
                    <a:pt x="47783" y="796290"/>
                    <a:pt x="38258" y="838200"/>
                  </a:cubicBezTo>
                  <a:cubicBezTo>
                    <a:pt x="10635" y="953453"/>
                    <a:pt x="-22702" y="1097280"/>
                    <a:pt x="23018" y="1167765"/>
                  </a:cubicBezTo>
                  <a:cubicBezTo>
                    <a:pt x="35400" y="1187768"/>
                    <a:pt x="53498" y="1201103"/>
                    <a:pt x="78263" y="1206818"/>
                  </a:cubicBezTo>
                  <a:close/>
                  <a:moveTo>
                    <a:pt x="1106963" y="193358"/>
                  </a:moveTo>
                  <a:cubicBezTo>
                    <a:pt x="1663223" y="193358"/>
                    <a:pt x="2115660" y="647700"/>
                    <a:pt x="2115660" y="1206818"/>
                  </a:cubicBezTo>
                  <a:cubicBezTo>
                    <a:pt x="2115660" y="1765935"/>
                    <a:pt x="1663223" y="2220278"/>
                    <a:pt x="1106963" y="2220278"/>
                  </a:cubicBezTo>
                  <a:cubicBezTo>
                    <a:pt x="550703" y="2220278"/>
                    <a:pt x="98265" y="1765935"/>
                    <a:pt x="98265" y="1206818"/>
                  </a:cubicBezTo>
                  <a:cubicBezTo>
                    <a:pt x="98265" y="647700"/>
                    <a:pt x="550703" y="193358"/>
                    <a:pt x="1106963" y="193358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801" name="Google Shape;801;p8"/>
            <p:cNvSpPr/>
            <p:nvPr/>
          </p:nvSpPr>
          <p:spPr bwMode="auto">
            <a:xfrm>
              <a:off x="5638798" y="3871913"/>
              <a:ext cx="916304" cy="45720"/>
            </a:xfrm>
            <a:custGeom>
              <a:avLst/>
              <a:gdLst/>
              <a:ahLst/>
              <a:cxnLst/>
              <a:rect l="l" t="t" r="r" b="b"/>
              <a:pathLst>
                <a:path w="916304" h="45720" fill="norm" stroke="1" extrusionOk="0">
                  <a:moveTo>
                    <a:pt x="90488" y="45720"/>
                  </a:moveTo>
                  <a:lnTo>
                    <a:pt x="825818" y="45720"/>
                  </a:lnTo>
                  <a:cubicBezTo>
                    <a:pt x="857250" y="32385"/>
                    <a:pt x="887730" y="17145"/>
                    <a:pt x="916305" y="0"/>
                  </a:cubicBezTo>
                  <a:lnTo>
                    <a:pt x="0" y="0"/>
                  </a:lnTo>
                  <a:cubicBezTo>
                    <a:pt x="28575" y="16192"/>
                    <a:pt x="59055" y="31433"/>
                    <a:pt x="90488" y="45720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802" name="Google Shape;802;p8"/>
            <p:cNvSpPr/>
            <p:nvPr/>
          </p:nvSpPr>
          <p:spPr bwMode="auto">
            <a:xfrm>
              <a:off x="5838827" y="3957637"/>
              <a:ext cx="516254" cy="36195"/>
            </a:xfrm>
            <a:custGeom>
              <a:avLst/>
              <a:gdLst/>
              <a:ahLst/>
              <a:cxnLst/>
              <a:rect l="l" t="t" r="r" b="b"/>
              <a:pathLst>
                <a:path w="516254" h="36195" fill="norm" stroke="1" extrusionOk="0">
                  <a:moveTo>
                    <a:pt x="258128" y="36195"/>
                  </a:moveTo>
                  <a:cubicBezTo>
                    <a:pt x="347663" y="36195"/>
                    <a:pt x="434340" y="23813"/>
                    <a:pt x="516255" y="0"/>
                  </a:cubicBezTo>
                  <a:lnTo>
                    <a:pt x="0" y="0"/>
                  </a:lnTo>
                  <a:cubicBezTo>
                    <a:pt x="81915" y="22860"/>
                    <a:pt x="168592" y="36195"/>
                    <a:pt x="258128" y="36195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803" name="Google Shape;803;p8"/>
            <p:cNvSpPr/>
            <p:nvPr/>
          </p:nvSpPr>
          <p:spPr bwMode="auto">
            <a:xfrm>
              <a:off x="6180769" y="3058476"/>
              <a:ext cx="205999" cy="305752"/>
            </a:xfrm>
            <a:custGeom>
              <a:avLst/>
              <a:gdLst/>
              <a:ahLst/>
              <a:cxnLst/>
              <a:rect l="l" t="t" r="r" b="b"/>
              <a:pathLst>
                <a:path w="205999" h="305752" fill="norm" stroke="1" extrusionOk="0">
                  <a:moveTo>
                    <a:pt x="140018" y="11430"/>
                  </a:moveTo>
                  <a:cubicBezTo>
                    <a:pt x="134303" y="5715"/>
                    <a:pt x="115253" y="0"/>
                    <a:pt x="92393" y="0"/>
                  </a:cubicBezTo>
                  <a:cubicBezTo>
                    <a:pt x="81915" y="0"/>
                    <a:pt x="72390" y="952"/>
                    <a:pt x="62865" y="3810"/>
                  </a:cubicBezTo>
                  <a:cubicBezTo>
                    <a:pt x="28575" y="12382"/>
                    <a:pt x="0" y="48577"/>
                    <a:pt x="0" y="66675"/>
                  </a:cubicBezTo>
                  <a:cubicBezTo>
                    <a:pt x="10478" y="80010"/>
                    <a:pt x="23813" y="94297"/>
                    <a:pt x="36195" y="106680"/>
                  </a:cubicBezTo>
                  <a:cubicBezTo>
                    <a:pt x="63818" y="133350"/>
                    <a:pt x="89535" y="160020"/>
                    <a:pt x="90488" y="196215"/>
                  </a:cubicBezTo>
                  <a:cubicBezTo>
                    <a:pt x="91440" y="213360"/>
                    <a:pt x="88583" y="228600"/>
                    <a:pt x="82868" y="243840"/>
                  </a:cubicBezTo>
                  <a:cubicBezTo>
                    <a:pt x="70485" y="276225"/>
                    <a:pt x="40958" y="295275"/>
                    <a:pt x="14288" y="305752"/>
                  </a:cubicBezTo>
                  <a:cubicBezTo>
                    <a:pt x="92393" y="301942"/>
                    <a:pt x="149543" y="284797"/>
                    <a:pt x="179070" y="253365"/>
                  </a:cubicBezTo>
                  <a:cubicBezTo>
                    <a:pt x="199073" y="233363"/>
                    <a:pt x="207645" y="206692"/>
                    <a:pt x="205740" y="174307"/>
                  </a:cubicBezTo>
                  <a:cubicBezTo>
                    <a:pt x="203835" y="152400"/>
                    <a:pt x="187643" y="130492"/>
                    <a:pt x="172403" y="108585"/>
                  </a:cubicBezTo>
                  <a:cubicBezTo>
                    <a:pt x="150495" y="79057"/>
                    <a:pt x="127635" y="47625"/>
                    <a:pt x="140018" y="11430"/>
                  </a:cubicBezTo>
                  <a:cubicBezTo>
                    <a:pt x="140970" y="11430"/>
                    <a:pt x="140018" y="11430"/>
                    <a:pt x="140018" y="11430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804" name="Google Shape;804;p8"/>
            <p:cNvSpPr/>
            <p:nvPr/>
          </p:nvSpPr>
          <p:spPr bwMode="auto">
            <a:xfrm>
              <a:off x="6236969" y="3089908"/>
              <a:ext cx="262116" cy="284797"/>
            </a:xfrm>
            <a:custGeom>
              <a:avLst/>
              <a:gdLst/>
              <a:ahLst/>
              <a:cxnLst/>
              <a:rect l="l" t="t" r="r" b="b"/>
              <a:pathLst>
                <a:path w="262116" h="284797" fill="norm" stroke="1" extrusionOk="0">
                  <a:moveTo>
                    <a:pt x="190500" y="0"/>
                  </a:moveTo>
                  <a:cubicBezTo>
                    <a:pt x="178117" y="0"/>
                    <a:pt x="160020" y="953"/>
                    <a:pt x="142875" y="7620"/>
                  </a:cubicBezTo>
                  <a:cubicBezTo>
                    <a:pt x="121920" y="15240"/>
                    <a:pt x="109538" y="22860"/>
                    <a:pt x="104775" y="30480"/>
                  </a:cubicBezTo>
                  <a:cubicBezTo>
                    <a:pt x="111442" y="42863"/>
                    <a:pt x="120015" y="56198"/>
                    <a:pt x="129540" y="67628"/>
                  </a:cubicBezTo>
                  <a:cubicBezTo>
                    <a:pt x="146685" y="90488"/>
                    <a:pt x="163830" y="114300"/>
                    <a:pt x="165735" y="140970"/>
                  </a:cubicBezTo>
                  <a:cubicBezTo>
                    <a:pt x="168592" y="178118"/>
                    <a:pt x="158115" y="208598"/>
                    <a:pt x="135255" y="231458"/>
                  </a:cubicBezTo>
                  <a:cubicBezTo>
                    <a:pt x="107633" y="260033"/>
                    <a:pt x="61913" y="278130"/>
                    <a:pt x="0" y="284798"/>
                  </a:cubicBezTo>
                  <a:cubicBezTo>
                    <a:pt x="4763" y="284798"/>
                    <a:pt x="8572" y="284798"/>
                    <a:pt x="13335" y="284798"/>
                  </a:cubicBezTo>
                  <a:cubicBezTo>
                    <a:pt x="105727" y="284798"/>
                    <a:pt x="180975" y="263843"/>
                    <a:pt x="223838" y="225743"/>
                  </a:cubicBezTo>
                  <a:cubicBezTo>
                    <a:pt x="250508" y="201930"/>
                    <a:pt x="263842" y="173355"/>
                    <a:pt x="261938" y="140970"/>
                  </a:cubicBezTo>
                  <a:cubicBezTo>
                    <a:pt x="260985" y="119063"/>
                    <a:pt x="248602" y="101918"/>
                    <a:pt x="237172" y="84773"/>
                  </a:cubicBezTo>
                  <a:cubicBezTo>
                    <a:pt x="220980" y="61913"/>
                    <a:pt x="202883" y="36195"/>
                    <a:pt x="222885" y="953"/>
                  </a:cubicBezTo>
                  <a:cubicBezTo>
                    <a:pt x="216217" y="1905"/>
                    <a:pt x="204788" y="0"/>
                    <a:pt x="190500" y="0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805" name="Google Shape;805;p8"/>
            <p:cNvSpPr/>
            <p:nvPr/>
          </p:nvSpPr>
          <p:spPr bwMode="auto">
            <a:xfrm>
              <a:off x="5940556" y="3035616"/>
              <a:ext cx="315693" cy="330517"/>
            </a:xfrm>
            <a:custGeom>
              <a:avLst/>
              <a:gdLst/>
              <a:ahLst/>
              <a:cxnLst/>
              <a:rect l="l" t="t" r="r" b="b"/>
              <a:pathLst>
                <a:path w="315693" h="330517" fill="norm" stroke="1" extrusionOk="0">
                  <a:moveTo>
                    <a:pt x="308793" y="260985"/>
                  </a:moveTo>
                  <a:cubicBezTo>
                    <a:pt x="314507" y="247650"/>
                    <a:pt x="316412" y="234315"/>
                    <a:pt x="315460" y="219075"/>
                  </a:cubicBezTo>
                  <a:cubicBezTo>
                    <a:pt x="313555" y="188595"/>
                    <a:pt x="290695" y="163830"/>
                    <a:pt x="265930" y="140017"/>
                  </a:cubicBezTo>
                  <a:cubicBezTo>
                    <a:pt x="257357" y="131445"/>
                    <a:pt x="212590" y="87630"/>
                    <a:pt x="196398" y="49530"/>
                  </a:cubicBezTo>
                  <a:lnTo>
                    <a:pt x="193540" y="43815"/>
                  </a:lnTo>
                  <a:cubicBezTo>
                    <a:pt x="183062" y="16192"/>
                    <a:pt x="175443" y="0"/>
                    <a:pt x="157345" y="0"/>
                  </a:cubicBezTo>
                  <a:cubicBezTo>
                    <a:pt x="140200" y="0"/>
                    <a:pt x="131628" y="18098"/>
                    <a:pt x="120198" y="45720"/>
                  </a:cubicBezTo>
                  <a:cubicBezTo>
                    <a:pt x="119245" y="46673"/>
                    <a:pt x="89718" y="102870"/>
                    <a:pt x="46855" y="143828"/>
                  </a:cubicBezTo>
                  <a:cubicBezTo>
                    <a:pt x="22090" y="166688"/>
                    <a:pt x="1135" y="190500"/>
                    <a:pt x="182" y="220028"/>
                  </a:cubicBezTo>
                  <a:cubicBezTo>
                    <a:pt x="-770" y="234315"/>
                    <a:pt x="2087" y="247650"/>
                    <a:pt x="6850" y="261938"/>
                  </a:cubicBezTo>
                  <a:cubicBezTo>
                    <a:pt x="24948" y="309563"/>
                    <a:pt x="94480" y="330517"/>
                    <a:pt x="155440" y="330517"/>
                  </a:cubicBezTo>
                  <a:lnTo>
                    <a:pt x="158298" y="330517"/>
                  </a:lnTo>
                  <a:lnTo>
                    <a:pt x="158298" y="330517"/>
                  </a:lnTo>
                  <a:lnTo>
                    <a:pt x="158298" y="330517"/>
                  </a:lnTo>
                  <a:lnTo>
                    <a:pt x="161155" y="330517"/>
                  </a:lnTo>
                  <a:cubicBezTo>
                    <a:pt x="221162" y="329565"/>
                    <a:pt x="290695" y="308610"/>
                    <a:pt x="308793" y="260985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806" name="Google Shape;806;p8"/>
            <p:cNvSpPr/>
            <p:nvPr/>
          </p:nvSpPr>
          <p:spPr bwMode="auto">
            <a:xfrm>
              <a:off x="5809991" y="3058476"/>
              <a:ext cx="205999" cy="305752"/>
            </a:xfrm>
            <a:custGeom>
              <a:avLst/>
              <a:gdLst/>
              <a:ahLst/>
              <a:cxnLst/>
              <a:rect l="l" t="t" r="r" b="b"/>
              <a:pathLst>
                <a:path w="205999" h="305752" fill="norm" stroke="1" extrusionOk="0">
                  <a:moveTo>
                    <a:pt x="259" y="174307"/>
                  </a:moveTo>
                  <a:cubicBezTo>
                    <a:pt x="-1646" y="206692"/>
                    <a:pt x="6927" y="233363"/>
                    <a:pt x="26929" y="253365"/>
                  </a:cubicBezTo>
                  <a:cubicBezTo>
                    <a:pt x="56457" y="283845"/>
                    <a:pt x="113607" y="301942"/>
                    <a:pt x="191712" y="305752"/>
                  </a:cubicBezTo>
                  <a:cubicBezTo>
                    <a:pt x="165042" y="295275"/>
                    <a:pt x="135514" y="276225"/>
                    <a:pt x="123132" y="243840"/>
                  </a:cubicBezTo>
                  <a:cubicBezTo>
                    <a:pt x="117417" y="228600"/>
                    <a:pt x="114559" y="212407"/>
                    <a:pt x="115512" y="196215"/>
                  </a:cubicBezTo>
                  <a:cubicBezTo>
                    <a:pt x="117417" y="160020"/>
                    <a:pt x="142182" y="133350"/>
                    <a:pt x="169804" y="106680"/>
                  </a:cubicBezTo>
                  <a:cubicBezTo>
                    <a:pt x="182187" y="94297"/>
                    <a:pt x="195522" y="80010"/>
                    <a:pt x="205999" y="66675"/>
                  </a:cubicBezTo>
                  <a:cubicBezTo>
                    <a:pt x="205999" y="48577"/>
                    <a:pt x="177424" y="12382"/>
                    <a:pt x="143134" y="3810"/>
                  </a:cubicBezTo>
                  <a:cubicBezTo>
                    <a:pt x="133609" y="1905"/>
                    <a:pt x="124084" y="0"/>
                    <a:pt x="113607" y="0"/>
                  </a:cubicBezTo>
                  <a:cubicBezTo>
                    <a:pt x="90747" y="0"/>
                    <a:pt x="71697" y="5715"/>
                    <a:pt x="65982" y="11430"/>
                  </a:cubicBezTo>
                  <a:cubicBezTo>
                    <a:pt x="65982" y="11430"/>
                    <a:pt x="65029" y="12382"/>
                    <a:pt x="65029" y="12382"/>
                  </a:cubicBezTo>
                  <a:cubicBezTo>
                    <a:pt x="78364" y="48577"/>
                    <a:pt x="55504" y="79057"/>
                    <a:pt x="33597" y="109538"/>
                  </a:cubicBezTo>
                  <a:cubicBezTo>
                    <a:pt x="18357" y="130492"/>
                    <a:pt x="2164" y="152400"/>
                    <a:pt x="259" y="174307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807" name="Google Shape;807;p8"/>
            <p:cNvSpPr/>
            <p:nvPr/>
          </p:nvSpPr>
          <p:spPr bwMode="auto">
            <a:xfrm>
              <a:off x="5698627" y="3091815"/>
              <a:ext cx="262116" cy="284797"/>
            </a:xfrm>
            <a:custGeom>
              <a:avLst/>
              <a:gdLst/>
              <a:ahLst/>
              <a:cxnLst/>
              <a:rect l="l" t="t" r="r" b="b"/>
              <a:pathLst>
                <a:path w="262116" h="284797" fill="norm" stroke="1" extrusionOk="0">
                  <a:moveTo>
                    <a:pt x="179" y="140970"/>
                  </a:moveTo>
                  <a:cubicBezTo>
                    <a:pt x="-1726" y="173355"/>
                    <a:pt x="11609" y="201930"/>
                    <a:pt x="38279" y="225742"/>
                  </a:cubicBezTo>
                  <a:cubicBezTo>
                    <a:pt x="81142" y="263842"/>
                    <a:pt x="156389" y="284797"/>
                    <a:pt x="248781" y="284797"/>
                  </a:cubicBezTo>
                  <a:cubicBezTo>
                    <a:pt x="253544" y="284797"/>
                    <a:pt x="257354" y="284797"/>
                    <a:pt x="262117" y="284797"/>
                  </a:cubicBezTo>
                  <a:cubicBezTo>
                    <a:pt x="199252" y="277177"/>
                    <a:pt x="154484" y="259080"/>
                    <a:pt x="126862" y="231457"/>
                  </a:cubicBezTo>
                  <a:cubicBezTo>
                    <a:pt x="104002" y="207645"/>
                    <a:pt x="93524" y="177165"/>
                    <a:pt x="96382" y="140970"/>
                  </a:cubicBezTo>
                  <a:cubicBezTo>
                    <a:pt x="98287" y="114300"/>
                    <a:pt x="115432" y="90488"/>
                    <a:pt x="132577" y="67627"/>
                  </a:cubicBezTo>
                  <a:cubicBezTo>
                    <a:pt x="142102" y="55245"/>
                    <a:pt x="150674" y="42863"/>
                    <a:pt x="157342" y="30480"/>
                  </a:cubicBezTo>
                  <a:cubicBezTo>
                    <a:pt x="152579" y="21907"/>
                    <a:pt x="140197" y="14288"/>
                    <a:pt x="119242" y="7620"/>
                  </a:cubicBezTo>
                  <a:cubicBezTo>
                    <a:pt x="102097" y="1905"/>
                    <a:pt x="83047" y="0"/>
                    <a:pt x="71617" y="0"/>
                  </a:cubicBezTo>
                  <a:cubicBezTo>
                    <a:pt x="57329" y="0"/>
                    <a:pt x="45899" y="1905"/>
                    <a:pt x="40184" y="3810"/>
                  </a:cubicBezTo>
                  <a:cubicBezTo>
                    <a:pt x="61139" y="39052"/>
                    <a:pt x="42089" y="64770"/>
                    <a:pt x="25897" y="87630"/>
                  </a:cubicBezTo>
                  <a:cubicBezTo>
                    <a:pt x="13514" y="101917"/>
                    <a:pt x="2084" y="119063"/>
                    <a:pt x="179" y="140970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808" name="Google Shape;808;p8"/>
            <p:cNvSpPr/>
            <p:nvPr/>
          </p:nvSpPr>
          <p:spPr bwMode="auto">
            <a:xfrm>
              <a:off x="5791200" y="3389944"/>
              <a:ext cx="150495" cy="61912"/>
            </a:xfrm>
            <a:custGeom>
              <a:avLst/>
              <a:gdLst/>
              <a:ahLst/>
              <a:cxnLst/>
              <a:rect l="l" t="t" r="r" b="b"/>
              <a:pathLst>
                <a:path w="150495" h="61912" fill="norm" stroke="1" extrusionOk="0">
                  <a:moveTo>
                    <a:pt x="122873" y="25718"/>
                  </a:moveTo>
                  <a:cubicBezTo>
                    <a:pt x="126683" y="23813"/>
                    <a:pt x="129540" y="21908"/>
                    <a:pt x="131445" y="20003"/>
                  </a:cubicBezTo>
                  <a:cubicBezTo>
                    <a:pt x="137160" y="16193"/>
                    <a:pt x="140970" y="12383"/>
                    <a:pt x="144780" y="8573"/>
                  </a:cubicBezTo>
                  <a:cubicBezTo>
                    <a:pt x="146685" y="6668"/>
                    <a:pt x="148590" y="4763"/>
                    <a:pt x="150495" y="2858"/>
                  </a:cubicBezTo>
                  <a:cubicBezTo>
                    <a:pt x="132398" y="2858"/>
                    <a:pt x="115252" y="1905"/>
                    <a:pt x="98108" y="0"/>
                  </a:cubicBezTo>
                  <a:lnTo>
                    <a:pt x="98108" y="0"/>
                  </a:lnTo>
                  <a:cubicBezTo>
                    <a:pt x="96202" y="0"/>
                    <a:pt x="95250" y="953"/>
                    <a:pt x="94298" y="1905"/>
                  </a:cubicBezTo>
                  <a:cubicBezTo>
                    <a:pt x="92392" y="3810"/>
                    <a:pt x="89535" y="5715"/>
                    <a:pt x="87630" y="7620"/>
                  </a:cubicBezTo>
                  <a:cubicBezTo>
                    <a:pt x="73342" y="20003"/>
                    <a:pt x="49530" y="40005"/>
                    <a:pt x="1905" y="40005"/>
                  </a:cubicBezTo>
                  <a:lnTo>
                    <a:pt x="0" y="40005"/>
                  </a:lnTo>
                  <a:cubicBezTo>
                    <a:pt x="16192" y="48578"/>
                    <a:pt x="53340" y="60960"/>
                    <a:pt x="92392" y="61913"/>
                  </a:cubicBezTo>
                  <a:lnTo>
                    <a:pt x="92392" y="61913"/>
                  </a:lnTo>
                  <a:cubicBezTo>
                    <a:pt x="96202" y="61913"/>
                    <a:pt x="97155" y="60960"/>
                    <a:pt x="97155" y="59055"/>
                  </a:cubicBezTo>
                  <a:cubicBezTo>
                    <a:pt x="97155" y="56198"/>
                    <a:pt x="97155" y="54293"/>
                    <a:pt x="97155" y="52388"/>
                  </a:cubicBezTo>
                  <a:cubicBezTo>
                    <a:pt x="100013" y="40005"/>
                    <a:pt x="110490" y="33338"/>
                    <a:pt x="122873" y="25718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809" name="Google Shape;809;p8"/>
            <p:cNvSpPr/>
            <p:nvPr/>
          </p:nvSpPr>
          <p:spPr bwMode="auto">
            <a:xfrm>
              <a:off x="5904547" y="3388996"/>
              <a:ext cx="103822" cy="80962"/>
            </a:xfrm>
            <a:custGeom>
              <a:avLst/>
              <a:gdLst/>
              <a:ahLst/>
              <a:cxnLst/>
              <a:rect l="l" t="t" r="r" b="b"/>
              <a:pathLst>
                <a:path w="103822" h="80962" fill="norm" stroke="1" extrusionOk="0">
                  <a:moveTo>
                    <a:pt x="68580" y="80963"/>
                  </a:moveTo>
                  <a:cubicBezTo>
                    <a:pt x="78105" y="80963"/>
                    <a:pt x="87630" y="80010"/>
                    <a:pt x="94298" y="77152"/>
                  </a:cubicBezTo>
                  <a:cubicBezTo>
                    <a:pt x="99060" y="75247"/>
                    <a:pt x="102870" y="73342"/>
                    <a:pt x="103823" y="71438"/>
                  </a:cubicBezTo>
                  <a:cubicBezTo>
                    <a:pt x="101918" y="69533"/>
                    <a:pt x="100965" y="67627"/>
                    <a:pt x="99060" y="65722"/>
                  </a:cubicBezTo>
                  <a:cubicBezTo>
                    <a:pt x="88582" y="48577"/>
                    <a:pt x="81915" y="21908"/>
                    <a:pt x="101918" y="952"/>
                  </a:cubicBezTo>
                  <a:cubicBezTo>
                    <a:pt x="101918" y="952"/>
                    <a:pt x="101918" y="952"/>
                    <a:pt x="102870" y="0"/>
                  </a:cubicBezTo>
                  <a:cubicBezTo>
                    <a:pt x="97155" y="952"/>
                    <a:pt x="90487" y="952"/>
                    <a:pt x="84773" y="952"/>
                  </a:cubicBezTo>
                  <a:cubicBezTo>
                    <a:pt x="55245" y="4763"/>
                    <a:pt x="49530" y="10477"/>
                    <a:pt x="42862" y="19050"/>
                  </a:cubicBezTo>
                  <a:cubicBezTo>
                    <a:pt x="39052" y="22860"/>
                    <a:pt x="34290" y="27622"/>
                    <a:pt x="27623" y="33338"/>
                  </a:cubicBezTo>
                  <a:cubicBezTo>
                    <a:pt x="24765" y="35242"/>
                    <a:pt x="21907" y="37147"/>
                    <a:pt x="19050" y="39052"/>
                  </a:cubicBezTo>
                  <a:cubicBezTo>
                    <a:pt x="9525" y="44767"/>
                    <a:pt x="952" y="50483"/>
                    <a:pt x="0" y="55245"/>
                  </a:cubicBezTo>
                  <a:cubicBezTo>
                    <a:pt x="0" y="57150"/>
                    <a:pt x="0" y="58102"/>
                    <a:pt x="1905" y="60960"/>
                  </a:cubicBezTo>
                  <a:cubicBezTo>
                    <a:pt x="8573" y="71438"/>
                    <a:pt x="39052" y="80963"/>
                    <a:pt x="68580" y="80963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810" name="Google Shape;810;p8"/>
            <p:cNvSpPr/>
            <p:nvPr/>
          </p:nvSpPr>
          <p:spPr bwMode="auto">
            <a:xfrm>
              <a:off x="6010119" y="3382326"/>
              <a:ext cx="179377" cy="129539"/>
            </a:xfrm>
            <a:custGeom>
              <a:avLst/>
              <a:gdLst/>
              <a:ahLst/>
              <a:cxnLst/>
              <a:rect l="l" t="t" r="r" b="b"/>
              <a:pathLst>
                <a:path w="179377" h="129539" fill="norm" stroke="1" extrusionOk="0">
                  <a:moveTo>
                    <a:pt x="88736" y="0"/>
                  </a:moveTo>
                  <a:lnTo>
                    <a:pt x="88736" y="0"/>
                  </a:lnTo>
                  <a:lnTo>
                    <a:pt x="87784" y="0"/>
                  </a:lnTo>
                  <a:cubicBezTo>
                    <a:pt x="44921" y="0"/>
                    <a:pt x="20156" y="5715"/>
                    <a:pt x="8726" y="19050"/>
                  </a:cubicBezTo>
                  <a:cubicBezTo>
                    <a:pt x="-4609" y="33338"/>
                    <a:pt x="-799" y="52388"/>
                    <a:pt x="7774" y="64770"/>
                  </a:cubicBezTo>
                  <a:cubicBezTo>
                    <a:pt x="9679" y="67627"/>
                    <a:pt x="11584" y="70485"/>
                    <a:pt x="14441" y="72390"/>
                  </a:cubicBezTo>
                  <a:lnTo>
                    <a:pt x="16346" y="74295"/>
                  </a:lnTo>
                  <a:cubicBezTo>
                    <a:pt x="23014" y="79057"/>
                    <a:pt x="30634" y="81915"/>
                    <a:pt x="38254" y="84772"/>
                  </a:cubicBezTo>
                  <a:cubicBezTo>
                    <a:pt x="56351" y="91440"/>
                    <a:pt x="76354" y="99060"/>
                    <a:pt x="89689" y="129540"/>
                  </a:cubicBezTo>
                  <a:cubicBezTo>
                    <a:pt x="103024" y="98107"/>
                    <a:pt x="123026" y="91440"/>
                    <a:pt x="141124" y="84772"/>
                  </a:cubicBezTo>
                  <a:cubicBezTo>
                    <a:pt x="148744" y="81915"/>
                    <a:pt x="156364" y="79057"/>
                    <a:pt x="163031" y="74295"/>
                  </a:cubicBezTo>
                  <a:lnTo>
                    <a:pt x="164936" y="72390"/>
                  </a:lnTo>
                  <a:cubicBezTo>
                    <a:pt x="167794" y="70485"/>
                    <a:pt x="169699" y="67627"/>
                    <a:pt x="171604" y="64770"/>
                  </a:cubicBezTo>
                  <a:cubicBezTo>
                    <a:pt x="180176" y="52388"/>
                    <a:pt x="183986" y="33338"/>
                    <a:pt x="170651" y="19050"/>
                  </a:cubicBezTo>
                  <a:cubicBezTo>
                    <a:pt x="157316" y="5715"/>
                    <a:pt x="131599" y="0"/>
                    <a:pt x="88736" y="0"/>
                  </a:cubicBezTo>
                  <a:lnTo>
                    <a:pt x="88736" y="0"/>
                  </a:ln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811" name="Google Shape;811;p8"/>
            <p:cNvSpPr/>
            <p:nvPr/>
          </p:nvSpPr>
          <p:spPr bwMode="auto">
            <a:xfrm>
              <a:off x="6188393" y="3388996"/>
              <a:ext cx="104775" cy="81913"/>
            </a:xfrm>
            <a:custGeom>
              <a:avLst/>
              <a:gdLst/>
              <a:ahLst/>
              <a:cxnLst/>
              <a:rect l="l" t="t" r="r" b="b"/>
              <a:pathLst>
                <a:path w="104775" h="81914" fill="norm" stroke="1" extrusionOk="0">
                  <a:moveTo>
                    <a:pt x="0" y="72390"/>
                  </a:moveTo>
                  <a:cubicBezTo>
                    <a:pt x="1905" y="74295"/>
                    <a:pt x="4763" y="77152"/>
                    <a:pt x="9525" y="78105"/>
                  </a:cubicBezTo>
                  <a:cubicBezTo>
                    <a:pt x="16192" y="80010"/>
                    <a:pt x="24765" y="81915"/>
                    <a:pt x="35242" y="81915"/>
                  </a:cubicBezTo>
                  <a:cubicBezTo>
                    <a:pt x="64770" y="81915"/>
                    <a:pt x="95250" y="72390"/>
                    <a:pt x="102870" y="60960"/>
                  </a:cubicBezTo>
                  <a:cubicBezTo>
                    <a:pt x="104775" y="59055"/>
                    <a:pt x="104775" y="57150"/>
                    <a:pt x="104775" y="55245"/>
                  </a:cubicBezTo>
                  <a:cubicBezTo>
                    <a:pt x="103823" y="50483"/>
                    <a:pt x="95250" y="44767"/>
                    <a:pt x="85725" y="39052"/>
                  </a:cubicBezTo>
                  <a:cubicBezTo>
                    <a:pt x="82867" y="37147"/>
                    <a:pt x="80010" y="35242"/>
                    <a:pt x="77153" y="33338"/>
                  </a:cubicBezTo>
                  <a:cubicBezTo>
                    <a:pt x="69533" y="28575"/>
                    <a:pt x="65723" y="23813"/>
                    <a:pt x="61913" y="19050"/>
                  </a:cubicBezTo>
                  <a:cubicBezTo>
                    <a:pt x="54292" y="11430"/>
                    <a:pt x="48578" y="4763"/>
                    <a:pt x="20003" y="952"/>
                  </a:cubicBezTo>
                  <a:cubicBezTo>
                    <a:pt x="14288" y="952"/>
                    <a:pt x="8573" y="0"/>
                    <a:pt x="1905" y="0"/>
                  </a:cubicBezTo>
                  <a:cubicBezTo>
                    <a:pt x="1905" y="0"/>
                    <a:pt x="1905" y="0"/>
                    <a:pt x="2858" y="952"/>
                  </a:cubicBezTo>
                  <a:cubicBezTo>
                    <a:pt x="21908" y="21908"/>
                    <a:pt x="16192" y="49530"/>
                    <a:pt x="5715" y="65722"/>
                  </a:cubicBezTo>
                  <a:cubicBezTo>
                    <a:pt x="3810" y="67627"/>
                    <a:pt x="1905" y="70485"/>
                    <a:pt x="0" y="72390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812" name="Google Shape;812;p8"/>
            <p:cNvSpPr/>
            <p:nvPr/>
          </p:nvSpPr>
          <p:spPr bwMode="auto">
            <a:xfrm>
              <a:off x="6255066" y="3388042"/>
              <a:ext cx="150495" cy="61912"/>
            </a:xfrm>
            <a:custGeom>
              <a:avLst/>
              <a:gdLst/>
              <a:ahLst/>
              <a:cxnLst/>
              <a:rect l="l" t="t" r="r" b="b"/>
              <a:pathLst>
                <a:path w="150495" h="61912" fill="norm" stroke="1" extrusionOk="0">
                  <a:moveTo>
                    <a:pt x="58103" y="61913"/>
                  </a:moveTo>
                  <a:lnTo>
                    <a:pt x="58103" y="61913"/>
                  </a:lnTo>
                  <a:cubicBezTo>
                    <a:pt x="97155" y="61913"/>
                    <a:pt x="135255" y="49530"/>
                    <a:pt x="150495" y="40005"/>
                  </a:cubicBezTo>
                  <a:lnTo>
                    <a:pt x="148590" y="40005"/>
                  </a:lnTo>
                  <a:cubicBezTo>
                    <a:pt x="100965" y="40005"/>
                    <a:pt x="77153" y="20003"/>
                    <a:pt x="62865" y="7620"/>
                  </a:cubicBezTo>
                  <a:cubicBezTo>
                    <a:pt x="60960" y="5715"/>
                    <a:pt x="58103" y="3810"/>
                    <a:pt x="56198" y="1905"/>
                  </a:cubicBezTo>
                  <a:cubicBezTo>
                    <a:pt x="55245" y="953"/>
                    <a:pt x="54292" y="953"/>
                    <a:pt x="52388" y="0"/>
                  </a:cubicBezTo>
                  <a:lnTo>
                    <a:pt x="52388" y="0"/>
                  </a:lnTo>
                  <a:cubicBezTo>
                    <a:pt x="35242" y="1905"/>
                    <a:pt x="17145" y="2858"/>
                    <a:pt x="0" y="2858"/>
                  </a:cubicBezTo>
                  <a:cubicBezTo>
                    <a:pt x="1905" y="4763"/>
                    <a:pt x="3810" y="6667"/>
                    <a:pt x="5715" y="8573"/>
                  </a:cubicBezTo>
                  <a:cubicBezTo>
                    <a:pt x="9525" y="12383"/>
                    <a:pt x="12383" y="16192"/>
                    <a:pt x="19050" y="20003"/>
                  </a:cubicBezTo>
                  <a:cubicBezTo>
                    <a:pt x="21908" y="21908"/>
                    <a:pt x="24765" y="23813"/>
                    <a:pt x="27623" y="25717"/>
                  </a:cubicBezTo>
                  <a:cubicBezTo>
                    <a:pt x="40005" y="33338"/>
                    <a:pt x="50483" y="40005"/>
                    <a:pt x="52388" y="51435"/>
                  </a:cubicBezTo>
                  <a:cubicBezTo>
                    <a:pt x="52388" y="53340"/>
                    <a:pt x="53340" y="56198"/>
                    <a:pt x="52388" y="58103"/>
                  </a:cubicBezTo>
                  <a:cubicBezTo>
                    <a:pt x="53340" y="60960"/>
                    <a:pt x="54292" y="61913"/>
                    <a:pt x="58103" y="61913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813" name="Google Shape;813;p8"/>
            <p:cNvSpPr/>
            <p:nvPr/>
          </p:nvSpPr>
          <p:spPr bwMode="auto">
            <a:xfrm>
              <a:off x="5622573" y="3664502"/>
              <a:ext cx="433339" cy="150232"/>
            </a:xfrm>
            <a:custGeom>
              <a:avLst/>
              <a:gdLst/>
              <a:ahLst/>
              <a:cxnLst/>
              <a:rect l="l" t="t" r="r" b="b"/>
              <a:pathLst>
                <a:path w="433339" h="150232" fill="norm" stroke="1" extrusionOk="0">
                  <a:moveTo>
                    <a:pt x="281020" y="82629"/>
                  </a:moveTo>
                  <a:cubicBezTo>
                    <a:pt x="285782" y="84534"/>
                    <a:pt x="349600" y="103584"/>
                    <a:pt x="361982" y="104537"/>
                  </a:cubicBezTo>
                  <a:cubicBezTo>
                    <a:pt x="382937" y="107394"/>
                    <a:pt x="404845" y="106442"/>
                    <a:pt x="421037" y="92154"/>
                  </a:cubicBezTo>
                  <a:cubicBezTo>
                    <a:pt x="421990" y="91202"/>
                    <a:pt x="422942" y="90249"/>
                    <a:pt x="424847" y="89297"/>
                  </a:cubicBezTo>
                  <a:cubicBezTo>
                    <a:pt x="427705" y="85487"/>
                    <a:pt x="430562" y="82629"/>
                    <a:pt x="431515" y="78819"/>
                  </a:cubicBezTo>
                  <a:cubicBezTo>
                    <a:pt x="440087" y="56912"/>
                    <a:pt x="419132" y="30242"/>
                    <a:pt x="354362" y="15002"/>
                  </a:cubicBezTo>
                  <a:cubicBezTo>
                    <a:pt x="274352" y="-4048"/>
                    <a:pt x="153385" y="-6906"/>
                    <a:pt x="67660" y="17859"/>
                  </a:cubicBezTo>
                  <a:cubicBezTo>
                    <a:pt x="19082" y="32147"/>
                    <a:pt x="-920" y="52149"/>
                    <a:pt x="32" y="72152"/>
                  </a:cubicBezTo>
                  <a:cubicBezTo>
                    <a:pt x="32" y="77867"/>
                    <a:pt x="1937" y="82629"/>
                    <a:pt x="4795" y="88344"/>
                  </a:cubicBezTo>
                  <a:lnTo>
                    <a:pt x="4795" y="88344"/>
                  </a:lnTo>
                  <a:cubicBezTo>
                    <a:pt x="10510" y="97869"/>
                    <a:pt x="20035" y="107394"/>
                    <a:pt x="33370" y="115014"/>
                  </a:cubicBezTo>
                  <a:cubicBezTo>
                    <a:pt x="40037" y="118824"/>
                    <a:pt x="46705" y="122634"/>
                    <a:pt x="55277" y="125492"/>
                  </a:cubicBezTo>
                  <a:lnTo>
                    <a:pt x="55277" y="125492"/>
                  </a:lnTo>
                  <a:cubicBezTo>
                    <a:pt x="69565" y="131207"/>
                    <a:pt x="84805" y="135969"/>
                    <a:pt x="102902" y="138827"/>
                  </a:cubicBezTo>
                  <a:cubicBezTo>
                    <a:pt x="150527" y="148352"/>
                    <a:pt x="208630" y="152162"/>
                    <a:pt x="258160" y="149304"/>
                  </a:cubicBezTo>
                  <a:cubicBezTo>
                    <a:pt x="330550" y="145494"/>
                    <a:pt x="324835" y="123587"/>
                    <a:pt x="309595" y="114062"/>
                  </a:cubicBezTo>
                  <a:cubicBezTo>
                    <a:pt x="305785" y="112157"/>
                    <a:pt x="287687" y="102632"/>
                    <a:pt x="275305" y="93107"/>
                  </a:cubicBezTo>
                  <a:cubicBezTo>
                    <a:pt x="264827" y="86439"/>
                    <a:pt x="271495" y="78819"/>
                    <a:pt x="281020" y="82629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814" name="Google Shape;814;p8"/>
            <p:cNvSpPr/>
            <p:nvPr/>
          </p:nvSpPr>
          <p:spPr bwMode="auto">
            <a:xfrm>
              <a:off x="5892166" y="3782374"/>
              <a:ext cx="786764" cy="50482"/>
            </a:xfrm>
            <a:custGeom>
              <a:avLst/>
              <a:gdLst/>
              <a:ahLst/>
              <a:cxnLst/>
              <a:rect l="l" t="t" r="r" b="b"/>
              <a:pathLst>
                <a:path w="786764" h="50482" fill="norm" stroke="1" extrusionOk="0">
                  <a:moveTo>
                    <a:pt x="64770" y="0"/>
                  </a:moveTo>
                  <a:cubicBezTo>
                    <a:pt x="65723" y="952"/>
                    <a:pt x="65723" y="2857"/>
                    <a:pt x="65723" y="4763"/>
                  </a:cubicBezTo>
                  <a:cubicBezTo>
                    <a:pt x="66675" y="8572"/>
                    <a:pt x="66675" y="13335"/>
                    <a:pt x="65723" y="17145"/>
                  </a:cubicBezTo>
                  <a:cubicBezTo>
                    <a:pt x="60007" y="40957"/>
                    <a:pt x="28575" y="47625"/>
                    <a:pt x="0" y="50482"/>
                  </a:cubicBezTo>
                  <a:lnTo>
                    <a:pt x="725805" y="50482"/>
                  </a:lnTo>
                  <a:cubicBezTo>
                    <a:pt x="746760" y="36195"/>
                    <a:pt x="766763" y="20955"/>
                    <a:pt x="786765" y="4763"/>
                  </a:cubicBezTo>
                  <a:lnTo>
                    <a:pt x="81915" y="4763"/>
                  </a:lnTo>
                  <a:cubicBezTo>
                    <a:pt x="78105" y="2857"/>
                    <a:pt x="72390" y="1905"/>
                    <a:pt x="64770" y="0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815" name="Google Shape;815;p8"/>
            <p:cNvSpPr/>
            <p:nvPr/>
          </p:nvSpPr>
          <p:spPr bwMode="auto">
            <a:xfrm>
              <a:off x="5514024" y="3787137"/>
              <a:ext cx="279082" cy="45719"/>
            </a:xfrm>
            <a:custGeom>
              <a:avLst/>
              <a:gdLst/>
              <a:ahLst/>
              <a:cxnLst/>
              <a:rect l="l" t="t" r="r" b="b"/>
              <a:pathLst>
                <a:path w="279082" h="45719" fill="norm" stroke="1" extrusionOk="0">
                  <a:moveTo>
                    <a:pt x="206692" y="35242"/>
                  </a:moveTo>
                  <a:cubicBezTo>
                    <a:pt x="187642" y="31432"/>
                    <a:pt x="171450" y="26670"/>
                    <a:pt x="157163" y="20955"/>
                  </a:cubicBezTo>
                  <a:lnTo>
                    <a:pt x="156210" y="20955"/>
                  </a:lnTo>
                  <a:lnTo>
                    <a:pt x="155257" y="20955"/>
                  </a:lnTo>
                  <a:cubicBezTo>
                    <a:pt x="146685" y="17145"/>
                    <a:pt x="139065" y="13335"/>
                    <a:pt x="131445" y="9525"/>
                  </a:cubicBezTo>
                  <a:cubicBezTo>
                    <a:pt x="126682" y="6667"/>
                    <a:pt x="121920" y="3810"/>
                    <a:pt x="118110" y="0"/>
                  </a:cubicBezTo>
                  <a:lnTo>
                    <a:pt x="0" y="0"/>
                  </a:lnTo>
                  <a:cubicBezTo>
                    <a:pt x="20002" y="16192"/>
                    <a:pt x="40005" y="31432"/>
                    <a:pt x="60960" y="45720"/>
                  </a:cubicBezTo>
                  <a:lnTo>
                    <a:pt x="279082" y="45720"/>
                  </a:lnTo>
                  <a:cubicBezTo>
                    <a:pt x="253365" y="42863"/>
                    <a:pt x="228600" y="40005"/>
                    <a:pt x="206692" y="35242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816" name="Google Shape;816;p8"/>
            <p:cNvSpPr/>
            <p:nvPr/>
          </p:nvSpPr>
          <p:spPr bwMode="auto">
            <a:xfrm>
              <a:off x="5295902" y="3529966"/>
              <a:ext cx="984884" cy="45719"/>
            </a:xfrm>
            <a:custGeom>
              <a:avLst/>
              <a:gdLst/>
              <a:ahLst/>
              <a:cxnLst/>
              <a:rect l="l" t="t" r="r" b="b"/>
              <a:pathLst>
                <a:path w="984884" h="45719" fill="norm" stroke="1" extrusionOk="0">
                  <a:moveTo>
                    <a:pt x="950595" y="44767"/>
                  </a:moveTo>
                  <a:cubicBezTo>
                    <a:pt x="947738" y="36195"/>
                    <a:pt x="948690" y="26670"/>
                    <a:pt x="953453" y="19050"/>
                  </a:cubicBezTo>
                  <a:cubicBezTo>
                    <a:pt x="956310" y="14288"/>
                    <a:pt x="960120" y="11430"/>
                    <a:pt x="966788" y="7620"/>
                  </a:cubicBezTo>
                  <a:cubicBezTo>
                    <a:pt x="971550" y="4763"/>
                    <a:pt x="978218" y="2857"/>
                    <a:pt x="984885" y="0"/>
                  </a:cubicBezTo>
                  <a:lnTo>
                    <a:pt x="0" y="0"/>
                  </a:lnTo>
                  <a:cubicBezTo>
                    <a:pt x="8573" y="15240"/>
                    <a:pt x="18098" y="30480"/>
                    <a:pt x="28575" y="45720"/>
                  </a:cubicBezTo>
                  <a:lnTo>
                    <a:pt x="951547" y="45720"/>
                  </a:lnTo>
                  <a:cubicBezTo>
                    <a:pt x="950595" y="45720"/>
                    <a:pt x="950595" y="45720"/>
                    <a:pt x="950595" y="44767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817" name="Google Shape;817;p8"/>
            <p:cNvSpPr/>
            <p:nvPr/>
          </p:nvSpPr>
          <p:spPr bwMode="auto">
            <a:xfrm>
              <a:off x="6517960" y="3529966"/>
              <a:ext cx="381000" cy="45719"/>
            </a:xfrm>
            <a:custGeom>
              <a:avLst/>
              <a:gdLst/>
              <a:ahLst/>
              <a:cxnLst/>
              <a:rect l="l" t="t" r="r" b="b"/>
              <a:pathLst>
                <a:path w="381000" h="45719" fill="norm" stroke="1" extrusionOk="0">
                  <a:moveTo>
                    <a:pt x="74295" y="15240"/>
                  </a:moveTo>
                  <a:cubicBezTo>
                    <a:pt x="111442" y="24765"/>
                    <a:pt x="139065" y="35242"/>
                    <a:pt x="159067" y="45720"/>
                  </a:cubicBezTo>
                  <a:lnTo>
                    <a:pt x="352425" y="45720"/>
                  </a:lnTo>
                  <a:cubicBezTo>
                    <a:pt x="361950" y="30480"/>
                    <a:pt x="371475" y="15240"/>
                    <a:pt x="381000" y="0"/>
                  </a:cubicBezTo>
                  <a:lnTo>
                    <a:pt x="0" y="0"/>
                  </a:lnTo>
                  <a:cubicBezTo>
                    <a:pt x="25717" y="4763"/>
                    <a:pt x="51435" y="9525"/>
                    <a:pt x="74295" y="15240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818" name="Google Shape;818;p8"/>
            <p:cNvSpPr/>
            <p:nvPr/>
          </p:nvSpPr>
          <p:spPr bwMode="auto">
            <a:xfrm>
              <a:off x="6681789" y="3615689"/>
              <a:ext cx="161925" cy="45719"/>
            </a:xfrm>
            <a:custGeom>
              <a:avLst/>
              <a:gdLst/>
              <a:ahLst/>
              <a:cxnLst/>
              <a:rect l="l" t="t" r="r" b="b"/>
              <a:pathLst>
                <a:path w="161925" h="45719" fill="norm" stroke="1" extrusionOk="0">
                  <a:moveTo>
                    <a:pt x="28575" y="7620"/>
                  </a:moveTo>
                  <a:cubicBezTo>
                    <a:pt x="27622" y="17145"/>
                    <a:pt x="21908" y="26670"/>
                    <a:pt x="13335" y="35242"/>
                  </a:cubicBezTo>
                  <a:lnTo>
                    <a:pt x="10478" y="38100"/>
                  </a:lnTo>
                  <a:cubicBezTo>
                    <a:pt x="7620" y="40957"/>
                    <a:pt x="3810" y="43815"/>
                    <a:pt x="0" y="45720"/>
                  </a:cubicBezTo>
                  <a:lnTo>
                    <a:pt x="125730" y="45720"/>
                  </a:lnTo>
                  <a:cubicBezTo>
                    <a:pt x="138113" y="30480"/>
                    <a:pt x="150495" y="16192"/>
                    <a:pt x="161925" y="0"/>
                  </a:cubicBezTo>
                  <a:lnTo>
                    <a:pt x="29528" y="0"/>
                  </a:lnTo>
                  <a:cubicBezTo>
                    <a:pt x="28575" y="2857"/>
                    <a:pt x="28575" y="4763"/>
                    <a:pt x="28575" y="7620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819" name="Google Shape;819;p8"/>
            <p:cNvSpPr/>
            <p:nvPr/>
          </p:nvSpPr>
          <p:spPr bwMode="auto">
            <a:xfrm>
              <a:off x="5352096" y="3615689"/>
              <a:ext cx="815339" cy="45719"/>
            </a:xfrm>
            <a:custGeom>
              <a:avLst/>
              <a:gdLst/>
              <a:ahLst/>
              <a:cxnLst/>
              <a:rect l="l" t="t" r="r" b="b"/>
              <a:pathLst>
                <a:path w="815339" h="45719" fill="norm" stroke="1" extrusionOk="0">
                  <a:moveTo>
                    <a:pt x="344805" y="45720"/>
                  </a:moveTo>
                  <a:cubicBezTo>
                    <a:pt x="384810" y="35242"/>
                    <a:pt x="432435" y="30480"/>
                    <a:pt x="483870" y="30480"/>
                  </a:cubicBezTo>
                  <a:cubicBezTo>
                    <a:pt x="535305" y="30480"/>
                    <a:pt x="587693" y="36195"/>
                    <a:pt x="628650" y="45720"/>
                  </a:cubicBezTo>
                  <a:lnTo>
                    <a:pt x="805815" y="45720"/>
                  </a:lnTo>
                  <a:cubicBezTo>
                    <a:pt x="802005" y="35242"/>
                    <a:pt x="802957" y="26670"/>
                    <a:pt x="803910" y="20955"/>
                  </a:cubicBezTo>
                  <a:cubicBezTo>
                    <a:pt x="805815" y="12382"/>
                    <a:pt x="809625" y="5715"/>
                    <a:pt x="815340" y="0"/>
                  </a:cubicBezTo>
                  <a:lnTo>
                    <a:pt x="0" y="0"/>
                  </a:lnTo>
                  <a:cubicBezTo>
                    <a:pt x="11430" y="15240"/>
                    <a:pt x="23813" y="30480"/>
                    <a:pt x="36195" y="45720"/>
                  </a:cubicBezTo>
                  <a:lnTo>
                    <a:pt x="344805" y="45720"/>
                  </a:ln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820" name="Google Shape;820;p8"/>
            <p:cNvSpPr/>
            <p:nvPr/>
          </p:nvSpPr>
          <p:spPr bwMode="auto">
            <a:xfrm>
              <a:off x="5422584" y="3701413"/>
              <a:ext cx="196214" cy="45719"/>
            </a:xfrm>
            <a:custGeom>
              <a:avLst/>
              <a:gdLst/>
              <a:ahLst/>
              <a:cxnLst/>
              <a:rect l="l" t="t" r="r" b="b"/>
              <a:pathLst>
                <a:path w="196214" h="45719" fill="norm" stroke="1" extrusionOk="0">
                  <a:moveTo>
                    <a:pt x="181927" y="36195"/>
                  </a:moveTo>
                  <a:cubicBezTo>
                    <a:pt x="181927" y="25717"/>
                    <a:pt x="184785" y="12382"/>
                    <a:pt x="196215" y="0"/>
                  </a:cubicBezTo>
                  <a:lnTo>
                    <a:pt x="0" y="0"/>
                  </a:lnTo>
                  <a:cubicBezTo>
                    <a:pt x="14288" y="15240"/>
                    <a:pt x="30480" y="30480"/>
                    <a:pt x="45720" y="45720"/>
                  </a:cubicBezTo>
                  <a:lnTo>
                    <a:pt x="182880" y="45720"/>
                  </a:lnTo>
                  <a:cubicBezTo>
                    <a:pt x="181927" y="41910"/>
                    <a:pt x="181927" y="39052"/>
                    <a:pt x="181927" y="36195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821" name="Google Shape;821;p8"/>
            <p:cNvSpPr/>
            <p:nvPr/>
          </p:nvSpPr>
          <p:spPr bwMode="auto">
            <a:xfrm>
              <a:off x="6060758" y="3701413"/>
              <a:ext cx="711517" cy="45719"/>
            </a:xfrm>
            <a:custGeom>
              <a:avLst/>
              <a:gdLst/>
              <a:ahLst/>
              <a:cxnLst/>
              <a:rect l="l" t="t" r="r" b="b"/>
              <a:pathLst>
                <a:path w="711517" h="45719" fill="norm" stroke="1" extrusionOk="0">
                  <a:moveTo>
                    <a:pt x="472440" y="14288"/>
                  </a:moveTo>
                  <a:lnTo>
                    <a:pt x="465772" y="15240"/>
                  </a:lnTo>
                  <a:cubicBezTo>
                    <a:pt x="410527" y="26670"/>
                    <a:pt x="353377" y="32385"/>
                    <a:pt x="300038" y="32385"/>
                  </a:cubicBezTo>
                  <a:cubicBezTo>
                    <a:pt x="246697" y="32385"/>
                    <a:pt x="179070" y="26670"/>
                    <a:pt x="135255" y="0"/>
                  </a:cubicBezTo>
                  <a:lnTo>
                    <a:pt x="0" y="0"/>
                  </a:lnTo>
                  <a:cubicBezTo>
                    <a:pt x="2858" y="3810"/>
                    <a:pt x="6667" y="7620"/>
                    <a:pt x="8572" y="11430"/>
                  </a:cubicBezTo>
                  <a:cubicBezTo>
                    <a:pt x="14288" y="21907"/>
                    <a:pt x="15240" y="34290"/>
                    <a:pt x="12383" y="45720"/>
                  </a:cubicBezTo>
                  <a:lnTo>
                    <a:pt x="665797" y="45720"/>
                  </a:lnTo>
                  <a:cubicBezTo>
                    <a:pt x="681990" y="31432"/>
                    <a:pt x="697230" y="16192"/>
                    <a:pt x="711518" y="0"/>
                  </a:cubicBezTo>
                  <a:lnTo>
                    <a:pt x="529590" y="0"/>
                  </a:lnTo>
                  <a:cubicBezTo>
                    <a:pt x="510540" y="4763"/>
                    <a:pt x="492442" y="9525"/>
                    <a:pt x="472440" y="14288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822" name="Google Shape;822;p8"/>
            <p:cNvSpPr/>
            <p:nvPr/>
          </p:nvSpPr>
          <p:spPr bwMode="auto">
            <a:xfrm>
              <a:off x="6172093" y="3539491"/>
              <a:ext cx="520239" cy="177164"/>
            </a:xfrm>
            <a:custGeom>
              <a:avLst/>
              <a:gdLst/>
              <a:ahLst/>
              <a:cxnLst/>
              <a:rect l="l" t="t" r="r" b="b"/>
              <a:pathLst>
                <a:path w="520239" h="177164" fill="norm" stroke="1" extrusionOk="0">
                  <a:moveTo>
                    <a:pt x="167746" y="80010"/>
                  </a:moveTo>
                  <a:cubicBezTo>
                    <a:pt x="158221" y="80010"/>
                    <a:pt x="146791" y="78105"/>
                    <a:pt x="134408" y="76200"/>
                  </a:cubicBezTo>
                  <a:cubicBezTo>
                    <a:pt x="121073" y="74295"/>
                    <a:pt x="105833" y="71438"/>
                    <a:pt x="90593" y="71438"/>
                  </a:cubicBezTo>
                  <a:cubicBezTo>
                    <a:pt x="86783" y="71438"/>
                    <a:pt x="82973" y="71438"/>
                    <a:pt x="79163" y="71438"/>
                  </a:cubicBezTo>
                  <a:cubicBezTo>
                    <a:pt x="60113" y="71438"/>
                    <a:pt x="42968" y="73342"/>
                    <a:pt x="29633" y="77152"/>
                  </a:cubicBezTo>
                  <a:cubicBezTo>
                    <a:pt x="10583" y="81915"/>
                    <a:pt x="-17992" y="106680"/>
                    <a:pt x="15346" y="134302"/>
                  </a:cubicBezTo>
                  <a:cubicBezTo>
                    <a:pt x="42968" y="161925"/>
                    <a:pt x="103928" y="177165"/>
                    <a:pt x="188701" y="177165"/>
                  </a:cubicBezTo>
                  <a:cubicBezTo>
                    <a:pt x="241088" y="177165"/>
                    <a:pt x="297286" y="171450"/>
                    <a:pt x="351578" y="160020"/>
                  </a:cubicBezTo>
                  <a:lnTo>
                    <a:pt x="357293" y="159067"/>
                  </a:lnTo>
                  <a:cubicBezTo>
                    <a:pt x="426826" y="144780"/>
                    <a:pt x="483023" y="122872"/>
                    <a:pt x="506836" y="101917"/>
                  </a:cubicBezTo>
                  <a:lnTo>
                    <a:pt x="509693" y="99060"/>
                  </a:lnTo>
                  <a:cubicBezTo>
                    <a:pt x="515408" y="93345"/>
                    <a:pt x="519218" y="87630"/>
                    <a:pt x="520171" y="81915"/>
                  </a:cubicBezTo>
                  <a:cubicBezTo>
                    <a:pt x="521123" y="72390"/>
                    <a:pt x="513503" y="48577"/>
                    <a:pt x="415396" y="23813"/>
                  </a:cubicBezTo>
                  <a:cubicBezTo>
                    <a:pt x="357293" y="9525"/>
                    <a:pt x="279188" y="0"/>
                    <a:pt x="211561" y="0"/>
                  </a:cubicBezTo>
                  <a:lnTo>
                    <a:pt x="207751" y="0"/>
                  </a:lnTo>
                  <a:cubicBezTo>
                    <a:pt x="146791" y="0"/>
                    <a:pt x="113453" y="6667"/>
                    <a:pt x="99166" y="15240"/>
                  </a:cubicBezTo>
                  <a:cubicBezTo>
                    <a:pt x="96308" y="17145"/>
                    <a:pt x="93451" y="19050"/>
                    <a:pt x="92498" y="20955"/>
                  </a:cubicBezTo>
                  <a:cubicBezTo>
                    <a:pt x="91546" y="22860"/>
                    <a:pt x="90593" y="26670"/>
                    <a:pt x="91546" y="30480"/>
                  </a:cubicBezTo>
                  <a:cubicBezTo>
                    <a:pt x="101071" y="53340"/>
                    <a:pt x="140123" y="59055"/>
                    <a:pt x="175366" y="59055"/>
                  </a:cubicBezTo>
                  <a:cubicBezTo>
                    <a:pt x="195368" y="60007"/>
                    <a:pt x="194416" y="68580"/>
                    <a:pt x="190606" y="72390"/>
                  </a:cubicBezTo>
                  <a:cubicBezTo>
                    <a:pt x="183938" y="79057"/>
                    <a:pt x="174413" y="80010"/>
                    <a:pt x="167746" y="80010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823" name="Google Shape;823;p8"/>
            <p:cNvSpPr/>
            <p:nvPr/>
          </p:nvSpPr>
          <p:spPr bwMode="auto">
            <a:xfrm>
              <a:off x="6639878" y="3308983"/>
              <a:ext cx="231457" cy="38100"/>
            </a:xfrm>
            <a:custGeom>
              <a:avLst/>
              <a:gdLst/>
              <a:ahLst/>
              <a:cxnLst/>
              <a:rect l="l" t="t" r="r" b="b"/>
              <a:pathLst>
                <a:path w="231457" h="38100" fill="norm" stroke="1" extrusionOk="0">
                  <a:moveTo>
                    <a:pt x="231457" y="20003"/>
                  </a:moveTo>
                  <a:lnTo>
                    <a:pt x="1905" y="0"/>
                  </a:lnTo>
                  <a:cubicBezTo>
                    <a:pt x="952" y="5715"/>
                    <a:pt x="952" y="12383"/>
                    <a:pt x="0" y="18098"/>
                  </a:cubicBezTo>
                  <a:lnTo>
                    <a:pt x="229552" y="38100"/>
                  </a:lnTo>
                  <a:cubicBezTo>
                    <a:pt x="229552" y="32385"/>
                    <a:pt x="230505" y="25718"/>
                    <a:pt x="231457" y="20003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824" name="Google Shape;824;p8"/>
            <p:cNvSpPr/>
            <p:nvPr/>
          </p:nvSpPr>
          <p:spPr bwMode="auto">
            <a:xfrm>
              <a:off x="6636069" y="3126102"/>
              <a:ext cx="230504" cy="58102"/>
            </a:xfrm>
            <a:custGeom>
              <a:avLst/>
              <a:gdLst/>
              <a:ahLst/>
              <a:cxnLst/>
              <a:rect l="l" t="t" r="r" b="b"/>
              <a:pathLst>
                <a:path w="230504" h="58102" fill="norm" stroke="1" extrusionOk="0">
                  <a:moveTo>
                    <a:pt x="227648" y="0"/>
                  </a:moveTo>
                  <a:lnTo>
                    <a:pt x="0" y="40005"/>
                  </a:lnTo>
                  <a:cubicBezTo>
                    <a:pt x="953" y="45720"/>
                    <a:pt x="1905" y="52388"/>
                    <a:pt x="2858" y="58103"/>
                  </a:cubicBezTo>
                  <a:lnTo>
                    <a:pt x="230505" y="17145"/>
                  </a:lnTo>
                  <a:cubicBezTo>
                    <a:pt x="229553" y="12383"/>
                    <a:pt x="228600" y="6667"/>
                    <a:pt x="227648" y="0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825" name="Google Shape;825;p8"/>
            <p:cNvSpPr/>
            <p:nvPr/>
          </p:nvSpPr>
          <p:spPr bwMode="auto">
            <a:xfrm>
              <a:off x="6594158" y="2932748"/>
              <a:ext cx="217170" cy="114299"/>
            </a:xfrm>
            <a:custGeom>
              <a:avLst/>
              <a:gdLst/>
              <a:ahLst/>
              <a:cxnLst/>
              <a:rect l="l" t="t" r="r" b="b"/>
              <a:pathLst>
                <a:path w="217170" h="114299" fill="norm" stroke="1" extrusionOk="0">
                  <a:moveTo>
                    <a:pt x="0" y="98107"/>
                  </a:moveTo>
                  <a:cubicBezTo>
                    <a:pt x="2858" y="103823"/>
                    <a:pt x="4763" y="109537"/>
                    <a:pt x="7620" y="114300"/>
                  </a:cubicBezTo>
                  <a:lnTo>
                    <a:pt x="217170" y="16192"/>
                  </a:lnTo>
                  <a:cubicBezTo>
                    <a:pt x="214313" y="10477"/>
                    <a:pt x="212408" y="4763"/>
                    <a:pt x="209550" y="0"/>
                  </a:cubicBezTo>
                  <a:lnTo>
                    <a:pt x="0" y="98107"/>
                  </a:ln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826" name="Google Shape;826;p8"/>
            <p:cNvSpPr/>
            <p:nvPr/>
          </p:nvSpPr>
          <p:spPr bwMode="auto">
            <a:xfrm>
              <a:off x="6518908" y="2761295"/>
              <a:ext cx="188594" cy="163829"/>
            </a:xfrm>
            <a:custGeom>
              <a:avLst/>
              <a:gdLst/>
              <a:ahLst/>
              <a:cxnLst/>
              <a:rect l="l" t="t" r="r" b="b"/>
              <a:pathLst>
                <a:path w="188595" h="163829" fill="norm" stroke="1" extrusionOk="0">
                  <a:moveTo>
                    <a:pt x="188595" y="14288"/>
                  </a:moveTo>
                  <a:cubicBezTo>
                    <a:pt x="184785" y="9525"/>
                    <a:pt x="180975" y="4763"/>
                    <a:pt x="177165" y="0"/>
                  </a:cubicBezTo>
                  <a:lnTo>
                    <a:pt x="0" y="149542"/>
                  </a:lnTo>
                  <a:cubicBezTo>
                    <a:pt x="3810" y="154305"/>
                    <a:pt x="7620" y="159067"/>
                    <a:pt x="11430" y="163830"/>
                  </a:cubicBezTo>
                  <a:lnTo>
                    <a:pt x="188595" y="14288"/>
                  </a:ln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827" name="Google Shape;827;p8"/>
            <p:cNvSpPr/>
            <p:nvPr/>
          </p:nvSpPr>
          <p:spPr bwMode="auto">
            <a:xfrm>
              <a:off x="6419849" y="2628897"/>
              <a:ext cx="149542" cy="200025"/>
            </a:xfrm>
            <a:custGeom>
              <a:avLst/>
              <a:gdLst/>
              <a:ahLst/>
              <a:cxnLst/>
              <a:rect l="l" t="t" r="r" b="b"/>
              <a:pathLst>
                <a:path w="149542" h="200025" fill="norm" stroke="1" extrusionOk="0">
                  <a:moveTo>
                    <a:pt x="149542" y="10477"/>
                  </a:moveTo>
                  <a:cubicBezTo>
                    <a:pt x="144780" y="6667"/>
                    <a:pt x="140017" y="2858"/>
                    <a:pt x="135255" y="0"/>
                  </a:cubicBezTo>
                  <a:lnTo>
                    <a:pt x="0" y="188595"/>
                  </a:lnTo>
                  <a:cubicBezTo>
                    <a:pt x="4763" y="192405"/>
                    <a:pt x="9525" y="196215"/>
                    <a:pt x="14288" y="200025"/>
                  </a:cubicBezTo>
                  <a:lnTo>
                    <a:pt x="149542" y="10477"/>
                  </a:ln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828" name="Google Shape;828;p8"/>
            <p:cNvSpPr/>
            <p:nvPr/>
          </p:nvSpPr>
          <p:spPr bwMode="auto">
            <a:xfrm>
              <a:off x="6299832" y="2535555"/>
              <a:ext cx="100965" cy="222885"/>
            </a:xfrm>
            <a:custGeom>
              <a:avLst/>
              <a:gdLst/>
              <a:ahLst/>
              <a:cxnLst/>
              <a:rect l="l" t="t" r="r" b="b"/>
              <a:pathLst>
                <a:path w="100965" h="222885" fill="norm" stroke="1" extrusionOk="0">
                  <a:moveTo>
                    <a:pt x="17145" y="222885"/>
                  </a:moveTo>
                  <a:lnTo>
                    <a:pt x="100965" y="6668"/>
                  </a:lnTo>
                  <a:cubicBezTo>
                    <a:pt x="95250" y="4763"/>
                    <a:pt x="89535" y="1905"/>
                    <a:pt x="83820" y="0"/>
                  </a:cubicBezTo>
                  <a:lnTo>
                    <a:pt x="0" y="216218"/>
                  </a:lnTo>
                  <a:cubicBezTo>
                    <a:pt x="6668" y="218123"/>
                    <a:pt x="12383" y="220980"/>
                    <a:pt x="17145" y="222885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829" name="Google Shape;829;p8"/>
            <p:cNvSpPr/>
            <p:nvPr/>
          </p:nvSpPr>
          <p:spPr bwMode="auto">
            <a:xfrm>
              <a:off x="5330190" y="3309937"/>
              <a:ext cx="228600" cy="37147"/>
            </a:xfrm>
            <a:custGeom>
              <a:avLst/>
              <a:gdLst/>
              <a:ahLst/>
              <a:cxnLst/>
              <a:rect l="l" t="t" r="r" b="b"/>
              <a:pathLst>
                <a:path w="228600" h="37147" fill="norm" stroke="1" extrusionOk="0">
                  <a:moveTo>
                    <a:pt x="1905" y="37147"/>
                  </a:moveTo>
                  <a:lnTo>
                    <a:pt x="228600" y="18097"/>
                  </a:lnTo>
                  <a:cubicBezTo>
                    <a:pt x="227648" y="12383"/>
                    <a:pt x="226695" y="5715"/>
                    <a:pt x="226695" y="0"/>
                  </a:cubicBezTo>
                  <a:lnTo>
                    <a:pt x="0" y="19050"/>
                  </a:lnTo>
                  <a:cubicBezTo>
                    <a:pt x="0" y="24765"/>
                    <a:pt x="952" y="30480"/>
                    <a:pt x="1905" y="37147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830" name="Google Shape;830;p8"/>
            <p:cNvSpPr/>
            <p:nvPr/>
          </p:nvSpPr>
          <p:spPr bwMode="auto">
            <a:xfrm>
              <a:off x="5333999" y="3127056"/>
              <a:ext cx="227647" cy="58102"/>
            </a:xfrm>
            <a:custGeom>
              <a:avLst/>
              <a:gdLst/>
              <a:ahLst/>
              <a:cxnLst/>
              <a:rect l="l" t="t" r="r" b="b"/>
              <a:pathLst>
                <a:path w="227647" h="58102" fill="norm" stroke="1" extrusionOk="0">
                  <a:moveTo>
                    <a:pt x="227648" y="40005"/>
                  </a:moveTo>
                  <a:lnTo>
                    <a:pt x="2858" y="0"/>
                  </a:lnTo>
                  <a:cubicBezTo>
                    <a:pt x="1905" y="5715"/>
                    <a:pt x="952" y="12383"/>
                    <a:pt x="0" y="18097"/>
                  </a:cubicBezTo>
                  <a:lnTo>
                    <a:pt x="224790" y="58102"/>
                  </a:lnTo>
                  <a:cubicBezTo>
                    <a:pt x="225742" y="51435"/>
                    <a:pt x="226695" y="45720"/>
                    <a:pt x="227648" y="40005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831" name="Google Shape;831;p8"/>
            <p:cNvSpPr/>
            <p:nvPr/>
          </p:nvSpPr>
          <p:spPr bwMode="auto">
            <a:xfrm>
              <a:off x="5389244" y="2933696"/>
              <a:ext cx="215264" cy="113347"/>
            </a:xfrm>
            <a:custGeom>
              <a:avLst/>
              <a:gdLst/>
              <a:ahLst/>
              <a:cxnLst/>
              <a:rect l="l" t="t" r="r" b="b"/>
              <a:pathLst>
                <a:path w="215264" h="113347" fill="norm" stroke="1" extrusionOk="0">
                  <a:moveTo>
                    <a:pt x="0" y="16192"/>
                  </a:moveTo>
                  <a:lnTo>
                    <a:pt x="207645" y="113347"/>
                  </a:lnTo>
                  <a:cubicBezTo>
                    <a:pt x="209550" y="107633"/>
                    <a:pt x="212407" y="101917"/>
                    <a:pt x="215265" y="97155"/>
                  </a:cubicBezTo>
                  <a:lnTo>
                    <a:pt x="7620" y="0"/>
                  </a:lnTo>
                  <a:cubicBezTo>
                    <a:pt x="4763" y="4763"/>
                    <a:pt x="1905" y="10477"/>
                    <a:pt x="0" y="16192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832" name="Google Shape;832;p8"/>
            <p:cNvSpPr/>
            <p:nvPr/>
          </p:nvSpPr>
          <p:spPr bwMode="auto">
            <a:xfrm>
              <a:off x="5492111" y="2762249"/>
              <a:ext cx="187642" cy="161925"/>
            </a:xfrm>
            <a:custGeom>
              <a:avLst/>
              <a:gdLst/>
              <a:ahLst/>
              <a:cxnLst/>
              <a:rect l="l" t="t" r="r" b="b"/>
              <a:pathLst>
                <a:path w="187642" h="161925" fill="norm" stroke="1" extrusionOk="0">
                  <a:moveTo>
                    <a:pt x="187643" y="147638"/>
                  </a:moveTo>
                  <a:lnTo>
                    <a:pt x="11430" y="0"/>
                  </a:lnTo>
                  <a:cubicBezTo>
                    <a:pt x="7620" y="4763"/>
                    <a:pt x="3810" y="9525"/>
                    <a:pt x="0" y="14288"/>
                  </a:cubicBezTo>
                  <a:lnTo>
                    <a:pt x="175260" y="161925"/>
                  </a:lnTo>
                  <a:cubicBezTo>
                    <a:pt x="180023" y="157163"/>
                    <a:pt x="183833" y="152400"/>
                    <a:pt x="187643" y="147638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833" name="Google Shape;833;p8"/>
            <p:cNvSpPr/>
            <p:nvPr/>
          </p:nvSpPr>
          <p:spPr bwMode="auto">
            <a:xfrm>
              <a:off x="5621654" y="2635567"/>
              <a:ext cx="151447" cy="197167"/>
            </a:xfrm>
            <a:custGeom>
              <a:avLst/>
              <a:gdLst/>
              <a:ahLst/>
              <a:cxnLst/>
              <a:rect l="l" t="t" r="r" b="b"/>
              <a:pathLst>
                <a:path w="151447" h="197167" fill="norm" stroke="1" extrusionOk="0">
                  <a:moveTo>
                    <a:pt x="137160" y="197168"/>
                  </a:moveTo>
                  <a:cubicBezTo>
                    <a:pt x="141923" y="193358"/>
                    <a:pt x="146685" y="189548"/>
                    <a:pt x="151448" y="185738"/>
                  </a:cubicBezTo>
                  <a:lnTo>
                    <a:pt x="14288" y="0"/>
                  </a:lnTo>
                  <a:cubicBezTo>
                    <a:pt x="9525" y="3810"/>
                    <a:pt x="4763" y="7620"/>
                    <a:pt x="0" y="11430"/>
                  </a:cubicBezTo>
                  <a:lnTo>
                    <a:pt x="137160" y="197168"/>
                  </a:ln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834" name="Google Shape;834;p8"/>
            <p:cNvSpPr/>
            <p:nvPr/>
          </p:nvSpPr>
          <p:spPr bwMode="auto">
            <a:xfrm>
              <a:off x="5765485" y="2550792"/>
              <a:ext cx="109537" cy="219074"/>
            </a:xfrm>
            <a:custGeom>
              <a:avLst/>
              <a:gdLst/>
              <a:ahLst/>
              <a:cxnLst/>
              <a:rect l="l" t="t" r="r" b="b"/>
              <a:pathLst>
                <a:path w="109537" h="219075" fill="norm" stroke="1" extrusionOk="0">
                  <a:moveTo>
                    <a:pt x="109538" y="210502"/>
                  </a:moveTo>
                  <a:lnTo>
                    <a:pt x="16192" y="0"/>
                  </a:lnTo>
                  <a:cubicBezTo>
                    <a:pt x="10477" y="2857"/>
                    <a:pt x="4763" y="4763"/>
                    <a:pt x="0" y="7620"/>
                  </a:cubicBezTo>
                  <a:lnTo>
                    <a:pt x="93345" y="219075"/>
                  </a:lnTo>
                  <a:cubicBezTo>
                    <a:pt x="98107" y="215265"/>
                    <a:pt x="103822" y="212407"/>
                    <a:pt x="109538" y="210502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835" name="Google Shape;835;p8"/>
            <p:cNvSpPr/>
            <p:nvPr/>
          </p:nvSpPr>
          <p:spPr bwMode="auto">
            <a:xfrm>
              <a:off x="6642734" y="3220404"/>
              <a:ext cx="401955" cy="36194"/>
            </a:xfrm>
            <a:custGeom>
              <a:avLst/>
              <a:gdLst/>
              <a:ahLst/>
              <a:cxnLst/>
              <a:rect l="l" t="t" r="r" b="b"/>
              <a:pathLst>
                <a:path w="401955" h="36194" fill="norm" stroke="1" extrusionOk="0">
                  <a:moveTo>
                    <a:pt x="953" y="36195"/>
                  </a:moveTo>
                  <a:lnTo>
                    <a:pt x="401955" y="18097"/>
                  </a:lnTo>
                  <a:cubicBezTo>
                    <a:pt x="401955" y="12382"/>
                    <a:pt x="401955" y="5715"/>
                    <a:pt x="401003" y="0"/>
                  </a:cubicBezTo>
                  <a:lnTo>
                    <a:pt x="0" y="18097"/>
                  </a:lnTo>
                  <a:cubicBezTo>
                    <a:pt x="953" y="23813"/>
                    <a:pt x="953" y="29527"/>
                    <a:pt x="953" y="36195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836" name="Google Shape;836;p8"/>
            <p:cNvSpPr/>
            <p:nvPr/>
          </p:nvSpPr>
          <p:spPr bwMode="auto">
            <a:xfrm>
              <a:off x="6619873" y="2976561"/>
              <a:ext cx="388620" cy="138112"/>
            </a:xfrm>
            <a:custGeom>
              <a:avLst/>
              <a:gdLst/>
              <a:ahLst/>
              <a:cxnLst/>
              <a:rect l="l" t="t" r="r" b="b"/>
              <a:pathLst>
                <a:path w="388620" h="138112" fill="norm" stroke="1" extrusionOk="0">
                  <a:moveTo>
                    <a:pt x="4763" y="138113"/>
                  </a:moveTo>
                  <a:lnTo>
                    <a:pt x="388620" y="17145"/>
                  </a:lnTo>
                  <a:cubicBezTo>
                    <a:pt x="386715" y="11430"/>
                    <a:pt x="384810" y="5715"/>
                    <a:pt x="383858" y="0"/>
                  </a:cubicBezTo>
                  <a:lnTo>
                    <a:pt x="0" y="120967"/>
                  </a:lnTo>
                  <a:cubicBezTo>
                    <a:pt x="1905" y="126683"/>
                    <a:pt x="3810" y="132397"/>
                    <a:pt x="4763" y="138113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837" name="Google Shape;837;p8"/>
            <p:cNvSpPr/>
            <p:nvPr/>
          </p:nvSpPr>
          <p:spPr bwMode="auto">
            <a:xfrm>
              <a:off x="6560819" y="2752723"/>
              <a:ext cx="348614" cy="231457"/>
            </a:xfrm>
            <a:custGeom>
              <a:avLst/>
              <a:gdLst/>
              <a:ahLst/>
              <a:cxnLst/>
              <a:rect l="l" t="t" r="r" b="b"/>
              <a:pathLst>
                <a:path w="348614" h="231457" fill="norm" stroke="1" extrusionOk="0">
                  <a:moveTo>
                    <a:pt x="9525" y="231458"/>
                  </a:moveTo>
                  <a:lnTo>
                    <a:pt x="348615" y="15240"/>
                  </a:lnTo>
                  <a:cubicBezTo>
                    <a:pt x="345758" y="10477"/>
                    <a:pt x="341947" y="4763"/>
                    <a:pt x="339090" y="0"/>
                  </a:cubicBezTo>
                  <a:lnTo>
                    <a:pt x="0" y="216217"/>
                  </a:lnTo>
                  <a:cubicBezTo>
                    <a:pt x="2858" y="220980"/>
                    <a:pt x="5715" y="225742"/>
                    <a:pt x="9525" y="231458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838" name="Google Shape;838;p8"/>
            <p:cNvSpPr/>
            <p:nvPr/>
          </p:nvSpPr>
          <p:spPr bwMode="auto">
            <a:xfrm>
              <a:off x="6470332" y="2562224"/>
              <a:ext cx="284797" cy="309562"/>
            </a:xfrm>
            <a:custGeom>
              <a:avLst/>
              <a:gdLst/>
              <a:ahLst/>
              <a:cxnLst/>
              <a:rect l="l" t="t" r="r" b="b"/>
              <a:pathLst>
                <a:path w="284797" h="309562" fill="norm" stroke="1" extrusionOk="0">
                  <a:moveTo>
                    <a:pt x="284797" y="12383"/>
                  </a:moveTo>
                  <a:cubicBezTo>
                    <a:pt x="280035" y="8573"/>
                    <a:pt x="276225" y="3810"/>
                    <a:pt x="271463" y="0"/>
                  </a:cubicBezTo>
                  <a:lnTo>
                    <a:pt x="0" y="297180"/>
                  </a:lnTo>
                  <a:cubicBezTo>
                    <a:pt x="4763" y="300990"/>
                    <a:pt x="8572" y="305753"/>
                    <a:pt x="13335" y="309563"/>
                  </a:cubicBezTo>
                  <a:lnTo>
                    <a:pt x="284797" y="12383"/>
                  </a:ln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839" name="Google Shape;839;p8"/>
            <p:cNvSpPr/>
            <p:nvPr/>
          </p:nvSpPr>
          <p:spPr bwMode="auto">
            <a:xfrm>
              <a:off x="6357939" y="2423157"/>
              <a:ext cx="205740" cy="364807"/>
            </a:xfrm>
            <a:custGeom>
              <a:avLst/>
              <a:gdLst/>
              <a:ahLst/>
              <a:cxnLst/>
              <a:rect l="l" t="t" r="r" b="b"/>
              <a:pathLst>
                <a:path w="205740" h="364807" fill="norm" stroke="1" extrusionOk="0">
                  <a:moveTo>
                    <a:pt x="205740" y="8573"/>
                  </a:moveTo>
                  <a:cubicBezTo>
                    <a:pt x="200025" y="5715"/>
                    <a:pt x="195263" y="2857"/>
                    <a:pt x="189547" y="0"/>
                  </a:cubicBezTo>
                  <a:lnTo>
                    <a:pt x="0" y="355282"/>
                  </a:lnTo>
                  <a:cubicBezTo>
                    <a:pt x="5715" y="358140"/>
                    <a:pt x="10478" y="360998"/>
                    <a:pt x="16192" y="364807"/>
                  </a:cubicBezTo>
                  <a:lnTo>
                    <a:pt x="205740" y="8573"/>
                  </a:ln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840" name="Google Shape;840;p8"/>
            <p:cNvSpPr/>
            <p:nvPr/>
          </p:nvSpPr>
          <p:spPr bwMode="auto">
            <a:xfrm>
              <a:off x="5155881" y="3220404"/>
              <a:ext cx="398144" cy="35242"/>
            </a:xfrm>
            <a:custGeom>
              <a:avLst/>
              <a:gdLst/>
              <a:ahLst/>
              <a:cxnLst/>
              <a:rect l="l" t="t" r="r" b="b"/>
              <a:pathLst>
                <a:path w="398144" h="35242" fill="norm" stroke="1" extrusionOk="0">
                  <a:moveTo>
                    <a:pt x="398145" y="17145"/>
                  </a:moveTo>
                  <a:lnTo>
                    <a:pt x="953" y="0"/>
                  </a:lnTo>
                  <a:cubicBezTo>
                    <a:pt x="953" y="5715"/>
                    <a:pt x="953" y="12382"/>
                    <a:pt x="0" y="18097"/>
                  </a:cubicBezTo>
                  <a:lnTo>
                    <a:pt x="398145" y="35242"/>
                  </a:lnTo>
                  <a:cubicBezTo>
                    <a:pt x="398145" y="29527"/>
                    <a:pt x="398145" y="23813"/>
                    <a:pt x="398145" y="17145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841" name="Google Shape;841;p8"/>
            <p:cNvSpPr/>
            <p:nvPr/>
          </p:nvSpPr>
          <p:spPr bwMode="auto">
            <a:xfrm>
              <a:off x="5193029" y="2977515"/>
              <a:ext cx="384809" cy="137160"/>
            </a:xfrm>
            <a:custGeom>
              <a:avLst/>
              <a:gdLst/>
              <a:ahLst/>
              <a:cxnLst/>
              <a:rect l="l" t="t" r="r" b="b"/>
              <a:pathLst>
                <a:path w="384809" h="137160" fill="norm" stroke="1" extrusionOk="0">
                  <a:moveTo>
                    <a:pt x="384810" y="120015"/>
                  </a:moveTo>
                  <a:lnTo>
                    <a:pt x="4763" y="0"/>
                  </a:lnTo>
                  <a:cubicBezTo>
                    <a:pt x="2857" y="5715"/>
                    <a:pt x="952" y="11430"/>
                    <a:pt x="0" y="17145"/>
                  </a:cubicBezTo>
                  <a:lnTo>
                    <a:pt x="381000" y="137160"/>
                  </a:lnTo>
                  <a:cubicBezTo>
                    <a:pt x="381953" y="131445"/>
                    <a:pt x="382905" y="125730"/>
                    <a:pt x="384810" y="120015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842" name="Google Shape;842;p8"/>
            <p:cNvSpPr/>
            <p:nvPr/>
          </p:nvSpPr>
          <p:spPr bwMode="auto">
            <a:xfrm>
              <a:off x="5291140" y="2752723"/>
              <a:ext cx="346710" cy="230504"/>
            </a:xfrm>
            <a:custGeom>
              <a:avLst/>
              <a:gdLst/>
              <a:ahLst/>
              <a:cxnLst/>
              <a:rect l="l" t="t" r="r" b="b"/>
              <a:pathLst>
                <a:path w="346710" h="230504" fill="norm" stroke="1" extrusionOk="0">
                  <a:moveTo>
                    <a:pt x="346710" y="215265"/>
                  </a:moveTo>
                  <a:lnTo>
                    <a:pt x="9525" y="0"/>
                  </a:lnTo>
                  <a:cubicBezTo>
                    <a:pt x="6668" y="4763"/>
                    <a:pt x="2857" y="10477"/>
                    <a:pt x="0" y="15240"/>
                  </a:cubicBezTo>
                  <a:lnTo>
                    <a:pt x="337185" y="230505"/>
                  </a:lnTo>
                  <a:cubicBezTo>
                    <a:pt x="340042" y="224790"/>
                    <a:pt x="342900" y="220027"/>
                    <a:pt x="346710" y="215265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843" name="Google Shape;843;p8"/>
            <p:cNvSpPr/>
            <p:nvPr/>
          </p:nvSpPr>
          <p:spPr bwMode="auto">
            <a:xfrm>
              <a:off x="5434011" y="2573652"/>
              <a:ext cx="288607" cy="302895"/>
            </a:xfrm>
            <a:custGeom>
              <a:avLst/>
              <a:gdLst/>
              <a:ahLst/>
              <a:cxnLst/>
              <a:rect l="l" t="t" r="r" b="b"/>
              <a:pathLst>
                <a:path w="288607" h="302895" fill="norm" stroke="1" extrusionOk="0">
                  <a:moveTo>
                    <a:pt x="288608" y="290513"/>
                  </a:moveTo>
                  <a:lnTo>
                    <a:pt x="13335" y="0"/>
                  </a:lnTo>
                  <a:cubicBezTo>
                    <a:pt x="8573" y="3810"/>
                    <a:pt x="4763" y="8573"/>
                    <a:pt x="0" y="12383"/>
                  </a:cubicBezTo>
                  <a:lnTo>
                    <a:pt x="275273" y="302895"/>
                  </a:lnTo>
                  <a:cubicBezTo>
                    <a:pt x="279083" y="299085"/>
                    <a:pt x="283845" y="294323"/>
                    <a:pt x="288608" y="290513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844" name="Google Shape;844;p8"/>
            <p:cNvSpPr/>
            <p:nvPr/>
          </p:nvSpPr>
          <p:spPr bwMode="auto">
            <a:xfrm>
              <a:off x="5604510" y="2442208"/>
              <a:ext cx="217169" cy="356235"/>
            </a:xfrm>
            <a:custGeom>
              <a:avLst/>
              <a:gdLst/>
              <a:ahLst/>
              <a:cxnLst/>
              <a:rect l="l" t="t" r="r" b="b"/>
              <a:pathLst>
                <a:path w="217169" h="356235" fill="norm" stroke="1" extrusionOk="0">
                  <a:moveTo>
                    <a:pt x="0" y="9525"/>
                  </a:moveTo>
                  <a:lnTo>
                    <a:pt x="201930" y="356235"/>
                  </a:lnTo>
                  <a:cubicBezTo>
                    <a:pt x="206692" y="353378"/>
                    <a:pt x="212407" y="349567"/>
                    <a:pt x="217170" y="346710"/>
                  </a:cubicBezTo>
                  <a:lnTo>
                    <a:pt x="16192" y="0"/>
                  </a:lnTo>
                  <a:cubicBezTo>
                    <a:pt x="10477" y="2857"/>
                    <a:pt x="5715" y="5715"/>
                    <a:pt x="0" y="9525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845" name="Google Shape;845;p8"/>
            <p:cNvSpPr/>
            <p:nvPr/>
          </p:nvSpPr>
          <p:spPr bwMode="auto">
            <a:xfrm>
              <a:off x="5412104" y="2451733"/>
              <a:ext cx="70485" cy="72007"/>
            </a:xfrm>
            <a:custGeom>
              <a:avLst/>
              <a:gdLst/>
              <a:ahLst/>
              <a:cxnLst/>
              <a:rect l="l" t="t" r="r" b="b"/>
              <a:pathLst>
                <a:path w="70485" h="72007" fill="norm" stroke="1" extrusionOk="0">
                  <a:moveTo>
                    <a:pt x="41910" y="11430"/>
                  </a:moveTo>
                  <a:lnTo>
                    <a:pt x="28575" y="0"/>
                  </a:lnTo>
                  <a:lnTo>
                    <a:pt x="6668" y="24765"/>
                  </a:lnTo>
                  <a:cubicBezTo>
                    <a:pt x="1905" y="29527"/>
                    <a:pt x="0" y="35242"/>
                    <a:pt x="0" y="41910"/>
                  </a:cubicBezTo>
                  <a:cubicBezTo>
                    <a:pt x="0" y="48577"/>
                    <a:pt x="2858" y="54292"/>
                    <a:pt x="7620" y="58102"/>
                  </a:cubicBezTo>
                  <a:cubicBezTo>
                    <a:pt x="13335" y="62865"/>
                    <a:pt x="21908" y="67627"/>
                    <a:pt x="32385" y="69532"/>
                  </a:cubicBezTo>
                  <a:cubicBezTo>
                    <a:pt x="42863" y="72390"/>
                    <a:pt x="55245" y="72390"/>
                    <a:pt x="69533" y="71438"/>
                  </a:cubicBezTo>
                  <a:lnTo>
                    <a:pt x="70485" y="63817"/>
                  </a:lnTo>
                  <a:cubicBezTo>
                    <a:pt x="61913" y="63817"/>
                    <a:pt x="53340" y="62865"/>
                    <a:pt x="46673" y="60960"/>
                  </a:cubicBezTo>
                  <a:cubicBezTo>
                    <a:pt x="40005" y="59055"/>
                    <a:pt x="34290" y="56198"/>
                    <a:pt x="30480" y="52388"/>
                  </a:cubicBezTo>
                  <a:cubicBezTo>
                    <a:pt x="26670" y="49530"/>
                    <a:pt x="24765" y="44767"/>
                    <a:pt x="23813" y="40005"/>
                  </a:cubicBezTo>
                  <a:cubicBezTo>
                    <a:pt x="22860" y="35242"/>
                    <a:pt x="24765" y="31432"/>
                    <a:pt x="27623" y="27623"/>
                  </a:cubicBezTo>
                  <a:lnTo>
                    <a:pt x="41910" y="11430"/>
                  </a:ln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846" name="Google Shape;846;p8"/>
            <p:cNvSpPr/>
            <p:nvPr/>
          </p:nvSpPr>
          <p:spPr bwMode="auto">
            <a:xfrm>
              <a:off x="5534023" y="2244085"/>
              <a:ext cx="77033" cy="27621"/>
            </a:xfrm>
            <a:custGeom>
              <a:avLst/>
              <a:gdLst/>
              <a:ahLst/>
              <a:cxnLst/>
              <a:rect l="l" t="t" r="r" b="b"/>
              <a:pathLst>
                <a:path w="77033" h="27622" fill="norm" stroke="1" extrusionOk="0">
                  <a:moveTo>
                    <a:pt x="24765" y="15240"/>
                  </a:moveTo>
                  <a:cubicBezTo>
                    <a:pt x="27623" y="13335"/>
                    <a:pt x="30480" y="12383"/>
                    <a:pt x="34290" y="12383"/>
                  </a:cubicBezTo>
                  <a:cubicBezTo>
                    <a:pt x="37148" y="12383"/>
                    <a:pt x="40005" y="12383"/>
                    <a:pt x="42863" y="13335"/>
                  </a:cubicBezTo>
                  <a:lnTo>
                    <a:pt x="75248" y="27623"/>
                  </a:lnTo>
                  <a:cubicBezTo>
                    <a:pt x="80010" y="24765"/>
                    <a:pt x="75248" y="20003"/>
                    <a:pt x="60960" y="12383"/>
                  </a:cubicBezTo>
                  <a:cubicBezTo>
                    <a:pt x="53340" y="8573"/>
                    <a:pt x="48577" y="6668"/>
                    <a:pt x="45720" y="5715"/>
                  </a:cubicBezTo>
                  <a:cubicBezTo>
                    <a:pt x="39052" y="2858"/>
                    <a:pt x="31433" y="953"/>
                    <a:pt x="23813" y="0"/>
                  </a:cubicBezTo>
                  <a:cubicBezTo>
                    <a:pt x="16192" y="0"/>
                    <a:pt x="10477" y="953"/>
                    <a:pt x="5715" y="3810"/>
                  </a:cubicBezTo>
                  <a:cubicBezTo>
                    <a:pt x="2858" y="5715"/>
                    <a:pt x="952" y="7620"/>
                    <a:pt x="0" y="9525"/>
                  </a:cubicBezTo>
                  <a:lnTo>
                    <a:pt x="17145" y="21908"/>
                  </a:lnTo>
                  <a:cubicBezTo>
                    <a:pt x="19050" y="18098"/>
                    <a:pt x="21908" y="16193"/>
                    <a:pt x="24765" y="15240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847" name="Google Shape;847;p8"/>
            <p:cNvSpPr/>
            <p:nvPr/>
          </p:nvSpPr>
          <p:spPr bwMode="auto">
            <a:xfrm>
              <a:off x="5629272" y="2180187"/>
              <a:ext cx="80010" cy="46758"/>
            </a:xfrm>
            <a:custGeom>
              <a:avLst/>
              <a:gdLst/>
              <a:ahLst/>
              <a:cxnLst/>
              <a:rect l="l" t="t" r="r" b="b"/>
              <a:pathLst>
                <a:path w="80010" h="46758" fill="norm" stroke="1" extrusionOk="0">
                  <a:moveTo>
                    <a:pt x="20002" y="43901"/>
                  </a:moveTo>
                  <a:cubicBezTo>
                    <a:pt x="22860" y="41996"/>
                    <a:pt x="25717" y="41043"/>
                    <a:pt x="27623" y="40091"/>
                  </a:cubicBezTo>
                  <a:cubicBezTo>
                    <a:pt x="32385" y="38186"/>
                    <a:pt x="38100" y="37233"/>
                    <a:pt x="44767" y="37233"/>
                  </a:cubicBezTo>
                  <a:cubicBezTo>
                    <a:pt x="52388" y="37233"/>
                    <a:pt x="60008" y="39138"/>
                    <a:pt x="68580" y="41996"/>
                  </a:cubicBezTo>
                  <a:lnTo>
                    <a:pt x="80010" y="37233"/>
                  </a:lnTo>
                  <a:lnTo>
                    <a:pt x="50483" y="10563"/>
                  </a:lnTo>
                  <a:cubicBezTo>
                    <a:pt x="45720" y="5801"/>
                    <a:pt x="40958" y="2943"/>
                    <a:pt x="36195" y="1038"/>
                  </a:cubicBezTo>
                  <a:cubicBezTo>
                    <a:pt x="30480" y="-867"/>
                    <a:pt x="25717" y="86"/>
                    <a:pt x="20955" y="1991"/>
                  </a:cubicBezTo>
                  <a:cubicBezTo>
                    <a:pt x="15240" y="4848"/>
                    <a:pt x="11430" y="7706"/>
                    <a:pt x="9525" y="9611"/>
                  </a:cubicBezTo>
                  <a:lnTo>
                    <a:pt x="26670" y="21993"/>
                  </a:lnTo>
                  <a:cubicBezTo>
                    <a:pt x="26670" y="21041"/>
                    <a:pt x="27623" y="19136"/>
                    <a:pt x="28575" y="18183"/>
                  </a:cubicBezTo>
                  <a:cubicBezTo>
                    <a:pt x="30480" y="16278"/>
                    <a:pt x="32385" y="15326"/>
                    <a:pt x="34290" y="14373"/>
                  </a:cubicBezTo>
                  <a:cubicBezTo>
                    <a:pt x="37148" y="13421"/>
                    <a:pt x="40005" y="13421"/>
                    <a:pt x="43815" y="14373"/>
                  </a:cubicBezTo>
                  <a:cubicBezTo>
                    <a:pt x="47625" y="16278"/>
                    <a:pt x="51435" y="18183"/>
                    <a:pt x="55245" y="21993"/>
                  </a:cubicBezTo>
                  <a:lnTo>
                    <a:pt x="73342" y="35328"/>
                  </a:lnTo>
                  <a:lnTo>
                    <a:pt x="71438" y="36281"/>
                  </a:lnTo>
                  <a:cubicBezTo>
                    <a:pt x="54292" y="31518"/>
                    <a:pt x="40958" y="27708"/>
                    <a:pt x="31433" y="25803"/>
                  </a:cubicBezTo>
                  <a:cubicBezTo>
                    <a:pt x="20955" y="23898"/>
                    <a:pt x="13335" y="23898"/>
                    <a:pt x="9525" y="25803"/>
                  </a:cubicBezTo>
                  <a:cubicBezTo>
                    <a:pt x="7620" y="26756"/>
                    <a:pt x="5715" y="27708"/>
                    <a:pt x="3810" y="28661"/>
                  </a:cubicBezTo>
                  <a:cubicBezTo>
                    <a:pt x="1905" y="29613"/>
                    <a:pt x="952" y="30566"/>
                    <a:pt x="0" y="32471"/>
                  </a:cubicBezTo>
                  <a:lnTo>
                    <a:pt x="16192" y="46758"/>
                  </a:lnTo>
                  <a:cubicBezTo>
                    <a:pt x="16192" y="46758"/>
                    <a:pt x="18098" y="45806"/>
                    <a:pt x="20002" y="43901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848" name="Google Shape;848;p8"/>
            <p:cNvSpPr/>
            <p:nvPr/>
          </p:nvSpPr>
          <p:spPr bwMode="auto">
            <a:xfrm>
              <a:off x="5366384" y="2163124"/>
              <a:ext cx="518291" cy="331470"/>
            </a:xfrm>
            <a:custGeom>
              <a:avLst/>
              <a:gdLst/>
              <a:ahLst/>
              <a:cxnLst/>
              <a:rect l="l" t="t" r="r" b="b"/>
              <a:pathLst>
                <a:path w="518291" h="331470" fill="norm" stroke="1" extrusionOk="0">
                  <a:moveTo>
                    <a:pt x="83820" y="260985"/>
                  </a:moveTo>
                  <a:cubicBezTo>
                    <a:pt x="84773" y="260985"/>
                    <a:pt x="85725" y="260985"/>
                    <a:pt x="86677" y="261938"/>
                  </a:cubicBezTo>
                  <a:cubicBezTo>
                    <a:pt x="87630" y="262890"/>
                    <a:pt x="89535" y="263843"/>
                    <a:pt x="90488" y="264795"/>
                  </a:cubicBezTo>
                  <a:cubicBezTo>
                    <a:pt x="93345" y="267653"/>
                    <a:pt x="94298" y="272415"/>
                    <a:pt x="92392" y="278130"/>
                  </a:cubicBezTo>
                  <a:cubicBezTo>
                    <a:pt x="90488" y="283845"/>
                    <a:pt x="87630" y="289560"/>
                    <a:pt x="81915" y="294323"/>
                  </a:cubicBezTo>
                  <a:cubicBezTo>
                    <a:pt x="93345" y="301943"/>
                    <a:pt x="105727" y="305753"/>
                    <a:pt x="118110" y="307658"/>
                  </a:cubicBezTo>
                  <a:cubicBezTo>
                    <a:pt x="129540" y="308610"/>
                    <a:pt x="139065" y="305753"/>
                    <a:pt x="145732" y="300038"/>
                  </a:cubicBezTo>
                  <a:cubicBezTo>
                    <a:pt x="148590" y="297180"/>
                    <a:pt x="151448" y="293370"/>
                    <a:pt x="152400" y="289560"/>
                  </a:cubicBezTo>
                  <a:cubicBezTo>
                    <a:pt x="154305" y="284798"/>
                    <a:pt x="156210" y="280988"/>
                    <a:pt x="156210" y="275273"/>
                  </a:cubicBezTo>
                  <a:lnTo>
                    <a:pt x="170498" y="289560"/>
                  </a:lnTo>
                  <a:lnTo>
                    <a:pt x="193357" y="284798"/>
                  </a:lnTo>
                  <a:lnTo>
                    <a:pt x="129540" y="218123"/>
                  </a:lnTo>
                  <a:cubicBezTo>
                    <a:pt x="139065" y="209550"/>
                    <a:pt x="148590" y="201930"/>
                    <a:pt x="158115" y="193358"/>
                  </a:cubicBezTo>
                  <a:lnTo>
                    <a:pt x="206692" y="255270"/>
                  </a:lnTo>
                  <a:lnTo>
                    <a:pt x="231457" y="253365"/>
                  </a:lnTo>
                  <a:lnTo>
                    <a:pt x="174307" y="180023"/>
                  </a:lnTo>
                  <a:cubicBezTo>
                    <a:pt x="184785" y="171450"/>
                    <a:pt x="196215" y="163830"/>
                    <a:pt x="206692" y="156210"/>
                  </a:cubicBezTo>
                  <a:lnTo>
                    <a:pt x="221932" y="180023"/>
                  </a:lnTo>
                  <a:lnTo>
                    <a:pt x="213360" y="185738"/>
                  </a:lnTo>
                  <a:cubicBezTo>
                    <a:pt x="212407" y="186690"/>
                    <a:pt x="211455" y="187643"/>
                    <a:pt x="211455" y="189548"/>
                  </a:cubicBezTo>
                  <a:cubicBezTo>
                    <a:pt x="210502" y="190500"/>
                    <a:pt x="211455" y="192405"/>
                    <a:pt x="212407" y="193358"/>
                  </a:cubicBezTo>
                  <a:cubicBezTo>
                    <a:pt x="215265" y="197168"/>
                    <a:pt x="220980" y="200025"/>
                    <a:pt x="231457" y="201930"/>
                  </a:cubicBezTo>
                  <a:cubicBezTo>
                    <a:pt x="241935" y="203835"/>
                    <a:pt x="248602" y="203835"/>
                    <a:pt x="252413" y="200978"/>
                  </a:cubicBezTo>
                  <a:cubicBezTo>
                    <a:pt x="254317" y="200025"/>
                    <a:pt x="255270" y="198120"/>
                    <a:pt x="255270" y="197168"/>
                  </a:cubicBezTo>
                  <a:cubicBezTo>
                    <a:pt x="255270" y="195263"/>
                    <a:pt x="255270" y="193358"/>
                    <a:pt x="254317" y="192405"/>
                  </a:cubicBezTo>
                  <a:lnTo>
                    <a:pt x="223838" y="145733"/>
                  </a:lnTo>
                  <a:cubicBezTo>
                    <a:pt x="231457" y="140970"/>
                    <a:pt x="239077" y="135255"/>
                    <a:pt x="246698" y="130493"/>
                  </a:cubicBezTo>
                  <a:lnTo>
                    <a:pt x="291465" y="199073"/>
                  </a:lnTo>
                  <a:lnTo>
                    <a:pt x="314325" y="197168"/>
                  </a:lnTo>
                  <a:lnTo>
                    <a:pt x="263842" y="119063"/>
                  </a:lnTo>
                  <a:cubicBezTo>
                    <a:pt x="286703" y="104775"/>
                    <a:pt x="310515" y="92393"/>
                    <a:pt x="335280" y="80010"/>
                  </a:cubicBezTo>
                  <a:lnTo>
                    <a:pt x="347663" y="105728"/>
                  </a:lnTo>
                  <a:lnTo>
                    <a:pt x="307657" y="125730"/>
                  </a:lnTo>
                  <a:cubicBezTo>
                    <a:pt x="305753" y="126683"/>
                    <a:pt x="303848" y="128588"/>
                    <a:pt x="302895" y="130493"/>
                  </a:cubicBezTo>
                  <a:cubicBezTo>
                    <a:pt x="301942" y="133350"/>
                    <a:pt x="301942" y="135255"/>
                    <a:pt x="302895" y="137160"/>
                  </a:cubicBezTo>
                  <a:cubicBezTo>
                    <a:pt x="305753" y="141923"/>
                    <a:pt x="310515" y="146685"/>
                    <a:pt x="317182" y="149543"/>
                  </a:cubicBezTo>
                  <a:cubicBezTo>
                    <a:pt x="323850" y="153353"/>
                    <a:pt x="329565" y="154305"/>
                    <a:pt x="333375" y="152400"/>
                  </a:cubicBezTo>
                  <a:cubicBezTo>
                    <a:pt x="334328" y="151448"/>
                    <a:pt x="335280" y="150495"/>
                    <a:pt x="335280" y="149543"/>
                  </a:cubicBezTo>
                  <a:cubicBezTo>
                    <a:pt x="336232" y="148590"/>
                    <a:pt x="336232" y="147638"/>
                    <a:pt x="335280" y="145733"/>
                  </a:cubicBezTo>
                  <a:lnTo>
                    <a:pt x="331470" y="139065"/>
                  </a:lnTo>
                  <a:cubicBezTo>
                    <a:pt x="330517" y="138113"/>
                    <a:pt x="330517" y="136208"/>
                    <a:pt x="331470" y="135255"/>
                  </a:cubicBezTo>
                  <a:cubicBezTo>
                    <a:pt x="331470" y="134303"/>
                    <a:pt x="332423" y="132398"/>
                    <a:pt x="333375" y="132398"/>
                  </a:cubicBezTo>
                  <a:lnTo>
                    <a:pt x="355282" y="120968"/>
                  </a:lnTo>
                  <a:lnTo>
                    <a:pt x="371475" y="153353"/>
                  </a:lnTo>
                  <a:lnTo>
                    <a:pt x="394335" y="154305"/>
                  </a:lnTo>
                  <a:lnTo>
                    <a:pt x="352425" y="71438"/>
                  </a:lnTo>
                  <a:cubicBezTo>
                    <a:pt x="378142" y="60008"/>
                    <a:pt x="403860" y="48578"/>
                    <a:pt x="431482" y="39053"/>
                  </a:cubicBezTo>
                  <a:lnTo>
                    <a:pt x="442913" y="69533"/>
                  </a:lnTo>
                  <a:cubicBezTo>
                    <a:pt x="436245" y="65723"/>
                    <a:pt x="429578" y="62865"/>
                    <a:pt x="422910" y="60960"/>
                  </a:cubicBezTo>
                  <a:cubicBezTo>
                    <a:pt x="417195" y="59055"/>
                    <a:pt x="411480" y="59055"/>
                    <a:pt x="408623" y="60960"/>
                  </a:cubicBezTo>
                  <a:cubicBezTo>
                    <a:pt x="401003" y="63818"/>
                    <a:pt x="395288" y="68580"/>
                    <a:pt x="391478" y="75248"/>
                  </a:cubicBezTo>
                  <a:cubicBezTo>
                    <a:pt x="387667" y="81915"/>
                    <a:pt x="387667" y="88583"/>
                    <a:pt x="389573" y="95250"/>
                  </a:cubicBezTo>
                  <a:cubicBezTo>
                    <a:pt x="392430" y="102870"/>
                    <a:pt x="399098" y="108585"/>
                    <a:pt x="408623" y="113348"/>
                  </a:cubicBezTo>
                  <a:cubicBezTo>
                    <a:pt x="418148" y="118110"/>
                    <a:pt x="427673" y="119063"/>
                    <a:pt x="434340" y="117158"/>
                  </a:cubicBezTo>
                  <a:cubicBezTo>
                    <a:pt x="437198" y="116205"/>
                    <a:pt x="441007" y="113348"/>
                    <a:pt x="443865" y="110490"/>
                  </a:cubicBezTo>
                  <a:cubicBezTo>
                    <a:pt x="446723" y="107633"/>
                    <a:pt x="450532" y="103823"/>
                    <a:pt x="453390" y="98108"/>
                  </a:cubicBezTo>
                  <a:lnTo>
                    <a:pt x="460057" y="116205"/>
                  </a:lnTo>
                  <a:lnTo>
                    <a:pt x="482917" y="120968"/>
                  </a:lnTo>
                  <a:lnTo>
                    <a:pt x="468630" y="80963"/>
                  </a:lnTo>
                  <a:cubicBezTo>
                    <a:pt x="470535" y="75248"/>
                    <a:pt x="473392" y="71438"/>
                    <a:pt x="476250" y="67628"/>
                  </a:cubicBezTo>
                  <a:cubicBezTo>
                    <a:pt x="480060" y="63818"/>
                    <a:pt x="482917" y="60960"/>
                    <a:pt x="486728" y="60008"/>
                  </a:cubicBezTo>
                  <a:cubicBezTo>
                    <a:pt x="488632" y="59055"/>
                    <a:pt x="490538" y="59055"/>
                    <a:pt x="492442" y="60960"/>
                  </a:cubicBezTo>
                  <a:cubicBezTo>
                    <a:pt x="494348" y="61913"/>
                    <a:pt x="496253" y="63818"/>
                    <a:pt x="497205" y="65723"/>
                  </a:cubicBezTo>
                  <a:cubicBezTo>
                    <a:pt x="499110" y="69533"/>
                    <a:pt x="499110" y="75248"/>
                    <a:pt x="499110" y="80963"/>
                  </a:cubicBezTo>
                  <a:cubicBezTo>
                    <a:pt x="498157" y="86678"/>
                    <a:pt x="497205" y="93345"/>
                    <a:pt x="495300" y="99060"/>
                  </a:cubicBezTo>
                  <a:lnTo>
                    <a:pt x="516255" y="104775"/>
                  </a:lnTo>
                  <a:cubicBezTo>
                    <a:pt x="519113" y="91440"/>
                    <a:pt x="519113" y="80010"/>
                    <a:pt x="515303" y="69533"/>
                  </a:cubicBezTo>
                  <a:cubicBezTo>
                    <a:pt x="512445" y="61913"/>
                    <a:pt x="506730" y="55245"/>
                    <a:pt x="498157" y="50483"/>
                  </a:cubicBezTo>
                  <a:cubicBezTo>
                    <a:pt x="489585" y="44768"/>
                    <a:pt x="481965" y="43815"/>
                    <a:pt x="476250" y="45720"/>
                  </a:cubicBezTo>
                  <a:cubicBezTo>
                    <a:pt x="473392" y="46673"/>
                    <a:pt x="470535" y="48578"/>
                    <a:pt x="467678" y="50483"/>
                  </a:cubicBezTo>
                  <a:cubicBezTo>
                    <a:pt x="464820" y="52388"/>
                    <a:pt x="461963" y="56198"/>
                    <a:pt x="459105" y="59055"/>
                  </a:cubicBezTo>
                  <a:lnTo>
                    <a:pt x="450532" y="34290"/>
                  </a:lnTo>
                  <a:cubicBezTo>
                    <a:pt x="470535" y="27623"/>
                    <a:pt x="490538" y="21908"/>
                    <a:pt x="511492" y="16193"/>
                  </a:cubicBezTo>
                  <a:lnTo>
                    <a:pt x="506730" y="12383"/>
                  </a:lnTo>
                  <a:lnTo>
                    <a:pt x="506730" y="12383"/>
                  </a:lnTo>
                  <a:lnTo>
                    <a:pt x="505778" y="11430"/>
                  </a:lnTo>
                  <a:lnTo>
                    <a:pt x="493395" y="0"/>
                  </a:lnTo>
                  <a:cubicBezTo>
                    <a:pt x="295275" y="52388"/>
                    <a:pt x="122873" y="168593"/>
                    <a:pt x="0" y="325755"/>
                  </a:cubicBezTo>
                  <a:lnTo>
                    <a:pt x="20955" y="331470"/>
                  </a:lnTo>
                  <a:cubicBezTo>
                    <a:pt x="40957" y="306705"/>
                    <a:pt x="61913" y="282893"/>
                    <a:pt x="83820" y="260985"/>
                  </a:cubicBezTo>
                  <a:close/>
                  <a:moveTo>
                    <a:pt x="436245" y="93345"/>
                  </a:moveTo>
                  <a:cubicBezTo>
                    <a:pt x="432435" y="97155"/>
                    <a:pt x="427673" y="100013"/>
                    <a:pt x="423863" y="101918"/>
                  </a:cubicBezTo>
                  <a:cubicBezTo>
                    <a:pt x="421005" y="102870"/>
                    <a:pt x="418148" y="102870"/>
                    <a:pt x="416242" y="101918"/>
                  </a:cubicBezTo>
                  <a:cubicBezTo>
                    <a:pt x="413385" y="100965"/>
                    <a:pt x="412432" y="99060"/>
                    <a:pt x="411480" y="97155"/>
                  </a:cubicBezTo>
                  <a:cubicBezTo>
                    <a:pt x="409575" y="92393"/>
                    <a:pt x="410528" y="88583"/>
                    <a:pt x="412432" y="84773"/>
                  </a:cubicBezTo>
                  <a:cubicBezTo>
                    <a:pt x="414338" y="80010"/>
                    <a:pt x="417195" y="77153"/>
                    <a:pt x="421957" y="76200"/>
                  </a:cubicBezTo>
                  <a:cubicBezTo>
                    <a:pt x="425767" y="75248"/>
                    <a:pt x="429578" y="74295"/>
                    <a:pt x="434340" y="75248"/>
                  </a:cubicBezTo>
                  <a:cubicBezTo>
                    <a:pt x="439103" y="75248"/>
                    <a:pt x="443865" y="77153"/>
                    <a:pt x="447675" y="79058"/>
                  </a:cubicBezTo>
                  <a:cubicBezTo>
                    <a:pt x="443865" y="83820"/>
                    <a:pt x="440055" y="89535"/>
                    <a:pt x="436245" y="93345"/>
                  </a:cubicBezTo>
                  <a:close/>
                  <a:moveTo>
                    <a:pt x="115252" y="231458"/>
                  </a:moveTo>
                  <a:lnTo>
                    <a:pt x="140970" y="258127"/>
                  </a:lnTo>
                  <a:cubicBezTo>
                    <a:pt x="140017" y="265748"/>
                    <a:pt x="138113" y="272415"/>
                    <a:pt x="136207" y="278130"/>
                  </a:cubicBezTo>
                  <a:cubicBezTo>
                    <a:pt x="134302" y="283845"/>
                    <a:pt x="131445" y="287655"/>
                    <a:pt x="128588" y="291465"/>
                  </a:cubicBezTo>
                  <a:cubicBezTo>
                    <a:pt x="125730" y="294323"/>
                    <a:pt x="121920" y="296228"/>
                    <a:pt x="118110" y="297180"/>
                  </a:cubicBezTo>
                  <a:cubicBezTo>
                    <a:pt x="114300" y="298133"/>
                    <a:pt x="110490" y="298133"/>
                    <a:pt x="106680" y="297180"/>
                  </a:cubicBezTo>
                  <a:cubicBezTo>
                    <a:pt x="106680" y="297180"/>
                    <a:pt x="105727" y="296228"/>
                    <a:pt x="105727" y="296228"/>
                  </a:cubicBezTo>
                  <a:cubicBezTo>
                    <a:pt x="105727" y="295275"/>
                    <a:pt x="105727" y="295275"/>
                    <a:pt x="105727" y="295275"/>
                  </a:cubicBezTo>
                  <a:cubicBezTo>
                    <a:pt x="110490" y="288608"/>
                    <a:pt x="113348" y="282893"/>
                    <a:pt x="115252" y="277178"/>
                  </a:cubicBezTo>
                  <a:cubicBezTo>
                    <a:pt x="117157" y="271463"/>
                    <a:pt x="116205" y="266700"/>
                    <a:pt x="114300" y="264795"/>
                  </a:cubicBezTo>
                  <a:cubicBezTo>
                    <a:pt x="112395" y="262890"/>
                    <a:pt x="109538" y="260985"/>
                    <a:pt x="104775" y="259080"/>
                  </a:cubicBezTo>
                  <a:cubicBezTo>
                    <a:pt x="100965" y="258127"/>
                    <a:pt x="96202" y="257175"/>
                    <a:pt x="91440" y="256223"/>
                  </a:cubicBezTo>
                  <a:cubicBezTo>
                    <a:pt x="98107" y="246698"/>
                    <a:pt x="106680" y="239077"/>
                    <a:pt x="115252" y="231458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849" name="Google Shape;849;p8"/>
            <p:cNvSpPr/>
            <p:nvPr/>
          </p:nvSpPr>
          <p:spPr bwMode="auto">
            <a:xfrm>
              <a:off x="5730238" y="2140744"/>
              <a:ext cx="72130" cy="40481"/>
            </a:xfrm>
            <a:custGeom>
              <a:avLst/>
              <a:gdLst/>
              <a:ahLst/>
              <a:cxnLst/>
              <a:rect l="l" t="t" r="r" b="b"/>
              <a:pathLst>
                <a:path w="72130" h="40481" fill="norm" stroke="1" extrusionOk="0">
                  <a:moveTo>
                    <a:pt x="22860" y="17621"/>
                  </a:moveTo>
                  <a:cubicBezTo>
                    <a:pt x="25718" y="16669"/>
                    <a:pt x="29527" y="16669"/>
                    <a:pt x="32385" y="16669"/>
                  </a:cubicBezTo>
                  <a:cubicBezTo>
                    <a:pt x="35243" y="16669"/>
                    <a:pt x="38100" y="17621"/>
                    <a:pt x="40958" y="19526"/>
                  </a:cubicBezTo>
                  <a:lnTo>
                    <a:pt x="69533" y="40481"/>
                  </a:lnTo>
                  <a:cubicBezTo>
                    <a:pt x="75248" y="38576"/>
                    <a:pt x="71438" y="32861"/>
                    <a:pt x="59055" y="22384"/>
                  </a:cubicBezTo>
                  <a:cubicBezTo>
                    <a:pt x="52388" y="16669"/>
                    <a:pt x="48577" y="13811"/>
                    <a:pt x="45720" y="11906"/>
                  </a:cubicBezTo>
                  <a:cubicBezTo>
                    <a:pt x="40005" y="7144"/>
                    <a:pt x="33338" y="3334"/>
                    <a:pt x="25718" y="1429"/>
                  </a:cubicBezTo>
                  <a:cubicBezTo>
                    <a:pt x="19050" y="-476"/>
                    <a:pt x="12383" y="-476"/>
                    <a:pt x="7620" y="1429"/>
                  </a:cubicBezTo>
                  <a:cubicBezTo>
                    <a:pt x="4763" y="2381"/>
                    <a:pt x="1905" y="4286"/>
                    <a:pt x="0" y="5239"/>
                  </a:cubicBezTo>
                  <a:lnTo>
                    <a:pt x="14288" y="21431"/>
                  </a:lnTo>
                  <a:cubicBezTo>
                    <a:pt x="17145" y="20479"/>
                    <a:pt x="20002" y="18574"/>
                    <a:pt x="22860" y="17621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850" name="Google Shape;850;p8"/>
            <p:cNvSpPr/>
            <p:nvPr/>
          </p:nvSpPr>
          <p:spPr bwMode="auto">
            <a:xfrm>
              <a:off x="6128206" y="2241837"/>
              <a:ext cx="60187" cy="55030"/>
            </a:xfrm>
            <a:custGeom>
              <a:avLst/>
              <a:gdLst/>
              <a:ahLst/>
              <a:cxnLst/>
              <a:rect l="l" t="t" r="r" b="b"/>
              <a:pathLst>
                <a:path w="60187" h="55030" fill="norm" stroke="1" extrusionOk="0">
                  <a:moveTo>
                    <a:pt x="19230" y="17489"/>
                  </a:moveTo>
                  <a:cubicBezTo>
                    <a:pt x="23041" y="15584"/>
                    <a:pt x="27803" y="14631"/>
                    <a:pt x="32566" y="14631"/>
                  </a:cubicBezTo>
                  <a:lnTo>
                    <a:pt x="43996" y="15584"/>
                  </a:lnTo>
                  <a:lnTo>
                    <a:pt x="36375" y="1296"/>
                  </a:lnTo>
                  <a:lnTo>
                    <a:pt x="25898" y="344"/>
                  </a:lnTo>
                  <a:cubicBezTo>
                    <a:pt x="19230" y="-609"/>
                    <a:pt x="13516" y="344"/>
                    <a:pt x="8753" y="4154"/>
                  </a:cubicBezTo>
                  <a:cubicBezTo>
                    <a:pt x="3991" y="7011"/>
                    <a:pt x="1133" y="10821"/>
                    <a:pt x="180" y="16536"/>
                  </a:cubicBezTo>
                  <a:cubicBezTo>
                    <a:pt x="-772" y="25109"/>
                    <a:pt x="2086" y="33681"/>
                    <a:pt x="7800" y="41301"/>
                  </a:cubicBezTo>
                  <a:cubicBezTo>
                    <a:pt x="14468" y="48921"/>
                    <a:pt x="22088" y="53684"/>
                    <a:pt x="30661" y="54636"/>
                  </a:cubicBezTo>
                  <a:cubicBezTo>
                    <a:pt x="36375" y="55589"/>
                    <a:pt x="42091" y="54636"/>
                    <a:pt x="46853" y="53684"/>
                  </a:cubicBezTo>
                  <a:cubicBezTo>
                    <a:pt x="51616" y="52731"/>
                    <a:pt x="56378" y="50826"/>
                    <a:pt x="60188" y="47969"/>
                  </a:cubicBezTo>
                  <a:lnTo>
                    <a:pt x="52568" y="31776"/>
                  </a:lnTo>
                  <a:cubicBezTo>
                    <a:pt x="47805" y="34634"/>
                    <a:pt x="43043" y="37491"/>
                    <a:pt x="37328" y="39396"/>
                  </a:cubicBezTo>
                  <a:cubicBezTo>
                    <a:pt x="31613" y="41301"/>
                    <a:pt x="26850" y="41301"/>
                    <a:pt x="22088" y="41301"/>
                  </a:cubicBezTo>
                  <a:cubicBezTo>
                    <a:pt x="19230" y="41301"/>
                    <a:pt x="16373" y="39396"/>
                    <a:pt x="14468" y="36539"/>
                  </a:cubicBezTo>
                  <a:cubicBezTo>
                    <a:pt x="12563" y="33681"/>
                    <a:pt x="11611" y="30824"/>
                    <a:pt x="11611" y="27014"/>
                  </a:cubicBezTo>
                  <a:cubicBezTo>
                    <a:pt x="12563" y="23204"/>
                    <a:pt x="15421" y="20346"/>
                    <a:pt x="19230" y="17489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851" name="Google Shape;851;p8"/>
            <p:cNvSpPr/>
            <p:nvPr/>
          </p:nvSpPr>
          <p:spPr bwMode="auto">
            <a:xfrm>
              <a:off x="6304220" y="2196423"/>
              <a:ext cx="62287" cy="78143"/>
            </a:xfrm>
            <a:custGeom>
              <a:avLst/>
              <a:gdLst/>
              <a:ahLst/>
              <a:cxnLst/>
              <a:rect l="l" t="t" r="r" b="b"/>
              <a:pathLst>
                <a:path w="62287" h="78143" fill="norm" stroke="1" extrusionOk="0">
                  <a:moveTo>
                    <a:pt x="23235" y="22899"/>
                  </a:moveTo>
                  <a:cubicBezTo>
                    <a:pt x="27045" y="20041"/>
                    <a:pt x="31808" y="19089"/>
                    <a:pt x="36570" y="20994"/>
                  </a:cubicBezTo>
                  <a:lnTo>
                    <a:pt x="57525" y="26709"/>
                  </a:lnTo>
                  <a:lnTo>
                    <a:pt x="62288" y="9564"/>
                  </a:lnTo>
                  <a:lnTo>
                    <a:pt x="30855" y="991"/>
                  </a:lnTo>
                  <a:cubicBezTo>
                    <a:pt x="24188" y="-914"/>
                    <a:pt x="18473" y="39"/>
                    <a:pt x="12758" y="2896"/>
                  </a:cubicBezTo>
                  <a:cubicBezTo>
                    <a:pt x="7043" y="5754"/>
                    <a:pt x="3233" y="10516"/>
                    <a:pt x="1328" y="16231"/>
                  </a:cubicBezTo>
                  <a:cubicBezTo>
                    <a:pt x="-577" y="23851"/>
                    <a:pt x="-577" y="33376"/>
                    <a:pt x="2280" y="43854"/>
                  </a:cubicBezTo>
                  <a:cubicBezTo>
                    <a:pt x="5138" y="54331"/>
                    <a:pt x="9900" y="65761"/>
                    <a:pt x="16568" y="78144"/>
                  </a:cubicBezTo>
                  <a:lnTo>
                    <a:pt x="24188" y="75286"/>
                  </a:lnTo>
                  <a:cubicBezTo>
                    <a:pt x="20378" y="67666"/>
                    <a:pt x="17520" y="60046"/>
                    <a:pt x="16568" y="52426"/>
                  </a:cubicBezTo>
                  <a:cubicBezTo>
                    <a:pt x="15615" y="44806"/>
                    <a:pt x="15615" y="39091"/>
                    <a:pt x="16568" y="33376"/>
                  </a:cubicBezTo>
                  <a:cubicBezTo>
                    <a:pt x="16568" y="29566"/>
                    <a:pt x="19425" y="25756"/>
                    <a:pt x="23235" y="22899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852" name="Google Shape;852;p8"/>
            <p:cNvSpPr/>
            <p:nvPr/>
          </p:nvSpPr>
          <p:spPr bwMode="auto">
            <a:xfrm>
              <a:off x="6667143" y="2388355"/>
              <a:ext cx="87538" cy="98620"/>
            </a:xfrm>
            <a:custGeom>
              <a:avLst/>
              <a:gdLst/>
              <a:ahLst/>
              <a:cxnLst/>
              <a:rect l="l" t="t" r="r" b="b"/>
              <a:pathLst>
                <a:path w="87539" h="98620" fill="norm" stroke="1" extrusionOk="0">
                  <a:moveTo>
                    <a:pt x="52745" y="513"/>
                  </a:moveTo>
                  <a:cubicBezTo>
                    <a:pt x="45125" y="2418"/>
                    <a:pt x="41315" y="7180"/>
                    <a:pt x="39410" y="17658"/>
                  </a:cubicBezTo>
                  <a:cubicBezTo>
                    <a:pt x="37505" y="28135"/>
                    <a:pt x="38457" y="40518"/>
                    <a:pt x="43220" y="52900"/>
                  </a:cubicBezTo>
                  <a:cubicBezTo>
                    <a:pt x="34647" y="55758"/>
                    <a:pt x="26075" y="54805"/>
                    <a:pt x="18455" y="51948"/>
                  </a:cubicBezTo>
                  <a:cubicBezTo>
                    <a:pt x="20360" y="49090"/>
                    <a:pt x="20360" y="46233"/>
                    <a:pt x="20360" y="44328"/>
                  </a:cubicBezTo>
                  <a:cubicBezTo>
                    <a:pt x="20360" y="41470"/>
                    <a:pt x="20360" y="39565"/>
                    <a:pt x="19407" y="38613"/>
                  </a:cubicBezTo>
                  <a:cubicBezTo>
                    <a:pt x="17502" y="36708"/>
                    <a:pt x="14645" y="35755"/>
                    <a:pt x="11787" y="35755"/>
                  </a:cubicBezTo>
                  <a:cubicBezTo>
                    <a:pt x="8930" y="36708"/>
                    <a:pt x="5120" y="37660"/>
                    <a:pt x="3215" y="40518"/>
                  </a:cubicBezTo>
                  <a:cubicBezTo>
                    <a:pt x="357" y="43375"/>
                    <a:pt x="-595" y="47185"/>
                    <a:pt x="357" y="51948"/>
                  </a:cubicBezTo>
                  <a:cubicBezTo>
                    <a:pt x="1310" y="56710"/>
                    <a:pt x="4167" y="60520"/>
                    <a:pt x="7977" y="64330"/>
                  </a:cubicBezTo>
                  <a:lnTo>
                    <a:pt x="1310" y="95763"/>
                  </a:lnTo>
                  <a:lnTo>
                    <a:pt x="12740" y="98620"/>
                  </a:lnTo>
                  <a:lnTo>
                    <a:pt x="13692" y="67188"/>
                  </a:lnTo>
                  <a:cubicBezTo>
                    <a:pt x="27027" y="70998"/>
                    <a:pt x="39410" y="71950"/>
                    <a:pt x="50840" y="70045"/>
                  </a:cubicBezTo>
                  <a:cubicBezTo>
                    <a:pt x="62270" y="69093"/>
                    <a:pt x="70842" y="65283"/>
                    <a:pt x="76557" y="58615"/>
                  </a:cubicBezTo>
                  <a:cubicBezTo>
                    <a:pt x="87987" y="46233"/>
                    <a:pt x="93702" y="23373"/>
                    <a:pt x="77510" y="5275"/>
                  </a:cubicBezTo>
                  <a:cubicBezTo>
                    <a:pt x="72747" y="2418"/>
                    <a:pt x="65127" y="-1392"/>
                    <a:pt x="52745" y="513"/>
                  </a:cubicBezTo>
                  <a:close/>
                  <a:moveTo>
                    <a:pt x="70842" y="29088"/>
                  </a:moveTo>
                  <a:cubicBezTo>
                    <a:pt x="69890" y="33850"/>
                    <a:pt x="67985" y="37660"/>
                    <a:pt x="65127" y="41470"/>
                  </a:cubicBezTo>
                  <a:cubicBezTo>
                    <a:pt x="62270" y="44328"/>
                    <a:pt x="59412" y="47185"/>
                    <a:pt x="56555" y="48138"/>
                  </a:cubicBezTo>
                  <a:cubicBezTo>
                    <a:pt x="53697" y="50043"/>
                    <a:pt x="51792" y="50995"/>
                    <a:pt x="49887" y="50995"/>
                  </a:cubicBezTo>
                  <a:cubicBezTo>
                    <a:pt x="47982" y="44328"/>
                    <a:pt x="47982" y="37660"/>
                    <a:pt x="47982" y="32898"/>
                  </a:cubicBezTo>
                  <a:cubicBezTo>
                    <a:pt x="47982" y="27183"/>
                    <a:pt x="49887" y="23373"/>
                    <a:pt x="51792" y="21468"/>
                  </a:cubicBezTo>
                  <a:cubicBezTo>
                    <a:pt x="54650" y="18610"/>
                    <a:pt x="57507" y="16705"/>
                    <a:pt x="60365" y="16705"/>
                  </a:cubicBezTo>
                  <a:cubicBezTo>
                    <a:pt x="63222" y="15753"/>
                    <a:pt x="66080" y="16705"/>
                    <a:pt x="67985" y="18610"/>
                  </a:cubicBezTo>
                  <a:cubicBezTo>
                    <a:pt x="69890" y="21468"/>
                    <a:pt x="70842" y="25278"/>
                    <a:pt x="70842" y="29088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853" name="Google Shape;853;p8"/>
            <p:cNvSpPr/>
            <p:nvPr/>
          </p:nvSpPr>
          <p:spPr bwMode="auto">
            <a:xfrm>
              <a:off x="6644398" y="2477449"/>
              <a:ext cx="71922" cy="76930"/>
            </a:xfrm>
            <a:custGeom>
              <a:avLst/>
              <a:gdLst/>
              <a:ahLst/>
              <a:cxnLst/>
              <a:rect l="l" t="t" r="r" b="b"/>
              <a:pathLst>
                <a:path w="71922" h="76930" fill="norm" stroke="1" extrusionOk="0">
                  <a:moveTo>
                    <a:pt x="47868" y="60008"/>
                  </a:moveTo>
                  <a:cubicBezTo>
                    <a:pt x="41200" y="59055"/>
                    <a:pt x="36438" y="56198"/>
                    <a:pt x="31675" y="50483"/>
                  </a:cubicBezTo>
                  <a:cubicBezTo>
                    <a:pt x="24055" y="40958"/>
                    <a:pt x="17388" y="32385"/>
                    <a:pt x="13578" y="23813"/>
                  </a:cubicBezTo>
                  <a:cubicBezTo>
                    <a:pt x="9768" y="15240"/>
                    <a:pt x="7863" y="7620"/>
                    <a:pt x="7863" y="952"/>
                  </a:cubicBezTo>
                  <a:lnTo>
                    <a:pt x="243" y="0"/>
                  </a:lnTo>
                  <a:cubicBezTo>
                    <a:pt x="-710" y="10477"/>
                    <a:pt x="1195" y="20955"/>
                    <a:pt x="5005" y="32385"/>
                  </a:cubicBezTo>
                  <a:cubicBezTo>
                    <a:pt x="8815" y="43815"/>
                    <a:pt x="15483" y="54293"/>
                    <a:pt x="23103" y="63818"/>
                  </a:cubicBezTo>
                  <a:cubicBezTo>
                    <a:pt x="28818" y="70485"/>
                    <a:pt x="36438" y="75248"/>
                    <a:pt x="44058" y="76200"/>
                  </a:cubicBezTo>
                  <a:cubicBezTo>
                    <a:pt x="51678" y="78105"/>
                    <a:pt x="58345" y="76200"/>
                    <a:pt x="64060" y="71438"/>
                  </a:cubicBezTo>
                  <a:cubicBezTo>
                    <a:pt x="68823" y="67627"/>
                    <a:pt x="71680" y="60960"/>
                    <a:pt x="71680" y="52388"/>
                  </a:cubicBezTo>
                  <a:cubicBezTo>
                    <a:pt x="72633" y="43815"/>
                    <a:pt x="70728" y="37148"/>
                    <a:pt x="66918" y="32385"/>
                  </a:cubicBezTo>
                  <a:cubicBezTo>
                    <a:pt x="65013" y="29527"/>
                    <a:pt x="62155" y="27623"/>
                    <a:pt x="58345" y="26670"/>
                  </a:cubicBezTo>
                  <a:cubicBezTo>
                    <a:pt x="54535" y="24765"/>
                    <a:pt x="50725" y="23813"/>
                    <a:pt x="45963" y="23813"/>
                  </a:cubicBezTo>
                  <a:lnTo>
                    <a:pt x="45010" y="41910"/>
                  </a:lnTo>
                  <a:cubicBezTo>
                    <a:pt x="48820" y="41910"/>
                    <a:pt x="51678" y="41910"/>
                    <a:pt x="55488" y="42863"/>
                  </a:cubicBezTo>
                  <a:cubicBezTo>
                    <a:pt x="59298" y="43815"/>
                    <a:pt x="61203" y="44768"/>
                    <a:pt x="63108" y="46673"/>
                  </a:cubicBezTo>
                  <a:cubicBezTo>
                    <a:pt x="65013" y="48577"/>
                    <a:pt x="65013" y="49530"/>
                    <a:pt x="65013" y="51435"/>
                  </a:cubicBezTo>
                  <a:cubicBezTo>
                    <a:pt x="65013" y="53340"/>
                    <a:pt x="65013" y="55245"/>
                    <a:pt x="63108" y="56198"/>
                  </a:cubicBezTo>
                  <a:cubicBezTo>
                    <a:pt x="59298" y="60008"/>
                    <a:pt x="54535" y="60960"/>
                    <a:pt x="47868" y="60008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854" name="Google Shape;854;p8"/>
            <p:cNvSpPr/>
            <p:nvPr/>
          </p:nvSpPr>
          <p:spPr bwMode="auto">
            <a:xfrm>
              <a:off x="5945504" y="2138362"/>
              <a:ext cx="782002" cy="306704"/>
            </a:xfrm>
            <a:custGeom>
              <a:avLst/>
              <a:gdLst/>
              <a:ahLst/>
              <a:cxnLst/>
              <a:rect l="l" t="t" r="r" b="b"/>
              <a:pathLst>
                <a:path w="782002" h="306704" fill="norm" stroke="1" extrusionOk="0">
                  <a:moveTo>
                    <a:pt x="26670" y="97155"/>
                  </a:moveTo>
                  <a:cubicBezTo>
                    <a:pt x="37148" y="103823"/>
                    <a:pt x="46673" y="107632"/>
                    <a:pt x="56198" y="106680"/>
                  </a:cubicBezTo>
                  <a:cubicBezTo>
                    <a:pt x="62865" y="105727"/>
                    <a:pt x="68580" y="102870"/>
                    <a:pt x="73342" y="97155"/>
                  </a:cubicBezTo>
                  <a:cubicBezTo>
                    <a:pt x="78105" y="91440"/>
                    <a:pt x="80010" y="84773"/>
                    <a:pt x="79058" y="77152"/>
                  </a:cubicBezTo>
                  <a:cubicBezTo>
                    <a:pt x="79058" y="74295"/>
                    <a:pt x="78105" y="71438"/>
                    <a:pt x="77153" y="68580"/>
                  </a:cubicBezTo>
                  <a:cubicBezTo>
                    <a:pt x="76200" y="65723"/>
                    <a:pt x="74295" y="63818"/>
                    <a:pt x="72390" y="60960"/>
                  </a:cubicBezTo>
                  <a:cubicBezTo>
                    <a:pt x="77153" y="63818"/>
                    <a:pt x="80963" y="65723"/>
                    <a:pt x="84773" y="67627"/>
                  </a:cubicBezTo>
                  <a:cubicBezTo>
                    <a:pt x="88583" y="69532"/>
                    <a:pt x="92392" y="69532"/>
                    <a:pt x="96203" y="69532"/>
                  </a:cubicBezTo>
                  <a:cubicBezTo>
                    <a:pt x="100013" y="68580"/>
                    <a:pt x="102870" y="67627"/>
                    <a:pt x="104775" y="66675"/>
                  </a:cubicBezTo>
                  <a:lnTo>
                    <a:pt x="107633" y="98107"/>
                  </a:lnTo>
                  <a:lnTo>
                    <a:pt x="128588" y="107632"/>
                  </a:lnTo>
                  <a:lnTo>
                    <a:pt x="120015" y="15240"/>
                  </a:lnTo>
                  <a:cubicBezTo>
                    <a:pt x="132398" y="14288"/>
                    <a:pt x="143828" y="14288"/>
                    <a:pt x="156210" y="14288"/>
                  </a:cubicBezTo>
                  <a:cubicBezTo>
                    <a:pt x="158115" y="14288"/>
                    <a:pt x="160020" y="14288"/>
                    <a:pt x="161925" y="14288"/>
                  </a:cubicBezTo>
                  <a:lnTo>
                    <a:pt x="160020" y="51435"/>
                  </a:lnTo>
                  <a:lnTo>
                    <a:pt x="153353" y="51435"/>
                  </a:lnTo>
                  <a:cubicBezTo>
                    <a:pt x="151448" y="51435"/>
                    <a:pt x="150495" y="51435"/>
                    <a:pt x="149542" y="53340"/>
                  </a:cubicBezTo>
                  <a:cubicBezTo>
                    <a:pt x="148590" y="54293"/>
                    <a:pt x="147638" y="55245"/>
                    <a:pt x="147638" y="57150"/>
                  </a:cubicBezTo>
                  <a:cubicBezTo>
                    <a:pt x="147638" y="60960"/>
                    <a:pt x="151448" y="66675"/>
                    <a:pt x="158115" y="74295"/>
                  </a:cubicBezTo>
                  <a:cubicBezTo>
                    <a:pt x="165735" y="81915"/>
                    <a:pt x="170498" y="86677"/>
                    <a:pt x="174308" y="86677"/>
                  </a:cubicBezTo>
                  <a:cubicBezTo>
                    <a:pt x="175260" y="86677"/>
                    <a:pt x="176213" y="85725"/>
                    <a:pt x="177165" y="84773"/>
                  </a:cubicBezTo>
                  <a:cubicBezTo>
                    <a:pt x="178117" y="82868"/>
                    <a:pt x="179070" y="81915"/>
                    <a:pt x="179070" y="80010"/>
                  </a:cubicBezTo>
                  <a:lnTo>
                    <a:pt x="179070" y="71438"/>
                  </a:lnTo>
                  <a:lnTo>
                    <a:pt x="212408" y="73343"/>
                  </a:lnTo>
                  <a:lnTo>
                    <a:pt x="211455" y="98107"/>
                  </a:lnTo>
                  <a:lnTo>
                    <a:pt x="231458" y="112395"/>
                  </a:lnTo>
                  <a:lnTo>
                    <a:pt x="236220" y="19050"/>
                  </a:lnTo>
                  <a:cubicBezTo>
                    <a:pt x="264795" y="21907"/>
                    <a:pt x="292417" y="25718"/>
                    <a:pt x="320040" y="30480"/>
                  </a:cubicBezTo>
                  <a:lnTo>
                    <a:pt x="317183" y="45720"/>
                  </a:lnTo>
                  <a:lnTo>
                    <a:pt x="288608" y="40957"/>
                  </a:lnTo>
                  <a:cubicBezTo>
                    <a:pt x="281940" y="40005"/>
                    <a:pt x="275273" y="40957"/>
                    <a:pt x="269558" y="44768"/>
                  </a:cubicBezTo>
                  <a:cubicBezTo>
                    <a:pt x="263842" y="48577"/>
                    <a:pt x="260985" y="53340"/>
                    <a:pt x="260033" y="59055"/>
                  </a:cubicBezTo>
                  <a:cubicBezTo>
                    <a:pt x="258128" y="67627"/>
                    <a:pt x="259080" y="77152"/>
                    <a:pt x="262890" y="87630"/>
                  </a:cubicBezTo>
                  <a:cubicBezTo>
                    <a:pt x="265748" y="98107"/>
                    <a:pt x="271463" y="108585"/>
                    <a:pt x="278130" y="119063"/>
                  </a:cubicBezTo>
                  <a:lnTo>
                    <a:pt x="285750" y="116205"/>
                  </a:lnTo>
                  <a:cubicBezTo>
                    <a:pt x="280988" y="109538"/>
                    <a:pt x="277178" y="102870"/>
                    <a:pt x="275273" y="96202"/>
                  </a:cubicBezTo>
                  <a:cubicBezTo>
                    <a:pt x="273367" y="88582"/>
                    <a:pt x="273367" y="81915"/>
                    <a:pt x="274320" y="75248"/>
                  </a:cubicBezTo>
                  <a:cubicBezTo>
                    <a:pt x="275273" y="70485"/>
                    <a:pt x="277178" y="66675"/>
                    <a:pt x="281940" y="63818"/>
                  </a:cubicBezTo>
                  <a:cubicBezTo>
                    <a:pt x="285750" y="60960"/>
                    <a:pt x="290513" y="60007"/>
                    <a:pt x="295275" y="60960"/>
                  </a:cubicBezTo>
                  <a:lnTo>
                    <a:pt x="315278" y="64770"/>
                  </a:lnTo>
                  <a:lnTo>
                    <a:pt x="307658" y="111443"/>
                  </a:lnTo>
                  <a:lnTo>
                    <a:pt x="325755" y="128588"/>
                  </a:lnTo>
                  <a:lnTo>
                    <a:pt x="340995" y="36195"/>
                  </a:lnTo>
                  <a:cubicBezTo>
                    <a:pt x="393383" y="46673"/>
                    <a:pt x="444817" y="61913"/>
                    <a:pt x="494348" y="81915"/>
                  </a:cubicBezTo>
                  <a:lnTo>
                    <a:pt x="483870" y="109538"/>
                  </a:lnTo>
                  <a:cubicBezTo>
                    <a:pt x="481013" y="101918"/>
                    <a:pt x="477203" y="95250"/>
                    <a:pt x="472440" y="89535"/>
                  </a:cubicBezTo>
                  <a:cubicBezTo>
                    <a:pt x="467678" y="83820"/>
                    <a:pt x="461963" y="80010"/>
                    <a:pt x="457200" y="78105"/>
                  </a:cubicBezTo>
                  <a:cubicBezTo>
                    <a:pt x="448628" y="75248"/>
                    <a:pt x="441008" y="74295"/>
                    <a:pt x="433388" y="77152"/>
                  </a:cubicBezTo>
                  <a:cubicBezTo>
                    <a:pt x="425767" y="80010"/>
                    <a:pt x="421005" y="84773"/>
                    <a:pt x="418148" y="91440"/>
                  </a:cubicBezTo>
                  <a:cubicBezTo>
                    <a:pt x="415290" y="100013"/>
                    <a:pt x="416242" y="109538"/>
                    <a:pt x="421958" y="120968"/>
                  </a:cubicBezTo>
                  <a:cubicBezTo>
                    <a:pt x="427673" y="132398"/>
                    <a:pt x="434340" y="140018"/>
                    <a:pt x="441960" y="142875"/>
                  </a:cubicBezTo>
                  <a:cubicBezTo>
                    <a:pt x="446723" y="144780"/>
                    <a:pt x="451485" y="144780"/>
                    <a:pt x="456248" y="144780"/>
                  </a:cubicBezTo>
                  <a:cubicBezTo>
                    <a:pt x="461010" y="144780"/>
                    <a:pt x="466725" y="142875"/>
                    <a:pt x="471488" y="140970"/>
                  </a:cubicBezTo>
                  <a:lnTo>
                    <a:pt x="464820" y="158115"/>
                  </a:lnTo>
                  <a:lnTo>
                    <a:pt x="479108" y="178118"/>
                  </a:lnTo>
                  <a:lnTo>
                    <a:pt x="511492" y="90488"/>
                  </a:lnTo>
                  <a:cubicBezTo>
                    <a:pt x="523875" y="96202"/>
                    <a:pt x="537210" y="101918"/>
                    <a:pt x="549593" y="107632"/>
                  </a:cubicBezTo>
                  <a:lnTo>
                    <a:pt x="532448" y="140970"/>
                  </a:lnTo>
                  <a:lnTo>
                    <a:pt x="526733" y="138113"/>
                  </a:lnTo>
                  <a:cubicBezTo>
                    <a:pt x="524828" y="137160"/>
                    <a:pt x="523875" y="137160"/>
                    <a:pt x="522923" y="138113"/>
                  </a:cubicBezTo>
                  <a:cubicBezTo>
                    <a:pt x="521017" y="138113"/>
                    <a:pt x="520065" y="139065"/>
                    <a:pt x="519113" y="140970"/>
                  </a:cubicBezTo>
                  <a:cubicBezTo>
                    <a:pt x="517208" y="143827"/>
                    <a:pt x="518160" y="150495"/>
                    <a:pt x="521970" y="160973"/>
                  </a:cubicBezTo>
                  <a:cubicBezTo>
                    <a:pt x="524828" y="171450"/>
                    <a:pt x="528638" y="177165"/>
                    <a:pt x="531495" y="179070"/>
                  </a:cubicBezTo>
                  <a:cubicBezTo>
                    <a:pt x="532448" y="180023"/>
                    <a:pt x="533400" y="180023"/>
                    <a:pt x="535305" y="179070"/>
                  </a:cubicBezTo>
                  <a:cubicBezTo>
                    <a:pt x="537210" y="178118"/>
                    <a:pt x="538163" y="177165"/>
                    <a:pt x="539115" y="175260"/>
                  </a:cubicBezTo>
                  <a:lnTo>
                    <a:pt x="542925" y="167640"/>
                  </a:lnTo>
                  <a:lnTo>
                    <a:pt x="572453" y="183833"/>
                  </a:lnTo>
                  <a:lnTo>
                    <a:pt x="561023" y="205740"/>
                  </a:lnTo>
                  <a:lnTo>
                    <a:pt x="572453" y="226695"/>
                  </a:lnTo>
                  <a:lnTo>
                    <a:pt x="616268" y="143827"/>
                  </a:lnTo>
                  <a:cubicBezTo>
                    <a:pt x="626745" y="150495"/>
                    <a:pt x="638175" y="156210"/>
                    <a:pt x="648653" y="162877"/>
                  </a:cubicBezTo>
                  <a:lnTo>
                    <a:pt x="604838" y="230505"/>
                  </a:lnTo>
                  <a:lnTo>
                    <a:pt x="614363" y="253365"/>
                  </a:lnTo>
                  <a:lnTo>
                    <a:pt x="665798" y="174308"/>
                  </a:lnTo>
                  <a:cubicBezTo>
                    <a:pt x="687705" y="189548"/>
                    <a:pt x="709613" y="204788"/>
                    <a:pt x="729615" y="221933"/>
                  </a:cubicBezTo>
                  <a:lnTo>
                    <a:pt x="711518" y="244793"/>
                  </a:lnTo>
                  <a:lnTo>
                    <a:pt x="676275" y="217170"/>
                  </a:lnTo>
                  <a:cubicBezTo>
                    <a:pt x="674370" y="215265"/>
                    <a:pt x="672465" y="215265"/>
                    <a:pt x="669608" y="215265"/>
                  </a:cubicBezTo>
                  <a:cubicBezTo>
                    <a:pt x="666750" y="215265"/>
                    <a:pt x="664845" y="216218"/>
                    <a:pt x="663893" y="218123"/>
                  </a:cubicBezTo>
                  <a:cubicBezTo>
                    <a:pt x="660083" y="222885"/>
                    <a:pt x="658178" y="228600"/>
                    <a:pt x="658178" y="236220"/>
                  </a:cubicBezTo>
                  <a:cubicBezTo>
                    <a:pt x="658178" y="243840"/>
                    <a:pt x="660083" y="249555"/>
                    <a:pt x="662940" y="251460"/>
                  </a:cubicBezTo>
                  <a:cubicBezTo>
                    <a:pt x="663893" y="252413"/>
                    <a:pt x="664845" y="252413"/>
                    <a:pt x="665798" y="252413"/>
                  </a:cubicBezTo>
                  <a:cubicBezTo>
                    <a:pt x="666750" y="252413"/>
                    <a:pt x="667703" y="252413"/>
                    <a:pt x="668655" y="250508"/>
                  </a:cubicBezTo>
                  <a:lnTo>
                    <a:pt x="673418" y="243840"/>
                  </a:lnTo>
                  <a:cubicBezTo>
                    <a:pt x="674370" y="242888"/>
                    <a:pt x="675323" y="241935"/>
                    <a:pt x="677228" y="241935"/>
                  </a:cubicBezTo>
                  <a:cubicBezTo>
                    <a:pt x="678180" y="240983"/>
                    <a:pt x="680085" y="241935"/>
                    <a:pt x="681038" y="241935"/>
                  </a:cubicBezTo>
                  <a:lnTo>
                    <a:pt x="700088" y="257175"/>
                  </a:lnTo>
                  <a:lnTo>
                    <a:pt x="678180" y="285750"/>
                  </a:lnTo>
                  <a:lnTo>
                    <a:pt x="686753" y="306705"/>
                  </a:lnTo>
                  <a:lnTo>
                    <a:pt x="743903" y="233363"/>
                  </a:lnTo>
                  <a:cubicBezTo>
                    <a:pt x="752475" y="240030"/>
                    <a:pt x="761048" y="247650"/>
                    <a:pt x="768668" y="255270"/>
                  </a:cubicBezTo>
                  <a:lnTo>
                    <a:pt x="782003" y="240983"/>
                  </a:lnTo>
                  <a:cubicBezTo>
                    <a:pt x="616268" y="91440"/>
                    <a:pt x="396240" y="0"/>
                    <a:pt x="155258" y="0"/>
                  </a:cubicBezTo>
                  <a:cubicBezTo>
                    <a:pt x="127635" y="0"/>
                    <a:pt x="100013" y="952"/>
                    <a:pt x="72390" y="3810"/>
                  </a:cubicBezTo>
                  <a:lnTo>
                    <a:pt x="84773" y="22860"/>
                  </a:lnTo>
                  <a:cubicBezTo>
                    <a:pt x="89535" y="22860"/>
                    <a:pt x="93345" y="21907"/>
                    <a:pt x="98108" y="21907"/>
                  </a:cubicBezTo>
                  <a:lnTo>
                    <a:pt x="100965" y="48577"/>
                  </a:lnTo>
                  <a:cubicBezTo>
                    <a:pt x="99060" y="51435"/>
                    <a:pt x="97155" y="53340"/>
                    <a:pt x="94298" y="55245"/>
                  </a:cubicBezTo>
                  <a:cubicBezTo>
                    <a:pt x="91440" y="57150"/>
                    <a:pt x="88583" y="58102"/>
                    <a:pt x="85725" y="58102"/>
                  </a:cubicBezTo>
                  <a:cubicBezTo>
                    <a:pt x="80010" y="59055"/>
                    <a:pt x="75248" y="59055"/>
                    <a:pt x="72390" y="58102"/>
                  </a:cubicBezTo>
                  <a:cubicBezTo>
                    <a:pt x="68580" y="58102"/>
                    <a:pt x="65723" y="57150"/>
                    <a:pt x="64770" y="56198"/>
                  </a:cubicBezTo>
                  <a:cubicBezTo>
                    <a:pt x="67628" y="53340"/>
                    <a:pt x="69533" y="50482"/>
                    <a:pt x="71438" y="46673"/>
                  </a:cubicBezTo>
                  <a:cubicBezTo>
                    <a:pt x="73342" y="42863"/>
                    <a:pt x="73342" y="39052"/>
                    <a:pt x="73342" y="36195"/>
                  </a:cubicBezTo>
                  <a:cubicBezTo>
                    <a:pt x="72390" y="28575"/>
                    <a:pt x="67628" y="22860"/>
                    <a:pt x="59055" y="16193"/>
                  </a:cubicBezTo>
                  <a:cubicBezTo>
                    <a:pt x="50483" y="10477"/>
                    <a:pt x="40958" y="7620"/>
                    <a:pt x="32385" y="8573"/>
                  </a:cubicBezTo>
                  <a:cubicBezTo>
                    <a:pt x="27623" y="8573"/>
                    <a:pt x="23813" y="10477"/>
                    <a:pt x="19050" y="13335"/>
                  </a:cubicBezTo>
                  <a:cubicBezTo>
                    <a:pt x="14288" y="15240"/>
                    <a:pt x="10478" y="19050"/>
                    <a:pt x="6667" y="22860"/>
                  </a:cubicBezTo>
                  <a:lnTo>
                    <a:pt x="18098" y="36195"/>
                  </a:lnTo>
                  <a:cubicBezTo>
                    <a:pt x="21908" y="32385"/>
                    <a:pt x="26670" y="28575"/>
                    <a:pt x="31433" y="25718"/>
                  </a:cubicBezTo>
                  <a:cubicBezTo>
                    <a:pt x="36195" y="22860"/>
                    <a:pt x="40958" y="21907"/>
                    <a:pt x="44767" y="20955"/>
                  </a:cubicBezTo>
                  <a:cubicBezTo>
                    <a:pt x="48578" y="20955"/>
                    <a:pt x="51435" y="20955"/>
                    <a:pt x="54292" y="22860"/>
                  </a:cubicBezTo>
                  <a:cubicBezTo>
                    <a:pt x="57150" y="24765"/>
                    <a:pt x="59055" y="27623"/>
                    <a:pt x="59055" y="30480"/>
                  </a:cubicBezTo>
                  <a:cubicBezTo>
                    <a:pt x="59055" y="35243"/>
                    <a:pt x="59055" y="40005"/>
                    <a:pt x="57150" y="43815"/>
                  </a:cubicBezTo>
                  <a:cubicBezTo>
                    <a:pt x="56198" y="47625"/>
                    <a:pt x="53340" y="49530"/>
                    <a:pt x="48578" y="50482"/>
                  </a:cubicBezTo>
                  <a:cubicBezTo>
                    <a:pt x="45720" y="49530"/>
                    <a:pt x="42863" y="50482"/>
                    <a:pt x="39053" y="50482"/>
                  </a:cubicBezTo>
                  <a:cubicBezTo>
                    <a:pt x="35242" y="51435"/>
                    <a:pt x="31433" y="53340"/>
                    <a:pt x="27623" y="55245"/>
                  </a:cubicBezTo>
                  <a:lnTo>
                    <a:pt x="37148" y="71438"/>
                  </a:lnTo>
                  <a:cubicBezTo>
                    <a:pt x="44767" y="69532"/>
                    <a:pt x="51435" y="66675"/>
                    <a:pt x="59055" y="60960"/>
                  </a:cubicBezTo>
                  <a:cubicBezTo>
                    <a:pt x="60960" y="61913"/>
                    <a:pt x="61913" y="63818"/>
                    <a:pt x="62865" y="65723"/>
                  </a:cubicBezTo>
                  <a:cubicBezTo>
                    <a:pt x="63817" y="66675"/>
                    <a:pt x="64770" y="69532"/>
                    <a:pt x="64770" y="71438"/>
                  </a:cubicBezTo>
                  <a:cubicBezTo>
                    <a:pt x="65723" y="77152"/>
                    <a:pt x="63817" y="81915"/>
                    <a:pt x="60960" y="86677"/>
                  </a:cubicBezTo>
                  <a:cubicBezTo>
                    <a:pt x="57150" y="91440"/>
                    <a:pt x="52388" y="93345"/>
                    <a:pt x="46673" y="94298"/>
                  </a:cubicBezTo>
                  <a:cubicBezTo>
                    <a:pt x="40005" y="95250"/>
                    <a:pt x="32385" y="93345"/>
                    <a:pt x="25717" y="88582"/>
                  </a:cubicBezTo>
                  <a:cubicBezTo>
                    <a:pt x="18098" y="83820"/>
                    <a:pt x="12383" y="77152"/>
                    <a:pt x="6667" y="68580"/>
                  </a:cubicBezTo>
                  <a:lnTo>
                    <a:pt x="0" y="73343"/>
                  </a:lnTo>
                  <a:cubicBezTo>
                    <a:pt x="7620" y="80010"/>
                    <a:pt x="16192" y="89535"/>
                    <a:pt x="26670" y="97155"/>
                  </a:cubicBezTo>
                  <a:close/>
                  <a:moveTo>
                    <a:pt x="457200" y="121920"/>
                  </a:moveTo>
                  <a:cubicBezTo>
                    <a:pt x="449580" y="122873"/>
                    <a:pt x="443865" y="121920"/>
                    <a:pt x="438150" y="120015"/>
                  </a:cubicBezTo>
                  <a:cubicBezTo>
                    <a:pt x="434340" y="118110"/>
                    <a:pt x="431483" y="116205"/>
                    <a:pt x="428625" y="112395"/>
                  </a:cubicBezTo>
                  <a:cubicBezTo>
                    <a:pt x="426720" y="108585"/>
                    <a:pt x="426720" y="105727"/>
                    <a:pt x="427673" y="102870"/>
                  </a:cubicBezTo>
                  <a:cubicBezTo>
                    <a:pt x="429578" y="98107"/>
                    <a:pt x="433388" y="95250"/>
                    <a:pt x="441008" y="93345"/>
                  </a:cubicBezTo>
                  <a:cubicBezTo>
                    <a:pt x="448628" y="91440"/>
                    <a:pt x="456248" y="92393"/>
                    <a:pt x="462915" y="94298"/>
                  </a:cubicBezTo>
                  <a:cubicBezTo>
                    <a:pt x="466725" y="95250"/>
                    <a:pt x="469583" y="98107"/>
                    <a:pt x="472440" y="101918"/>
                  </a:cubicBezTo>
                  <a:cubicBezTo>
                    <a:pt x="475298" y="105727"/>
                    <a:pt x="478155" y="110490"/>
                    <a:pt x="480060" y="115252"/>
                  </a:cubicBezTo>
                  <a:cubicBezTo>
                    <a:pt x="472440" y="118110"/>
                    <a:pt x="464820" y="120968"/>
                    <a:pt x="457200" y="121920"/>
                  </a:cubicBezTo>
                  <a:close/>
                  <a:moveTo>
                    <a:pt x="567690" y="110490"/>
                  </a:moveTo>
                  <a:cubicBezTo>
                    <a:pt x="578168" y="115252"/>
                    <a:pt x="587693" y="120968"/>
                    <a:pt x="597218" y="126682"/>
                  </a:cubicBezTo>
                  <a:lnTo>
                    <a:pt x="579120" y="160020"/>
                  </a:lnTo>
                  <a:lnTo>
                    <a:pt x="549593" y="143827"/>
                  </a:lnTo>
                  <a:lnTo>
                    <a:pt x="567690" y="110490"/>
                  </a:lnTo>
                  <a:close/>
                  <a:moveTo>
                    <a:pt x="181928" y="13335"/>
                  </a:moveTo>
                  <a:cubicBezTo>
                    <a:pt x="193358" y="13335"/>
                    <a:pt x="204788" y="14288"/>
                    <a:pt x="215265" y="15240"/>
                  </a:cubicBezTo>
                  <a:lnTo>
                    <a:pt x="213360" y="53340"/>
                  </a:lnTo>
                  <a:lnTo>
                    <a:pt x="180023" y="51435"/>
                  </a:lnTo>
                  <a:lnTo>
                    <a:pt x="181928" y="13335"/>
                  </a:ln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855" name="Google Shape;855;p8"/>
            <p:cNvSpPr/>
            <p:nvPr/>
          </p:nvSpPr>
          <p:spPr bwMode="auto">
            <a:xfrm>
              <a:off x="6714169" y="2412683"/>
              <a:ext cx="92392" cy="111442"/>
            </a:xfrm>
            <a:custGeom>
              <a:avLst/>
              <a:gdLst/>
              <a:ahLst/>
              <a:cxnLst/>
              <a:rect l="l" t="t" r="r" b="b"/>
              <a:pathLst>
                <a:path w="92392" h="111442" fill="norm" stroke="1" extrusionOk="0">
                  <a:moveTo>
                    <a:pt x="0" y="89535"/>
                  </a:moveTo>
                  <a:lnTo>
                    <a:pt x="6668" y="111442"/>
                  </a:lnTo>
                  <a:lnTo>
                    <a:pt x="72390" y="46672"/>
                  </a:lnTo>
                  <a:cubicBezTo>
                    <a:pt x="77153" y="52388"/>
                    <a:pt x="81915" y="58102"/>
                    <a:pt x="86678" y="62865"/>
                  </a:cubicBezTo>
                  <a:lnTo>
                    <a:pt x="92393" y="39052"/>
                  </a:lnTo>
                  <a:cubicBezTo>
                    <a:pt x="80963" y="25717"/>
                    <a:pt x="68580" y="12382"/>
                    <a:pt x="56198" y="0"/>
                  </a:cubicBezTo>
                  <a:lnTo>
                    <a:pt x="41910" y="14288"/>
                  </a:lnTo>
                  <a:cubicBezTo>
                    <a:pt x="47625" y="20002"/>
                    <a:pt x="52388" y="25717"/>
                    <a:pt x="58103" y="31432"/>
                  </a:cubicBezTo>
                  <a:lnTo>
                    <a:pt x="0" y="89535"/>
                  </a:ln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856" name="Google Shape;856;p8"/>
            <p:cNvSpPr/>
            <p:nvPr/>
          </p:nvSpPr>
          <p:spPr bwMode="auto">
            <a:xfrm>
              <a:off x="6755132" y="2518406"/>
              <a:ext cx="25717" cy="25717"/>
            </a:xfrm>
            <a:custGeom>
              <a:avLst/>
              <a:gdLst/>
              <a:ahLst/>
              <a:cxnLst/>
              <a:rect l="l" t="t" r="r" b="b"/>
              <a:pathLst>
                <a:path w="25717" h="25717" fill="norm" stroke="1" extrusionOk="0">
                  <a:moveTo>
                    <a:pt x="0" y="0"/>
                  </a:moveTo>
                  <a:lnTo>
                    <a:pt x="25717" y="0"/>
                  </a:lnTo>
                  <a:lnTo>
                    <a:pt x="25717" y="25717"/>
                  </a:lnTo>
                  <a:lnTo>
                    <a:pt x="0" y="25717"/>
                  </a:ln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857" name="Google Shape;857;p8"/>
            <p:cNvSpPr/>
            <p:nvPr/>
          </p:nvSpPr>
          <p:spPr bwMode="auto">
            <a:xfrm>
              <a:off x="6782749" y="2489835"/>
              <a:ext cx="25717" cy="25717"/>
            </a:xfrm>
            <a:custGeom>
              <a:avLst/>
              <a:gdLst/>
              <a:ahLst/>
              <a:cxnLst/>
              <a:rect l="l" t="t" r="r" b="b"/>
              <a:pathLst>
                <a:path w="25717" h="25717" fill="norm" stroke="1" extrusionOk="0">
                  <a:moveTo>
                    <a:pt x="0" y="0"/>
                  </a:moveTo>
                  <a:lnTo>
                    <a:pt x="25718" y="0"/>
                  </a:lnTo>
                  <a:lnTo>
                    <a:pt x="25718" y="25717"/>
                  </a:lnTo>
                  <a:lnTo>
                    <a:pt x="0" y="25717"/>
                  </a:ln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grpSp>
          <p:nvGrpSpPr>
            <p:cNvPr id="858" name="Google Shape;858;p8"/>
            <p:cNvGrpSpPr/>
            <p:nvPr/>
          </p:nvGrpSpPr>
          <p:grpSpPr bwMode="auto">
            <a:xfrm>
              <a:off x="4819650" y="4612031"/>
              <a:ext cx="2558414" cy="385762"/>
              <a:chOff x="4819650" y="4612005"/>
              <a:chExt cx="2558414" cy="385762"/>
            </a:xfrm>
          </p:grpSpPr>
          <p:sp>
            <p:nvSpPr>
              <p:cNvPr id="859" name="Google Shape;859;p8"/>
              <p:cNvSpPr/>
              <p:nvPr/>
            </p:nvSpPr>
            <p:spPr bwMode="auto">
              <a:xfrm>
                <a:off x="4819650" y="4699634"/>
                <a:ext cx="1013460" cy="262890"/>
              </a:xfrm>
              <a:custGeom>
                <a:avLst/>
                <a:gdLst/>
                <a:ahLst/>
                <a:cxnLst/>
                <a:rect l="l" t="t" r="r" b="b"/>
                <a:pathLst>
                  <a:path w="1013460" h="262890" fill="norm" stroke="1" extrusionOk="0">
                    <a:moveTo>
                      <a:pt x="942975" y="182880"/>
                    </a:moveTo>
                    <a:lnTo>
                      <a:pt x="978218" y="201930"/>
                    </a:lnTo>
                    <a:lnTo>
                      <a:pt x="978218" y="38100"/>
                    </a:lnTo>
                    <a:lnTo>
                      <a:pt x="1013460" y="38100"/>
                    </a:lnTo>
                    <a:lnTo>
                      <a:pt x="996315" y="6668"/>
                    </a:lnTo>
                    <a:lnTo>
                      <a:pt x="827723" y="6668"/>
                    </a:lnTo>
                    <a:lnTo>
                      <a:pt x="819150" y="6668"/>
                    </a:lnTo>
                    <a:lnTo>
                      <a:pt x="731520" y="6668"/>
                    </a:lnTo>
                    <a:lnTo>
                      <a:pt x="723900" y="6668"/>
                    </a:lnTo>
                    <a:lnTo>
                      <a:pt x="537210" y="6668"/>
                    </a:lnTo>
                    <a:lnTo>
                      <a:pt x="529590" y="6668"/>
                    </a:lnTo>
                    <a:lnTo>
                      <a:pt x="441960" y="6668"/>
                    </a:lnTo>
                    <a:lnTo>
                      <a:pt x="434340" y="6668"/>
                    </a:lnTo>
                    <a:lnTo>
                      <a:pt x="202883" y="6668"/>
                    </a:lnTo>
                    <a:lnTo>
                      <a:pt x="195263" y="6668"/>
                    </a:lnTo>
                    <a:lnTo>
                      <a:pt x="122873" y="6668"/>
                    </a:lnTo>
                    <a:lnTo>
                      <a:pt x="141923" y="38100"/>
                    </a:lnTo>
                    <a:lnTo>
                      <a:pt x="149543" y="38100"/>
                    </a:lnTo>
                    <a:lnTo>
                      <a:pt x="149543" y="110490"/>
                    </a:lnTo>
                    <a:lnTo>
                      <a:pt x="110490" y="93345"/>
                    </a:lnTo>
                    <a:cubicBezTo>
                      <a:pt x="114300" y="89535"/>
                      <a:pt x="117157" y="84772"/>
                      <a:pt x="119063" y="79058"/>
                    </a:cubicBezTo>
                    <a:cubicBezTo>
                      <a:pt x="120968" y="73343"/>
                      <a:pt x="121920" y="67628"/>
                      <a:pt x="121920" y="61913"/>
                    </a:cubicBezTo>
                    <a:cubicBezTo>
                      <a:pt x="121920" y="48578"/>
                      <a:pt x="115253" y="34290"/>
                      <a:pt x="102870" y="20955"/>
                    </a:cubicBezTo>
                    <a:cubicBezTo>
                      <a:pt x="89535" y="6668"/>
                      <a:pt x="76200" y="0"/>
                      <a:pt x="63818" y="0"/>
                    </a:cubicBezTo>
                    <a:cubicBezTo>
                      <a:pt x="51435" y="0"/>
                      <a:pt x="40958" y="3810"/>
                      <a:pt x="31433" y="11430"/>
                    </a:cubicBezTo>
                    <a:cubicBezTo>
                      <a:pt x="22860" y="19050"/>
                      <a:pt x="19050" y="28575"/>
                      <a:pt x="19050" y="39053"/>
                    </a:cubicBezTo>
                    <a:cubicBezTo>
                      <a:pt x="19050" y="47625"/>
                      <a:pt x="22860" y="57150"/>
                      <a:pt x="31433" y="66675"/>
                    </a:cubicBezTo>
                    <a:cubicBezTo>
                      <a:pt x="39053" y="75247"/>
                      <a:pt x="50482" y="82868"/>
                      <a:pt x="63818" y="90488"/>
                    </a:cubicBezTo>
                    <a:cubicBezTo>
                      <a:pt x="51435" y="99060"/>
                      <a:pt x="29528" y="110490"/>
                      <a:pt x="0" y="123825"/>
                    </a:cubicBezTo>
                    <a:lnTo>
                      <a:pt x="27622" y="147638"/>
                    </a:lnTo>
                    <a:cubicBezTo>
                      <a:pt x="60960" y="131445"/>
                      <a:pt x="84773" y="117158"/>
                      <a:pt x="100013" y="104775"/>
                    </a:cubicBezTo>
                    <a:lnTo>
                      <a:pt x="131445" y="120015"/>
                    </a:lnTo>
                    <a:lnTo>
                      <a:pt x="40005" y="176213"/>
                    </a:lnTo>
                    <a:lnTo>
                      <a:pt x="65723" y="197168"/>
                    </a:lnTo>
                    <a:lnTo>
                      <a:pt x="151448" y="139065"/>
                    </a:lnTo>
                    <a:lnTo>
                      <a:pt x="151448" y="183833"/>
                    </a:lnTo>
                    <a:lnTo>
                      <a:pt x="186690" y="202883"/>
                    </a:lnTo>
                    <a:lnTo>
                      <a:pt x="186690" y="39053"/>
                    </a:lnTo>
                    <a:lnTo>
                      <a:pt x="214313" y="39053"/>
                    </a:lnTo>
                    <a:lnTo>
                      <a:pt x="221933" y="39053"/>
                    </a:lnTo>
                    <a:lnTo>
                      <a:pt x="395288" y="39053"/>
                    </a:lnTo>
                    <a:lnTo>
                      <a:pt x="395288" y="66675"/>
                    </a:lnTo>
                    <a:lnTo>
                      <a:pt x="354330" y="66675"/>
                    </a:lnTo>
                    <a:cubicBezTo>
                      <a:pt x="340043" y="66675"/>
                      <a:pt x="327660" y="71438"/>
                      <a:pt x="318135" y="81915"/>
                    </a:cubicBezTo>
                    <a:cubicBezTo>
                      <a:pt x="308610" y="92393"/>
                      <a:pt x="302895" y="103822"/>
                      <a:pt x="302895" y="118110"/>
                    </a:cubicBezTo>
                    <a:cubicBezTo>
                      <a:pt x="302895" y="134303"/>
                      <a:pt x="311468" y="152400"/>
                      <a:pt x="329565" y="171450"/>
                    </a:cubicBezTo>
                    <a:cubicBezTo>
                      <a:pt x="347663" y="190500"/>
                      <a:pt x="364808" y="199072"/>
                      <a:pt x="381000" y="199072"/>
                    </a:cubicBezTo>
                    <a:cubicBezTo>
                      <a:pt x="381953" y="199072"/>
                      <a:pt x="383858" y="199072"/>
                      <a:pt x="387668" y="197168"/>
                    </a:cubicBezTo>
                    <a:lnTo>
                      <a:pt x="392430" y="195263"/>
                    </a:lnTo>
                    <a:cubicBezTo>
                      <a:pt x="387668" y="210503"/>
                      <a:pt x="381953" y="222885"/>
                      <a:pt x="373380" y="231458"/>
                    </a:cubicBezTo>
                    <a:cubicBezTo>
                      <a:pt x="365760" y="240983"/>
                      <a:pt x="357188" y="245745"/>
                      <a:pt x="347663" y="245745"/>
                    </a:cubicBezTo>
                    <a:cubicBezTo>
                      <a:pt x="342900" y="245745"/>
                      <a:pt x="339090" y="243840"/>
                      <a:pt x="337185" y="240983"/>
                    </a:cubicBezTo>
                    <a:cubicBezTo>
                      <a:pt x="334328" y="238125"/>
                      <a:pt x="332423" y="234315"/>
                      <a:pt x="332423" y="230505"/>
                    </a:cubicBezTo>
                    <a:cubicBezTo>
                      <a:pt x="332423" y="225743"/>
                      <a:pt x="334328" y="221933"/>
                      <a:pt x="339090" y="218122"/>
                    </a:cubicBezTo>
                    <a:cubicBezTo>
                      <a:pt x="343853" y="214313"/>
                      <a:pt x="349568" y="211455"/>
                      <a:pt x="356235" y="209550"/>
                    </a:cubicBezTo>
                    <a:lnTo>
                      <a:pt x="324803" y="190500"/>
                    </a:lnTo>
                    <a:cubicBezTo>
                      <a:pt x="320040" y="191453"/>
                      <a:pt x="316230" y="193358"/>
                      <a:pt x="312420" y="197168"/>
                    </a:cubicBezTo>
                    <a:cubicBezTo>
                      <a:pt x="308610" y="200025"/>
                      <a:pt x="306705" y="202883"/>
                      <a:pt x="305753" y="206693"/>
                    </a:cubicBezTo>
                    <a:cubicBezTo>
                      <a:pt x="292418" y="206693"/>
                      <a:pt x="282893" y="204788"/>
                      <a:pt x="276225" y="200978"/>
                    </a:cubicBezTo>
                    <a:cubicBezTo>
                      <a:pt x="282893" y="199072"/>
                      <a:pt x="288608" y="194310"/>
                      <a:pt x="291465" y="188595"/>
                    </a:cubicBezTo>
                    <a:cubicBezTo>
                      <a:pt x="295275" y="182880"/>
                      <a:pt x="297180" y="176213"/>
                      <a:pt x="297180" y="169545"/>
                    </a:cubicBezTo>
                    <a:cubicBezTo>
                      <a:pt x="297180" y="160020"/>
                      <a:pt x="294323" y="152400"/>
                      <a:pt x="287655" y="145733"/>
                    </a:cubicBezTo>
                    <a:cubicBezTo>
                      <a:pt x="281940" y="139065"/>
                      <a:pt x="274320" y="136208"/>
                      <a:pt x="265748" y="136208"/>
                    </a:cubicBezTo>
                    <a:cubicBezTo>
                      <a:pt x="255270" y="136208"/>
                      <a:pt x="245745" y="139065"/>
                      <a:pt x="238125" y="145733"/>
                    </a:cubicBezTo>
                    <a:cubicBezTo>
                      <a:pt x="230505" y="152400"/>
                      <a:pt x="226695" y="160972"/>
                      <a:pt x="226695" y="171450"/>
                    </a:cubicBezTo>
                    <a:cubicBezTo>
                      <a:pt x="226695" y="184785"/>
                      <a:pt x="234315" y="196215"/>
                      <a:pt x="248602" y="205740"/>
                    </a:cubicBezTo>
                    <a:cubicBezTo>
                      <a:pt x="263843" y="215265"/>
                      <a:pt x="280988" y="220028"/>
                      <a:pt x="301943" y="220028"/>
                    </a:cubicBezTo>
                    <a:cubicBezTo>
                      <a:pt x="299085" y="229553"/>
                      <a:pt x="303848" y="239078"/>
                      <a:pt x="317183" y="248603"/>
                    </a:cubicBezTo>
                    <a:cubicBezTo>
                      <a:pt x="330518" y="258128"/>
                      <a:pt x="345758" y="262890"/>
                      <a:pt x="361950" y="262890"/>
                    </a:cubicBezTo>
                    <a:cubicBezTo>
                      <a:pt x="371475" y="262890"/>
                      <a:pt x="381000" y="259080"/>
                      <a:pt x="390525" y="252413"/>
                    </a:cubicBezTo>
                    <a:cubicBezTo>
                      <a:pt x="400050" y="244793"/>
                      <a:pt x="406718" y="235268"/>
                      <a:pt x="412433" y="222885"/>
                    </a:cubicBezTo>
                    <a:lnTo>
                      <a:pt x="427673" y="256222"/>
                    </a:lnTo>
                    <a:lnTo>
                      <a:pt x="448628" y="246697"/>
                    </a:lnTo>
                    <a:lnTo>
                      <a:pt x="419100" y="198120"/>
                    </a:lnTo>
                    <a:cubicBezTo>
                      <a:pt x="424815" y="196215"/>
                      <a:pt x="428625" y="193358"/>
                      <a:pt x="431483" y="189547"/>
                    </a:cubicBezTo>
                    <a:cubicBezTo>
                      <a:pt x="435293" y="184785"/>
                      <a:pt x="436245" y="180022"/>
                      <a:pt x="436245" y="174308"/>
                    </a:cubicBezTo>
                    <a:cubicBezTo>
                      <a:pt x="436245" y="166688"/>
                      <a:pt x="433388" y="159068"/>
                      <a:pt x="426720" y="150495"/>
                    </a:cubicBezTo>
                    <a:cubicBezTo>
                      <a:pt x="420053" y="142875"/>
                      <a:pt x="413385" y="139065"/>
                      <a:pt x="407670" y="139065"/>
                    </a:cubicBezTo>
                    <a:cubicBezTo>
                      <a:pt x="401003" y="139065"/>
                      <a:pt x="394335" y="140970"/>
                      <a:pt x="389573" y="144780"/>
                    </a:cubicBezTo>
                    <a:cubicBezTo>
                      <a:pt x="384810" y="148590"/>
                      <a:pt x="381953" y="153353"/>
                      <a:pt x="381953" y="159068"/>
                    </a:cubicBezTo>
                    <a:cubicBezTo>
                      <a:pt x="381953" y="163830"/>
                      <a:pt x="383858" y="169545"/>
                      <a:pt x="387668" y="176213"/>
                    </a:cubicBezTo>
                    <a:cubicBezTo>
                      <a:pt x="381000" y="180022"/>
                      <a:pt x="375285" y="181928"/>
                      <a:pt x="370523" y="181928"/>
                    </a:cubicBezTo>
                    <a:cubicBezTo>
                      <a:pt x="359093" y="181928"/>
                      <a:pt x="349568" y="178118"/>
                      <a:pt x="341948" y="169545"/>
                    </a:cubicBezTo>
                    <a:cubicBezTo>
                      <a:pt x="334328" y="160972"/>
                      <a:pt x="329565" y="150495"/>
                      <a:pt x="329565" y="137160"/>
                    </a:cubicBezTo>
                    <a:cubicBezTo>
                      <a:pt x="329565" y="127635"/>
                      <a:pt x="332423" y="119063"/>
                      <a:pt x="339090" y="111443"/>
                    </a:cubicBezTo>
                    <a:cubicBezTo>
                      <a:pt x="344805" y="103822"/>
                      <a:pt x="352425" y="100965"/>
                      <a:pt x="360998" y="100965"/>
                    </a:cubicBezTo>
                    <a:lnTo>
                      <a:pt x="428625" y="100965"/>
                    </a:lnTo>
                    <a:lnTo>
                      <a:pt x="428625" y="42863"/>
                    </a:lnTo>
                    <a:lnTo>
                      <a:pt x="451485" y="42863"/>
                    </a:lnTo>
                    <a:lnTo>
                      <a:pt x="459105" y="42863"/>
                    </a:lnTo>
                    <a:lnTo>
                      <a:pt x="483870" y="42863"/>
                    </a:lnTo>
                    <a:lnTo>
                      <a:pt x="483870" y="182880"/>
                    </a:lnTo>
                    <a:lnTo>
                      <a:pt x="519113" y="206693"/>
                    </a:lnTo>
                    <a:lnTo>
                      <a:pt x="519113" y="42863"/>
                    </a:lnTo>
                    <a:lnTo>
                      <a:pt x="546735" y="42863"/>
                    </a:lnTo>
                    <a:lnTo>
                      <a:pt x="554355" y="42863"/>
                    </a:lnTo>
                    <a:lnTo>
                      <a:pt x="679133" y="42863"/>
                    </a:lnTo>
                    <a:lnTo>
                      <a:pt x="679133" y="95250"/>
                    </a:lnTo>
                    <a:cubicBezTo>
                      <a:pt x="670560" y="84772"/>
                      <a:pt x="660083" y="76200"/>
                      <a:pt x="649605" y="69533"/>
                    </a:cubicBezTo>
                    <a:cubicBezTo>
                      <a:pt x="638175" y="62865"/>
                      <a:pt x="626745" y="60008"/>
                      <a:pt x="617220" y="60008"/>
                    </a:cubicBezTo>
                    <a:cubicBezTo>
                      <a:pt x="601980" y="60008"/>
                      <a:pt x="588645" y="63818"/>
                      <a:pt x="579120" y="72390"/>
                    </a:cubicBezTo>
                    <a:cubicBezTo>
                      <a:pt x="568643" y="80963"/>
                      <a:pt x="562928" y="91440"/>
                      <a:pt x="562928" y="104775"/>
                    </a:cubicBezTo>
                    <a:cubicBezTo>
                      <a:pt x="562928" y="120015"/>
                      <a:pt x="570548" y="135255"/>
                      <a:pt x="586740" y="149543"/>
                    </a:cubicBezTo>
                    <a:cubicBezTo>
                      <a:pt x="602933" y="164783"/>
                      <a:pt x="618173" y="172403"/>
                      <a:pt x="633413" y="172403"/>
                    </a:cubicBezTo>
                    <a:cubicBezTo>
                      <a:pt x="641985" y="172403"/>
                      <a:pt x="649605" y="170497"/>
                      <a:pt x="658178" y="166688"/>
                    </a:cubicBezTo>
                    <a:cubicBezTo>
                      <a:pt x="665798" y="162878"/>
                      <a:pt x="673418" y="158115"/>
                      <a:pt x="680085" y="150495"/>
                    </a:cubicBezTo>
                    <a:lnTo>
                      <a:pt x="680085" y="181928"/>
                    </a:lnTo>
                    <a:lnTo>
                      <a:pt x="715328" y="205740"/>
                    </a:lnTo>
                    <a:lnTo>
                      <a:pt x="715328" y="41910"/>
                    </a:lnTo>
                    <a:lnTo>
                      <a:pt x="742950" y="41910"/>
                    </a:lnTo>
                    <a:lnTo>
                      <a:pt x="750570" y="41910"/>
                    </a:lnTo>
                    <a:lnTo>
                      <a:pt x="775335" y="41910"/>
                    </a:lnTo>
                    <a:lnTo>
                      <a:pt x="775335" y="181928"/>
                    </a:lnTo>
                    <a:lnTo>
                      <a:pt x="810578" y="205740"/>
                    </a:lnTo>
                    <a:lnTo>
                      <a:pt x="810578" y="41910"/>
                    </a:lnTo>
                    <a:lnTo>
                      <a:pt x="838200" y="41910"/>
                    </a:lnTo>
                    <a:lnTo>
                      <a:pt x="845820" y="41910"/>
                    </a:lnTo>
                    <a:lnTo>
                      <a:pt x="942975" y="41910"/>
                    </a:lnTo>
                    <a:lnTo>
                      <a:pt x="942975" y="92393"/>
                    </a:lnTo>
                    <a:lnTo>
                      <a:pt x="864870" y="92393"/>
                    </a:lnTo>
                    <a:cubicBezTo>
                      <a:pt x="860108" y="92393"/>
                      <a:pt x="857250" y="94297"/>
                      <a:pt x="854393" y="97155"/>
                    </a:cubicBezTo>
                    <a:cubicBezTo>
                      <a:pt x="851535" y="100013"/>
                      <a:pt x="849630" y="103822"/>
                      <a:pt x="849630" y="107633"/>
                    </a:cubicBezTo>
                    <a:cubicBezTo>
                      <a:pt x="849630" y="117158"/>
                      <a:pt x="853440" y="127635"/>
                      <a:pt x="862013" y="138113"/>
                    </a:cubicBezTo>
                    <a:cubicBezTo>
                      <a:pt x="870585" y="148590"/>
                      <a:pt x="878205" y="154305"/>
                      <a:pt x="884873" y="154305"/>
                    </a:cubicBezTo>
                    <a:cubicBezTo>
                      <a:pt x="886778" y="154305"/>
                      <a:pt x="888683" y="153353"/>
                      <a:pt x="889635" y="152400"/>
                    </a:cubicBezTo>
                    <a:cubicBezTo>
                      <a:pt x="891540" y="151447"/>
                      <a:pt x="892493" y="149543"/>
                      <a:pt x="892493" y="146685"/>
                    </a:cubicBezTo>
                    <a:lnTo>
                      <a:pt x="892493" y="133350"/>
                    </a:lnTo>
                    <a:cubicBezTo>
                      <a:pt x="892493" y="130493"/>
                      <a:pt x="893445" y="128588"/>
                      <a:pt x="895350" y="126683"/>
                    </a:cubicBezTo>
                    <a:cubicBezTo>
                      <a:pt x="896303" y="124778"/>
                      <a:pt x="898208" y="123825"/>
                      <a:pt x="900113" y="123825"/>
                    </a:cubicBezTo>
                    <a:lnTo>
                      <a:pt x="942975" y="123825"/>
                    </a:lnTo>
                    <a:lnTo>
                      <a:pt x="942975" y="182880"/>
                    </a:lnTo>
                    <a:close/>
                    <a:moveTo>
                      <a:pt x="90488" y="68580"/>
                    </a:moveTo>
                    <a:cubicBezTo>
                      <a:pt x="87630" y="75247"/>
                      <a:pt x="82868" y="79058"/>
                      <a:pt x="78105" y="81915"/>
                    </a:cubicBezTo>
                    <a:cubicBezTo>
                      <a:pt x="71438" y="80010"/>
                      <a:pt x="65723" y="75247"/>
                      <a:pt x="60960" y="69533"/>
                    </a:cubicBezTo>
                    <a:cubicBezTo>
                      <a:pt x="56197" y="63818"/>
                      <a:pt x="54293" y="57150"/>
                      <a:pt x="54293" y="50483"/>
                    </a:cubicBezTo>
                    <a:cubicBezTo>
                      <a:pt x="54293" y="44768"/>
                      <a:pt x="56197" y="40005"/>
                      <a:pt x="60960" y="35243"/>
                    </a:cubicBezTo>
                    <a:cubicBezTo>
                      <a:pt x="65723" y="30480"/>
                      <a:pt x="71438" y="28575"/>
                      <a:pt x="78105" y="28575"/>
                    </a:cubicBezTo>
                    <a:cubicBezTo>
                      <a:pt x="82868" y="28575"/>
                      <a:pt x="87630" y="30480"/>
                      <a:pt x="90488" y="33338"/>
                    </a:cubicBezTo>
                    <a:cubicBezTo>
                      <a:pt x="94298" y="37147"/>
                      <a:pt x="95250" y="40958"/>
                      <a:pt x="95250" y="45720"/>
                    </a:cubicBezTo>
                    <a:cubicBezTo>
                      <a:pt x="96203" y="54293"/>
                      <a:pt x="94298" y="61913"/>
                      <a:pt x="90488" y="68580"/>
                    </a:cubicBezTo>
                    <a:close/>
                    <a:moveTo>
                      <a:pt x="251460" y="181928"/>
                    </a:moveTo>
                    <a:cubicBezTo>
                      <a:pt x="247650" y="178118"/>
                      <a:pt x="246698" y="174308"/>
                      <a:pt x="246698" y="169545"/>
                    </a:cubicBezTo>
                    <a:cubicBezTo>
                      <a:pt x="246698" y="164783"/>
                      <a:pt x="248602" y="160020"/>
                      <a:pt x="251460" y="157163"/>
                    </a:cubicBezTo>
                    <a:cubicBezTo>
                      <a:pt x="255270" y="153353"/>
                      <a:pt x="259080" y="152400"/>
                      <a:pt x="263843" y="152400"/>
                    </a:cubicBezTo>
                    <a:cubicBezTo>
                      <a:pt x="268605" y="152400"/>
                      <a:pt x="273368" y="154305"/>
                      <a:pt x="276225" y="157163"/>
                    </a:cubicBezTo>
                    <a:cubicBezTo>
                      <a:pt x="280035" y="160972"/>
                      <a:pt x="280988" y="164783"/>
                      <a:pt x="280988" y="169545"/>
                    </a:cubicBezTo>
                    <a:cubicBezTo>
                      <a:pt x="280988" y="174308"/>
                      <a:pt x="279083" y="179070"/>
                      <a:pt x="276225" y="181928"/>
                    </a:cubicBezTo>
                    <a:cubicBezTo>
                      <a:pt x="272415" y="185738"/>
                      <a:pt x="268605" y="186690"/>
                      <a:pt x="263843" y="186690"/>
                    </a:cubicBezTo>
                    <a:cubicBezTo>
                      <a:pt x="259080" y="186690"/>
                      <a:pt x="254318" y="184785"/>
                      <a:pt x="251460" y="181928"/>
                    </a:cubicBezTo>
                    <a:close/>
                    <a:moveTo>
                      <a:pt x="648653" y="133350"/>
                    </a:moveTo>
                    <a:cubicBezTo>
                      <a:pt x="637223" y="139065"/>
                      <a:pt x="626745" y="141922"/>
                      <a:pt x="616268" y="141922"/>
                    </a:cubicBezTo>
                    <a:cubicBezTo>
                      <a:pt x="608648" y="141922"/>
                      <a:pt x="601980" y="139065"/>
                      <a:pt x="597218" y="135255"/>
                    </a:cubicBezTo>
                    <a:cubicBezTo>
                      <a:pt x="592455" y="130493"/>
                      <a:pt x="589598" y="125730"/>
                      <a:pt x="589598" y="120015"/>
                    </a:cubicBezTo>
                    <a:cubicBezTo>
                      <a:pt x="589598" y="111443"/>
                      <a:pt x="594360" y="103822"/>
                      <a:pt x="605790" y="96203"/>
                    </a:cubicBezTo>
                    <a:cubicBezTo>
                      <a:pt x="617220" y="88583"/>
                      <a:pt x="628650" y="85725"/>
                      <a:pt x="641985" y="85725"/>
                    </a:cubicBezTo>
                    <a:cubicBezTo>
                      <a:pt x="648653" y="85725"/>
                      <a:pt x="655320" y="87630"/>
                      <a:pt x="662940" y="92393"/>
                    </a:cubicBezTo>
                    <a:cubicBezTo>
                      <a:pt x="670560" y="96203"/>
                      <a:pt x="677228" y="101918"/>
                      <a:pt x="682943" y="109538"/>
                    </a:cubicBezTo>
                    <a:cubicBezTo>
                      <a:pt x="671513" y="119063"/>
                      <a:pt x="660083" y="127635"/>
                      <a:pt x="648653" y="133350"/>
                    </a:cubicBez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  <a:defRPr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</a:endParaRPr>
              </a:p>
            </p:txBody>
          </p:sp>
          <p:sp>
            <p:nvSpPr>
              <p:cNvPr id="860" name="Google Shape;860;p8"/>
              <p:cNvSpPr/>
              <p:nvPr/>
            </p:nvSpPr>
            <p:spPr bwMode="auto">
              <a:xfrm>
                <a:off x="5744527" y="4910136"/>
                <a:ext cx="119062" cy="87630"/>
              </a:xfrm>
              <a:custGeom>
                <a:avLst/>
                <a:gdLst/>
                <a:ahLst/>
                <a:cxnLst/>
                <a:rect l="l" t="t" r="r" b="b"/>
                <a:pathLst>
                  <a:path w="119062" h="87630" fill="norm" stroke="1" extrusionOk="0">
                    <a:moveTo>
                      <a:pt x="54293" y="13335"/>
                    </a:moveTo>
                    <a:cubicBezTo>
                      <a:pt x="42863" y="3810"/>
                      <a:pt x="34290" y="0"/>
                      <a:pt x="27623" y="0"/>
                    </a:cubicBezTo>
                    <a:cubicBezTo>
                      <a:pt x="21908" y="0"/>
                      <a:pt x="17145" y="953"/>
                      <a:pt x="12383" y="1905"/>
                    </a:cubicBezTo>
                    <a:cubicBezTo>
                      <a:pt x="8573" y="2857"/>
                      <a:pt x="4763" y="5715"/>
                      <a:pt x="0" y="9525"/>
                    </a:cubicBezTo>
                    <a:lnTo>
                      <a:pt x="13335" y="30480"/>
                    </a:lnTo>
                    <a:cubicBezTo>
                      <a:pt x="17145" y="27622"/>
                      <a:pt x="20002" y="25718"/>
                      <a:pt x="22860" y="24765"/>
                    </a:cubicBezTo>
                    <a:cubicBezTo>
                      <a:pt x="26670" y="22860"/>
                      <a:pt x="29527" y="22860"/>
                      <a:pt x="33338" y="22860"/>
                    </a:cubicBezTo>
                    <a:cubicBezTo>
                      <a:pt x="41910" y="22860"/>
                      <a:pt x="60008" y="37147"/>
                      <a:pt x="86677" y="65722"/>
                    </a:cubicBezTo>
                    <a:lnTo>
                      <a:pt x="107633" y="87630"/>
                    </a:lnTo>
                    <a:lnTo>
                      <a:pt x="119063" y="78105"/>
                    </a:lnTo>
                    <a:cubicBezTo>
                      <a:pt x="103823" y="60007"/>
                      <a:pt x="82868" y="39053"/>
                      <a:pt x="54293" y="13335"/>
                    </a:cubicBez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  <a:defRPr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</a:endParaRPr>
              </a:p>
            </p:txBody>
          </p:sp>
          <p:sp>
            <p:nvSpPr>
              <p:cNvPr id="861" name="Google Shape;861;p8"/>
              <p:cNvSpPr/>
              <p:nvPr/>
            </p:nvSpPr>
            <p:spPr bwMode="auto">
              <a:xfrm>
                <a:off x="5934075" y="4693919"/>
                <a:ext cx="635317" cy="209550"/>
              </a:xfrm>
              <a:custGeom>
                <a:avLst/>
                <a:gdLst/>
                <a:ahLst/>
                <a:cxnLst/>
                <a:rect l="l" t="t" r="r" b="b"/>
                <a:pathLst>
                  <a:path w="635317" h="209550" fill="norm" stroke="1" extrusionOk="0">
                    <a:moveTo>
                      <a:pt x="577215" y="13335"/>
                    </a:moveTo>
                    <a:lnTo>
                      <a:pt x="441008" y="13335"/>
                    </a:lnTo>
                    <a:lnTo>
                      <a:pt x="433388" y="13335"/>
                    </a:lnTo>
                    <a:lnTo>
                      <a:pt x="330517" y="13335"/>
                    </a:lnTo>
                    <a:lnTo>
                      <a:pt x="349567" y="44768"/>
                    </a:lnTo>
                    <a:lnTo>
                      <a:pt x="388620" y="44768"/>
                    </a:lnTo>
                    <a:lnTo>
                      <a:pt x="388620" y="110490"/>
                    </a:lnTo>
                    <a:lnTo>
                      <a:pt x="334328" y="110490"/>
                    </a:lnTo>
                    <a:lnTo>
                      <a:pt x="334328" y="54293"/>
                    </a:lnTo>
                    <a:cubicBezTo>
                      <a:pt x="334328" y="41910"/>
                      <a:pt x="328613" y="30480"/>
                      <a:pt x="316230" y="18098"/>
                    </a:cubicBezTo>
                    <a:cubicBezTo>
                      <a:pt x="303847" y="5715"/>
                      <a:pt x="291465" y="0"/>
                      <a:pt x="280035" y="0"/>
                    </a:cubicBezTo>
                    <a:cubicBezTo>
                      <a:pt x="269558" y="0"/>
                      <a:pt x="260985" y="2858"/>
                      <a:pt x="254317" y="9525"/>
                    </a:cubicBezTo>
                    <a:cubicBezTo>
                      <a:pt x="246697" y="17145"/>
                      <a:pt x="243840" y="24765"/>
                      <a:pt x="243840" y="35243"/>
                    </a:cubicBezTo>
                    <a:cubicBezTo>
                      <a:pt x="243840" y="38100"/>
                      <a:pt x="243840" y="41910"/>
                      <a:pt x="244792" y="44768"/>
                    </a:cubicBezTo>
                    <a:lnTo>
                      <a:pt x="227647" y="14288"/>
                    </a:lnTo>
                    <a:lnTo>
                      <a:pt x="0" y="14288"/>
                    </a:lnTo>
                    <a:lnTo>
                      <a:pt x="17145" y="45720"/>
                    </a:lnTo>
                    <a:lnTo>
                      <a:pt x="159067" y="45720"/>
                    </a:lnTo>
                    <a:lnTo>
                      <a:pt x="159067" y="71438"/>
                    </a:lnTo>
                    <a:cubicBezTo>
                      <a:pt x="154305" y="71438"/>
                      <a:pt x="149542" y="73343"/>
                      <a:pt x="143828" y="78105"/>
                    </a:cubicBezTo>
                    <a:cubicBezTo>
                      <a:pt x="138113" y="82868"/>
                      <a:pt x="132397" y="88583"/>
                      <a:pt x="126683" y="97155"/>
                    </a:cubicBezTo>
                    <a:cubicBezTo>
                      <a:pt x="119063" y="88583"/>
                      <a:pt x="111442" y="81915"/>
                      <a:pt x="103822" y="77153"/>
                    </a:cubicBezTo>
                    <a:cubicBezTo>
                      <a:pt x="96203" y="72390"/>
                      <a:pt x="88583" y="70485"/>
                      <a:pt x="81915" y="70485"/>
                    </a:cubicBezTo>
                    <a:cubicBezTo>
                      <a:pt x="69533" y="70485"/>
                      <a:pt x="58103" y="75248"/>
                      <a:pt x="48578" y="84773"/>
                    </a:cubicBezTo>
                    <a:cubicBezTo>
                      <a:pt x="39053" y="94298"/>
                      <a:pt x="35242" y="104775"/>
                      <a:pt x="35242" y="117158"/>
                    </a:cubicBezTo>
                    <a:cubicBezTo>
                      <a:pt x="35242" y="130493"/>
                      <a:pt x="40958" y="144780"/>
                      <a:pt x="52388" y="160020"/>
                    </a:cubicBezTo>
                    <a:cubicBezTo>
                      <a:pt x="63817" y="175260"/>
                      <a:pt x="80010" y="191453"/>
                      <a:pt x="100965" y="206693"/>
                    </a:cubicBezTo>
                    <a:lnTo>
                      <a:pt x="110490" y="195263"/>
                    </a:lnTo>
                    <a:cubicBezTo>
                      <a:pt x="97155" y="183833"/>
                      <a:pt x="86678" y="172403"/>
                      <a:pt x="79058" y="161925"/>
                    </a:cubicBezTo>
                    <a:cubicBezTo>
                      <a:pt x="71438" y="150495"/>
                      <a:pt x="68580" y="140018"/>
                      <a:pt x="68580" y="131445"/>
                    </a:cubicBezTo>
                    <a:cubicBezTo>
                      <a:pt x="68580" y="121920"/>
                      <a:pt x="71438" y="114300"/>
                      <a:pt x="76200" y="107633"/>
                    </a:cubicBezTo>
                    <a:cubicBezTo>
                      <a:pt x="80963" y="100965"/>
                      <a:pt x="87630" y="98108"/>
                      <a:pt x="95250" y="98108"/>
                    </a:cubicBezTo>
                    <a:cubicBezTo>
                      <a:pt x="100013" y="98108"/>
                      <a:pt x="103822" y="99060"/>
                      <a:pt x="107633" y="101918"/>
                    </a:cubicBezTo>
                    <a:cubicBezTo>
                      <a:pt x="111442" y="103823"/>
                      <a:pt x="115253" y="107633"/>
                      <a:pt x="118110" y="112395"/>
                    </a:cubicBezTo>
                    <a:cubicBezTo>
                      <a:pt x="110490" y="128588"/>
                      <a:pt x="105728" y="139065"/>
                      <a:pt x="104775" y="143828"/>
                    </a:cubicBezTo>
                    <a:lnTo>
                      <a:pt x="136208" y="157163"/>
                    </a:lnTo>
                    <a:cubicBezTo>
                      <a:pt x="140017" y="140018"/>
                      <a:pt x="146685" y="124778"/>
                      <a:pt x="155258" y="113348"/>
                    </a:cubicBezTo>
                    <a:cubicBezTo>
                      <a:pt x="163830" y="101918"/>
                      <a:pt x="173355" y="96203"/>
                      <a:pt x="182880" y="96203"/>
                    </a:cubicBezTo>
                    <a:cubicBezTo>
                      <a:pt x="188595" y="96203"/>
                      <a:pt x="193358" y="98108"/>
                      <a:pt x="197167" y="100965"/>
                    </a:cubicBezTo>
                    <a:cubicBezTo>
                      <a:pt x="200978" y="103823"/>
                      <a:pt x="202883" y="107633"/>
                      <a:pt x="202883" y="111443"/>
                    </a:cubicBezTo>
                    <a:cubicBezTo>
                      <a:pt x="203835" y="120015"/>
                      <a:pt x="199072" y="129540"/>
                      <a:pt x="190500" y="140018"/>
                    </a:cubicBezTo>
                    <a:cubicBezTo>
                      <a:pt x="181928" y="151448"/>
                      <a:pt x="170497" y="161925"/>
                      <a:pt x="156210" y="171450"/>
                    </a:cubicBezTo>
                    <a:lnTo>
                      <a:pt x="185738" y="199073"/>
                    </a:lnTo>
                    <a:cubicBezTo>
                      <a:pt x="198120" y="185738"/>
                      <a:pt x="207645" y="172403"/>
                      <a:pt x="214313" y="160020"/>
                    </a:cubicBezTo>
                    <a:cubicBezTo>
                      <a:pt x="220980" y="147638"/>
                      <a:pt x="224790" y="135255"/>
                      <a:pt x="224790" y="124778"/>
                    </a:cubicBezTo>
                    <a:cubicBezTo>
                      <a:pt x="224790" y="112395"/>
                      <a:pt x="221933" y="101918"/>
                      <a:pt x="216217" y="92393"/>
                    </a:cubicBezTo>
                    <a:cubicBezTo>
                      <a:pt x="211455" y="82868"/>
                      <a:pt x="203835" y="77153"/>
                      <a:pt x="195263" y="73343"/>
                    </a:cubicBezTo>
                    <a:lnTo>
                      <a:pt x="195263" y="45720"/>
                    </a:lnTo>
                    <a:lnTo>
                      <a:pt x="243840" y="45720"/>
                    </a:lnTo>
                    <a:cubicBezTo>
                      <a:pt x="245745" y="55245"/>
                      <a:pt x="250508" y="62865"/>
                      <a:pt x="259080" y="70485"/>
                    </a:cubicBezTo>
                    <a:cubicBezTo>
                      <a:pt x="270510" y="80963"/>
                      <a:pt x="283845" y="87630"/>
                      <a:pt x="300038" y="90488"/>
                    </a:cubicBezTo>
                    <a:lnTo>
                      <a:pt x="300038" y="111443"/>
                    </a:lnTo>
                    <a:lnTo>
                      <a:pt x="288608" y="111443"/>
                    </a:lnTo>
                    <a:cubicBezTo>
                      <a:pt x="284797" y="111443"/>
                      <a:pt x="281940" y="112395"/>
                      <a:pt x="279083" y="114300"/>
                    </a:cubicBezTo>
                    <a:cubicBezTo>
                      <a:pt x="276225" y="116205"/>
                      <a:pt x="275272" y="119063"/>
                      <a:pt x="275272" y="122873"/>
                    </a:cubicBezTo>
                    <a:cubicBezTo>
                      <a:pt x="275272" y="130493"/>
                      <a:pt x="281940" y="140018"/>
                      <a:pt x="294322" y="152400"/>
                    </a:cubicBezTo>
                    <a:cubicBezTo>
                      <a:pt x="306705" y="163830"/>
                      <a:pt x="316230" y="169545"/>
                      <a:pt x="323850" y="169545"/>
                    </a:cubicBezTo>
                    <a:cubicBezTo>
                      <a:pt x="327660" y="169545"/>
                      <a:pt x="330517" y="167640"/>
                      <a:pt x="332422" y="164783"/>
                    </a:cubicBezTo>
                    <a:cubicBezTo>
                      <a:pt x="334328" y="161925"/>
                      <a:pt x="335280" y="158115"/>
                      <a:pt x="335280" y="154305"/>
                    </a:cubicBezTo>
                    <a:lnTo>
                      <a:pt x="335280" y="142875"/>
                    </a:lnTo>
                    <a:lnTo>
                      <a:pt x="389572" y="142875"/>
                    </a:lnTo>
                    <a:lnTo>
                      <a:pt x="389572" y="189548"/>
                    </a:lnTo>
                    <a:lnTo>
                      <a:pt x="424815" y="208598"/>
                    </a:lnTo>
                    <a:lnTo>
                      <a:pt x="424815" y="44768"/>
                    </a:lnTo>
                    <a:lnTo>
                      <a:pt x="452438" y="44768"/>
                    </a:lnTo>
                    <a:lnTo>
                      <a:pt x="460058" y="44768"/>
                    </a:lnTo>
                    <a:lnTo>
                      <a:pt x="566738" y="44768"/>
                    </a:lnTo>
                    <a:lnTo>
                      <a:pt x="566738" y="72390"/>
                    </a:lnTo>
                    <a:lnTo>
                      <a:pt x="514350" y="72390"/>
                    </a:lnTo>
                    <a:cubicBezTo>
                      <a:pt x="501967" y="72390"/>
                      <a:pt x="491490" y="76200"/>
                      <a:pt x="481965" y="83820"/>
                    </a:cubicBezTo>
                    <a:cubicBezTo>
                      <a:pt x="473392" y="91440"/>
                      <a:pt x="469583" y="100965"/>
                      <a:pt x="469583" y="111443"/>
                    </a:cubicBezTo>
                    <a:cubicBezTo>
                      <a:pt x="469583" y="126683"/>
                      <a:pt x="473392" y="142875"/>
                      <a:pt x="481965" y="159068"/>
                    </a:cubicBezTo>
                    <a:cubicBezTo>
                      <a:pt x="489585" y="175260"/>
                      <a:pt x="501967" y="192405"/>
                      <a:pt x="518160" y="208598"/>
                    </a:cubicBezTo>
                    <a:lnTo>
                      <a:pt x="529590" y="200978"/>
                    </a:lnTo>
                    <a:cubicBezTo>
                      <a:pt x="519113" y="191453"/>
                      <a:pt x="511492" y="180975"/>
                      <a:pt x="505778" y="169545"/>
                    </a:cubicBezTo>
                    <a:cubicBezTo>
                      <a:pt x="501015" y="158115"/>
                      <a:pt x="498158" y="146685"/>
                      <a:pt x="498158" y="135255"/>
                    </a:cubicBezTo>
                    <a:cubicBezTo>
                      <a:pt x="498158" y="126683"/>
                      <a:pt x="501015" y="119063"/>
                      <a:pt x="507683" y="113348"/>
                    </a:cubicBezTo>
                    <a:cubicBezTo>
                      <a:pt x="513397" y="106680"/>
                      <a:pt x="521017" y="103823"/>
                      <a:pt x="529590" y="103823"/>
                    </a:cubicBezTo>
                    <a:lnTo>
                      <a:pt x="564833" y="103823"/>
                    </a:lnTo>
                    <a:lnTo>
                      <a:pt x="564833" y="185738"/>
                    </a:lnTo>
                    <a:lnTo>
                      <a:pt x="600075" y="209550"/>
                    </a:lnTo>
                    <a:lnTo>
                      <a:pt x="600075" y="45720"/>
                    </a:lnTo>
                    <a:lnTo>
                      <a:pt x="635318" y="45720"/>
                    </a:lnTo>
                    <a:lnTo>
                      <a:pt x="618172" y="14288"/>
                    </a:lnTo>
                    <a:lnTo>
                      <a:pt x="577215" y="14288"/>
                    </a:lnTo>
                    <a:close/>
                    <a:moveTo>
                      <a:pt x="299085" y="75248"/>
                    </a:moveTo>
                    <a:cubicBezTo>
                      <a:pt x="292417" y="73343"/>
                      <a:pt x="287655" y="69533"/>
                      <a:pt x="283845" y="63818"/>
                    </a:cubicBezTo>
                    <a:cubicBezTo>
                      <a:pt x="280035" y="58103"/>
                      <a:pt x="278130" y="51435"/>
                      <a:pt x="278130" y="42863"/>
                    </a:cubicBezTo>
                    <a:cubicBezTo>
                      <a:pt x="278130" y="37148"/>
                      <a:pt x="280035" y="31433"/>
                      <a:pt x="281940" y="27623"/>
                    </a:cubicBezTo>
                    <a:cubicBezTo>
                      <a:pt x="284797" y="23813"/>
                      <a:pt x="287655" y="20955"/>
                      <a:pt x="291465" y="20955"/>
                    </a:cubicBezTo>
                    <a:cubicBezTo>
                      <a:pt x="294322" y="20955"/>
                      <a:pt x="296228" y="22860"/>
                      <a:pt x="297180" y="25718"/>
                    </a:cubicBezTo>
                    <a:cubicBezTo>
                      <a:pt x="299085" y="28575"/>
                      <a:pt x="299085" y="32385"/>
                      <a:pt x="299085" y="36195"/>
                    </a:cubicBezTo>
                    <a:lnTo>
                      <a:pt x="299085" y="75248"/>
                    </a:ln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  <a:defRPr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</a:endParaRPr>
              </a:p>
            </p:txBody>
          </p:sp>
          <p:sp>
            <p:nvSpPr>
              <p:cNvPr id="862" name="Google Shape;862;p8"/>
              <p:cNvSpPr/>
              <p:nvPr/>
            </p:nvSpPr>
            <p:spPr bwMode="auto">
              <a:xfrm>
                <a:off x="6413182" y="4612005"/>
                <a:ext cx="104075" cy="94352"/>
              </a:xfrm>
              <a:custGeom>
                <a:avLst/>
                <a:gdLst/>
                <a:ahLst/>
                <a:cxnLst/>
                <a:rect l="l" t="t" r="r" b="b"/>
                <a:pathLst>
                  <a:path w="104075" h="94352" fill="norm" stroke="1" extrusionOk="0">
                    <a:moveTo>
                      <a:pt x="89535" y="60007"/>
                    </a:moveTo>
                    <a:cubicBezTo>
                      <a:pt x="81915" y="47625"/>
                      <a:pt x="76200" y="40005"/>
                      <a:pt x="72390" y="36195"/>
                    </a:cubicBezTo>
                    <a:cubicBezTo>
                      <a:pt x="64770" y="25717"/>
                      <a:pt x="55245" y="16192"/>
                      <a:pt x="44767" y="9525"/>
                    </a:cubicBezTo>
                    <a:cubicBezTo>
                      <a:pt x="34290" y="2857"/>
                      <a:pt x="23813" y="0"/>
                      <a:pt x="14288" y="0"/>
                    </a:cubicBezTo>
                    <a:cubicBezTo>
                      <a:pt x="8572" y="952"/>
                      <a:pt x="3810" y="1905"/>
                      <a:pt x="0" y="2857"/>
                    </a:cubicBezTo>
                    <a:lnTo>
                      <a:pt x="15240" y="36195"/>
                    </a:lnTo>
                    <a:cubicBezTo>
                      <a:pt x="20002" y="34290"/>
                      <a:pt x="25717" y="33338"/>
                      <a:pt x="31433" y="33338"/>
                    </a:cubicBezTo>
                    <a:cubicBezTo>
                      <a:pt x="37147" y="33338"/>
                      <a:pt x="42863" y="34290"/>
                      <a:pt x="47625" y="37147"/>
                    </a:cubicBezTo>
                    <a:cubicBezTo>
                      <a:pt x="52388" y="39052"/>
                      <a:pt x="57150" y="41910"/>
                      <a:pt x="60008" y="45720"/>
                    </a:cubicBezTo>
                    <a:lnTo>
                      <a:pt x="97155" y="94297"/>
                    </a:lnTo>
                    <a:cubicBezTo>
                      <a:pt x="108585" y="95250"/>
                      <a:pt x="105727" y="83820"/>
                      <a:pt x="89535" y="60007"/>
                    </a:cubicBez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  <a:defRPr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</a:endParaRPr>
              </a:p>
            </p:txBody>
          </p:sp>
          <p:sp>
            <p:nvSpPr>
              <p:cNvPr id="863" name="Google Shape;863;p8"/>
              <p:cNvSpPr/>
              <p:nvPr/>
            </p:nvSpPr>
            <p:spPr bwMode="auto">
              <a:xfrm>
                <a:off x="6671309" y="4707255"/>
                <a:ext cx="676275" cy="234314"/>
              </a:xfrm>
              <a:custGeom>
                <a:avLst/>
                <a:gdLst/>
                <a:ahLst/>
                <a:cxnLst/>
                <a:rect l="l" t="t" r="r" b="b"/>
                <a:pathLst>
                  <a:path w="676275" h="234314" fill="norm" stroke="1" extrusionOk="0">
                    <a:moveTo>
                      <a:pt x="605790" y="171450"/>
                    </a:moveTo>
                    <a:lnTo>
                      <a:pt x="641033" y="195263"/>
                    </a:lnTo>
                    <a:lnTo>
                      <a:pt x="641033" y="31432"/>
                    </a:lnTo>
                    <a:lnTo>
                      <a:pt x="676275" y="31432"/>
                    </a:lnTo>
                    <a:lnTo>
                      <a:pt x="659130" y="0"/>
                    </a:lnTo>
                    <a:lnTo>
                      <a:pt x="467678" y="0"/>
                    </a:lnTo>
                    <a:lnTo>
                      <a:pt x="460058" y="0"/>
                    </a:lnTo>
                    <a:lnTo>
                      <a:pt x="299085" y="0"/>
                    </a:lnTo>
                    <a:lnTo>
                      <a:pt x="291465" y="0"/>
                    </a:lnTo>
                    <a:lnTo>
                      <a:pt x="203835" y="0"/>
                    </a:lnTo>
                    <a:lnTo>
                      <a:pt x="196215" y="0"/>
                    </a:lnTo>
                    <a:lnTo>
                      <a:pt x="0" y="0"/>
                    </a:lnTo>
                    <a:lnTo>
                      <a:pt x="17145" y="31432"/>
                    </a:lnTo>
                    <a:lnTo>
                      <a:pt x="151448" y="31432"/>
                    </a:lnTo>
                    <a:lnTo>
                      <a:pt x="151448" y="59055"/>
                    </a:lnTo>
                    <a:lnTo>
                      <a:pt x="43815" y="59055"/>
                    </a:lnTo>
                    <a:lnTo>
                      <a:pt x="38100" y="70485"/>
                    </a:lnTo>
                    <a:cubicBezTo>
                      <a:pt x="54293" y="75247"/>
                      <a:pt x="67628" y="82867"/>
                      <a:pt x="78105" y="92392"/>
                    </a:cubicBezTo>
                    <a:cubicBezTo>
                      <a:pt x="87630" y="102870"/>
                      <a:pt x="93345" y="113347"/>
                      <a:pt x="93345" y="124777"/>
                    </a:cubicBezTo>
                    <a:cubicBezTo>
                      <a:pt x="93345" y="129540"/>
                      <a:pt x="91440" y="134302"/>
                      <a:pt x="86678" y="138113"/>
                    </a:cubicBezTo>
                    <a:cubicBezTo>
                      <a:pt x="80963" y="142875"/>
                      <a:pt x="75248" y="144780"/>
                      <a:pt x="68580" y="146685"/>
                    </a:cubicBezTo>
                    <a:cubicBezTo>
                      <a:pt x="66675" y="142875"/>
                      <a:pt x="63818" y="140017"/>
                      <a:pt x="60008" y="137160"/>
                    </a:cubicBezTo>
                    <a:cubicBezTo>
                      <a:pt x="56198" y="134302"/>
                      <a:pt x="52388" y="133350"/>
                      <a:pt x="49530" y="133350"/>
                    </a:cubicBezTo>
                    <a:cubicBezTo>
                      <a:pt x="44768" y="133350"/>
                      <a:pt x="40005" y="135255"/>
                      <a:pt x="37148" y="139065"/>
                    </a:cubicBezTo>
                    <a:cubicBezTo>
                      <a:pt x="33338" y="142875"/>
                      <a:pt x="32385" y="147638"/>
                      <a:pt x="32385" y="153352"/>
                    </a:cubicBezTo>
                    <a:cubicBezTo>
                      <a:pt x="32385" y="160972"/>
                      <a:pt x="36195" y="168592"/>
                      <a:pt x="44768" y="173355"/>
                    </a:cubicBezTo>
                    <a:cubicBezTo>
                      <a:pt x="52388" y="179070"/>
                      <a:pt x="62865" y="181927"/>
                      <a:pt x="73343" y="181927"/>
                    </a:cubicBezTo>
                    <a:lnTo>
                      <a:pt x="97155" y="234315"/>
                    </a:lnTo>
                    <a:lnTo>
                      <a:pt x="114300" y="224790"/>
                    </a:lnTo>
                    <a:lnTo>
                      <a:pt x="82868" y="180022"/>
                    </a:lnTo>
                    <a:cubicBezTo>
                      <a:pt x="93345" y="178117"/>
                      <a:pt x="102870" y="173355"/>
                      <a:pt x="110490" y="166688"/>
                    </a:cubicBezTo>
                    <a:cubicBezTo>
                      <a:pt x="118110" y="160020"/>
                      <a:pt x="120968" y="152400"/>
                      <a:pt x="120968" y="142875"/>
                    </a:cubicBezTo>
                    <a:cubicBezTo>
                      <a:pt x="120968" y="133350"/>
                      <a:pt x="118110" y="123825"/>
                      <a:pt x="112395" y="114300"/>
                    </a:cubicBezTo>
                    <a:cubicBezTo>
                      <a:pt x="107633" y="104775"/>
                      <a:pt x="100013" y="97155"/>
                      <a:pt x="89535" y="90488"/>
                    </a:cubicBezTo>
                    <a:lnTo>
                      <a:pt x="151448" y="90488"/>
                    </a:lnTo>
                    <a:lnTo>
                      <a:pt x="151448" y="176213"/>
                    </a:lnTo>
                    <a:lnTo>
                      <a:pt x="186690" y="195263"/>
                    </a:lnTo>
                    <a:lnTo>
                      <a:pt x="186690" y="31432"/>
                    </a:lnTo>
                    <a:lnTo>
                      <a:pt x="214313" y="31432"/>
                    </a:lnTo>
                    <a:lnTo>
                      <a:pt x="221933" y="31432"/>
                    </a:lnTo>
                    <a:lnTo>
                      <a:pt x="246698" y="31432"/>
                    </a:lnTo>
                    <a:lnTo>
                      <a:pt x="246698" y="171450"/>
                    </a:lnTo>
                    <a:lnTo>
                      <a:pt x="281940" y="195263"/>
                    </a:lnTo>
                    <a:lnTo>
                      <a:pt x="281940" y="31432"/>
                    </a:lnTo>
                    <a:lnTo>
                      <a:pt x="309563" y="31432"/>
                    </a:lnTo>
                    <a:lnTo>
                      <a:pt x="317183" y="31432"/>
                    </a:lnTo>
                    <a:lnTo>
                      <a:pt x="415290" y="31432"/>
                    </a:lnTo>
                    <a:lnTo>
                      <a:pt x="415290" y="81915"/>
                    </a:lnTo>
                    <a:lnTo>
                      <a:pt x="337185" y="81915"/>
                    </a:lnTo>
                    <a:cubicBezTo>
                      <a:pt x="332423" y="81915"/>
                      <a:pt x="329565" y="83820"/>
                      <a:pt x="326708" y="86677"/>
                    </a:cubicBezTo>
                    <a:cubicBezTo>
                      <a:pt x="323850" y="89535"/>
                      <a:pt x="321945" y="93345"/>
                      <a:pt x="321945" y="97155"/>
                    </a:cubicBezTo>
                    <a:cubicBezTo>
                      <a:pt x="321945" y="106680"/>
                      <a:pt x="325755" y="117157"/>
                      <a:pt x="334328" y="127635"/>
                    </a:cubicBezTo>
                    <a:cubicBezTo>
                      <a:pt x="342900" y="138113"/>
                      <a:pt x="350520" y="143827"/>
                      <a:pt x="357188" y="143827"/>
                    </a:cubicBezTo>
                    <a:cubicBezTo>
                      <a:pt x="359093" y="143827"/>
                      <a:pt x="360998" y="142875"/>
                      <a:pt x="361950" y="141922"/>
                    </a:cubicBezTo>
                    <a:cubicBezTo>
                      <a:pt x="363855" y="140970"/>
                      <a:pt x="364808" y="139065"/>
                      <a:pt x="364808" y="136207"/>
                    </a:cubicBezTo>
                    <a:lnTo>
                      <a:pt x="364808" y="122872"/>
                    </a:lnTo>
                    <a:cubicBezTo>
                      <a:pt x="364808" y="120015"/>
                      <a:pt x="365760" y="118110"/>
                      <a:pt x="367665" y="116205"/>
                    </a:cubicBezTo>
                    <a:cubicBezTo>
                      <a:pt x="368618" y="114300"/>
                      <a:pt x="370523" y="113347"/>
                      <a:pt x="372428" y="113347"/>
                    </a:cubicBezTo>
                    <a:lnTo>
                      <a:pt x="415290" y="113347"/>
                    </a:lnTo>
                    <a:lnTo>
                      <a:pt x="415290" y="175260"/>
                    </a:lnTo>
                    <a:lnTo>
                      <a:pt x="450533" y="194310"/>
                    </a:lnTo>
                    <a:lnTo>
                      <a:pt x="450533" y="30480"/>
                    </a:lnTo>
                    <a:lnTo>
                      <a:pt x="478155" y="30480"/>
                    </a:lnTo>
                    <a:lnTo>
                      <a:pt x="485775" y="30480"/>
                    </a:lnTo>
                    <a:lnTo>
                      <a:pt x="513397" y="30480"/>
                    </a:lnTo>
                    <a:lnTo>
                      <a:pt x="513397" y="96202"/>
                    </a:lnTo>
                    <a:lnTo>
                      <a:pt x="501968" y="96202"/>
                    </a:lnTo>
                    <a:cubicBezTo>
                      <a:pt x="499110" y="96202"/>
                      <a:pt x="497205" y="97155"/>
                      <a:pt x="495300" y="99060"/>
                    </a:cubicBezTo>
                    <a:cubicBezTo>
                      <a:pt x="493395" y="100965"/>
                      <a:pt x="492443" y="102870"/>
                      <a:pt x="492443" y="105727"/>
                    </a:cubicBezTo>
                    <a:cubicBezTo>
                      <a:pt x="492443" y="111442"/>
                      <a:pt x="499110" y="120967"/>
                      <a:pt x="512445" y="134302"/>
                    </a:cubicBezTo>
                    <a:cubicBezTo>
                      <a:pt x="525780" y="147638"/>
                      <a:pt x="535305" y="154305"/>
                      <a:pt x="541020" y="154305"/>
                    </a:cubicBezTo>
                    <a:cubicBezTo>
                      <a:pt x="542925" y="154305"/>
                      <a:pt x="544830" y="153352"/>
                      <a:pt x="545783" y="151447"/>
                    </a:cubicBezTo>
                    <a:cubicBezTo>
                      <a:pt x="547688" y="148590"/>
                      <a:pt x="548640" y="145732"/>
                      <a:pt x="548640" y="142875"/>
                    </a:cubicBezTo>
                    <a:lnTo>
                      <a:pt x="548640" y="127635"/>
                    </a:lnTo>
                    <a:lnTo>
                      <a:pt x="606743" y="127635"/>
                    </a:lnTo>
                    <a:lnTo>
                      <a:pt x="606743" y="171450"/>
                    </a:lnTo>
                    <a:close/>
                    <a:moveTo>
                      <a:pt x="547688" y="97155"/>
                    </a:moveTo>
                    <a:lnTo>
                      <a:pt x="547688" y="31432"/>
                    </a:lnTo>
                    <a:lnTo>
                      <a:pt x="605790" y="31432"/>
                    </a:lnTo>
                    <a:lnTo>
                      <a:pt x="605790" y="97155"/>
                    </a:lnTo>
                    <a:lnTo>
                      <a:pt x="547688" y="97155"/>
                    </a:ln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  <a:defRPr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</a:endParaRPr>
              </a:p>
            </p:txBody>
          </p:sp>
          <p:sp>
            <p:nvSpPr>
              <p:cNvPr id="864" name="Google Shape;864;p8"/>
              <p:cNvSpPr/>
              <p:nvPr/>
            </p:nvSpPr>
            <p:spPr bwMode="auto">
              <a:xfrm>
                <a:off x="7259002" y="4910136"/>
                <a:ext cx="119062" cy="87630"/>
              </a:xfrm>
              <a:custGeom>
                <a:avLst/>
                <a:gdLst/>
                <a:ahLst/>
                <a:cxnLst/>
                <a:rect l="l" t="t" r="r" b="b"/>
                <a:pathLst>
                  <a:path w="119062" h="87630" fill="norm" stroke="1" extrusionOk="0">
                    <a:moveTo>
                      <a:pt x="54292" y="13335"/>
                    </a:moveTo>
                    <a:cubicBezTo>
                      <a:pt x="42863" y="3810"/>
                      <a:pt x="34290" y="0"/>
                      <a:pt x="27622" y="0"/>
                    </a:cubicBezTo>
                    <a:cubicBezTo>
                      <a:pt x="21907" y="0"/>
                      <a:pt x="17145" y="953"/>
                      <a:pt x="12382" y="1905"/>
                    </a:cubicBezTo>
                    <a:cubicBezTo>
                      <a:pt x="8572" y="2857"/>
                      <a:pt x="4763" y="5715"/>
                      <a:pt x="0" y="9525"/>
                    </a:cubicBezTo>
                    <a:lnTo>
                      <a:pt x="13335" y="30480"/>
                    </a:lnTo>
                    <a:cubicBezTo>
                      <a:pt x="17145" y="27622"/>
                      <a:pt x="20003" y="25718"/>
                      <a:pt x="22860" y="24765"/>
                    </a:cubicBezTo>
                    <a:cubicBezTo>
                      <a:pt x="26670" y="22860"/>
                      <a:pt x="29528" y="22860"/>
                      <a:pt x="33338" y="22860"/>
                    </a:cubicBezTo>
                    <a:cubicBezTo>
                      <a:pt x="41910" y="22860"/>
                      <a:pt x="60007" y="37147"/>
                      <a:pt x="86678" y="65722"/>
                    </a:cubicBezTo>
                    <a:lnTo>
                      <a:pt x="107632" y="87630"/>
                    </a:lnTo>
                    <a:lnTo>
                      <a:pt x="119063" y="78105"/>
                    </a:lnTo>
                    <a:cubicBezTo>
                      <a:pt x="103822" y="60007"/>
                      <a:pt x="81915" y="39053"/>
                      <a:pt x="54292" y="13335"/>
                    </a:cubicBez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  <a:defRPr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</a:endParaRPr>
              </a:p>
            </p:txBody>
          </p:sp>
        </p:grpSp>
        <p:sp>
          <p:nvSpPr>
            <p:cNvPr id="865" name="Google Shape;865;p8"/>
            <p:cNvSpPr/>
            <p:nvPr/>
          </p:nvSpPr>
          <p:spPr bwMode="auto">
            <a:xfrm>
              <a:off x="5888981" y="2284095"/>
              <a:ext cx="406654" cy="721042"/>
            </a:xfrm>
            <a:custGeom>
              <a:avLst/>
              <a:gdLst/>
              <a:ahLst/>
              <a:cxnLst/>
              <a:rect l="l" t="t" r="r" b="b"/>
              <a:pathLst>
                <a:path w="406654" h="721042" fill="norm" stroke="1" extrusionOk="0">
                  <a:moveTo>
                    <a:pt x="75573" y="576263"/>
                  </a:moveTo>
                  <a:cubicBezTo>
                    <a:pt x="75573" y="576263"/>
                    <a:pt x="75573" y="576263"/>
                    <a:pt x="75573" y="576263"/>
                  </a:cubicBezTo>
                  <a:cubicBezTo>
                    <a:pt x="67953" y="591503"/>
                    <a:pt x="69858" y="604838"/>
                    <a:pt x="74620" y="612458"/>
                  </a:cubicBezTo>
                  <a:cubicBezTo>
                    <a:pt x="80335" y="623888"/>
                    <a:pt x="91765" y="632460"/>
                    <a:pt x="108910" y="640080"/>
                  </a:cubicBezTo>
                  <a:cubicBezTo>
                    <a:pt x="108910" y="640080"/>
                    <a:pt x="108910" y="641033"/>
                    <a:pt x="108910" y="641033"/>
                  </a:cubicBezTo>
                  <a:cubicBezTo>
                    <a:pt x="108910" y="661035"/>
                    <a:pt x="127960" y="677228"/>
                    <a:pt x="160345" y="684848"/>
                  </a:cubicBezTo>
                  <a:cubicBezTo>
                    <a:pt x="162250" y="700088"/>
                    <a:pt x="177490" y="721043"/>
                    <a:pt x="210828" y="721043"/>
                  </a:cubicBezTo>
                  <a:cubicBezTo>
                    <a:pt x="214638" y="721043"/>
                    <a:pt x="219400" y="721043"/>
                    <a:pt x="226068" y="719138"/>
                  </a:cubicBezTo>
                  <a:cubicBezTo>
                    <a:pt x="244165" y="713423"/>
                    <a:pt x="256548" y="700088"/>
                    <a:pt x="257500" y="684848"/>
                  </a:cubicBezTo>
                  <a:cubicBezTo>
                    <a:pt x="289885" y="676275"/>
                    <a:pt x="308935" y="661035"/>
                    <a:pt x="308935" y="641033"/>
                  </a:cubicBezTo>
                  <a:cubicBezTo>
                    <a:pt x="308935" y="639128"/>
                    <a:pt x="308935" y="637223"/>
                    <a:pt x="307983" y="635318"/>
                  </a:cubicBezTo>
                  <a:cubicBezTo>
                    <a:pt x="329890" y="621983"/>
                    <a:pt x="342273" y="605790"/>
                    <a:pt x="342273" y="589598"/>
                  </a:cubicBezTo>
                  <a:cubicBezTo>
                    <a:pt x="342273" y="584835"/>
                    <a:pt x="340368" y="580073"/>
                    <a:pt x="338463" y="576263"/>
                  </a:cubicBezTo>
                  <a:cubicBezTo>
                    <a:pt x="371800" y="542925"/>
                    <a:pt x="389898" y="510540"/>
                    <a:pt x="399423" y="480060"/>
                  </a:cubicBezTo>
                  <a:lnTo>
                    <a:pt x="399423" y="480060"/>
                  </a:lnTo>
                  <a:cubicBezTo>
                    <a:pt x="400375" y="478155"/>
                    <a:pt x="400375" y="476250"/>
                    <a:pt x="401328" y="474345"/>
                  </a:cubicBezTo>
                  <a:cubicBezTo>
                    <a:pt x="404185" y="462915"/>
                    <a:pt x="406090" y="448628"/>
                    <a:pt x="406090" y="446722"/>
                  </a:cubicBezTo>
                  <a:cubicBezTo>
                    <a:pt x="407995" y="421005"/>
                    <a:pt x="405138" y="395288"/>
                    <a:pt x="396565" y="370522"/>
                  </a:cubicBezTo>
                  <a:lnTo>
                    <a:pt x="387993" y="350520"/>
                  </a:lnTo>
                  <a:cubicBezTo>
                    <a:pt x="380373" y="336233"/>
                    <a:pt x="370848" y="322897"/>
                    <a:pt x="360370" y="312420"/>
                  </a:cubicBezTo>
                  <a:cubicBezTo>
                    <a:pt x="357513" y="309563"/>
                    <a:pt x="354655" y="306705"/>
                    <a:pt x="351798" y="304800"/>
                  </a:cubicBezTo>
                  <a:lnTo>
                    <a:pt x="351798" y="304800"/>
                  </a:lnTo>
                  <a:lnTo>
                    <a:pt x="340368" y="294322"/>
                  </a:lnTo>
                  <a:cubicBezTo>
                    <a:pt x="337510" y="291465"/>
                    <a:pt x="334653" y="288608"/>
                    <a:pt x="331795" y="286703"/>
                  </a:cubicBezTo>
                  <a:cubicBezTo>
                    <a:pt x="292743" y="251460"/>
                    <a:pt x="264168" y="224790"/>
                    <a:pt x="272740" y="163830"/>
                  </a:cubicBezTo>
                  <a:cubicBezTo>
                    <a:pt x="283218" y="106680"/>
                    <a:pt x="265120" y="47625"/>
                    <a:pt x="241308" y="32385"/>
                  </a:cubicBezTo>
                  <a:cubicBezTo>
                    <a:pt x="239403" y="31432"/>
                    <a:pt x="238450" y="30480"/>
                    <a:pt x="236545" y="30480"/>
                  </a:cubicBezTo>
                  <a:cubicBezTo>
                    <a:pt x="235593" y="21907"/>
                    <a:pt x="234640" y="16193"/>
                    <a:pt x="233688" y="16193"/>
                  </a:cubicBezTo>
                  <a:cubicBezTo>
                    <a:pt x="227020" y="4763"/>
                    <a:pt x="217495" y="953"/>
                    <a:pt x="210828" y="0"/>
                  </a:cubicBezTo>
                  <a:cubicBezTo>
                    <a:pt x="208923" y="0"/>
                    <a:pt x="207970" y="0"/>
                    <a:pt x="206065" y="0"/>
                  </a:cubicBezTo>
                  <a:cubicBezTo>
                    <a:pt x="194635" y="0"/>
                    <a:pt x="174633" y="4763"/>
                    <a:pt x="166060" y="37148"/>
                  </a:cubicBezTo>
                  <a:cubicBezTo>
                    <a:pt x="160345" y="58103"/>
                    <a:pt x="161298" y="87630"/>
                    <a:pt x="161298" y="115253"/>
                  </a:cubicBezTo>
                  <a:cubicBezTo>
                    <a:pt x="161298" y="120968"/>
                    <a:pt x="161298" y="126682"/>
                    <a:pt x="161298" y="130493"/>
                  </a:cubicBezTo>
                  <a:cubicBezTo>
                    <a:pt x="159393" y="178118"/>
                    <a:pt x="114625" y="237172"/>
                    <a:pt x="81288" y="277178"/>
                  </a:cubicBezTo>
                  <a:cubicBezTo>
                    <a:pt x="81288" y="277178"/>
                    <a:pt x="55570" y="304800"/>
                    <a:pt x="33663" y="343853"/>
                  </a:cubicBezTo>
                  <a:cubicBezTo>
                    <a:pt x="14613" y="374333"/>
                    <a:pt x="-50157" y="493395"/>
                    <a:pt x="75573" y="576263"/>
                  </a:cubicBezTo>
                  <a:close/>
                  <a:moveTo>
                    <a:pt x="210828" y="696278"/>
                  </a:moveTo>
                  <a:cubicBezTo>
                    <a:pt x="197493" y="696278"/>
                    <a:pt x="186063" y="688658"/>
                    <a:pt x="186063" y="681038"/>
                  </a:cubicBezTo>
                  <a:cubicBezTo>
                    <a:pt x="186063" y="680085"/>
                    <a:pt x="186063" y="678180"/>
                    <a:pt x="187015" y="677228"/>
                  </a:cubicBezTo>
                  <a:cubicBezTo>
                    <a:pt x="190825" y="677228"/>
                    <a:pt x="194635" y="678180"/>
                    <a:pt x="198445" y="678180"/>
                  </a:cubicBezTo>
                  <a:cubicBezTo>
                    <a:pt x="202255" y="678180"/>
                    <a:pt x="206065" y="678180"/>
                    <a:pt x="210828" y="678180"/>
                  </a:cubicBezTo>
                  <a:cubicBezTo>
                    <a:pt x="218448" y="678180"/>
                    <a:pt x="227020" y="678180"/>
                    <a:pt x="233688" y="677228"/>
                  </a:cubicBezTo>
                  <a:cubicBezTo>
                    <a:pt x="234640" y="678180"/>
                    <a:pt x="234640" y="680085"/>
                    <a:pt x="234640" y="681038"/>
                  </a:cubicBezTo>
                  <a:cubicBezTo>
                    <a:pt x="235593" y="688658"/>
                    <a:pt x="224163" y="696278"/>
                    <a:pt x="210828" y="696278"/>
                  </a:cubicBezTo>
                  <a:close/>
                  <a:moveTo>
                    <a:pt x="236545" y="662940"/>
                  </a:moveTo>
                  <a:cubicBezTo>
                    <a:pt x="231783" y="663893"/>
                    <a:pt x="226068" y="663893"/>
                    <a:pt x="221305" y="664845"/>
                  </a:cubicBezTo>
                  <a:cubicBezTo>
                    <a:pt x="217495" y="664845"/>
                    <a:pt x="214638" y="664845"/>
                    <a:pt x="210828" y="664845"/>
                  </a:cubicBezTo>
                  <a:cubicBezTo>
                    <a:pt x="202255" y="664845"/>
                    <a:pt x="193683" y="663893"/>
                    <a:pt x="185110" y="662940"/>
                  </a:cubicBezTo>
                  <a:cubicBezTo>
                    <a:pt x="153678" y="659130"/>
                    <a:pt x="135580" y="647700"/>
                    <a:pt x="135580" y="639128"/>
                  </a:cubicBezTo>
                  <a:cubicBezTo>
                    <a:pt x="135580" y="638175"/>
                    <a:pt x="135580" y="638175"/>
                    <a:pt x="135580" y="637223"/>
                  </a:cubicBezTo>
                  <a:cubicBezTo>
                    <a:pt x="159393" y="641985"/>
                    <a:pt x="185110" y="642938"/>
                    <a:pt x="202255" y="642938"/>
                  </a:cubicBezTo>
                  <a:cubicBezTo>
                    <a:pt x="235593" y="642938"/>
                    <a:pt x="267025" y="639128"/>
                    <a:pt x="284170" y="633413"/>
                  </a:cubicBezTo>
                  <a:cubicBezTo>
                    <a:pt x="286075" y="635318"/>
                    <a:pt x="287028" y="637223"/>
                    <a:pt x="287028" y="639128"/>
                  </a:cubicBezTo>
                  <a:cubicBezTo>
                    <a:pt x="287028" y="647700"/>
                    <a:pt x="267978" y="659130"/>
                    <a:pt x="236545" y="662940"/>
                  </a:cubicBezTo>
                  <a:close/>
                  <a:moveTo>
                    <a:pt x="89860" y="304800"/>
                  </a:moveTo>
                  <a:lnTo>
                    <a:pt x="90813" y="302895"/>
                  </a:lnTo>
                  <a:cubicBezTo>
                    <a:pt x="132723" y="253365"/>
                    <a:pt x="181300" y="188595"/>
                    <a:pt x="184158" y="131445"/>
                  </a:cubicBezTo>
                  <a:cubicBezTo>
                    <a:pt x="184158" y="125730"/>
                    <a:pt x="184158" y="120015"/>
                    <a:pt x="184158" y="114300"/>
                  </a:cubicBezTo>
                  <a:cubicBezTo>
                    <a:pt x="184158" y="87630"/>
                    <a:pt x="183205" y="60960"/>
                    <a:pt x="187968" y="42863"/>
                  </a:cubicBezTo>
                  <a:cubicBezTo>
                    <a:pt x="191778" y="26670"/>
                    <a:pt x="198445" y="24765"/>
                    <a:pt x="202255" y="24765"/>
                  </a:cubicBezTo>
                  <a:cubicBezTo>
                    <a:pt x="203208" y="24765"/>
                    <a:pt x="204160" y="24765"/>
                    <a:pt x="204160" y="24765"/>
                  </a:cubicBezTo>
                  <a:cubicBezTo>
                    <a:pt x="207018" y="24765"/>
                    <a:pt x="208923" y="29528"/>
                    <a:pt x="209875" y="37148"/>
                  </a:cubicBezTo>
                  <a:cubicBezTo>
                    <a:pt x="209875" y="41910"/>
                    <a:pt x="209875" y="56198"/>
                    <a:pt x="208923" y="71438"/>
                  </a:cubicBezTo>
                  <a:cubicBezTo>
                    <a:pt x="207018" y="105728"/>
                    <a:pt x="205113" y="151447"/>
                    <a:pt x="209875" y="172403"/>
                  </a:cubicBezTo>
                  <a:cubicBezTo>
                    <a:pt x="215590" y="195263"/>
                    <a:pt x="226068" y="218122"/>
                    <a:pt x="235593" y="240030"/>
                  </a:cubicBezTo>
                  <a:cubicBezTo>
                    <a:pt x="248928" y="268605"/>
                    <a:pt x="261310" y="296228"/>
                    <a:pt x="262263" y="321945"/>
                  </a:cubicBezTo>
                  <a:cubicBezTo>
                    <a:pt x="264168" y="367665"/>
                    <a:pt x="241308" y="371475"/>
                    <a:pt x="225115" y="374333"/>
                  </a:cubicBezTo>
                  <a:cubicBezTo>
                    <a:pt x="217495" y="375285"/>
                    <a:pt x="208923" y="377190"/>
                    <a:pt x="208923" y="385763"/>
                  </a:cubicBezTo>
                  <a:cubicBezTo>
                    <a:pt x="208923" y="389572"/>
                    <a:pt x="211780" y="393383"/>
                    <a:pt x="216543" y="393383"/>
                  </a:cubicBezTo>
                  <a:cubicBezTo>
                    <a:pt x="218448" y="393383"/>
                    <a:pt x="220353" y="392430"/>
                    <a:pt x="224163" y="392430"/>
                  </a:cubicBezTo>
                  <a:cubicBezTo>
                    <a:pt x="228925" y="391478"/>
                    <a:pt x="237498" y="389572"/>
                    <a:pt x="246070" y="389572"/>
                  </a:cubicBezTo>
                  <a:cubicBezTo>
                    <a:pt x="251785" y="389572"/>
                    <a:pt x="256548" y="390525"/>
                    <a:pt x="261310" y="391478"/>
                  </a:cubicBezTo>
                  <a:cubicBezTo>
                    <a:pt x="275598" y="395288"/>
                    <a:pt x="286075" y="405765"/>
                    <a:pt x="290838" y="418147"/>
                  </a:cubicBezTo>
                  <a:cubicBezTo>
                    <a:pt x="294648" y="429578"/>
                    <a:pt x="294648" y="449580"/>
                    <a:pt x="273693" y="477203"/>
                  </a:cubicBezTo>
                  <a:cubicBezTo>
                    <a:pt x="269883" y="482918"/>
                    <a:pt x="259405" y="490538"/>
                    <a:pt x="238450" y="494347"/>
                  </a:cubicBezTo>
                  <a:cubicBezTo>
                    <a:pt x="231783" y="495300"/>
                    <a:pt x="231783" y="499110"/>
                    <a:pt x="231783" y="501968"/>
                  </a:cubicBezTo>
                  <a:cubicBezTo>
                    <a:pt x="231783" y="504825"/>
                    <a:pt x="234640" y="507683"/>
                    <a:pt x="239403" y="507683"/>
                  </a:cubicBezTo>
                  <a:cubicBezTo>
                    <a:pt x="241308" y="507683"/>
                    <a:pt x="243213" y="507683"/>
                    <a:pt x="245118" y="507683"/>
                  </a:cubicBezTo>
                  <a:cubicBezTo>
                    <a:pt x="277503" y="507683"/>
                    <a:pt x="302268" y="514350"/>
                    <a:pt x="313698" y="526733"/>
                  </a:cubicBezTo>
                  <a:cubicBezTo>
                    <a:pt x="319413" y="532448"/>
                    <a:pt x="321318" y="539115"/>
                    <a:pt x="321318" y="546735"/>
                  </a:cubicBezTo>
                  <a:cubicBezTo>
                    <a:pt x="320365" y="561023"/>
                    <a:pt x="301315" y="566738"/>
                    <a:pt x="287980" y="569595"/>
                  </a:cubicBezTo>
                  <a:cubicBezTo>
                    <a:pt x="278455" y="572453"/>
                    <a:pt x="272740" y="573405"/>
                    <a:pt x="272740" y="580073"/>
                  </a:cubicBezTo>
                  <a:lnTo>
                    <a:pt x="272740" y="582930"/>
                  </a:lnTo>
                  <a:lnTo>
                    <a:pt x="277503" y="586740"/>
                  </a:lnTo>
                  <a:lnTo>
                    <a:pt x="280360" y="586740"/>
                  </a:lnTo>
                  <a:cubicBezTo>
                    <a:pt x="282265" y="586740"/>
                    <a:pt x="284170" y="585788"/>
                    <a:pt x="287980" y="584835"/>
                  </a:cubicBezTo>
                  <a:cubicBezTo>
                    <a:pt x="296553" y="581978"/>
                    <a:pt x="304173" y="581025"/>
                    <a:pt x="309888" y="581025"/>
                  </a:cubicBezTo>
                  <a:cubicBezTo>
                    <a:pt x="312745" y="581025"/>
                    <a:pt x="314650" y="581025"/>
                    <a:pt x="315603" y="581978"/>
                  </a:cubicBezTo>
                  <a:cubicBezTo>
                    <a:pt x="320365" y="582930"/>
                    <a:pt x="320365" y="585788"/>
                    <a:pt x="320365" y="586740"/>
                  </a:cubicBezTo>
                  <a:cubicBezTo>
                    <a:pt x="320365" y="594360"/>
                    <a:pt x="308935" y="606743"/>
                    <a:pt x="283218" y="617220"/>
                  </a:cubicBezTo>
                  <a:lnTo>
                    <a:pt x="282265" y="617220"/>
                  </a:lnTo>
                  <a:lnTo>
                    <a:pt x="282265" y="617220"/>
                  </a:lnTo>
                  <a:cubicBezTo>
                    <a:pt x="269883" y="622935"/>
                    <a:pt x="241308" y="625793"/>
                    <a:pt x="210828" y="625793"/>
                  </a:cubicBezTo>
                  <a:cubicBezTo>
                    <a:pt x="163203" y="625793"/>
                    <a:pt x="107958" y="617220"/>
                    <a:pt x="98433" y="597218"/>
                  </a:cubicBezTo>
                  <a:cubicBezTo>
                    <a:pt x="96528" y="592455"/>
                    <a:pt x="96528" y="586740"/>
                    <a:pt x="101290" y="580073"/>
                  </a:cubicBezTo>
                  <a:cubicBezTo>
                    <a:pt x="102243" y="581025"/>
                    <a:pt x="104148" y="582930"/>
                    <a:pt x="106053" y="583883"/>
                  </a:cubicBezTo>
                  <a:cubicBezTo>
                    <a:pt x="137485" y="600075"/>
                    <a:pt x="178443" y="602933"/>
                    <a:pt x="201303" y="602933"/>
                  </a:cubicBezTo>
                  <a:cubicBezTo>
                    <a:pt x="216543" y="602933"/>
                    <a:pt x="227973" y="601980"/>
                    <a:pt x="232735" y="601028"/>
                  </a:cubicBezTo>
                  <a:cubicBezTo>
                    <a:pt x="238450" y="600075"/>
                    <a:pt x="247975" y="598170"/>
                    <a:pt x="247023" y="590550"/>
                  </a:cubicBezTo>
                  <a:cubicBezTo>
                    <a:pt x="247023" y="585788"/>
                    <a:pt x="243213" y="583883"/>
                    <a:pt x="236545" y="583883"/>
                  </a:cubicBezTo>
                  <a:cubicBezTo>
                    <a:pt x="235593" y="583883"/>
                    <a:pt x="234640" y="583883"/>
                    <a:pt x="232735" y="583883"/>
                  </a:cubicBezTo>
                  <a:cubicBezTo>
                    <a:pt x="227973" y="583883"/>
                    <a:pt x="221305" y="584835"/>
                    <a:pt x="212733" y="584835"/>
                  </a:cubicBezTo>
                  <a:cubicBezTo>
                    <a:pt x="183205" y="584835"/>
                    <a:pt x="153678" y="579120"/>
                    <a:pt x="120340" y="566738"/>
                  </a:cubicBezTo>
                  <a:cubicBezTo>
                    <a:pt x="104148" y="561975"/>
                    <a:pt x="71763" y="541973"/>
                    <a:pt x="65095" y="537210"/>
                  </a:cubicBezTo>
                  <a:cubicBezTo>
                    <a:pt x="40330" y="518160"/>
                    <a:pt x="26995" y="484822"/>
                    <a:pt x="26995" y="444818"/>
                  </a:cubicBezTo>
                  <a:cubicBezTo>
                    <a:pt x="24138" y="382905"/>
                    <a:pt x="69858" y="327660"/>
                    <a:pt x="89860" y="304800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866" name="Google Shape;866;p8"/>
            <p:cNvSpPr/>
            <p:nvPr/>
          </p:nvSpPr>
          <p:spPr bwMode="auto">
            <a:xfrm>
              <a:off x="6256974" y="2756533"/>
              <a:ext cx="368616" cy="631507"/>
            </a:xfrm>
            <a:custGeom>
              <a:avLst/>
              <a:gdLst/>
              <a:ahLst/>
              <a:cxnLst/>
              <a:rect l="l" t="t" r="r" b="b"/>
              <a:pathLst>
                <a:path w="368617" h="631507" fill="norm" stroke="1" extrusionOk="0">
                  <a:moveTo>
                    <a:pt x="351473" y="631507"/>
                  </a:moveTo>
                  <a:lnTo>
                    <a:pt x="328613" y="625793"/>
                  </a:lnTo>
                  <a:cubicBezTo>
                    <a:pt x="339090" y="584835"/>
                    <a:pt x="344805" y="542925"/>
                    <a:pt x="344805" y="500062"/>
                  </a:cubicBezTo>
                  <a:cubicBezTo>
                    <a:pt x="344805" y="282893"/>
                    <a:pt x="206693" y="90488"/>
                    <a:pt x="0" y="22860"/>
                  </a:cubicBezTo>
                  <a:lnTo>
                    <a:pt x="7620" y="0"/>
                  </a:lnTo>
                  <a:cubicBezTo>
                    <a:pt x="223838" y="71438"/>
                    <a:pt x="368618" y="272415"/>
                    <a:pt x="368618" y="500062"/>
                  </a:cubicBezTo>
                  <a:cubicBezTo>
                    <a:pt x="368618" y="544830"/>
                    <a:pt x="362903" y="588645"/>
                    <a:pt x="351473" y="631507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867" name="Google Shape;867;p8"/>
            <p:cNvSpPr/>
            <p:nvPr/>
          </p:nvSpPr>
          <p:spPr bwMode="auto">
            <a:xfrm>
              <a:off x="5572125" y="2767966"/>
              <a:ext cx="337185" cy="621030"/>
            </a:xfrm>
            <a:custGeom>
              <a:avLst/>
              <a:gdLst/>
              <a:ahLst/>
              <a:cxnLst/>
              <a:rect l="l" t="t" r="r" b="b"/>
              <a:pathLst>
                <a:path w="337185" h="621030" fill="norm" stroke="1" extrusionOk="0">
                  <a:moveTo>
                    <a:pt x="17145" y="621030"/>
                  </a:moveTo>
                  <a:cubicBezTo>
                    <a:pt x="5715" y="578168"/>
                    <a:pt x="0" y="533400"/>
                    <a:pt x="0" y="488632"/>
                  </a:cubicBezTo>
                  <a:cubicBezTo>
                    <a:pt x="0" y="273368"/>
                    <a:pt x="129540" y="80963"/>
                    <a:pt x="328613" y="0"/>
                  </a:cubicBezTo>
                  <a:lnTo>
                    <a:pt x="337185" y="21908"/>
                  </a:lnTo>
                  <a:cubicBezTo>
                    <a:pt x="146685" y="99060"/>
                    <a:pt x="22860" y="281940"/>
                    <a:pt x="22860" y="487680"/>
                  </a:cubicBezTo>
                  <a:cubicBezTo>
                    <a:pt x="22860" y="530543"/>
                    <a:pt x="28575" y="572453"/>
                    <a:pt x="39052" y="613410"/>
                  </a:cubicBezTo>
                  <a:lnTo>
                    <a:pt x="17145" y="621030"/>
                  </a:ln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grpSp>
          <p:nvGrpSpPr>
            <p:cNvPr id="868" name="Google Shape;868;p8"/>
            <p:cNvGrpSpPr/>
            <p:nvPr/>
          </p:nvGrpSpPr>
          <p:grpSpPr bwMode="auto">
            <a:xfrm>
              <a:off x="4910697" y="3818107"/>
              <a:ext cx="2376312" cy="776751"/>
              <a:chOff x="4910701" y="3818108"/>
              <a:chExt cx="2376312" cy="776751"/>
            </a:xfrm>
          </p:grpSpPr>
          <p:sp>
            <p:nvSpPr>
              <p:cNvPr id="869" name="Google Shape;869;p8"/>
              <p:cNvSpPr/>
              <p:nvPr/>
            </p:nvSpPr>
            <p:spPr bwMode="auto">
              <a:xfrm>
                <a:off x="5957887" y="4451032"/>
                <a:ext cx="25717" cy="33337"/>
              </a:xfrm>
              <a:custGeom>
                <a:avLst/>
                <a:gdLst/>
                <a:ahLst/>
                <a:cxnLst/>
                <a:rect l="l" t="t" r="r" b="b"/>
                <a:pathLst>
                  <a:path w="25717" h="33337" fill="norm" stroke="1" extrusionOk="0">
                    <a:moveTo>
                      <a:pt x="12383" y="0"/>
                    </a:moveTo>
                    <a:cubicBezTo>
                      <a:pt x="9525" y="0"/>
                      <a:pt x="6667" y="953"/>
                      <a:pt x="3810" y="3810"/>
                    </a:cubicBezTo>
                    <a:cubicBezTo>
                      <a:pt x="953" y="5715"/>
                      <a:pt x="0" y="9525"/>
                      <a:pt x="0" y="12383"/>
                    </a:cubicBezTo>
                    <a:cubicBezTo>
                      <a:pt x="0" y="17145"/>
                      <a:pt x="1905" y="21908"/>
                      <a:pt x="5715" y="25718"/>
                    </a:cubicBezTo>
                    <a:cubicBezTo>
                      <a:pt x="9525" y="29528"/>
                      <a:pt x="14288" y="32385"/>
                      <a:pt x="20955" y="33338"/>
                    </a:cubicBezTo>
                    <a:cubicBezTo>
                      <a:pt x="21908" y="31433"/>
                      <a:pt x="23813" y="30480"/>
                      <a:pt x="23813" y="27623"/>
                    </a:cubicBezTo>
                    <a:cubicBezTo>
                      <a:pt x="24765" y="25718"/>
                      <a:pt x="24765" y="22860"/>
                      <a:pt x="25717" y="19050"/>
                    </a:cubicBezTo>
                    <a:cubicBezTo>
                      <a:pt x="25717" y="14288"/>
                      <a:pt x="24765" y="9525"/>
                      <a:pt x="21908" y="6668"/>
                    </a:cubicBezTo>
                    <a:cubicBezTo>
                      <a:pt x="19050" y="2858"/>
                      <a:pt x="16192" y="953"/>
                      <a:pt x="12383" y="0"/>
                    </a:cubicBez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  <a:defRPr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</a:endParaRPr>
              </a:p>
            </p:txBody>
          </p:sp>
          <p:sp>
            <p:nvSpPr>
              <p:cNvPr id="870" name="Google Shape;870;p8"/>
              <p:cNvSpPr/>
              <p:nvPr/>
            </p:nvSpPr>
            <p:spPr bwMode="auto">
              <a:xfrm>
                <a:off x="6030277" y="4486275"/>
                <a:ext cx="53339" cy="31431"/>
              </a:xfrm>
              <a:custGeom>
                <a:avLst/>
                <a:gdLst/>
                <a:ahLst/>
                <a:cxnLst/>
                <a:rect l="l" t="t" r="r" b="b"/>
                <a:pathLst>
                  <a:path w="53339" h="31432" fill="norm" stroke="1" extrusionOk="0">
                    <a:moveTo>
                      <a:pt x="26670" y="0"/>
                    </a:moveTo>
                    <a:cubicBezTo>
                      <a:pt x="19050" y="0"/>
                      <a:pt x="13335" y="1905"/>
                      <a:pt x="8572" y="4763"/>
                    </a:cubicBezTo>
                    <a:cubicBezTo>
                      <a:pt x="2857" y="8572"/>
                      <a:pt x="952" y="13335"/>
                      <a:pt x="0" y="18097"/>
                    </a:cubicBezTo>
                    <a:cubicBezTo>
                      <a:pt x="0" y="21907"/>
                      <a:pt x="952" y="24765"/>
                      <a:pt x="4763" y="27622"/>
                    </a:cubicBezTo>
                    <a:cubicBezTo>
                      <a:pt x="7620" y="30480"/>
                      <a:pt x="11430" y="31432"/>
                      <a:pt x="15240" y="31432"/>
                    </a:cubicBezTo>
                    <a:cubicBezTo>
                      <a:pt x="20955" y="31432"/>
                      <a:pt x="27622" y="30480"/>
                      <a:pt x="33338" y="27622"/>
                    </a:cubicBezTo>
                    <a:cubicBezTo>
                      <a:pt x="39052" y="24765"/>
                      <a:pt x="45720" y="20955"/>
                      <a:pt x="53340" y="15240"/>
                    </a:cubicBezTo>
                    <a:cubicBezTo>
                      <a:pt x="49530" y="10478"/>
                      <a:pt x="44767" y="6668"/>
                      <a:pt x="40005" y="3810"/>
                    </a:cubicBezTo>
                    <a:cubicBezTo>
                      <a:pt x="36195" y="1905"/>
                      <a:pt x="31432" y="953"/>
                      <a:pt x="26670" y="0"/>
                    </a:cubicBez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  <a:defRPr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</a:endParaRPr>
              </a:p>
            </p:txBody>
          </p:sp>
          <p:sp>
            <p:nvSpPr>
              <p:cNvPr id="871" name="Google Shape;871;p8"/>
              <p:cNvSpPr/>
              <p:nvPr/>
            </p:nvSpPr>
            <p:spPr bwMode="auto">
              <a:xfrm rot="-4288464">
                <a:off x="5514870" y="4359989"/>
                <a:ext cx="37120" cy="36168"/>
              </a:xfrm>
              <a:custGeom>
                <a:avLst/>
                <a:gdLst/>
                <a:ahLst/>
                <a:cxnLst/>
                <a:rect l="l" t="t" r="r" b="b"/>
                <a:pathLst>
                  <a:path w="37147" h="36195" fill="norm" stroke="1" extrusionOk="0">
                    <a:moveTo>
                      <a:pt x="0" y="0"/>
                    </a:moveTo>
                    <a:lnTo>
                      <a:pt x="37148" y="0"/>
                    </a:lnTo>
                    <a:lnTo>
                      <a:pt x="37148" y="36195"/>
                    </a:lnTo>
                    <a:lnTo>
                      <a:pt x="0" y="36195"/>
                    </a:ln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  <a:defRPr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</a:endParaRPr>
              </a:p>
            </p:txBody>
          </p:sp>
          <p:sp>
            <p:nvSpPr>
              <p:cNvPr id="872" name="Google Shape;872;p8"/>
              <p:cNvSpPr/>
              <p:nvPr/>
            </p:nvSpPr>
            <p:spPr bwMode="auto">
              <a:xfrm>
                <a:off x="5833809" y="4470677"/>
                <a:ext cx="53593" cy="30258"/>
              </a:xfrm>
              <a:custGeom>
                <a:avLst/>
                <a:gdLst/>
                <a:ahLst/>
                <a:cxnLst/>
                <a:rect l="l" t="t" r="r" b="b"/>
                <a:pathLst>
                  <a:path w="53593" h="30258" fill="norm" stroke="1" extrusionOk="0">
                    <a:moveTo>
                      <a:pt x="28828" y="357"/>
                    </a:moveTo>
                    <a:cubicBezTo>
                      <a:pt x="21208" y="-595"/>
                      <a:pt x="15493" y="357"/>
                      <a:pt x="9778" y="3215"/>
                    </a:cubicBezTo>
                    <a:cubicBezTo>
                      <a:pt x="4063" y="6072"/>
                      <a:pt x="1206" y="10835"/>
                      <a:pt x="253" y="15597"/>
                    </a:cubicBezTo>
                    <a:cubicBezTo>
                      <a:pt x="-699" y="19407"/>
                      <a:pt x="1206" y="22265"/>
                      <a:pt x="3111" y="25122"/>
                    </a:cubicBezTo>
                    <a:cubicBezTo>
                      <a:pt x="5968" y="27980"/>
                      <a:pt x="8826" y="29885"/>
                      <a:pt x="13588" y="29885"/>
                    </a:cubicBezTo>
                    <a:cubicBezTo>
                      <a:pt x="19303" y="30837"/>
                      <a:pt x="25971" y="29885"/>
                      <a:pt x="32638" y="27980"/>
                    </a:cubicBezTo>
                    <a:cubicBezTo>
                      <a:pt x="39306" y="26075"/>
                      <a:pt x="45973" y="23217"/>
                      <a:pt x="53593" y="18455"/>
                    </a:cubicBezTo>
                    <a:cubicBezTo>
                      <a:pt x="49783" y="13692"/>
                      <a:pt x="45973" y="8930"/>
                      <a:pt x="42163" y="5120"/>
                    </a:cubicBezTo>
                    <a:cubicBezTo>
                      <a:pt x="37401" y="3215"/>
                      <a:pt x="32638" y="1310"/>
                      <a:pt x="28828" y="357"/>
                    </a:cubicBez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  <a:defRPr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</a:endParaRPr>
              </a:p>
            </p:txBody>
          </p:sp>
          <p:sp>
            <p:nvSpPr>
              <p:cNvPr id="873" name="Google Shape;873;p8"/>
              <p:cNvSpPr/>
              <p:nvPr/>
            </p:nvSpPr>
            <p:spPr bwMode="auto">
              <a:xfrm rot="-1451705">
                <a:off x="6823932" y="4289955"/>
                <a:ext cx="36210" cy="37162"/>
              </a:xfrm>
              <a:custGeom>
                <a:avLst/>
                <a:gdLst/>
                <a:ahLst/>
                <a:cxnLst/>
                <a:rect l="l" t="t" r="r" b="b"/>
                <a:pathLst>
                  <a:path w="36196" h="37148" fill="norm" stroke="1" extrusionOk="0">
                    <a:moveTo>
                      <a:pt x="0" y="0"/>
                    </a:moveTo>
                    <a:lnTo>
                      <a:pt x="36196" y="0"/>
                    </a:lnTo>
                    <a:lnTo>
                      <a:pt x="36196" y="37149"/>
                    </a:lnTo>
                    <a:lnTo>
                      <a:pt x="0" y="37149"/>
                    </a:ln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  <a:defRPr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</a:endParaRPr>
              </a:p>
            </p:txBody>
          </p:sp>
          <p:sp>
            <p:nvSpPr>
              <p:cNvPr id="874" name="Google Shape;874;p8"/>
              <p:cNvSpPr/>
              <p:nvPr/>
            </p:nvSpPr>
            <p:spPr bwMode="auto">
              <a:xfrm>
                <a:off x="6727133" y="4373310"/>
                <a:ext cx="54368" cy="46764"/>
              </a:xfrm>
              <a:custGeom>
                <a:avLst/>
                <a:gdLst/>
                <a:ahLst/>
                <a:cxnLst/>
                <a:rect l="l" t="t" r="r" b="b"/>
                <a:pathLst>
                  <a:path w="54368" h="46765" fill="norm" stroke="1" extrusionOk="0">
                    <a:moveTo>
                      <a:pt x="2279" y="24382"/>
                    </a:moveTo>
                    <a:cubicBezTo>
                      <a:pt x="374" y="28192"/>
                      <a:pt x="-579" y="31050"/>
                      <a:pt x="374" y="34859"/>
                    </a:cubicBezTo>
                    <a:cubicBezTo>
                      <a:pt x="2279" y="40575"/>
                      <a:pt x="6089" y="43432"/>
                      <a:pt x="11804" y="45337"/>
                    </a:cubicBezTo>
                    <a:cubicBezTo>
                      <a:pt x="17519" y="47242"/>
                      <a:pt x="24186" y="47242"/>
                      <a:pt x="29901" y="45337"/>
                    </a:cubicBezTo>
                    <a:cubicBezTo>
                      <a:pt x="39426" y="41527"/>
                      <a:pt x="46094" y="36765"/>
                      <a:pt x="49904" y="29145"/>
                    </a:cubicBezTo>
                    <a:cubicBezTo>
                      <a:pt x="54666" y="22477"/>
                      <a:pt x="55619" y="14857"/>
                      <a:pt x="52761" y="8190"/>
                    </a:cubicBezTo>
                    <a:cubicBezTo>
                      <a:pt x="50856" y="4380"/>
                      <a:pt x="47999" y="1522"/>
                      <a:pt x="42284" y="570"/>
                    </a:cubicBezTo>
                    <a:cubicBezTo>
                      <a:pt x="36569" y="-383"/>
                      <a:pt x="30854" y="-383"/>
                      <a:pt x="25139" y="2475"/>
                    </a:cubicBezTo>
                    <a:cubicBezTo>
                      <a:pt x="23234" y="5332"/>
                      <a:pt x="18471" y="9142"/>
                      <a:pt x="11804" y="13905"/>
                    </a:cubicBezTo>
                    <a:cubicBezTo>
                      <a:pt x="7994" y="16762"/>
                      <a:pt x="4184" y="20572"/>
                      <a:pt x="2279" y="24382"/>
                    </a:cubicBez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  <a:defRPr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</a:endParaRPr>
              </a:p>
            </p:txBody>
          </p:sp>
          <p:sp>
            <p:nvSpPr>
              <p:cNvPr id="875" name="Google Shape;875;p8"/>
              <p:cNvSpPr/>
              <p:nvPr/>
            </p:nvSpPr>
            <p:spPr bwMode="auto">
              <a:xfrm>
                <a:off x="6563677" y="4377690"/>
                <a:ext cx="48577" cy="69294"/>
              </a:xfrm>
              <a:custGeom>
                <a:avLst/>
                <a:gdLst/>
                <a:ahLst/>
                <a:cxnLst/>
                <a:rect l="l" t="t" r="r" b="b"/>
                <a:pathLst>
                  <a:path w="48577" h="69294" fill="norm" stroke="1" extrusionOk="0">
                    <a:moveTo>
                      <a:pt x="0" y="11430"/>
                    </a:moveTo>
                    <a:lnTo>
                      <a:pt x="15240" y="63817"/>
                    </a:lnTo>
                    <a:cubicBezTo>
                      <a:pt x="16192" y="65722"/>
                      <a:pt x="17145" y="67628"/>
                      <a:pt x="19050" y="68580"/>
                    </a:cubicBezTo>
                    <a:cubicBezTo>
                      <a:pt x="20955" y="69532"/>
                      <a:pt x="22860" y="69532"/>
                      <a:pt x="24765" y="68580"/>
                    </a:cubicBezTo>
                    <a:cubicBezTo>
                      <a:pt x="30480" y="66675"/>
                      <a:pt x="36195" y="62865"/>
                      <a:pt x="40005" y="58103"/>
                    </a:cubicBezTo>
                    <a:cubicBezTo>
                      <a:pt x="44767" y="52388"/>
                      <a:pt x="46672" y="46672"/>
                      <a:pt x="48577" y="39053"/>
                    </a:cubicBezTo>
                    <a:lnTo>
                      <a:pt x="37147" y="0"/>
                    </a:lnTo>
                    <a:lnTo>
                      <a:pt x="0" y="11430"/>
                    </a:ln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  <a:defRPr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</a:endParaRPr>
              </a:p>
            </p:txBody>
          </p:sp>
          <p:sp>
            <p:nvSpPr>
              <p:cNvPr id="876" name="Google Shape;876;p8"/>
              <p:cNvSpPr/>
              <p:nvPr/>
            </p:nvSpPr>
            <p:spPr bwMode="auto">
              <a:xfrm>
                <a:off x="6273165" y="4475797"/>
                <a:ext cx="53339" cy="33337"/>
              </a:xfrm>
              <a:custGeom>
                <a:avLst/>
                <a:gdLst/>
                <a:ahLst/>
                <a:cxnLst/>
                <a:rect l="l" t="t" r="r" b="b"/>
                <a:pathLst>
                  <a:path w="53339" h="33337" fill="norm" stroke="1" extrusionOk="0">
                    <a:moveTo>
                      <a:pt x="23813" y="0"/>
                    </a:moveTo>
                    <a:cubicBezTo>
                      <a:pt x="16192" y="953"/>
                      <a:pt x="10477" y="3810"/>
                      <a:pt x="6667" y="7620"/>
                    </a:cubicBezTo>
                    <a:cubicBezTo>
                      <a:pt x="1905" y="12383"/>
                      <a:pt x="0" y="17145"/>
                      <a:pt x="0" y="21908"/>
                    </a:cubicBezTo>
                    <a:cubicBezTo>
                      <a:pt x="0" y="25718"/>
                      <a:pt x="1905" y="28575"/>
                      <a:pt x="5715" y="30480"/>
                    </a:cubicBezTo>
                    <a:cubicBezTo>
                      <a:pt x="8572" y="32385"/>
                      <a:pt x="12382" y="33338"/>
                      <a:pt x="17145" y="33338"/>
                    </a:cubicBezTo>
                    <a:cubicBezTo>
                      <a:pt x="22860" y="32385"/>
                      <a:pt x="28575" y="30480"/>
                      <a:pt x="35242" y="26670"/>
                    </a:cubicBezTo>
                    <a:cubicBezTo>
                      <a:pt x="40957" y="22860"/>
                      <a:pt x="46672" y="18097"/>
                      <a:pt x="53340" y="12383"/>
                    </a:cubicBezTo>
                    <a:cubicBezTo>
                      <a:pt x="48577" y="8572"/>
                      <a:pt x="43815" y="4763"/>
                      <a:pt x="39052" y="2858"/>
                    </a:cubicBezTo>
                    <a:cubicBezTo>
                      <a:pt x="33338" y="953"/>
                      <a:pt x="28575" y="0"/>
                      <a:pt x="23813" y="0"/>
                    </a:cubicBez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  <a:defRPr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</a:endParaRPr>
              </a:p>
            </p:txBody>
          </p:sp>
          <p:sp>
            <p:nvSpPr>
              <p:cNvPr id="877" name="Google Shape;877;p8"/>
              <p:cNvSpPr/>
              <p:nvPr/>
            </p:nvSpPr>
            <p:spPr bwMode="auto">
              <a:xfrm>
                <a:off x="6383654" y="4415790"/>
                <a:ext cx="75247" cy="88024"/>
              </a:xfrm>
              <a:custGeom>
                <a:avLst/>
                <a:gdLst/>
                <a:ahLst/>
                <a:cxnLst/>
                <a:rect l="l" t="t" r="r" b="b"/>
                <a:pathLst>
                  <a:path w="75247" h="88024" fill="norm" stroke="1" extrusionOk="0">
                    <a:moveTo>
                      <a:pt x="39053" y="6667"/>
                    </a:moveTo>
                    <a:lnTo>
                      <a:pt x="44767" y="35242"/>
                    </a:lnTo>
                    <a:lnTo>
                      <a:pt x="7620" y="41910"/>
                    </a:lnTo>
                    <a:cubicBezTo>
                      <a:pt x="4763" y="41910"/>
                      <a:pt x="2858" y="43815"/>
                      <a:pt x="1905" y="45720"/>
                    </a:cubicBezTo>
                    <a:cubicBezTo>
                      <a:pt x="0" y="47625"/>
                      <a:pt x="0" y="49530"/>
                      <a:pt x="0" y="52388"/>
                    </a:cubicBezTo>
                    <a:cubicBezTo>
                      <a:pt x="0" y="54292"/>
                      <a:pt x="1905" y="56197"/>
                      <a:pt x="3810" y="58103"/>
                    </a:cubicBezTo>
                    <a:cubicBezTo>
                      <a:pt x="5715" y="60007"/>
                      <a:pt x="8573" y="60960"/>
                      <a:pt x="11430" y="61913"/>
                    </a:cubicBezTo>
                    <a:cubicBezTo>
                      <a:pt x="13335" y="60007"/>
                      <a:pt x="16192" y="58103"/>
                      <a:pt x="20003" y="56197"/>
                    </a:cubicBezTo>
                    <a:cubicBezTo>
                      <a:pt x="22860" y="55245"/>
                      <a:pt x="27623" y="53340"/>
                      <a:pt x="33338" y="52388"/>
                    </a:cubicBezTo>
                    <a:lnTo>
                      <a:pt x="45720" y="65722"/>
                    </a:lnTo>
                    <a:lnTo>
                      <a:pt x="34290" y="67628"/>
                    </a:lnTo>
                    <a:cubicBezTo>
                      <a:pt x="30480" y="68580"/>
                      <a:pt x="26670" y="70485"/>
                      <a:pt x="23813" y="72390"/>
                    </a:cubicBezTo>
                    <a:cubicBezTo>
                      <a:pt x="20955" y="75247"/>
                      <a:pt x="20003" y="78105"/>
                      <a:pt x="20955" y="80963"/>
                    </a:cubicBezTo>
                    <a:cubicBezTo>
                      <a:pt x="21908" y="83820"/>
                      <a:pt x="22860" y="85725"/>
                      <a:pt x="25717" y="86678"/>
                    </a:cubicBezTo>
                    <a:cubicBezTo>
                      <a:pt x="28575" y="87630"/>
                      <a:pt x="32385" y="88582"/>
                      <a:pt x="35242" y="87630"/>
                    </a:cubicBezTo>
                    <a:cubicBezTo>
                      <a:pt x="43815" y="85725"/>
                      <a:pt x="52388" y="81915"/>
                      <a:pt x="59055" y="75247"/>
                    </a:cubicBezTo>
                    <a:cubicBezTo>
                      <a:pt x="66675" y="68580"/>
                      <a:pt x="71438" y="60007"/>
                      <a:pt x="75248" y="49530"/>
                    </a:cubicBezTo>
                    <a:lnTo>
                      <a:pt x="65723" y="0"/>
                    </a:lnTo>
                    <a:lnTo>
                      <a:pt x="39053" y="6667"/>
                    </a:ln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  <a:defRPr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</a:endParaRPr>
              </a:p>
            </p:txBody>
          </p:sp>
          <p:sp>
            <p:nvSpPr>
              <p:cNvPr id="878" name="Google Shape;878;p8"/>
              <p:cNvSpPr/>
              <p:nvPr/>
            </p:nvSpPr>
            <p:spPr bwMode="auto">
              <a:xfrm>
                <a:off x="4910701" y="3818108"/>
                <a:ext cx="2376312" cy="776751"/>
              </a:xfrm>
              <a:custGeom>
                <a:avLst/>
                <a:gdLst/>
                <a:ahLst/>
                <a:cxnLst/>
                <a:rect l="l" t="t" r="r" b="b"/>
                <a:pathLst>
                  <a:path w="2376312" h="776751" fill="norm" stroke="1" extrusionOk="0">
                    <a:moveTo>
                      <a:pt x="2324489" y="401466"/>
                    </a:moveTo>
                    <a:cubicBezTo>
                      <a:pt x="2315916" y="384321"/>
                      <a:pt x="2307344" y="367176"/>
                      <a:pt x="2299724" y="350031"/>
                    </a:cubicBezTo>
                    <a:cubicBezTo>
                      <a:pt x="2316869" y="337649"/>
                      <a:pt x="2332109" y="325266"/>
                      <a:pt x="2348301" y="310979"/>
                    </a:cubicBezTo>
                    <a:cubicBezTo>
                      <a:pt x="2399736" y="264306"/>
                      <a:pt x="2369256" y="202394"/>
                      <a:pt x="2344491" y="152864"/>
                    </a:cubicBezTo>
                    <a:lnTo>
                      <a:pt x="2339729" y="142386"/>
                    </a:lnTo>
                    <a:cubicBezTo>
                      <a:pt x="2327346" y="116669"/>
                      <a:pt x="2329251" y="90951"/>
                      <a:pt x="2331156" y="69044"/>
                    </a:cubicBezTo>
                    <a:cubicBezTo>
                      <a:pt x="2333061" y="48089"/>
                      <a:pt x="2334966" y="28086"/>
                      <a:pt x="2321631" y="14751"/>
                    </a:cubicBezTo>
                    <a:cubicBezTo>
                      <a:pt x="2310201" y="2369"/>
                      <a:pt x="2288294" y="-1441"/>
                      <a:pt x="2253051" y="464"/>
                    </a:cubicBezTo>
                    <a:lnTo>
                      <a:pt x="2253051" y="464"/>
                    </a:lnTo>
                    <a:cubicBezTo>
                      <a:pt x="2253051" y="464"/>
                      <a:pt x="2252099" y="464"/>
                      <a:pt x="2252099" y="464"/>
                    </a:cubicBezTo>
                    <a:cubicBezTo>
                      <a:pt x="2175899" y="5226"/>
                      <a:pt x="2128274" y="68091"/>
                      <a:pt x="2118749" y="177629"/>
                    </a:cubicBezTo>
                    <a:cubicBezTo>
                      <a:pt x="2112081" y="180486"/>
                      <a:pt x="2106366" y="184296"/>
                      <a:pt x="2099699" y="187154"/>
                    </a:cubicBezTo>
                    <a:cubicBezTo>
                      <a:pt x="2052074" y="209061"/>
                      <a:pt x="1995876" y="226206"/>
                      <a:pt x="1943489" y="239541"/>
                    </a:cubicBezTo>
                    <a:lnTo>
                      <a:pt x="1943489" y="239541"/>
                    </a:lnTo>
                    <a:cubicBezTo>
                      <a:pt x="1932059" y="242399"/>
                      <a:pt x="1923486" y="244304"/>
                      <a:pt x="1915866" y="246209"/>
                    </a:cubicBezTo>
                    <a:cubicBezTo>
                      <a:pt x="1915866" y="246209"/>
                      <a:pt x="1915866" y="246209"/>
                      <a:pt x="1914914" y="246209"/>
                    </a:cubicBezTo>
                    <a:lnTo>
                      <a:pt x="1914914" y="246209"/>
                    </a:lnTo>
                    <a:cubicBezTo>
                      <a:pt x="1906341" y="249066"/>
                      <a:pt x="1900626" y="250971"/>
                      <a:pt x="1896816" y="253829"/>
                    </a:cubicBezTo>
                    <a:cubicBezTo>
                      <a:pt x="1866336" y="272879"/>
                      <a:pt x="1887291" y="351936"/>
                      <a:pt x="1896816" y="381464"/>
                    </a:cubicBezTo>
                    <a:cubicBezTo>
                      <a:pt x="1760609" y="478619"/>
                      <a:pt x="1504386" y="540531"/>
                      <a:pt x="1219589" y="540531"/>
                    </a:cubicBezTo>
                    <a:cubicBezTo>
                      <a:pt x="1209111" y="540531"/>
                      <a:pt x="1199586" y="540531"/>
                      <a:pt x="1189109" y="540531"/>
                    </a:cubicBezTo>
                    <a:lnTo>
                      <a:pt x="1189109" y="540531"/>
                    </a:lnTo>
                    <a:cubicBezTo>
                      <a:pt x="1189109" y="540531"/>
                      <a:pt x="1189109" y="540531"/>
                      <a:pt x="1188156" y="540531"/>
                    </a:cubicBezTo>
                    <a:cubicBezTo>
                      <a:pt x="1188156" y="540531"/>
                      <a:pt x="1188156" y="540531"/>
                      <a:pt x="1187204" y="540531"/>
                    </a:cubicBezTo>
                    <a:lnTo>
                      <a:pt x="1187204" y="540531"/>
                    </a:lnTo>
                    <a:cubicBezTo>
                      <a:pt x="1176726" y="540531"/>
                      <a:pt x="1167201" y="540531"/>
                      <a:pt x="1156724" y="540531"/>
                    </a:cubicBezTo>
                    <a:cubicBezTo>
                      <a:pt x="871926" y="540531"/>
                      <a:pt x="615704" y="479571"/>
                      <a:pt x="479496" y="381464"/>
                    </a:cubicBezTo>
                    <a:cubicBezTo>
                      <a:pt x="489021" y="351936"/>
                      <a:pt x="509976" y="272879"/>
                      <a:pt x="479496" y="253829"/>
                    </a:cubicBezTo>
                    <a:cubicBezTo>
                      <a:pt x="475686" y="250971"/>
                      <a:pt x="469019" y="249066"/>
                      <a:pt x="461399" y="246209"/>
                    </a:cubicBezTo>
                    <a:lnTo>
                      <a:pt x="461399" y="246209"/>
                    </a:lnTo>
                    <a:cubicBezTo>
                      <a:pt x="461399" y="246209"/>
                      <a:pt x="461399" y="246209"/>
                      <a:pt x="460446" y="246209"/>
                    </a:cubicBezTo>
                    <a:cubicBezTo>
                      <a:pt x="452826" y="244304"/>
                      <a:pt x="444254" y="241446"/>
                      <a:pt x="432824" y="239541"/>
                    </a:cubicBezTo>
                    <a:lnTo>
                      <a:pt x="432824" y="239541"/>
                    </a:lnTo>
                    <a:cubicBezTo>
                      <a:pt x="379484" y="226206"/>
                      <a:pt x="323286" y="208109"/>
                      <a:pt x="276614" y="187154"/>
                    </a:cubicBezTo>
                    <a:cubicBezTo>
                      <a:pt x="269946" y="184296"/>
                      <a:pt x="263279" y="181439"/>
                      <a:pt x="257564" y="177629"/>
                    </a:cubicBezTo>
                    <a:cubicBezTo>
                      <a:pt x="248039" y="68091"/>
                      <a:pt x="200414" y="6179"/>
                      <a:pt x="124214" y="464"/>
                    </a:cubicBezTo>
                    <a:cubicBezTo>
                      <a:pt x="124214" y="464"/>
                      <a:pt x="123261" y="464"/>
                      <a:pt x="123261" y="464"/>
                    </a:cubicBezTo>
                    <a:lnTo>
                      <a:pt x="123261" y="464"/>
                    </a:lnTo>
                    <a:cubicBezTo>
                      <a:pt x="87066" y="-1441"/>
                      <a:pt x="66111" y="3321"/>
                      <a:pt x="54681" y="14751"/>
                    </a:cubicBezTo>
                    <a:cubicBezTo>
                      <a:pt x="41346" y="28086"/>
                      <a:pt x="43251" y="48089"/>
                      <a:pt x="45156" y="69044"/>
                    </a:cubicBezTo>
                    <a:cubicBezTo>
                      <a:pt x="47061" y="91904"/>
                      <a:pt x="49919" y="116669"/>
                      <a:pt x="36584" y="142386"/>
                    </a:cubicBezTo>
                    <a:lnTo>
                      <a:pt x="31821" y="152864"/>
                    </a:lnTo>
                    <a:cubicBezTo>
                      <a:pt x="7056" y="202394"/>
                      <a:pt x="-23424" y="264306"/>
                      <a:pt x="28011" y="310979"/>
                    </a:cubicBezTo>
                    <a:cubicBezTo>
                      <a:pt x="43251" y="325266"/>
                      <a:pt x="59444" y="338601"/>
                      <a:pt x="76589" y="350031"/>
                    </a:cubicBezTo>
                    <a:cubicBezTo>
                      <a:pt x="69921" y="367176"/>
                      <a:pt x="60396" y="385274"/>
                      <a:pt x="51824" y="401466"/>
                    </a:cubicBezTo>
                    <a:cubicBezTo>
                      <a:pt x="36584" y="430041"/>
                      <a:pt x="21344" y="460521"/>
                      <a:pt x="13724" y="493859"/>
                    </a:cubicBezTo>
                    <a:cubicBezTo>
                      <a:pt x="10866" y="506241"/>
                      <a:pt x="4199" y="609111"/>
                      <a:pt x="25154" y="616731"/>
                    </a:cubicBezTo>
                    <a:cubicBezTo>
                      <a:pt x="28964" y="617684"/>
                      <a:pt x="36584" y="618636"/>
                      <a:pt x="42299" y="606254"/>
                    </a:cubicBezTo>
                    <a:cubicBezTo>
                      <a:pt x="64206" y="562439"/>
                      <a:pt x="100401" y="516719"/>
                      <a:pt x="123261" y="515766"/>
                    </a:cubicBezTo>
                    <a:cubicBezTo>
                      <a:pt x="127071" y="515766"/>
                      <a:pt x="133739" y="516719"/>
                      <a:pt x="140406" y="526244"/>
                    </a:cubicBezTo>
                    <a:cubicBezTo>
                      <a:pt x="146121" y="534816"/>
                      <a:pt x="150884" y="548151"/>
                      <a:pt x="155646" y="557676"/>
                    </a:cubicBezTo>
                    <a:cubicBezTo>
                      <a:pt x="162314" y="573869"/>
                      <a:pt x="165171" y="581489"/>
                      <a:pt x="173744" y="579584"/>
                    </a:cubicBezTo>
                    <a:cubicBezTo>
                      <a:pt x="182316" y="577679"/>
                      <a:pt x="182316" y="568154"/>
                      <a:pt x="182316" y="560534"/>
                    </a:cubicBezTo>
                    <a:cubicBezTo>
                      <a:pt x="182316" y="511004"/>
                      <a:pt x="196604" y="463379"/>
                      <a:pt x="211844" y="419564"/>
                    </a:cubicBezTo>
                    <a:cubicBezTo>
                      <a:pt x="247086" y="432899"/>
                      <a:pt x="281376" y="442424"/>
                      <a:pt x="315666" y="451949"/>
                    </a:cubicBezTo>
                    <a:cubicBezTo>
                      <a:pt x="316619" y="451949"/>
                      <a:pt x="317571" y="452901"/>
                      <a:pt x="318524" y="452901"/>
                    </a:cubicBezTo>
                    <a:lnTo>
                      <a:pt x="315666" y="455759"/>
                    </a:lnTo>
                    <a:cubicBezTo>
                      <a:pt x="305189" y="467189"/>
                      <a:pt x="289949" y="481476"/>
                      <a:pt x="289949" y="481476"/>
                    </a:cubicBezTo>
                    <a:cubicBezTo>
                      <a:pt x="279471" y="492906"/>
                      <a:pt x="273756" y="507194"/>
                      <a:pt x="275661" y="520529"/>
                    </a:cubicBezTo>
                    <a:cubicBezTo>
                      <a:pt x="276614" y="533864"/>
                      <a:pt x="284234" y="545294"/>
                      <a:pt x="296616" y="553866"/>
                    </a:cubicBezTo>
                    <a:cubicBezTo>
                      <a:pt x="492831" y="693884"/>
                      <a:pt x="814776" y="776751"/>
                      <a:pt x="1157676" y="776751"/>
                    </a:cubicBezTo>
                    <a:cubicBezTo>
                      <a:pt x="1167201" y="776751"/>
                      <a:pt x="1177679" y="776751"/>
                      <a:pt x="1189109" y="776751"/>
                    </a:cubicBezTo>
                    <a:cubicBezTo>
                      <a:pt x="1199586" y="776751"/>
                      <a:pt x="1210064" y="776751"/>
                      <a:pt x="1220541" y="776751"/>
                    </a:cubicBezTo>
                    <a:cubicBezTo>
                      <a:pt x="1563441" y="776751"/>
                      <a:pt x="1885386" y="692931"/>
                      <a:pt x="2081601" y="553866"/>
                    </a:cubicBezTo>
                    <a:cubicBezTo>
                      <a:pt x="2093984" y="545294"/>
                      <a:pt x="2100651" y="532911"/>
                      <a:pt x="2102556" y="520529"/>
                    </a:cubicBezTo>
                    <a:cubicBezTo>
                      <a:pt x="2103509" y="507194"/>
                      <a:pt x="2098746" y="492906"/>
                      <a:pt x="2088269" y="481476"/>
                    </a:cubicBezTo>
                    <a:cubicBezTo>
                      <a:pt x="2088269" y="481476"/>
                      <a:pt x="2073029" y="467189"/>
                      <a:pt x="2062551" y="455759"/>
                    </a:cubicBezTo>
                    <a:lnTo>
                      <a:pt x="2059694" y="452901"/>
                    </a:lnTo>
                    <a:cubicBezTo>
                      <a:pt x="2060646" y="452901"/>
                      <a:pt x="2061599" y="451949"/>
                      <a:pt x="2062551" y="451949"/>
                    </a:cubicBezTo>
                    <a:cubicBezTo>
                      <a:pt x="2096841" y="442424"/>
                      <a:pt x="2132084" y="431946"/>
                      <a:pt x="2166374" y="419564"/>
                    </a:cubicBezTo>
                    <a:cubicBezTo>
                      <a:pt x="2181614" y="463379"/>
                      <a:pt x="2195901" y="511004"/>
                      <a:pt x="2195901" y="560534"/>
                    </a:cubicBezTo>
                    <a:cubicBezTo>
                      <a:pt x="2195901" y="568154"/>
                      <a:pt x="2195901" y="577679"/>
                      <a:pt x="2204474" y="579584"/>
                    </a:cubicBezTo>
                    <a:cubicBezTo>
                      <a:pt x="2213046" y="581489"/>
                      <a:pt x="2215904" y="573869"/>
                      <a:pt x="2222571" y="557676"/>
                    </a:cubicBezTo>
                    <a:cubicBezTo>
                      <a:pt x="2226381" y="547199"/>
                      <a:pt x="2232096" y="534816"/>
                      <a:pt x="2237811" y="526244"/>
                    </a:cubicBezTo>
                    <a:cubicBezTo>
                      <a:pt x="2244479" y="516719"/>
                      <a:pt x="2250194" y="515766"/>
                      <a:pt x="2254956" y="515766"/>
                    </a:cubicBezTo>
                    <a:cubicBezTo>
                      <a:pt x="2277816" y="516719"/>
                      <a:pt x="2314011" y="563391"/>
                      <a:pt x="2335919" y="606254"/>
                    </a:cubicBezTo>
                    <a:cubicBezTo>
                      <a:pt x="2341634" y="618636"/>
                      <a:pt x="2349254" y="617684"/>
                      <a:pt x="2353064" y="616731"/>
                    </a:cubicBezTo>
                    <a:cubicBezTo>
                      <a:pt x="2374019" y="609111"/>
                      <a:pt x="2367351" y="506241"/>
                      <a:pt x="2364494" y="493859"/>
                    </a:cubicBezTo>
                    <a:cubicBezTo>
                      <a:pt x="2354969" y="459569"/>
                      <a:pt x="2339729" y="430041"/>
                      <a:pt x="2324489" y="401466"/>
                    </a:cubicBezTo>
                    <a:close/>
                    <a:moveTo>
                      <a:pt x="165171" y="538626"/>
                    </a:moveTo>
                    <a:cubicBezTo>
                      <a:pt x="162314" y="531006"/>
                      <a:pt x="158504" y="523386"/>
                      <a:pt x="153741" y="516719"/>
                    </a:cubicBezTo>
                    <a:cubicBezTo>
                      <a:pt x="143264" y="500526"/>
                      <a:pt x="130881" y="497669"/>
                      <a:pt x="121356" y="498621"/>
                    </a:cubicBezTo>
                    <a:cubicBezTo>
                      <a:pt x="87066" y="500526"/>
                      <a:pt x="48966" y="554819"/>
                      <a:pt x="29916" y="591966"/>
                    </a:cubicBezTo>
                    <a:cubicBezTo>
                      <a:pt x="26106" y="568154"/>
                      <a:pt x="26106" y="515766"/>
                      <a:pt x="29916" y="497669"/>
                    </a:cubicBezTo>
                    <a:cubicBezTo>
                      <a:pt x="37536" y="466236"/>
                      <a:pt x="51824" y="437661"/>
                      <a:pt x="67064" y="409086"/>
                    </a:cubicBezTo>
                    <a:cubicBezTo>
                      <a:pt x="75636" y="392894"/>
                      <a:pt x="84209" y="376701"/>
                      <a:pt x="90876" y="359556"/>
                    </a:cubicBezTo>
                    <a:cubicBezTo>
                      <a:pt x="122309" y="380511"/>
                      <a:pt x="156599" y="398609"/>
                      <a:pt x="194699" y="413849"/>
                    </a:cubicBezTo>
                    <a:cubicBezTo>
                      <a:pt x="181364" y="452901"/>
                      <a:pt x="168029" y="494811"/>
                      <a:pt x="165171" y="538626"/>
                    </a:cubicBezTo>
                    <a:close/>
                    <a:moveTo>
                      <a:pt x="103259" y="26181"/>
                    </a:moveTo>
                    <a:cubicBezTo>
                      <a:pt x="104211" y="23324"/>
                      <a:pt x="105164" y="16656"/>
                      <a:pt x="123261" y="16656"/>
                    </a:cubicBezTo>
                    <a:cubicBezTo>
                      <a:pt x="203271" y="22371"/>
                      <a:pt x="230894" y="97619"/>
                      <a:pt x="239466" y="166199"/>
                    </a:cubicBezTo>
                    <a:cubicBezTo>
                      <a:pt x="148979" y="115716"/>
                      <a:pt x="97544" y="50946"/>
                      <a:pt x="103259" y="26181"/>
                    </a:cubicBezTo>
                    <a:close/>
                    <a:moveTo>
                      <a:pt x="469019" y="345269"/>
                    </a:moveTo>
                    <a:cubicBezTo>
                      <a:pt x="467114" y="351936"/>
                      <a:pt x="465209" y="357651"/>
                      <a:pt x="464256" y="364319"/>
                    </a:cubicBezTo>
                    <a:cubicBezTo>
                      <a:pt x="462351" y="363366"/>
                      <a:pt x="461399" y="362414"/>
                      <a:pt x="459494" y="360509"/>
                    </a:cubicBezTo>
                    <a:cubicBezTo>
                      <a:pt x="441396" y="346221"/>
                      <a:pt x="431871" y="336696"/>
                      <a:pt x="435681" y="324314"/>
                    </a:cubicBezTo>
                    <a:cubicBezTo>
                      <a:pt x="438539" y="314789"/>
                      <a:pt x="444254" y="312884"/>
                      <a:pt x="452826" y="312884"/>
                    </a:cubicBezTo>
                    <a:cubicBezTo>
                      <a:pt x="456636" y="312884"/>
                      <a:pt x="460446" y="312884"/>
                      <a:pt x="465209" y="313836"/>
                    </a:cubicBezTo>
                    <a:cubicBezTo>
                      <a:pt x="469019" y="313836"/>
                      <a:pt x="471876" y="314789"/>
                      <a:pt x="475686" y="314789"/>
                    </a:cubicBezTo>
                    <a:moveTo>
                      <a:pt x="565221" y="589109"/>
                    </a:moveTo>
                    <a:cubicBezTo>
                      <a:pt x="560459" y="578631"/>
                      <a:pt x="559506" y="571011"/>
                      <a:pt x="561411" y="565296"/>
                    </a:cubicBezTo>
                    <a:cubicBezTo>
                      <a:pt x="561411" y="564344"/>
                      <a:pt x="563316" y="563391"/>
                      <a:pt x="564269" y="563391"/>
                    </a:cubicBezTo>
                    <a:cubicBezTo>
                      <a:pt x="566174" y="563391"/>
                      <a:pt x="568079" y="563391"/>
                      <a:pt x="569984" y="563391"/>
                    </a:cubicBezTo>
                    <a:lnTo>
                      <a:pt x="580461" y="567201"/>
                    </a:lnTo>
                    <a:lnTo>
                      <a:pt x="591891" y="531959"/>
                    </a:lnTo>
                    <a:lnTo>
                      <a:pt x="572841" y="525291"/>
                    </a:lnTo>
                    <a:lnTo>
                      <a:pt x="572841" y="526244"/>
                    </a:lnTo>
                    <a:lnTo>
                      <a:pt x="553791" y="518624"/>
                    </a:lnTo>
                    <a:lnTo>
                      <a:pt x="512834" y="615779"/>
                    </a:lnTo>
                    <a:lnTo>
                      <a:pt x="499499" y="597681"/>
                    </a:lnTo>
                    <a:lnTo>
                      <a:pt x="513786" y="564344"/>
                    </a:lnTo>
                    <a:cubicBezTo>
                      <a:pt x="511881" y="565296"/>
                      <a:pt x="509976" y="566249"/>
                      <a:pt x="507119" y="566249"/>
                    </a:cubicBezTo>
                    <a:cubicBezTo>
                      <a:pt x="505214" y="566249"/>
                      <a:pt x="503309" y="566249"/>
                      <a:pt x="501404" y="565296"/>
                    </a:cubicBezTo>
                    <a:cubicBezTo>
                      <a:pt x="499499" y="564344"/>
                      <a:pt x="498546" y="563391"/>
                      <a:pt x="496641" y="561486"/>
                    </a:cubicBezTo>
                    <a:cubicBezTo>
                      <a:pt x="494736" y="559581"/>
                      <a:pt x="492831" y="557676"/>
                      <a:pt x="491879" y="554819"/>
                    </a:cubicBezTo>
                    <a:cubicBezTo>
                      <a:pt x="491879" y="558629"/>
                      <a:pt x="490926" y="561486"/>
                      <a:pt x="489974" y="564344"/>
                    </a:cubicBezTo>
                    <a:cubicBezTo>
                      <a:pt x="487116" y="571011"/>
                      <a:pt x="482354" y="575774"/>
                      <a:pt x="475686" y="577679"/>
                    </a:cubicBezTo>
                    <a:cubicBezTo>
                      <a:pt x="469019" y="580536"/>
                      <a:pt x="463304" y="580536"/>
                      <a:pt x="456636" y="577679"/>
                    </a:cubicBezTo>
                    <a:cubicBezTo>
                      <a:pt x="447111" y="573869"/>
                      <a:pt x="440444" y="565296"/>
                      <a:pt x="435681" y="551961"/>
                    </a:cubicBezTo>
                    <a:cubicBezTo>
                      <a:pt x="430919" y="538626"/>
                      <a:pt x="429014" y="522434"/>
                      <a:pt x="429966" y="504336"/>
                    </a:cubicBezTo>
                    <a:lnTo>
                      <a:pt x="436634" y="503384"/>
                    </a:lnTo>
                    <a:cubicBezTo>
                      <a:pt x="435681" y="515766"/>
                      <a:pt x="438539" y="527196"/>
                      <a:pt x="442349" y="536721"/>
                    </a:cubicBezTo>
                    <a:cubicBezTo>
                      <a:pt x="446159" y="546246"/>
                      <a:pt x="452826" y="552914"/>
                      <a:pt x="460446" y="555771"/>
                    </a:cubicBezTo>
                    <a:cubicBezTo>
                      <a:pt x="465209" y="557676"/>
                      <a:pt x="469019" y="557676"/>
                      <a:pt x="473781" y="556724"/>
                    </a:cubicBezTo>
                    <a:cubicBezTo>
                      <a:pt x="478544" y="554819"/>
                      <a:pt x="481401" y="551961"/>
                      <a:pt x="483306" y="548151"/>
                    </a:cubicBezTo>
                    <a:cubicBezTo>
                      <a:pt x="484259" y="546246"/>
                      <a:pt x="484259" y="543389"/>
                      <a:pt x="484259" y="540531"/>
                    </a:cubicBezTo>
                    <a:cubicBezTo>
                      <a:pt x="484259" y="537674"/>
                      <a:pt x="483306" y="534816"/>
                      <a:pt x="482354" y="532911"/>
                    </a:cubicBezTo>
                    <a:cubicBezTo>
                      <a:pt x="476639" y="533864"/>
                      <a:pt x="469019" y="532911"/>
                      <a:pt x="459494" y="531006"/>
                    </a:cubicBezTo>
                    <a:lnTo>
                      <a:pt x="457589" y="511004"/>
                    </a:lnTo>
                    <a:cubicBezTo>
                      <a:pt x="465209" y="513861"/>
                      <a:pt x="472829" y="514814"/>
                      <a:pt x="480449" y="513861"/>
                    </a:cubicBezTo>
                    <a:cubicBezTo>
                      <a:pt x="487116" y="512909"/>
                      <a:pt x="491879" y="509099"/>
                      <a:pt x="494736" y="504336"/>
                    </a:cubicBezTo>
                    <a:cubicBezTo>
                      <a:pt x="495689" y="501479"/>
                      <a:pt x="495689" y="499574"/>
                      <a:pt x="494736" y="496716"/>
                    </a:cubicBezTo>
                    <a:cubicBezTo>
                      <a:pt x="493784" y="493859"/>
                      <a:pt x="491879" y="492906"/>
                      <a:pt x="489974" y="491954"/>
                    </a:cubicBezTo>
                    <a:cubicBezTo>
                      <a:pt x="484259" y="490049"/>
                      <a:pt x="478544" y="488144"/>
                      <a:pt x="472829" y="488144"/>
                    </a:cubicBezTo>
                    <a:cubicBezTo>
                      <a:pt x="467114" y="488144"/>
                      <a:pt x="461399" y="489096"/>
                      <a:pt x="456636" y="491954"/>
                    </a:cubicBezTo>
                    <a:lnTo>
                      <a:pt x="451874" y="471951"/>
                    </a:lnTo>
                    <a:cubicBezTo>
                      <a:pt x="456636" y="470046"/>
                      <a:pt x="462351" y="469094"/>
                      <a:pt x="468066" y="469094"/>
                    </a:cubicBezTo>
                    <a:cubicBezTo>
                      <a:pt x="473781" y="469094"/>
                      <a:pt x="479496" y="470999"/>
                      <a:pt x="486164" y="472904"/>
                    </a:cubicBezTo>
                    <a:cubicBezTo>
                      <a:pt x="491879" y="475761"/>
                      <a:pt x="497594" y="482429"/>
                      <a:pt x="501404" y="493859"/>
                    </a:cubicBezTo>
                    <a:cubicBezTo>
                      <a:pt x="505214" y="505289"/>
                      <a:pt x="506166" y="513861"/>
                      <a:pt x="504261" y="519576"/>
                    </a:cubicBezTo>
                    <a:cubicBezTo>
                      <a:pt x="503309" y="522434"/>
                      <a:pt x="501404" y="525291"/>
                      <a:pt x="498546" y="527196"/>
                    </a:cubicBezTo>
                    <a:cubicBezTo>
                      <a:pt x="495689" y="529101"/>
                      <a:pt x="492831" y="531006"/>
                      <a:pt x="489021" y="531959"/>
                    </a:cubicBezTo>
                    <a:cubicBezTo>
                      <a:pt x="490926" y="534816"/>
                      <a:pt x="491879" y="538626"/>
                      <a:pt x="492831" y="544341"/>
                    </a:cubicBezTo>
                    <a:cubicBezTo>
                      <a:pt x="494736" y="546246"/>
                      <a:pt x="497594" y="548151"/>
                      <a:pt x="500451" y="549104"/>
                    </a:cubicBezTo>
                    <a:cubicBezTo>
                      <a:pt x="504261" y="551009"/>
                      <a:pt x="508071" y="551009"/>
                      <a:pt x="511881" y="551009"/>
                    </a:cubicBezTo>
                    <a:cubicBezTo>
                      <a:pt x="515691" y="550056"/>
                      <a:pt x="519501" y="549104"/>
                      <a:pt x="522359" y="546246"/>
                    </a:cubicBezTo>
                    <a:lnTo>
                      <a:pt x="536646" y="511004"/>
                    </a:lnTo>
                    <a:lnTo>
                      <a:pt x="521406" y="504336"/>
                    </a:lnTo>
                    <a:lnTo>
                      <a:pt x="515691" y="486239"/>
                    </a:lnTo>
                    <a:lnTo>
                      <a:pt x="568079" y="508146"/>
                    </a:lnTo>
                    <a:lnTo>
                      <a:pt x="675711" y="544341"/>
                    </a:lnTo>
                    <a:lnTo>
                      <a:pt x="675711" y="545294"/>
                    </a:lnTo>
                    <a:lnTo>
                      <a:pt x="782391" y="573869"/>
                    </a:lnTo>
                    <a:lnTo>
                      <a:pt x="789059" y="590061"/>
                    </a:lnTo>
                    <a:lnTo>
                      <a:pt x="769056" y="585299"/>
                    </a:lnTo>
                    <a:lnTo>
                      <a:pt x="742386" y="686264"/>
                    </a:lnTo>
                    <a:lnTo>
                      <a:pt x="727146" y="670071"/>
                    </a:lnTo>
                    <a:lnTo>
                      <a:pt x="741434" y="616731"/>
                    </a:lnTo>
                    <a:lnTo>
                      <a:pt x="706191" y="607206"/>
                    </a:lnTo>
                    <a:cubicBezTo>
                      <a:pt x="703334" y="606254"/>
                      <a:pt x="700476" y="607206"/>
                      <a:pt x="697619" y="609111"/>
                    </a:cubicBezTo>
                    <a:cubicBezTo>
                      <a:pt x="694761" y="611969"/>
                      <a:pt x="692856" y="614826"/>
                      <a:pt x="691904" y="619589"/>
                    </a:cubicBezTo>
                    <a:cubicBezTo>
                      <a:pt x="689999" y="627209"/>
                      <a:pt x="689999" y="634829"/>
                      <a:pt x="691904" y="643401"/>
                    </a:cubicBezTo>
                    <a:cubicBezTo>
                      <a:pt x="693809" y="651974"/>
                      <a:pt x="697619" y="659594"/>
                      <a:pt x="702381" y="667214"/>
                    </a:cubicBezTo>
                    <a:lnTo>
                      <a:pt x="693809" y="671024"/>
                    </a:lnTo>
                    <a:cubicBezTo>
                      <a:pt x="686189" y="656736"/>
                      <a:pt x="680474" y="644354"/>
                      <a:pt x="677616" y="633876"/>
                    </a:cubicBezTo>
                    <a:cubicBezTo>
                      <a:pt x="673806" y="623399"/>
                      <a:pt x="673806" y="613874"/>
                      <a:pt x="674759" y="608159"/>
                    </a:cubicBezTo>
                    <a:cubicBezTo>
                      <a:pt x="676664" y="601491"/>
                      <a:pt x="680474" y="596729"/>
                      <a:pt x="685236" y="592919"/>
                    </a:cubicBezTo>
                    <a:cubicBezTo>
                      <a:pt x="690951" y="589109"/>
                      <a:pt x="695714" y="588156"/>
                      <a:pt x="701429" y="590061"/>
                    </a:cubicBezTo>
                    <a:lnTo>
                      <a:pt x="745244" y="601491"/>
                    </a:lnTo>
                    <a:lnTo>
                      <a:pt x="750959" y="580536"/>
                    </a:lnTo>
                    <a:lnTo>
                      <a:pt x="681426" y="562439"/>
                    </a:lnTo>
                    <a:lnTo>
                      <a:pt x="681426" y="562439"/>
                    </a:lnTo>
                    <a:lnTo>
                      <a:pt x="678569" y="561486"/>
                    </a:lnTo>
                    <a:lnTo>
                      <a:pt x="677616" y="561486"/>
                    </a:lnTo>
                    <a:lnTo>
                      <a:pt x="677616" y="561486"/>
                    </a:lnTo>
                    <a:lnTo>
                      <a:pt x="662376" y="556724"/>
                    </a:lnTo>
                    <a:lnTo>
                      <a:pt x="632849" y="645306"/>
                    </a:lnTo>
                    <a:lnTo>
                      <a:pt x="634754" y="646259"/>
                    </a:lnTo>
                    <a:lnTo>
                      <a:pt x="640469" y="661499"/>
                    </a:lnTo>
                    <a:lnTo>
                      <a:pt x="623324" y="656736"/>
                    </a:lnTo>
                    <a:cubicBezTo>
                      <a:pt x="619514" y="655784"/>
                      <a:pt x="614751" y="655784"/>
                      <a:pt x="610941" y="658641"/>
                    </a:cubicBezTo>
                    <a:cubicBezTo>
                      <a:pt x="607131" y="661499"/>
                      <a:pt x="604274" y="665309"/>
                      <a:pt x="603321" y="670071"/>
                    </a:cubicBezTo>
                    <a:cubicBezTo>
                      <a:pt x="602369" y="672929"/>
                      <a:pt x="602369" y="675786"/>
                      <a:pt x="604274" y="679596"/>
                    </a:cubicBezTo>
                    <a:cubicBezTo>
                      <a:pt x="606179" y="682454"/>
                      <a:pt x="608084" y="684359"/>
                      <a:pt x="610941" y="685311"/>
                    </a:cubicBezTo>
                    <a:cubicBezTo>
                      <a:pt x="615704" y="686264"/>
                      <a:pt x="620466" y="687216"/>
                      <a:pt x="625229" y="686264"/>
                    </a:cubicBezTo>
                    <a:cubicBezTo>
                      <a:pt x="630944" y="685311"/>
                      <a:pt x="635706" y="684359"/>
                      <a:pt x="640469" y="681501"/>
                    </a:cubicBezTo>
                    <a:lnTo>
                      <a:pt x="647136" y="698646"/>
                    </a:lnTo>
                    <a:cubicBezTo>
                      <a:pt x="642374" y="700551"/>
                      <a:pt x="637611" y="701504"/>
                      <a:pt x="631896" y="701504"/>
                    </a:cubicBezTo>
                    <a:cubicBezTo>
                      <a:pt x="626181" y="701504"/>
                      <a:pt x="620466" y="700551"/>
                      <a:pt x="613799" y="698646"/>
                    </a:cubicBezTo>
                    <a:cubicBezTo>
                      <a:pt x="607131" y="696741"/>
                      <a:pt x="602369" y="691026"/>
                      <a:pt x="598559" y="681501"/>
                    </a:cubicBezTo>
                    <a:cubicBezTo>
                      <a:pt x="594749" y="671976"/>
                      <a:pt x="593796" y="663404"/>
                      <a:pt x="595701" y="655784"/>
                    </a:cubicBezTo>
                    <a:cubicBezTo>
                      <a:pt x="597606" y="650069"/>
                      <a:pt x="600464" y="646259"/>
                      <a:pt x="606179" y="643401"/>
                    </a:cubicBezTo>
                    <a:cubicBezTo>
                      <a:pt x="609036" y="641496"/>
                      <a:pt x="612846" y="641496"/>
                      <a:pt x="616656" y="641496"/>
                    </a:cubicBezTo>
                    <a:lnTo>
                      <a:pt x="613799" y="638639"/>
                    </a:lnTo>
                    <a:lnTo>
                      <a:pt x="626181" y="601491"/>
                    </a:lnTo>
                    <a:lnTo>
                      <a:pt x="591891" y="590061"/>
                    </a:lnTo>
                    <a:lnTo>
                      <a:pt x="588081" y="601491"/>
                    </a:lnTo>
                    <a:cubicBezTo>
                      <a:pt x="587129" y="604349"/>
                      <a:pt x="586176" y="606254"/>
                      <a:pt x="584271" y="607206"/>
                    </a:cubicBezTo>
                    <a:cubicBezTo>
                      <a:pt x="582366" y="608159"/>
                      <a:pt x="580461" y="609111"/>
                      <a:pt x="578556" y="608159"/>
                    </a:cubicBezTo>
                    <a:moveTo>
                      <a:pt x="1193871" y="634829"/>
                    </a:moveTo>
                    <a:lnTo>
                      <a:pt x="1191966" y="739604"/>
                    </a:lnTo>
                    <a:lnTo>
                      <a:pt x="1172916" y="727221"/>
                    </a:lnTo>
                    <a:lnTo>
                      <a:pt x="1172916" y="703409"/>
                    </a:lnTo>
                    <a:cubicBezTo>
                      <a:pt x="1168154" y="707219"/>
                      <a:pt x="1163391" y="710076"/>
                      <a:pt x="1158629" y="711981"/>
                    </a:cubicBezTo>
                    <a:cubicBezTo>
                      <a:pt x="1153866" y="713886"/>
                      <a:pt x="1149104" y="714839"/>
                      <a:pt x="1144341" y="714839"/>
                    </a:cubicBezTo>
                    <a:cubicBezTo>
                      <a:pt x="1135769" y="714839"/>
                      <a:pt x="1126244" y="710076"/>
                      <a:pt x="1117671" y="701504"/>
                    </a:cubicBezTo>
                    <a:cubicBezTo>
                      <a:pt x="1109099" y="692931"/>
                      <a:pt x="1104336" y="684359"/>
                      <a:pt x="1104336" y="676739"/>
                    </a:cubicBezTo>
                    <a:cubicBezTo>
                      <a:pt x="1104336" y="670071"/>
                      <a:pt x="1107194" y="664356"/>
                      <a:pt x="1112909" y="659594"/>
                    </a:cubicBezTo>
                    <a:cubicBezTo>
                      <a:pt x="1118624" y="654831"/>
                      <a:pt x="1126244" y="652926"/>
                      <a:pt x="1133864" y="652926"/>
                    </a:cubicBezTo>
                    <a:cubicBezTo>
                      <a:pt x="1141484" y="652926"/>
                      <a:pt x="1148151" y="654831"/>
                      <a:pt x="1154819" y="659594"/>
                    </a:cubicBezTo>
                    <a:cubicBezTo>
                      <a:pt x="1161486" y="663404"/>
                      <a:pt x="1167201" y="669119"/>
                      <a:pt x="1172916" y="676739"/>
                    </a:cubicBezTo>
                    <a:lnTo>
                      <a:pt x="1173869" y="634829"/>
                    </a:lnTo>
                    <a:lnTo>
                      <a:pt x="1095764" y="632924"/>
                    </a:lnTo>
                    <a:lnTo>
                      <a:pt x="1095764" y="631971"/>
                    </a:lnTo>
                    <a:lnTo>
                      <a:pt x="1070999" y="630066"/>
                    </a:lnTo>
                    <a:cubicBezTo>
                      <a:pt x="1076714" y="634829"/>
                      <a:pt x="1080524" y="639591"/>
                      <a:pt x="1083381" y="646259"/>
                    </a:cubicBezTo>
                    <a:cubicBezTo>
                      <a:pt x="1086239" y="652926"/>
                      <a:pt x="1088144" y="658641"/>
                      <a:pt x="1087191" y="665309"/>
                    </a:cubicBezTo>
                    <a:cubicBezTo>
                      <a:pt x="1086239" y="672929"/>
                      <a:pt x="1083381" y="680549"/>
                      <a:pt x="1077666" y="688169"/>
                    </a:cubicBezTo>
                    <a:cubicBezTo>
                      <a:pt x="1071951" y="694836"/>
                      <a:pt x="1065284" y="700551"/>
                      <a:pt x="1056711" y="705314"/>
                    </a:cubicBezTo>
                    <a:lnTo>
                      <a:pt x="1079571" y="735794"/>
                    </a:lnTo>
                    <a:lnTo>
                      <a:pt x="1069094" y="743414"/>
                    </a:lnTo>
                    <a:lnTo>
                      <a:pt x="1049091" y="708171"/>
                    </a:lnTo>
                    <a:cubicBezTo>
                      <a:pt x="1048139" y="709124"/>
                      <a:pt x="1047186" y="709124"/>
                      <a:pt x="1045281" y="709124"/>
                    </a:cubicBezTo>
                    <a:cubicBezTo>
                      <a:pt x="1044329" y="709124"/>
                      <a:pt x="1042424" y="709124"/>
                      <a:pt x="1040519" y="709124"/>
                    </a:cubicBezTo>
                    <a:cubicBezTo>
                      <a:pt x="1036709" y="709124"/>
                      <a:pt x="1031946" y="706266"/>
                      <a:pt x="1028136" y="701504"/>
                    </a:cubicBezTo>
                    <a:cubicBezTo>
                      <a:pt x="1024326" y="696741"/>
                      <a:pt x="1022421" y="691979"/>
                      <a:pt x="1022421" y="688169"/>
                    </a:cubicBezTo>
                    <a:cubicBezTo>
                      <a:pt x="1022421" y="685311"/>
                      <a:pt x="1023374" y="682454"/>
                      <a:pt x="1026231" y="680549"/>
                    </a:cubicBezTo>
                    <a:cubicBezTo>
                      <a:pt x="1028136" y="678644"/>
                      <a:pt x="1030041" y="677691"/>
                      <a:pt x="1032899" y="677691"/>
                    </a:cubicBezTo>
                    <a:cubicBezTo>
                      <a:pt x="1035756" y="677691"/>
                      <a:pt x="1038614" y="678644"/>
                      <a:pt x="1041471" y="680549"/>
                    </a:cubicBezTo>
                    <a:cubicBezTo>
                      <a:pt x="1044329" y="682454"/>
                      <a:pt x="1046234" y="685311"/>
                      <a:pt x="1048139" y="688169"/>
                    </a:cubicBezTo>
                    <a:cubicBezTo>
                      <a:pt x="1050996" y="687216"/>
                      <a:pt x="1054806" y="685311"/>
                      <a:pt x="1057664" y="682454"/>
                    </a:cubicBezTo>
                    <a:cubicBezTo>
                      <a:pt x="1060521" y="679596"/>
                      <a:pt x="1063379" y="675786"/>
                      <a:pt x="1066236" y="671976"/>
                    </a:cubicBezTo>
                    <a:cubicBezTo>
                      <a:pt x="1053854" y="670071"/>
                      <a:pt x="1045281" y="665309"/>
                      <a:pt x="1038614" y="659594"/>
                    </a:cubicBezTo>
                    <a:cubicBezTo>
                      <a:pt x="1031946" y="652926"/>
                      <a:pt x="1028136" y="646259"/>
                      <a:pt x="1029089" y="638639"/>
                    </a:cubicBezTo>
                    <a:cubicBezTo>
                      <a:pt x="1029089" y="636734"/>
                      <a:pt x="1030041" y="634829"/>
                      <a:pt x="1030994" y="632924"/>
                    </a:cubicBezTo>
                    <a:cubicBezTo>
                      <a:pt x="1031946" y="631019"/>
                      <a:pt x="1033851" y="630066"/>
                      <a:pt x="1035756" y="628161"/>
                    </a:cubicBezTo>
                    <a:lnTo>
                      <a:pt x="1023374" y="627209"/>
                    </a:lnTo>
                    <a:lnTo>
                      <a:pt x="1023374" y="628161"/>
                    </a:lnTo>
                    <a:lnTo>
                      <a:pt x="1003371" y="625304"/>
                    </a:lnTo>
                    <a:lnTo>
                      <a:pt x="990036" y="729126"/>
                    </a:lnTo>
                    <a:lnTo>
                      <a:pt x="972891" y="714839"/>
                    </a:lnTo>
                    <a:lnTo>
                      <a:pt x="975749" y="691026"/>
                    </a:lnTo>
                    <a:cubicBezTo>
                      <a:pt x="970986" y="693884"/>
                      <a:pt x="966224" y="696741"/>
                      <a:pt x="960509" y="697694"/>
                    </a:cubicBezTo>
                    <a:cubicBezTo>
                      <a:pt x="955746" y="699599"/>
                      <a:pt x="950031" y="699599"/>
                      <a:pt x="946221" y="699599"/>
                    </a:cubicBezTo>
                    <a:cubicBezTo>
                      <a:pt x="937649" y="698646"/>
                      <a:pt x="929076" y="692931"/>
                      <a:pt x="921456" y="683406"/>
                    </a:cubicBezTo>
                    <a:cubicBezTo>
                      <a:pt x="913836" y="673881"/>
                      <a:pt x="910026" y="665309"/>
                      <a:pt x="910979" y="657689"/>
                    </a:cubicBezTo>
                    <a:cubicBezTo>
                      <a:pt x="911931" y="651021"/>
                      <a:pt x="915741" y="645306"/>
                      <a:pt x="921456" y="641496"/>
                    </a:cubicBezTo>
                    <a:cubicBezTo>
                      <a:pt x="928124" y="637686"/>
                      <a:pt x="935744" y="635781"/>
                      <a:pt x="943364" y="636734"/>
                    </a:cubicBezTo>
                    <a:cubicBezTo>
                      <a:pt x="950984" y="637686"/>
                      <a:pt x="957651" y="640544"/>
                      <a:pt x="963366" y="645306"/>
                    </a:cubicBezTo>
                    <a:cubicBezTo>
                      <a:pt x="970034" y="650069"/>
                      <a:pt x="974796" y="656736"/>
                      <a:pt x="979559" y="664356"/>
                    </a:cubicBezTo>
                    <a:lnTo>
                      <a:pt x="985274" y="623399"/>
                    </a:lnTo>
                    <a:lnTo>
                      <a:pt x="908121" y="613874"/>
                    </a:lnTo>
                    <a:lnTo>
                      <a:pt x="907169" y="612921"/>
                    </a:lnTo>
                    <a:lnTo>
                      <a:pt x="893834" y="610064"/>
                    </a:lnTo>
                    <a:lnTo>
                      <a:pt x="875736" y="712934"/>
                    </a:lnTo>
                    <a:lnTo>
                      <a:pt x="858591" y="697694"/>
                    </a:lnTo>
                    <a:lnTo>
                      <a:pt x="874784" y="606254"/>
                    </a:lnTo>
                    <a:lnTo>
                      <a:pt x="855734" y="603396"/>
                    </a:lnTo>
                    <a:lnTo>
                      <a:pt x="848114" y="587204"/>
                    </a:lnTo>
                    <a:lnTo>
                      <a:pt x="883356" y="593871"/>
                    </a:lnTo>
                    <a:cubicBezTo>
                      <a:pt x="881451" y="588156"/>
                      <a:pt x="880499" y="583394"/>
                      <a:pt x="879546" y="580536"/>
                    </a:cubicBezTo>
                    <a:cubicBezTo>
                      <a:pt x="878594" y="576726"/>
                      <a:pt x="878594" y="573869"/>
                      <a:pt x="878594" y="571011"/>
                    </a:cubicBezTo>
                    <a:cubicBezTo>
                      <a:pt x="880499" y="561486"/>
                      <a:pt x="885261" y="553866"/>
                      <a:pt x="893834" y="548151"/>
                    </a:cubicBezTo>
                    <a:cubicBezTo>
                      <a:pt x="902406" y="542436"/>
                      <a:pt x="911931" y="540531"/>
                      <a:pt x="922409" y="542436"/>
                    </a:cubicBezTo>
                    <a:cubicBezTo>
                      <a:pt x="930981" y="544341"/>
                      <a:pt x="939554" y="550056"/>
                      <a:pt x="948126" y="560534"/>
                    </a:cubicBezTo>
                    <a:cubicBezTo>
                      <a:pt x="957651" y="571964"/>
                      <a:pt x="967176" y="586251"/>
                      <a:pt x="975749" y="603396"/>
                    </a:cubicBezTo>
                    <a:lnTo>
                      <a:pt x="970034" y="606254"/>
                    </a:lnTo>
                    <a:cubicBezTo>
                      <a:pt x="964319" y="593871"/>
                      <a:pt x="957651" y="582441"/>
                      <a:pt x="949079" y="573869"/>
                    </a:cubicBezTo>
                    <a:cubicBezTo>
                      <a:pt x="941459" y="565296"/>
                      <a:pt x="932886" y="560534"/>
                      <a:pt x="924314" y="559581"/>
                    </a:cubicBezTo>
                    <a:cubicBezTo>
                      <a:pt x="916694" y="558629"/>
                      <a:pt x="909074" y="559581"/>
                      <a:pt x="902406" y="564344"/>
                    </a:cubicBezTo>
                    <a:cubicBezTo>
                      <a:pt x="895739" y="569106"/>
                      <a:pt x="891929" y="574821"/>
                      <a:pt x="890024" y="582441"/>
                    </a:cubicBezTo>
                    <a:cubicBezTo>
                      <a:pt x="889071" y="588156"/>
                      <a:pt x="889071" y="591966"/>
                      <a:pt x="889071" y="594824"/>
                    </a:cubicBezTo>
                    <a:lnTo>
                      <a:pt x="904311" y="597681"/>
                    </a:lnTo>
                    <a:lnTo>
                      <a:pt x="905264" y="598634"/>
                    </a:lnTo>
                    <a:lnTo>
                      <a:pt x="1013849" y="612921"/>
                    </a:lnTo>
                    <a:lnTo>
                      <a:pt x="1013849" y="612921"/>
                    </a:lnTo>
                    <a:lnTo>
                      <a:pt x="1092906" y="618636"/>
                    </a:lnTo>
                    <a:lnTo>
                      <a:pt x="1093859" y="619589"/>
                    </a:lnTo>
                    <a:lnTo>
                      <a:pt x="1204349" y="621494"/>
                    </a:lnTo>
                    <a:lnTo>
                      <a:pt x="1214826" y="635781"/>
                    </a:lnTo>
                    <a:lnTo>
                      <a:pt x="1193871" y="634829"/>
                    </a:lnTo>
                    <a:close/>
                    <a:moveTo>
                      <a:pt x="1911104" y="313836"/>
                    </a:moveTo>
                    <a:cubicBezTo>
                      <a:pt x="1915866" y="312884"/>
                      <a:pt x="1919676" y="312884"/>
                      <a:pt x="1923486" y="312884"/>
                    </a:cubicBezTo>
                    <a:cubicBezTo>
                      <a:pt x="1933011" y="312884"/>
                      <a:pt x="1937774" y="315741"/>
                      <a:pt x="1940631" y="324314"/>
                    </a:cubicBezTo>
                    <a:cubicBezTo>
                      <a:pt x="1945394" y="336696"/>
                      <a:pt x="1934916" y="346221"/>
                      <a:pt x="1916819" y="360509"/>
                    </a:cubicBezTo>
                    <a:cubicBezTo>
                      <a:pt x="1914914" y="361461"/>
                      <a:pt x="1913961" y="362414"/>
                      <a:pt x="1912056" y="364319"/>
                    </a:cubicBezTo>
                    <a:cubicBezTo>
                      <a:pt x="1911104" y="357651"/>
                      <a:pt x="1908246" y="351936"/>
                      <a:pt x="1907294" y="345269"/>
                    </a:cubicBezTo>
                    <a:cubicBezTo>
                      <a:pt x="1904436" y="334791"/>
                      <a:pt x="1900626" y="323361"/>
                      <a:pt x="1900626" y="314789"/>
                    </a:cubicBezTo>
                    <a:cubicBezTo>
                      <a:pt x="1903484" y="314789"/>
                      <a:pt x="1907294" y="313836"/>
                      <a:pt x="1911104" y="313836"/>
                    </a:cubicBezTo>
                    <a:close/>
                    <a:moveTo>
                      <a:pt x="1933964" y="540531"/>
                    </a:moveTo>
                    <a:cubicBezTo>
                      <a:pt x="1934916" y="543389"/>
                      <a:pt x="1935869" y="545294"/>
                      <a:pt x="1934916" y="547199"/>
                    </a:cubicBezTo>
                    <a:cubicBezTo>
                      <a:pt x="1933964" y="550056"/>
                      <a:pt x="1933011" y="551009"/>
                      <a:pt x="1931106" y="551961"/>
                    </a:cubicBezTo>
                    <a:cubicBezTo>
                      <a:pt x="1925391" y="554819"/>
                      <a:pt x="1917771" y="553866"/>
                      <a:pt x="1908246" y="549104"/>
                    </a:cubicBezTo>
                    <a:cubicBezTo>
                      <a:pt x="1898721" y="544341"/>
                      <a:pt x="1892054" y="539579"/>
                      <a:pt x="1889196" y="533864"/>
                    </a:cubicBezTo>
                    <a:cubicBezTo>
                      <a:pt x="1888244" y="532911"/>
                      <a:pt x="1889196" y="531006"/>
                      <a:pt x="1890149" y="530054"/>
                    </a:cubicBezTo>
                    <a:cubicBezTo>
                      <a:pt x="1891101" y="528149"/>
                      <a:pt x="1893006" y="527196"/>
                      <a:pt x="1894911" y="526244"/>
                    </a:cubicBezTo>
                    <a:lnTo>
                      <a:pt x="1904436" y="521481"/>
                    </a:lnTo>
                    <a:lnTo>
                      <a:pt x="1889196" y="488144"/>
                    </a:lnTo>
                    <a:lnTo>
                      <a:pt x="1871099" y="496716"/>
                    </a:lnTo>
                    <a:lnTo>
                      <a:pt x="1871099" y="496716"/>
                    </a:lnTo>
                    <a:lnTo>
                      <a:pt x="1867289" y="498621"/>
                    </a:lnTo>
                    <a:lnTo>
                      <a:pt x="1866336" y="499574"/>
                    </a:lnTo>
                    <a:lnTo>
                      <a:pt x="1866336" y="499574"/>
                    </a:lnTo>
                    <a:lnTo>
                      <a:pt x="1832999" y="511956"/>
                    </a:lnTo>
                    <a:cubicBezTo>
                      <a:pt x="1837761" y="514814"/>
                      <a:pt x="1841571" y="517671"/>
                      <a:pt x="1844429" y="520529"/>
                    </a:cubicBezTo>
                    <a:cubicBezTo>
                      <a:pt x="1847286" y="523386"/>
                      <a:pt x="1850144" y="527196"/>
                      <a:pt x="1851096" y="530054"/>
                    </a:cubicBezTo>
                    <a:cubicBezTo>
                      <a:pt x="1852049" y="532911"/>
                      <a:pt x="1852049" y="535769"/>
                      <a:pt x="1851096" y="539579"/>
                    </a:cubicBezTo>
                    <a:cubicBezTo>
                      <a:pt x="1850144" y="543389"/>
                      <a:pt x="1848239" y="546246"/>
                      <a:pt x="1846334" y="550056"/>
                    </a:cubicBezTo>
                    <a:cubicBezTo>
                      <a:pt x="1855859" y="548151"/>
                      <a:pt x="1865384" y="549104"/>
                      <a:pt x="1873004" y="551961"/>
                    </a:cubicBezTo>
                    <a:cubicBezTo>
                      <a:pt x="1880624" y="554819"/>
                      <a:pt x="1886339" y="560534"/>
                      <a:pt x="1889196" y="567201"/>
                    </a:cubicBezTo>
                    <a:cubicBezTo>
                      <a:pt x="1893006" y="575774"/>
                      <a:pt x="1892054" y="585299"/>
                      <a:pt x="1886339" y="593871"/>
                    </a:cubicBezTo>
                    <a:cubicBezTo>
                      <a:pt x="1880624" y="603396"/>
                      <a:pt x="1872051" y="610064"/>
                      <a:pt x="1861574" y="613874"/>
                    </a:cubicBezTo>
                    <a:cubicBezTo>
                      <a:pt x="1852049" y="617684"/>
                      <a:pt x="1840619" y="615779"/>
                      <a:pt x="1827284" y="609111"/>
                    </a:cubicBezTo>
                    <a:cubicBezTo>
                      <a:pt x="1813949" y="602444"/>
                      <a:pt x="1805376" y="593871"/>
                      <a:pt x="1801566" y="583394"/>
                    </a:cubicBezTo>
                    <a:cubicBezTo>
                      <a:pt x="1799661" y="578631"/>
                      <a:pt x="1800614" y="572916"/>
                      <a:pt x="1803471" y="567201"/>
                    </a:cubicBezTo>
                    <a:cubicBezTo>
                      <a:pt x="1807281" y="561486"/>
                      <a:pt x="1812044" y="556724"/>
                      <a:pt x="1818711" y="551961"/>
                    </a:cubicBezTo>
                    <a:cubicBezTo>
                      <a:pt x="1824426" y="549104"/>
                      <a:pt x="1828236" y="544341"/>
                      <a:pt x="1831094" y="539579"/>
                    </a:cubicBezTo>
                    <a:cubicBezTo>
                      <a:pt x="1833951" y="534816"/>
                      <a:pt x="1834904" y="531006"/>
                      <a:pt x="1832999" y="527196"/>
                    </a:cubicBezTo>
                    <a:cubicBezTo>
                      <a:pt x="1832046" y="524339"/>
                      <a:pt x="1830141" y="521481"/>
                      <a:pt x="1828236" y="519576"/>
                    </a:cubicBezTo>
                    <a:cubicBezTo>
                      <a:pt x="1826331" y="517671"/>
                      <a:pt x="1825379" y="515766"/>
                      <a:pt x="1822521" y="514814"/>
                    </a:cubicBezTo>
                    <a:lnTo>
                      <a:pt x="1772039" y="533864"/>
                    </a:lnTo>
                    <a:lnTo>
                      <a:pt x="1772039" y="533864"/>
                    </a:lnTo>
                    <a:lnTo>
                      <a:pt x="1757751" y="538626"/>
                    </a:lnTo>
                    <a:lnTo>
                      <a:pt x="1791089" y="637686"/>
                    </a:lnTo>
                    <a:lnTo>
                      <a:pt x="1769181" y="632924"/>
                    </a:lnTo>
                    <a:lnTo>
                      <a:pt x="1739654" y="545294"/>
                    </a:lnTo>
                    <a:lnTo>
                      <a:pt x="1726319" y="550056"/>
                    </a:lnTo>
                    <a:lnTo>
                      <a:pt x="1727271" y="551009"/>
                    </a:lnTo>
                    <a:lnTo>
                      <a:pt x="1708221" y="556724"/>
                    </a:lnTo>
                    <a:lnTo>
                      <a:pt x="1737749" y="657689"/>
                    </a:lnTo>
                    <a:lnTo>
                      <a:pt x="1715841" y="651974"/>
                    </a:lnTo>
                    <a:lnTo>
                      <a:pt x="1708221" y="627209"/>
                    </a:lnTo>
                    <a:cubicBezTo>
                      <a:pt x="1707269" y="630066"/>
                      <a:pt x="1705364" y="631971"/>
                      <a:pt x="1702506" y="633876"/>
                    </a:cubicBezTo>
                    <a:cubicBezTo>
                      <a:pt x="1699649" y="635781"/>
                      <a:pt x="1696791" y="637686"/>
                      <a:pt x="1693934" y="638639"/>
                    </a:cubicBezTo>
                    <a:cubicBezTo>
                      <a:pt x="1685361" y="641496"/>
                      <a:pt x="1675836" y="640544"/>
                      <a:pt x="1665359" y="635781"/>
                    </a:cubicBezTo>
                    <a:cubicBezTo>
                      <a:pt x="1654881" y="631971"/>
                      <a:pt x="1648214" y="626256"/>
                      <a:pt x="1646309" y="619589"/>
                    </a:cubicBezTo>
                    <a:lnTo>
                      <a:pt x="1633926" y="578631"/>
                    </a:lnTo>
                    <a:lnTo>
                      <a:pt x="1622496" y="582441"/>
                    </a:lnTo>
                    <a:lnTo>
                      <a:pt x="1621544" y="581489"/>
                    </a:lnTo>
                    <a:lnTo>
                      <a:pt x="1607256" y="585299"/>
                    </a:lnTo>
                    <a:lnTo>
                      <a:pt x="1632021" y="687216"/>
                    </a:lnTo>
                    <a:lnTo>
                      <a:pt x="1611066" y="680549"/>
                    </a:lnTo>
                    <a:lnTo>
                      <a:pt x="1589159" y="590061"/>
                    </a:lnTo>
                    <a:lnTo>
                      <a:pt x="1574871" y="593871"/>
                    </a:lnTo>
                    <a:lnTo>
                      <a:pt x="1575824" y="594824"/>
                    </a:lnTo>
                    <a:lnTo>
                      <a:pt x="1555821" y="598634"/>
                    </a:lnTo>
                    <a:lnTo>
                      <a:pt x="1574871" y="701504"/>
                    </a:lnTo>
                    <a:lnTo>
                      <a:pt x="1553916" y="692931"/>
                    </a:lnTo>
                    <a:lnTo>
                      <a:pt x="1551059" y="676739"/>
                    </a:lnTo>
                    <a:cubicBezTo>
                      <a:pt x="1548201" y="682454"/>
                      <a:pt x="1543439" y="686264"/>
                      <a:pt x="1537724" y="690074"/>
                    </a:cubicBezTo>
                    <a:cubicBezTo>
                      <a:pt x="1531056" y="693884"/>
                      <a:pt x="1524389" y="696741"/>
                      <a:pt x="1516769" y="697694"/>
                    </a:cubicBezTo>
                    <a:cubicBezTo>
                      <a:pt x="1508196" y="699599"/>
                      <a:pt x="1499624" y="697694"/>
                      <a:pt x="1490099" y="692931"/>
                    </a:cubicBezTo>
                    <a:cubicBezTo>
                      <a:pt x="1480574" y="688169"/>
                      <a:pt x="1474859" y="682454"/>
                      <a:pt x="1473906" y="676739"/>
                    </a:cubicBezTo>
                    <a:cubicBezTo>
                      <a:pt x="1473906" y="675786"/>
                      <a:pt x="1473906" y="673881"/>
                      <a:pt x="1474859" y="671976"/>
                    </a:cubicBezTo>
                    <a:cubicBezTo>
                      <a:pt x="1475811" y="670071"/>
                      <a:pt x="1476764" y="668166"/>
                      <a:pt x="1478669" y="666261"/>
                    </a:cubicBezTo>
                    <a:cubicBezTo>
                      <a:pt x="1472954" y="664356"/>
                      <a:pt x="1467239" y="661499"/>
                      <a:pt x="1463429" y="657689"/>
                    </a:cubicBezTo>
                    <a:cubicBezTo>
                      <a:pt x="1459619" y="653879"/>
                      <a:pt x="1456761" y="650069"/>
                      <a:pt x="1455809" y="646259"/>
                    </a:cubicBezTo>
                    <a:cubicBezTo>
                      <a:pt x="1454856" y="641496"/>
                      <a:pt x="1455809" y="636734"/>
                      <a:pt x="1459619" y="633876"/>
                    </a:cubicBezTo>
                    <a:cubicBezTo>
                      <a:pt x="1462476" y="630066"/>
                      <a:pt x="1466286" y="628161"/>
                      <a:pt x="1472001" y="626256"/>
                    </a:cubicBezTo>
                    <a:lnTo>
                      <a:pt x="1495814" y="621494"/>
                    </a:lnTo>
                    <a:lnTo>
                      <a:pt x="1493909" y="610064"/>
                    </a:lnTo>
                    <a:lnTo>
                      <a:pt x="1443426" y="619589"/>
                    </a:lnTo>
                    <a:lnTo>
                      <a:pt x="1443426" y="619589"/>
                    </a:lnTo>
                    <a:lnTo>
                      <a:pt x="1429139" y="621494"/>
                    </a:lnTo>
                    <a:lnTo>
                      <a:pt x="1441521" y="725316"/>
                    </a:lnTo>
                    <a:lnTo>
                      <a:pt x="1421519" y="715791"/>
                    </a:lnTo>
                    <a:lnTo>
                      <a:pt x="1418661" y="691979"/>
                    </a:lnTo>
                    <a:cubicBezTo>
                      <a:pt x="1414851" y="696741"/>
                      <a:pt x="1410089" y="699599"/>
                      <a:pt x="1405326" y="702456"/>
                    </a:cubicBezTo>
                    <a:cubicBezTo>
                      <a:pt x="1400564" y="705314"/>
                      <a:pt x="1395801" y="707219"/>
                      <a:pt x="1391991" y="707219"/>
                    </a:cubicBezTo>
                    <a:cubicBezTo>
                      <a:pt x="1383419" y="708171"/>
                      <a:pt x="1373894" y="705314"/>
                      <a:pt x="1363416" y="697694"/>
                    </a:cubicBezTo>
                    <a:cubicBezTo>
                      <a:pt x="1353891" y="690074"/>
                      <a:pt x="1348176" y="683406"/>
                      <a:pt x="1347224" y="674834"/>
                    </a:cubicBezTo>
                    <a:cubicBezTo>
                      <a:pt x="1346271" y="668166"/>
                      <a:pt x="1348176" y="661499"/>
                      <a:pt x="1353891" y="656736"/>
                    </a:cubicBezTo>
                    <a:cubicBezTo>
                      <a:pt x="1359606" y="651021"/>
                      <a:pt x="1366274" y="648164"/>
                      <a:pt x="1373894" y="647211"/>
                    </a:cubicBezTo>
                    <a:cubicBezTo>
                      <a:pt x="1381514" y="646259"/>
                      <a:pt x="1388181" y="647211"/>
                      <a:pt x="1395801" y="651021"/>
                    </a:cubicBezTo>
                    <a:cubicBezTo>
                      <a:pt x="1403421" y="653879"/>
                      <a:pt x="1410089" y="658641"/>
                      <a:pt x="1415804" y="665309"/>
                    </a:cubicBezTo>
                    <a:lnTo>
                      <a:pt x="1411041" y="624351"/>
                    </a:lnTo>
                    <a:lnTo>
                      <a:pt x="1333889" y="633876"/>
                    </a:lnTo>
                    <a:lnTo>
                      <a:pt x="1332936" y="632924"/>
                    </a:lnTo>
                    <a:lnTo>
                      <a:pt x="1318649" y="633876"/>
                    </a:lnTo>
                    <a:lnTo>
                      <a:pt x="1326269" y="738651"/>
                    </a:lnTo>
                    <a:lnTo>
                      <a:pt x="1306266" y="728174"/>
                    </a:lnTo>
                    <a:lnTo>
                      <a:pt x="1299599" y="635781"/>
                    </a:lnTo>
                    <a:lnTo>
                      <a:pt x="1280549" y="636734"/>
                    </a:lnTo>
                    <a:lnTo>
                      <a:pt x="1269119" y="623399"/>
                    </a:lnTo>
                    <a:lnTo>
                      <a:pt x="1304361" y="620541"/>
                    </a:lnTo>
                    <a:cubicBezTo>
                      <a:pt x="1301504" y="615779"/>
                      <a:pt x="1298646" y="611969"/>
                      <a:pt x="1297694" y="608159"/>
                    </a:cubicBezTo>
                    <a:cubicBezTo>
                      <a:pt x="1295789" y="604349"/>
                      <a:pt x="1294836" y="601491"/>
                      <a:pt x="1294836" y="599586"/>
                    </a:cubicBezTo>
                    <a:cubicBezTo>
                      <a:pt x="1293884" y="590061"/>
                      <a:pt x="1297694" y="581489"/>
                      <a:pt x="1304361" y="573869"/>
                    </a:cubicBezTo>
                    <a:cubicBezTo>
                      <a:pt x="1311029" y="566249"/>
                      <a:pt x="1319601" y="562439"/>
                      <a:pt x="1330079" y="561486"/>
                    </a:cubicBezTo>
                    <a:cubicBezTo>
                      <a:pt x="1338651" y="560534"/>
                      <a:pt x="1348176" y="564344"/>
                      <a:pt x="1359606" y="572916"/>
                    </a:cubicBezTo>
                    <a:cubicBezTo>
                      <a:pt x="1371989" y="581489"/>
                      <a:pt x="1384371" y="592919"/>
                      <a:pt x="1396754" y="608159"/>
                    </a:cubicBezTo>
                    <a:lnTo>
                      <a:pt x="1391991" y="611969"/>
                    </a:lnTo>
                    <a:cubicBezTo>
                      <a:pt x="1383419" y="600539"/>
                      <a:pt x="1373894" y="591966"/>
                      <a:pt x="1364369" y="585299"/>
                    </a:cubicBezTo>
                    <a:cubicBezTo>
                      <a:pt x="1354844" y="579584"/>
                      <a:pt x="1345319" y="576726"/>
                      <a:pt x="1337699" y="576726"/>
                    </a:cubicBezTo>
                    <a:cubicBezTo>
                      <a:pt x="1330079" y="577679"/>
                      <a:pt x="1322459" y="580536"/>
                      <a:pt x="1316744" y="587204"/>
                    </a:cubicBezTo>
                    <a:cubicBezTo>
                      <a:pt x="1311029" y="592919"/>
                      <a:pt x="1309124" y="599586"/>
                      <a:pt x="1309124" y="608159"/>
                    </a:cubicBezTo>
                    <a:cubicBezTo>
                      <a:pt x="1309124" y="613874"/>
                      <a:pt x="1310076" y="617684"/>
                      <a:pt x="1311029" y="619589"/>
                    </a:cubicBezTo>
                    <a:lnTo>
                      <a:pt x="1326269" y="618636"/>
                    </a:lnTo>
                    <a:lnTo>
                      <a:pt x="1327221" y="619589"/>
                    </a:lnTo>
                    <a:lnTo>
                      <a:pt x="1436759" y="607206"/>
                    </a:lnTo>
                    <a:lnTo>
                      <a:pt x="1437711" y="608159"/>
                    </a:lnTo>
                    <a:lnTo>
                      <a:pt x="1558679" y="585299"/>
                    </a:lnTo>
                    <a:lnTo>
                      <a:pt x="1558679" y="585299"/>
                    </a:lnTo>
                    <a:lnTo>
                      <a:pt x="1615829" y="571011"/>
                    </a:lnTo>
                    <a:lnTo>
                      <a:pt x="1616781" y="571964"/>
                    </a:lnTo>
                    <a:lnTo>
                      <a:pt x="1709174" y="545294"/>
                    </a:lnTo>
                    <a:lnTo>
                      <a:pt x="1744416" y="533864"/>
                    </a:lnTo>
                    <a:cubicBezTo>
                      <a:pt x="1737749" y="524339"/>
                      <a:pt x="1731081" y="516719"/>
                      <a:pt x="1722509" y="511956"/>
                    </a:cubicBezTo>
                    <a:cubicBezTo>
                      <a:pt x="1713936" y="507194"/>
                      <a:pt x="1706316" y="506241"/>
                      <a:pt x="1699649" y="509099"/>
                    </a:cubicBezTo>
                    <a:cubicBezTo>
                      <a:pt x="1694886" y="511004"/>
                      <a:pt x="1691076" y="513861"/>
                      <a:pt x="1689171" y="519576"/>
                    </a:cubicBezTo>
                    <a:cubicBezTo>
                      <a:pt x="1687266" y="524339"/>
                      <a:pt x="1687266" y="530054"/>
                      <a:pt x="1689171" y="535769"/>
                    </a:cubicBezTo>
                    <a:cubicBezTo>
                      <a:pt x="1690124" y="537674"/>
                      <a:pt x="1691076" y="540531"/>
                      <a:pt x="1692981" y="542436"/>
                    </a:cubicBezTo>
                    <a:cubicBezTo>
                      <a:pt x="1694886" y="544341"/>
                      <a:pt x="1696791" y="546246"/>
                      <a:pt x="1699649" y="548151"/>
                    </a:cubicBezTo>
                    <a:lnTo>
                      <a:pt x="1692981" y="550056"/>
                    </a:lnTo>
                    <a:cubicBezTo>
                      <a:pt x="1689171" y="548151"/>
                      <a:pt x="1685361" y="544341"/>
                      <a:pt x="1682504" y="540531"/>
                    </a:cubicBezTo>
                    <a:cubicBezTo>
                      <a:pt x="1679646" y="535769"/>
                      <a:pt x="1676789" y="531959"/>
                      <a:pt x="1675836" y="527196"/>
                    </a:cubicBezTo>
                    <a:cubicBezTo>
                      <a:pt x="1672979" y="519576"/>
                      <a:pt x="1673931" y="512909"/>
                      <a:pt x="1676789" y="505289"/>
                    </a:cubicBezTo>
                    <a:cubicBezTo>
                      <a:pt x="1679646" y="498621"/>
                      <a:pt x="1685361" y="493859"/>
                      <a:pt x="1692029" y="491001"/>
                    </a:cubicBezTo>
                    <a:cubicBezTo>
                      <a:pt x="1701554" y="488144"/>
                      <a:pt x="1712031" y="490049"/>
                      <a:pt x="1722509" y="497669"/>
                    </a:cubicBezTo>
                    <a:cubicBezTo>
                      <a:pt x="1733939" y="505289"/>
                      <a:pt x="1743464" y="516719"/>
                      <a:pt x="1752036" y="531006"/>
                    </a:cubicBezTo>
                    <a:lnTo>
                      <a:pt x="1765371" y="526244"/>
                    </a:lnTo>
                    <a:lnTo>
                      <a:pt x="1766324" y="526244"/>
                    </a:lnTo>
                    <a:lnTo>
                      <a:pt x="1859669" y="491001"/>
                    </a:lnTo>
                    <a:lnTo>
                      <a:pt x="1859669" y="491001"/>
                    </a:lnTo>
                    <a:lnTo>
                      <a:pt x="1962539" y="445281"/>
                    </a:lnTo>
                    <a:lnTo>
                      <a:pt x="1977779" y="453854"/>
                    </a:lnTo>
                    <a:lnTo>
                      <a:pt x="1959681" y="462426"/>
                    </a:lnTo>
                    <a:lnTo>
                      <a:pt x="2002544" y="557676"/>
                    </a:lnTo>
                    <a:lnTo>
                      <a:pt x="1980636" y="554819"/>
                    </a:lnTo>
                    <a:lnTo>
                      <a:pt x="1964444" y="518624"/>
                    </a:lnTo>
                    <a:lnTo>
                      <a:pt x="1932059" y="532911"/>
                    </a:lnTo>
                    <a:lnTo>
                      <a:pt x="1933964" y="540531"/>
                    </a:lnTo>
                    <a:close/>
                    <a:moveTo>
                      <a:pt x="2038739" y="575774"/>
                    </a:moveTo>
                    <a:lnTo>
                      <a:pt x="2006354" y="565296"/>
                    </a:lnTo>
                    <a:cubicBezTo>
                      <a:pt x="2004449" y="564344"/>
                      <a:pt x="2001591" y="564344"/>
                      <a:pt x="1999686" y="563391"/>
                    </a:cubicBezTo>
                    <a:cubicBezTo>
                      <a:pt x="1997781" y="563391"/>
                      <a:pt x="1995876" y="563391"/>
                      <a:pt x="1994924" y="563391"/>
                    </a:cubicBezTo>
                    <a:cubicBezTo>
                      <a:pt x="1993971" y="564344"/>
                      <a:pt x="1992066" y="565296"/>
                      <a:pt x="1991114" y="566249"/>
                    </a:cubicBezTo>
                    <a:cubicBezTo>
                      <a:pt x="1990161" y="567201"/>
                      <a:pt x="1988256" y="570059"/>
                      <a:pt x="1986351" y="572916"/>
                    </a:cubicBezTo>
                    <a:lnTo>
                      <a:pt x="1974921" y="566249"/>
                    </a:lnTo>
                    <a:cubicBezTo>
                      <a:pt x="1976826" y="564344"/>
                      <a:pt x="1978731" y="561486"/>
                      <a:pt x="1980636" y="559581"/>
                    </a:cubicBezTo>
                    <a:cubicBezTo>
                      <a:pt x="1982541" y="557676"/>
                      <a:pt x="1984446" y="556724"/>
                      <a:pt x="1985399" y="555771"/>
                    </a:cubicBezTo>
                    <a:cubicBezTo>
                      <a:pt x="1987304" y="554819"/>
                      <a:pt x="1988256" y="554819"/>
                      <a:pt x="1989209" y="554819"/>
                    </a:cubicBezTo>
                    <a:cubicBezTo>
                      <a:pt x="1990161" y="554819"/>
                      <a:pt x="1992066" y="554819"/>
                      <a:pt x="1993971" y="555771"/>
                    </a:cubicBezTo>
                    <a:lnTo>
                      <a:pt x="2041596" y="569106"/>
                    </a:lnTo>
                    <a:lnTo>
                      <a:pt x="2038739" y="575774"/>
                    </a:lnTo>
                    <a:close/>
                    <a:moveTo>
                      <a:pt x="2137799" y="166199"/>
                    </a:moveTo>
                    <a:cubicBezTo>
                      <a:pt x="2145419" y="97619"/>
                      <a:pt x="2173041" y="21419"/>
                      <a:pt x="2254004" y="16656"/>
                    </a:cubicBezTo>
                    <a:cubicBezTo>
                      <a:pt x="2271149" y="16656"/>
                      <a:pt x="2273054" y="24276"/>
                      <a:pt x="2274006" y="26181"/>
                    </a:cubicBezTo>
                    <a:cubicBezTo>
                      <a:pt x="2278769" y="50946"/>
                      <a:pt x="2227334" y="115716"/>
                      <a:pt x="2137799" y="166199"/>
                    </a:cubicBezTo>
                    <a:close/>
                    <a:moveTo>
                      <a:pt x="2346396" y="591014"/>
                    </a:moveTo>
                    <a:cubicBezTo>
                      <a:pt x="2327346" y="553866"/>
                      <a:pt x="2289246" y="499574"/>
                      <a:pt x="2254956" y="497669"/>
                    </a:cubicBezTo>
                    <a:cubicBezTo>
                      <a:pt x="2246384" y="496716"/>
                      <a:pt x="2233049" y="499574"/>
                      <a:pt x="2222571" y="515766"/>
                    </a:cubicBezTo>
                    <a:cubicBezTo>
                      <a:pt x="2218761" y="522434"/>
                      <a:pt x="2214951" y="530054"/>
                      <a:pt x="2211141" y="537674"/>
                    </a:cubicBezTo>
                    <a:cubicBezTo>
                      <a:pt x="2207331" y="493859"/>
                      <a:pt x="2194949" y="451949"/>
                      <a:pt x="2181614" y="412896"/>
                    </a:cubicBezTo>
                    <a:cubicBezTo>
                      <a:pt x="2219714" y="397656"/>
                      <a:pt x="2254004" y="379559"/>
                      <a:pt x="2285436" y="358604"/>
                    </a:cubicBezTo>
                    <a:cubicBezTo>
                      <a:pt x="2293056" y="375749"/>
                      <a:pt x="2300676" y="391941"/>
                      <a:pt x="2309249" y="408134"/>
                    </a:cubicBezTo>
                    <a:cubicBezTo>
                      <a:pt x="2323536" y="435756"/>
                      <a:pt x="2338776" y="465284"/>
                      <a:pt x="2346396" y="496716"/>
                    </a:cubicBezTo>
                    <a:cubicBezTo>
                      <a:pt x="2350206" y="515766"/>
                      <a:pt x="2350206" y="568154"/>
                      <a:pt x="2346396" y="591014"/>
                    </a:cubicBez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  <a:defRPr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</a:endParaRPr>
              </a:p>
            </p:txBody>
          </p:sp>
        </p:grpSp>
      </p:grpSp>
      <p:cxnSp>
        <p:nvCxnSpPr>
          <p:cNvPr id="610870919" name="Google Shape;879;p8"/>
          <p:cNvCxnSpPr/>
          <p:nvPr/>
        </p:nvCxnSpPr>
        <p:spPr bwMode="auto">
          <a:xfrm>
            <a:off x="1419285" y="472722"/>
            <a:ext cx="0" cy="708300"/>
          </a:xfrm>
          <a:prstGeom prst="straightConnector1">
            <a:avLst/>
          </a:prstGeom>
          <a:noFill/>
          <a:ln w="9525" cap="flat" cmpd="sng">
            <a:solidFill>
              <a:srgbClr val="B8114F"/>
            </a:solidFill>
            <a:prstDash val="solid"/>
            <a:miter lim="800000"/>
            <a:headEnd type="none" w="sm" len="sm"/>
            <a:tailEnd type="none" w="sm" len="sm"/>
          </a:ln>
        </p:spPr>
      </p:cxnSp>
      <p:grpSp>
        <p:nvGrpSpPr>
          <p:cNvPr id="1541915375" name="Google Shape;880;p8"/>
          <p:cNvGrpSpPr/>
          <p:nvPr/>
        </p:nvGrpSpPr>
        <p:grpSpPr bwMode="auto">
          <a:xfrm>
            <a:off x="-6152069" y="6251576"/>
            <a:ext cx="22234031" cy="490550"/>
            <a:chOff x="-9757307" y="6258187"/>
            <a:chExt cx="21948698" cy="484255"/>
          </a:xfrm>
        </p:grpSpPr>
        <p:sp>
          <p:nvSpPr>
            <p:cNvPr id="881" name="Google Shape;881;p8"/>
            <p:cNvSpPr/>
            <p:nvPr/>
          </p:nvSpPr>
          <p:spPr bwMode="auto">
            <a:xfrm>
              <a:off x="-9757307" y="6258187"/>
              <a:ext cx="10470371" cy="483649"/>
            </a:xfrm>
            <a:custGeom>
              <a:avLst/>
              <a:gdLst/>
              <a:ahLst/>
              <a:cxnLst/>
              <a:rect l="l" t="t" r="r" b="b"/>
              <a:pathLst>
                <a:path w="10470371" h="483649" fill="norm" stroke="1" extrusionOk="0">
                  <a:moveTo>
                    <a:pt x="10470372" y="483649"/>
                  </a:moveTo>
                  <a:lnTo>
                    <a:pt x="0" y="483649"/>
                  </a:lnTo>
                  <a:lnTo>
                    <a:pt x="0" y="0"/>
                  </a:lnTo>
                  <a:lnTo>
                    <a:pt x="9986722" y="0"/>
                  </a:lnTo>
                  <a:cubicBezTo>
                    <a:pt x="10120226" y="0"/>
                    <a:pt x="10228244" y="108017"/>
                    <a:pt x="10228244" y="241521"/>
                  </a:cubicBezTo>
                  <a:cubicBezTo>
                    <a:pt x="10228244" y="375025"/>
                    <a:pt x="10336868" y="483649"/>
                    <a:pt x="10470372" y="483649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882" name="Google Shape;882;p8"/>
            <p:cNvSpPr/>
            <p:nvPr/>
          </p:nvSpPr>
          <p:spPr bwMode="auto">
            <a:xfrm>
              <a:off x="2107576" y="6258187"/>
              <a:ext cx="10083815" cy="484255"/>
            </a:xfrm>
            <a:custGeom>
              <a:avLst/>
              <a:gdLst/>
              <a:ahLst/>
              <a:cxnLst/>
              <a:rect l="l" t="t" r="r" b="b"/>
              <a:pathLst>
                <a:path w="10083815" h="484255" fill="norm" stroke="1" extrusionOk="0">
                  <a:moveTo>
                    <a:pt x="10083816" y="607"/>
                  </a:moveTo>
                  <a:lnTo>
                    <a:pt x="10083816" y="484256"/>
                  </a:lnTo>
                  <a:lnTo>
                    <a:pt x="0" y="484256"/>
                  </a:lnTo>
                  <a:cubicBezTo>
                    <a:pt x="66752" y="484256"/>
                    <a:pt x="127436" y="456948"/>
                    <a:pt x="171129" y="413256"/>
                  </a:cubicBezTo>
                  <a:cubicBezTo>
                    <a:pt x="214821" y="369564"/>
                    <a:pt x="242128" y="308880"/>
                    <a:pt x="242128" y="242128"/>
                  </a:cubicBezTo>
                  <a:cubicBezTo>
                    <a:pt x="242128" y="175376"/>
                    <a:pt x="269436" y="114692"/>
                    <a:pt x="313129" y="71000"/>
                  </a:cubicBezTo>
                  <a:cubicBezTo>
                    <a:pt x="356821" y="27308"/>
                    <a:pt x="417504" y="0"/>
                    <a:pt x="484257" y="0"/>
                  </a:cubicBezTo>
                  <a:lnTo>
                    <a:pt x="10083816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</p:grpSp>
      <p:grpSp>
        <p:nvGrpSpPr>
          <p:cNvPr id="1964635716" name="Google Shape;883;p8"/>
          <p:cNvGrpSpPr/>
          <p:nvPr/>
        </p:nvGrpSpPr>
        <p:grpSpPr bwMode="auto">
          <a:xfrm>
            <a:off x="6473371" y="6378004"/>
            <a:ext cx="344329" cy="344244"/>
            <a:chOff x="4719817" y="6336659"/>
            <a:chExt cx="344329" cy="344244"/>
          </a:xfrm>
        </p:grpSpPr>
        <p:sp>
          <p:nvSpPr>
            <p:cNvPr id="884" name="Google Shape;884;p8"/>
            <p:cNvSpPr/>
            <p:nvPr/>
          </p:nvSpPr>
          <p:spPr bwMode="auto">
            <a:xfrm>
              <a:off x="4719817" y="6336659"/>
              <a:ext cx="177727" cy="344244"/>
            </a:xfrm>
            <a:custGeom>
              <a:avLst/>
              <a:gdLst/>
              <a:ahLst/>
              <a:cxnLst/>
              <a:rect l="l" t="t" r="r" b="b"/>
              <a:pathLst>
                <a:path w="177727" h="344244" fill="norm" stroke="1" extrusionOk="0">
                  <a:moveTo>
                    <a:pt x="143455" y="324582"/>
                  </a:moveTo>
                  <a:cubicBezTo>
                    <a:pt x="135751" y="322500"/>
                    <a:pt x="128412" y="320522"/>
                    <a:pt x="120760" y="318492"/>
                  </a:cubicBezTo>
                  <a:cubicBezTo>
                    <a:pt x="118730" y="322032"/>
                    <a:pt x="116596" y="325727"/>
                    <a:pt x="114410" y="329371"/>
                  </a:cubicBezTo>
                  <a:cubicBezTo>
                    <a:pt x="111859" y="333639"/>
                    <a:pt x="109100" y="334368"/>
                    <a:pt x="104884" y="331922"/>
                  </a:cubicBezTo>
                  <a:cubicBezTo>
                    <a:pt x="92340" y="324738"/>
                    <a:pt x="79847" y="317503"/>
                    <a:pt x="67355" y="310268"/>
                  </a:cubicBezTo>
                  <a:cubicBezTo>
                    <a:pt x="62826" y="307613"/>
                    <a:pt x="62150" y="305011"/>
                    <a:pt x="64700" y="300482"/>
                  </a:cubicBezTo>
                  <a:cubicBezTo>
                    <a:pt x="66730" y="296839"/>
                    <a:pt x="68864" y="293247"/>
                    <a:pt x="70686" y="290020"/>
                  </a:cubicBezTo>
                  <a:cubicBezTo>
                    <a:pt x="65065" y="284450"/>
                    <a:pt x="59651" y="279141"/>
                    <a:pt x="53874" y="273415"/>
                  </a:cubicBezTo>
                  <a:cubicBezTo>
                    <a:pt x="50855" y="275133"/>
                    <a:pt x="47159" y="277319"/>
                    <a:pt x="43463" y="279401"/>
                  </a:cubicBezTo>
                  <a:cubicBezTo>
                    <a:pt x="39091" y="281848"/>
                    <a:pt x="36384" y="281223"/>
                    <a:pt x="33886" y="276903"/>
                  </a:cubicBezTo>
                  <a:cubicBezTo>
                    <a:pt x="26598" y="264306"/>
                    <a:pt x="19311" y="251710"/>
                    <a:pt x="12076" y="239061"/>
                  </a:cubicBezTo>
                  <a:cubicBezTo>
                    <a:pt x="9682" y="234845"/>
                    <a:pt x="10514" y="232086"/>
                    <a:pt x="14783" y="229588"/>
                  </a:cubicBezTo>
                  <a:cubicBezTo>
                    <a:pt x="18270" y="227506"/>
                    <a:pt x="21810" y="225528"/>
                    <a:pt x="25297" y="223498"/>
                  </a:cubicBezTo>
                  <a:cubicBezTo>
                    <a:pt x="25401" y="223445"/>
                    <a:pt x="25453" y="223289"/>
                    <a:pt x="25557" y="223185"/>
                  </a:cubicBezTo>
                  <a:cubicBezTo>
                    <a:pt x="23579" y="215898"/>
                    <a:pt x="21601" y="208559"/>
                    <a:pt x="19467" y="200699"/>
                  </a:cubicBezTo>
                  <a:cubicBezTo>
                    <a:pt x="15459" y="200699"/>
                    <a:pt x="11087" y="200751"/>
                    <a:pt x="6715" y="200699"/>
                  </a:cubicBezTo>
                  <a:cubicBezTo>
                    <a:pt x="1978" y="200647"/>
                    <a:pt x="52" y="198669"/>
                    <a:pt x="0" y="193880"/>
                  </a:cubicBezTo>
                  <a:cubicBezTo>
                    <a:pt x="0" y="179306"/>
                    <a:pt x="0" y="164731"/>
                    <a:pt x="0" y="150157"/>
                  </a:cubicBezTo>
                  <a:cubicBezTo>
                    <a:pt x="0" y="145368"/>
                    <a:pt x="1978" y="143390"/>
                    <a:pt x="6715" y="143390"/>
                  </a:cubicBezTo>
                  <a:cubicBezTo>
                    <a:pt x="10983" y="143338"/>
                    <a:pt x="15303" y="143390"/>
                    <a:pt x="19467" y="143390"/>
                  </a:cubicBezTo>
                  <a:cubicBezTo>
                    <a:pt x="21497" y="135738"/>
                    <a:pt x="23475" y="128451"/>
                    <a:pt x="25557" y="120695"/>
                  </a:cubicBezTo>
                  <a:cubicBezTo>
                    <a:pt x="22174" y="118717"/>
                    <a:pt x="18635" y="116687"/>
                    <a:pt x="15043" y="114605"/>
                  </a:cubicBezTo>
                  <a:cubicBezTo>
                    <a:pt x="10358" y="111898"/>
                    <a:pt x="9578" y="109192"/>
                    <a:pt x="12232" y="104611"/>
                  </a:cubicBezTo>
                  <a:cubicBezTo>
                    <a:pt x="19363" y="92171"/>
                    <a:pt x="26546" y="79782"/>
                    <a:pt x="33730" y="67394"/>
                  </a:cubicBezTo>
                  <a:cubicBezTo>
                    <a:pt x="36436" y="62709"/>
                    <a:pt x="39039" y="62085"/>
                    <a:pt x="43776" y="64792"/>
                  </a:cubicBezTo>
                  <a:cubicBezTo>
                    <a:pt x="47315" y="66769"/>
                    <a:pt x="50803" y="68852"/>
                    <a:pt x="53978" y="70673"/>
                  </a:cubicBezTo>
                  <a:cubicBezTo>
                    <a:pt x="59495" y="65104"/>
                    <a:pt x="64804" y="59690"/>
                    <a:pt x="70582" y="53861"/>
                  </a:cubicBezTo>
                  <a:cubicBezTo>
                    <a:pt x="68812" y="50790"/>
                    <a:pt x="66626" y="47042"/>
                    <a:pt x="64492" y="43242"/>
                  </a:cubicBezTo>
                  <a:cubicBezTo>
                    <a:pt x="62150" y="39078"/>
                    <a:pt x="62826" y="36423"/>
                    <a:pt x="66991" y="33977"/>
                  </a:cubicBezTo>
                  <a:cubicBezTo>
                    <a:pt x="79691" y="26585"/>
                    <a:pt x="92392" y="19246"/>
                    <a:pt x="105145" y="11959"/>
                  </a:cubicBezTo>
                  <a:cubicBezTo>
                    <a:pt x="109048" y="9721"/>
                    <a:pt x="111807" y="10501"/>
                    <a:pt x="114150" y="14405"/>
                  </a:cubicBezTo>
                  <a:cubicBezTo>
                    <a:pt x="116388" y="18049"/>
                    <a:pt x="118470" y="21797"/>
                    <a:pt x="120656" y="25596"/>
                  </a:cubicBezTo>
                  <a:cubicBezTo>
                    <a:pt x="128151" y="23566"/>
                    <a:pt x="135595" y="21588"/>
                    <a:pt x="143351" y="19506"/>
                  </a:cubicBezTo>
                  <a:cubicBezTo>
                    <a:pt x="143351" y="15394"/>
                    <a:pt x="143351" y="11074"/>
                    <a:pt x="143351" y="6806"/>
                  </a:cubicBezTo>
                  <a:cubicBezTo>
                    <a:pt x="143403" y="2017"/>
                    <a:pt x="145329" y="39"/>
                    <a:pt x="150065" y="39"/>
                  </a:cubicBezTo>
                  <a:cubicBezTo>
                    <a:pt x="157092" y="-13"/>
                    <a:pt x="164171" y="-13"/>
                    <a:pt x="171198" y="39"/>
                  </a:cubicBezTo>
                  <a:cubicBezTo>
                    <a:pt x="175675" y="91"/>
                    <a:pt x="177705" y="2121"/>
                    <a:pt x="177705" y="6650"/>
                  </a:cubicBezTo>
                  <a:cubicBezTo>
                    <a:pt x="177757" y="24816"/>
                    <a:pt x="177705" y="42982"/>
                    <a:pt x="177705" y="61148"/>
                  </a:cubicBezTo>
                  <a:cubicBezTo>
                    <a:pt x="177705" y="67134"/>
                    <a:pt x="176091" y="68747"/>
                    <a:pt x="170105" y="68904"/>
                  </a:cubicBezTo>
                  <a:cubicBezTo>
                    <a:pt x="125705" y="69997"/>
                    <a:pt x="87343" y="98573"/>
                    <a:pt x="73705" y="140631"/>
                  </a:cubicBezTo>
                  <a:cubicBezTo>
                    <a:pt x="54654" y="199346"/>
                    <a:pt x="91819" y="261912"/>
                    <a:pt x="152668" y="273363"/>
                  </a:cubicBezTo>
                  <a:cubicBezTo>
                    <a:pt x="158758" y="274508"/>
                    <a:pt x="164952" y="274873"/>
                    <a:pt x="171146" y="275341"/>
                  </a:cubicBezTo>
                  <a:cubicBezTo>
                    <a:pt x="175675" y="275706"/>
                    <a:pt x="177653" y="277475"/>
                    <a:pt x="177653" y="282004"/>
                  </a:cubicBezTo>
                  <a:cubicBezTo>
                    <a:pt x="177653" y="300534"/>
                    <a:pt x="177653" y="319065"/>
                    <a:pt x="177653" y="337595"/>
                  </a:cubicBezTo>
                  <a:cubicBezTo>
                    <a:pt x="177653" y="342124"/>
                    <a:pt x="175623" y="344206"/>
                    <a:pt x="171146" y="344206"/>
                  </a:cubicBezTo>
                  <a:cubicBezTo>
                    <a:pt x="163963" y="344258"/>
                    <a:pt x="156780" y="344258"/>
                    <a:pt x="149649" y="344206"/>
                  </a:cubicBezTo>
                  <a:cubicBezTo>
                    <a:pt x="145381" y="344154"/>
                    <a:pt x="143351" y="342124"/>
                    <a:pt x="143299" y="337803"/>
                  </a:cubicBezTo>
                  <a:cubicBezTo>
                    <a:pt x="143403" y="333223"/>
                    <a:pt x="143455" y="328798"/>
                    <a:pt x="143455" y="324582"/>
                  </a:cubicBezTo>
                  <a:close/>
                  <a:moveTo>
                    <a:pt x="106654" y="24347"/>
                  </a:moveTo>
                  <a:cubicBezTo>
                    <a:pt x="96608" y="30177"/>
                    <a:pt x="86874" y="35799"/>
                    <a:pt x="77037" y="41524"/>
                  </a:cubicBezTo>
                  <a:cubicBezTo>
                    <a:pt x="78286" y="43658"/>
                    <a:pt x="79223" y="45324"/>
                    <a:pt x="80160" y="46938"/>
                  </a:cubicBezTo>
                  <a:cubicBezTo>
                    <a:pt x="81097" y="48603"/>
                    <a:pt x="82086" y="50217"/>
                    <a:pt x="83023" y="51883"/>
                  </a:cubicBezTo>
                  <a:cubicBezTo>
                    <a:pt x="85209" y="55839"/>
                    <a:pt x="84688" y="57817"/>
                    <a:pt x="81461" y="60992"/>
                  </a:cubicBezTo>
                  <a:cubicBezTo>
                    <a:pt x="74642" y="67654"/>
                    <a:pt x="67876" y="74421"/>
                    <a:pt x="61213" y="81240"/>
                  </a:cubicBezTo>
                  <a:cubicBezTo>
                    <a:pt x="57986" y="84519"/>
                    <a:pt x="56060" y="85040"/>
                    <a:pt x="52104" y="82801"/>
                  </a:cubicBezTo>
                  <a:cubicBezTo>
                    <a:pt x="48720" y="80876"/>
                    <a:pt x="45337" y="78898"/>
                    <a:pt x="41693" y="76815"/>
                  </a:cubicBezTo>
                  <a:cubicBezTo>
                    <a:pt x="35916" y="86809"/>
                    <a:pt x="30294" y="96491"/>
                    <a:pt x="24568" y="106485"/>
                  </a:cubicBezTo>
                  <a:cubicBezTo>
                    <a:pt x="28108" y="108515"/>
                    <a:pt x="31491" y="110493"/>
                    <a:pt x="34875" y="112471"/>
                  </a:cubicBezTo>
                  <a:cubicBezTo>
                    <a:pt x="38779" y="114813"/>
                    <a:pt x="39403" y="116843"/>
                    <a:pt x="38206" y="121112"/>
                  </a:cubicBezTo>
                  <a:cubicBezTo>
                    <a:pt x="35603" y="130377"/>
                    <a:pt x="33157" y="139694"/>
                    <a:pt x="30763" y="149063"/>
                  </a:cubicBezTo>
                  <a:cubicBezTo>
                    <a:pt x="29722" y="153071"/>
                    <a:pt x="27952" y="154685"/>
                    <a:pt x="23788" y="154737"/>
                  </a:cubicBezTo>
                  <a:cubicBezTo>
                    <a:pt x="19780" y="154789"/>
                    <a:pt x="15772" y="154737"/>
                    <a:pt x="11816" y="154737"/>
                  </a:cubicBezTo>
                  <a:cubicBezTo>
                    <a:pt x="11816" y="166501"/>
                    <a:pt x="11816" y="177796"/>
                    <a:pt x="11816" y="189195"/>
                  </a:cubicBezTo>
                  <a:cubicBezTo>
                    <a:pt x="15928" y="189195"/>
                    <a:pt x="19728" y="189195"/>
                    <a:pt x="23527" y="189195"/>
                  </a:cubicBezTo>
                  <a:cubicBezTo>
                    <a:pt x="27952" y="189195"/>
                    <a:pt x="29722" y="190809"/>
                    <a:pt x="30763" y="194973"/>
                  </a:cubicBezTo>
                  <a:cubicBezTo>
                    <a:pt x="33105" y="204186"/>
                    <a:pt x="35499" y="213400"/>
                    <a:pt x="38102" y="222561"/>
                  </a:cubicBezTo>
                  <a:cubicBezTo>
                    <a:pt x="39351" y="227037"/>
                    <a:pt x="38779" y="229067"/>
                    <a:pt x="34719" y="231461"/>
                  </a:cubicBezTo>
                  <a:cubicBezTo>
                    <a:pt x="31387" y="233439"/>
                    <a:pt x="28004" y="235365"/>
                    <a:pt x="24568" y="237395"/>
                  </a:cubicBezTo>
                  <a:cubicBezTo>
                    <a:pt x="30346" y="247493"/>
                    <a:pt x="35916" y="257175"/>
                    <a:pt x="41433" y="266701"/>
                  </a:cubicBezTo>
                  <a:cubicBezTo>
                    <a:pt x="42110" y="266596"/>
                    <a:pt x="42370" y="266649"/>
                    <a:pt x="42526" y="266544"/>
                  </a:cubicBezTo>
                  <a:cubicBezTo>
                    <a:pt x="45649" y="264775"/>
                    <a:pt x="48720" y="262953"/>
                    <a:pt x="51844" y="261183"/>
                  </a:cubicBezTo>
                  <a:cubicBezTo>
                    <a:pt x="56060" y="258789"/>
                    <a:pt x="57882" y="259257"/>
                    <a:pt x="61265" y="262693"/>
                  </a:cubicBezTo>
                  <a:cubicBezTo>
                    <a:pt x="67823" y="269459"/>
                    <a:pt x="74486" y="276122"/>
                    <a:pt x="81253" y="282680"/>
                  </a:cubicBezTo>
                  <a:cubicBezTo>
                    <a:pt x="84844" y="286168"/>
                    <a:pt x="85313" y="287886"/>
                    <a:pt x="82762" y="292362"/>
                  </a:cubicBezTo>
                  <a:cubicBezTo>
                    <a:pt x="80888" y="295641"/>
                    <a:pt x="79015" y="298921"/>
                    <a:pt x="77037" y="302408"/>
                  </a:cubicBezTo>
                  <a:cubicBezTo>
                    <a:pt x="87083" y="308186"/>
                    <a:pt x="96764" y="313807"/>
                    <a:pt x="106654" y="319533"/>
                  </a:cubicBezTo>
                  <a:cubicBezTo>
                    <a:pt x="108736" y="315942"/>
                    <a:pt x="110662" y="312506"/>
                    <a:pt x="112692" y="309175"/>
                  </a:cubicBezTo>
                  <a:cubicBezTo>
                    <a:pt x="114982" y="305323"/>
                    <a:pt x="117012" y="304750"/>
                    <a:pt x="121385" y="305948"/>
                  </a:cubicBezTo>
                  <a:cubicBezTo>
                    <a:pt x="130546" y="308498"/>
                    <a:pt x="139759" y="310945"/>
                    <a:pt x="148972" y="313287"/>
                  </a:cubicBezTo>
                  <a:cubicBezTo>
                    <a:pt x="153240" y="314380"/>
                    <a:pt x="154854" y="316046"/>
                    <a:pt x="154906" y="320418"/>
                  </a:cubicBezTo>
                  <a:cubicBezTo>
                    <a:pt x="154906" y="324426"/>
                    <a:pt x="154906" y="328434"/>
                    <a:pt x="154906" y="332390"/>
                  </a:cubicBezTo>
                  <a:cubicBezTo>
                    <a:pt x="159018" y="332390"/>
                    <a:pt x="162558" y="332390"/>
                    <a:pt x="166201" y="332390"/>
                  </a:cubicBezTo>
                  <a:cubicBezTo>
                    <a:pt x="166201" y="317087"/>
                    <a:pt x="166201" y="301992"/>
                    <a:pt x="166201" y="286845"/>
                  </a:cubicBezTo>
                  <a:cubicBezTo>
                    <a:pt x="105769" y="283409"/>
                    <a:pt x="59651" y="234272"/>
                    <a:pt x="57465" y="176859"/>
                  </a:cubicBezTo>
                  <a:cubicBezTo>
                    <a:pt x="56372" y="148022"/>
                    <a:pt x="64752" y="122153"/>
                    <a:pt x="82971" y="99770"/>
                  </a:cubicBezTo>
                  <a:cubicBezTo>
                    <a:pt x="104364" y="73484"/>
                    <a:pt x="132420" y="59690"/>
                    <a:pt x="166201" y="57088"/>
                  </a:cubicBezTo>
                  <a:cubicBezTo>
                    <a:pt x="166201" y="41785"/>
                    <a:pt x="166201" y="26638"/>
                    <a:pt x="166201" y="11490"/>
                  </a:cubicBezTo>
                  <a:cubicBezTo>
                    <a:pt x="162349" y="11490"/>
                    <a:pt x="158758" y="11490"/>
                    <a:pt x="154906" y="11490"/>
                  </a:cubicBezTo>
                  <a:cubicBezTo>
                    <a:pt x="154906" y="15655"/>
                    <a:pt x="154906" y="19611"/>
                    <a:pt x="154906" y="23514"/>
                  </a:cubicBezTo>
                  <a:cubicBezTo>
                    <a:pt x="154854" y="27679"/>
                    <a:pt x="153240" y="29448"/>
                    <a:pt x="149232" y="30489"/>
                  </a:cubicBezTo>
                  <a:cubicBezTo>
                    <a:pt x="139915" y="32884"/>
                    <a:pt x="130598" y="35330"/>
                    <a:pt x="121281" y="37881"/>
                  </a:cubicBezTo>
                  <a:cubicBezTo>
                    <a:pt x="117012" y="39078"/>
                    <a:pt x="114982" y="38453"/>
                    <a:pt x="112640" y="34549"/>
                  </a:cubicBezTo>
                  <a:cubicBezTo>
                    <a:pt x="110714" y="31374"/>
                    <a:pt x="108840" y="28043"/>
                    <a:pt x="106654" y="24347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885" name="Google Shape;885;p8"/>
            <p:cNvSpPr/>
            <p:nvPr/>
          </p:nvSpPr>
          <p:spPr bwMode="auto">
            <a:xfrm>
              <a:off x="4800186" y="6416806"/>
              <a:ext cx="183534" cy="183586"/>
            </a:xfrm>
            <a:custGeom>
              <a:avLst/>
              <a:gdLst/>
              <a:ahLst/>
              <a:cxnLst/>
              <a:rect l="l" t="t" r="r" b="b"/>
              <a:pathLst>
                <a:path w="183534" h="183586" fill="norm" stroke="1" extrusionOk="0">
                  <a:moveTo>
                    <a:pt x="183535" y="91715"/>
                  </a:moveTo>
                  <a:cubicBezTo>
                    <a:pt x="183535" y="142466"/>
                    <a:pt x="142518" y="183587"/>
                    <a:pt x="91871" y="183587"/>
                  </a:cubicBezTo>
                  <a:cubicBezTo>
                    <a:pt x="41121" y="183587"/>
                    <a:pt x="0" y="142570"/>
                    <a:pt x="0" y="91872"/>
                  </a:cubicBezTo>
                  <a:cubicBezTo>
                    <a:pt x="0" y="40965"/>
                    <a:pt x="41069" y="-52"/>
                    <a:pt x="92028" y="0"/>
                  </a:cubicBezTo>
                  <a:cubicBezTo>
                    <a:pt x="142518" y="104"/>
                    <a:pt x="183535" y="41173"/>
                    <a:pt x="183535" y="91715"/>
                  </a:cubicBezTo>
                  <a:close/>
                  <a:moveTo>
                    <a:pt x="58975" y="18999"/>
                  </a:moveTo>
                  <a:cubicBezTo>
                    <a:pt x="61577" y="24204"/>
                    <a:pt x="63972" y="29253"/>
                    <a:pt x="66678" y="34146"/>
                  </a:cubicBezTo>
                  <a:cubicBezTo>
                    <a:pt x="67355" y="35395"/>
                    <a:pt x="68708" y="36436"/>
                    <a:pt x="70010" y="37113"/>
                  </a:cubicBezTo>
                  <a:cubicBezTo>
                    <a:pt x="75735" y="40080"/>
                    <a:pt x="81513" y="42891"/>
                    <a:pt x="87239" y="45806"/>
                  </a:cubicBezTo>
                  <a:cubicBezTo>
                    <a:pt x="92132" y="48304"/>
                    <a:pt x="93016" y="51219"/>
                    <a:pt x="90206" y="55904"/>
                  </a:cubicBezTo>
                  <a:cubicBezTo>
                    <a:pt x="85937" y="63087"/>
                    <a:pt x="81201" y="70010"/>
                    <a:pt x="77453" y="77453"/>
                  </a:cubicBezTo>
                  <a:cubicBezTo>
                    <a:pt x="74122" y="84064"/>
                    <a:pt x="69801" y="87187"/>
                    <a:pt x="62254" y="86146"/>
                  </a:cubicBezTo>
                  <a:cubicBezTo>
                    <a:pt x="58350" y="85573"/>
                    <a:pt x="53249" y="84897"/>
                    <a:pt x="50490" y="86822"/>
                  </a:cubicBezTo>
                  <a:cubicBezTo>
                    <a:pt x="47888" y="88644"/>
                    <a:pt x="47575" y="93797"/>
                    <a:pt x="46274" y="97493"/>
                  </a:cubicBezTo>
                  <a:cubicBezTo>
                    <a:pt x="44608" y="102334"/>
                    <a:pt x="43359" y="103219"/>
                    <a:pt x="38154" y="103219"/>
                  </a:cubicBezTo>
                  <a:cubicBezTo>
                    <a:pt x="29722" y="103219"/>
                    <a:pt x="21237" y="103219"/>
                    <a:pt x="11868" y="103219"/>
                  </a:cubicBezTo>
                  <a:cubicBezTo>
                    <a:pt x="14158" y="110923"/>
                    <a:pt x="16240" y="118002"/>
                    <a:pt x="18426" y="125237"/>
                  </a:cubicBezTo>
                  <a:cubicBezTo>
                    <a:pt x="20196" y="124716"/>
                    <a:pt x="21081" y="124456"/>
                    <a:pt x="22018" y="124144"/>
                  </a:cubicBezTo>
                  <a:cubicBezTo>
                    <a:pt x="30867" y="121229"/>
                    <a:pt x="39663" y="118366"/>
                    <a:pt x="48460" y="115347"/>
                  </a:cubicBezTo>
                  <a:cubicBezTo>
                    <a:pt x="51323" y="114358"/>
                    <a:pt x="53717" y="114670"/>
                    <a:pt x="56112" y="116544"/>
                  </a:cubicBezTo>
                  <a:cubicBezTo>
                    <a:pt x="61317" y="120552"/>
                    <a:pt x="66730" y="124300"/>
                    <a:pt x="71831" y="128412"/>
                  </a:cubicBezTo>
                  <a:cubicBezTo>
                    <a:pt x="73861" y="130026"/>
                    <a:pt x="75111" y="129869"/>
                    <a:pt x="76985" y="128308"/>
                  </a:cubicBezTo>
                  <a:cubicBezTo>
                    <a:pt x="84168" y="122374"/>
                    <a:pt x="91455" y="116596"/>
                    <a:pt x="98794" y="110818"/>
                  </a:cubicBezTo>
                  <a:cubicBezTo>
                    <a:pt x="102282" y="108060"/>
                    <a:pt x="104832" y="108164"/>
                    <a:pt x="107955" y="111235"/>
                  </a:cubicBezTo>
                  <a:cubicBezTo>
                    <a:pt x="113317" y="116492"/>
                    <a:pt x="118730" y="121749"/>
                    <a:pt x="123883" y="127267"/>
                  </a:cubicBezTo>
                  <a:cubicBezTo>
                    <a:pt x="125132" y="128620"/>
                    <a:pt x="125965" y="130754"/>
                    <a:pt x="126069" y="132628"/>
                  </a:cubicBezTo>
                  <a:cubicBezTo>
                    <a:pt x="126382" y="137729"/>
                    <a:pt x="126173" y="142882"/>
                    <a:pt x="126173" y="148035"/>
                  </a:cubicBezTo>
                  <a:cubicBezTo>
                    <a:pt x="126173" y="152252"/>
                    <a:pt x="124976" y="153813"/>
                    <a:pt x="120916" y="154906"/>
                  </a:cubicBezTo>
                  <a:cubicBezTo>
                    <a:pt x="115086" y="156468"/>
                    <a:pt x="109257" y="157925"/>
                    <a:pt x="103427" y="159435"/>
                  </a:cubicBezTo>
                  <a:cubicBezTo>
                    <a:pt x="103427" y="163391"/>
                    <a:pt x="103427" y="167034"/>
                    <a:pt x="103427" y="171042"/>
                  </a:cubicBezTo>
                  <a:cubicBezTo>
                    <a:pt x="126382" y="167295"/>
                    <a:pt x="144287" y="155999"/>
                    <a:pt x="157821" y="137313"/>
                  </a:cubicBezTo>
                  <a:cubicBezTo>
                    <a:pt x="151887" y="131379"/>
                    <a:pt x="146109" y="125653"/>
                    <a:pt x="140384" y="119927"/>
                  </a:cubicBezTo>
                  <a:cubicBezTo>
                    <a:pt x="136896" y="116388"/>
                    <a:pt x="136688" y="114358"/>
                    <a:pt x="139447" y="110194"/>
                  </a:cubicBezTo>
                  <a:cubicBezTo>
                    <a:pt x="141997" y="106290"/>
                    <a:pt x="144600" y="102438"/>
                    <a:pt x="147150" y="98534"/>
                  </a:cubicBezTo>
                  <a:cubicBezTo>
                    <a:pt x="147671" y="97753"/>
                    <a:pt x="148452" y="96764"/>
                    <a:pt x="148295" y="96036"/>
                  </a:cubicBezTo>
                  <a:cubicBezTo>
                    <a:pt x="147306" y="91455"/>
                    <a:pt x="146109" y="86927"/>
                    <a:pt x="144964" y="82138"/>
                  </a:cubicBezTo>
                  <a:cubicBezTo>
                    <a:pt x="141112" y="83387"/>
                    <a:pt x="137833" y="84376"/>
                    <a:pt x="134606" y="85521"/>
                  </a:cubicBezTo>
                  <a:cubicBezTo>
                    <a:pt x="131379" y="86666"/>
                    <a:pt x="128828" y="85938"/>
                    <a:pt x="126746" y="83127"/>
                  </a:cubicBezTo>
                  <a:cubicBezTo>
                    <a:pt x="121385" y="75944"/>
                    <a:pt x="115867" y="68865"/>
                    <a:pt x="110766" y="61525"/>
                  </a:cubicBezTo>
                  <a:cubicBezTo>
                    <a:pt x="109569" y="59808"/>
                    <a:pt x="109048" y="56997"/>
                    <a:pt x="109413" y="54915"/>
                  </a:cubicBezTo>
                  <a:cubicBezTo>
                    <a:pt x="110766" y="48044"/>
                    <a:pt x="112692" y="41225"/>
                    <a:pt x="114462" y="34458"/>
                  </a:cubicBezTo>
                  <a:cubicBezTo>
                    <a:pt x="115711" y="29670"/>
                    <a:pt x="117064" y="28681"/>
                    <a:pt x="122009" y="28681"/>
                  </a:cubicBezTo>
                  <a:cubicBezTo>
                    <a:pt x="128047" y="28681"/>
                    <a:pt x="134033" y="28681"/>
                    <a:pt x="140644" y="28681"/>
                  </a:cubicBezTo>
                  <a:cubicBezTo>
                    <a:pt x="118730" y="10358"/>
                    <a:pt x="84220" y="6298"/>
                    <a:pt x="58975" y="18999"/>
                  </a:cubicBezTo>
                  <a:close/>
                  <a:moveTo>
                    <a:pt x="11399" y="91819"/>
                  </a:moveTo>
                  <a:cubicBezTo>
                    <a:pt x="19363" y="91819"/>
                    <a:pt x="26859" y="91872"/>
                    <a:pt x="34354" y="91715"/>
                  </a:cubicBezTo>
                  <a:cubicBezTo>
                    <a:pt x="35135" y="91715"/>
                    <a:pt x="36228" y="90466"/>
                    <a:pt x="36592" y="89581"/>
                  </a:cubicBezTo>
                  <a:cubicBezTo>
                    <a:pt x="37946" y="86146"/>
                    <a:pt x="39039" y="82606"/>
                    <a:pt x="40184" y="79119"/>
                  </a:cubicBezTo>
                  <a:cubicBezTo>
                    <a:pt x="41225" y="75996"/>
                    <a:pt x="43255" y="74538"/>
                    <a:pt x="46638" y="74590"/>
                  </a:cubicBezTo>
                  <a:cubicBezTo>
                    <a:pt x="52156" y="74694"/>
                    <a:pt x="57621" y="74642"/>
                    <a:pt x="63139" y="74590"/>
                  </a:cubicBezTo>
                  <a:cubicBezTo>
                    <a:pt x="64128" y="74590"/>
                    <a:pt x="65533" y="74382"/>
                    <a:pt x="65950" y="73705"/>
                  </a:cubicBezTo>
                  <a:cubicBezTo>
                    <a:pt x="69958" y="67303"/>
                    <a:pt x="73809" y="60745"/>
                    <a:pt x="77869" y="54030"/>
                  </a:cubicBezTo>
                  <a:cubicBezTo>
                    <a:pt x="72560" y="51375"/>
                    <a:pt x="67511" y="49189"/>
                    <a:pt x="62826" y="46378"/>
                  </a:cubicBezTo>
                  <a:cubicBezTo>
                    <a:pt x="60536" y="45025"/>
                    <a:pt x="58350" y="42891"/>
                    <a:pt x="56997" y="40548"/>
                  </a:cubicBezTo>
                  <a:cubicBezTo>
                    <a:pt x="53978" y="35343"/>
                    <a:pt x="51479" y="29774"/>
                    <a:pt x="48668" y="24152"/>
                  </a:cubicBezTo>
                  <a:cubicBezTo>
                    <a:pt x="24777" y="40600"/>
                    <a:pt x="12492" y="62775"/>
                    <a:pt x="11399" y="91819"/>
                  </a:cubicBezTo>
                  <a:close/>
                  <a:moveTo>
                    <a:pt x="24881" y="135543"/>
                  </a:moveTo>
                  <a:cubicBezTo>
                    <a:pt x="40288" y="160528"/>
                    <a:pt x="70426" y="173281"/>
                    <a:pt x="91819" y="171615"/>
                  </a:cubicBezTo>
                  <a:cubicBezTo>
                    <a:pt x="91819" y="166410"/>
                    <a:pt x="91819" y="161153"/>
                    <a:pt x="91819" y="155895"/>
                  </a:cubicBezTo>
                  <a:cubicBezTo>
                    <a:pt x="91819" y="151731"/>
                    <a:pt x="93016" y="150222"/>
                    <a:pt x="97181" y="149129"/>
                  </a:cubicBezTo>
                  <a:cubicBezTo>
                    <a:pt x="103010" y="147619"/>
                    <a:pt x="108840" y="146110"/>
                    <a:pt x="114774" y="144600"/>
                  </a:cubicBezTo>
                  <a:cubicBezTo>
                    <a:pt x="114774" y="142258"/>
                    <a:pt x="114878" y="140228"/>
                    <a:pt x="114722" y="138198"/>
                  </a:cubicBezTo>
                  <a:cubicBezTo>
                    <a:pt x="114618" y="136636"/>
                    <a:pt x="114618" y="134606"/>
                    <a:pt x="113733" y="133565"/>
                  </a:cubicBezTo>
                  <a:cubicBezTo>
                    <a:pt x="110402" y="129661"/>
                    <a:pt x="106758" y="126122"/>
                    <a:pt x="103115" y="122374"/>
                  </a:cubicBezTo>
                  <a:cubicBezTo>
                    <a:pt x="94942" y="128880"/>
                    <a:pt x="87239" y="135075"/>
                    <a:pt x="79483" y="141217"/>
                  </a:cubicBezTo>
                  <a:cubicBezTo>
                    <a:pt x="75631" y="144288"/>
                    <a:pt x="73861" y="144288"/>
                    <a:pt x="69958" y="141425"/>
                  </a:cubicBezTo>
                  <a:cubicBezTo>
                    <a:pt x="64232" y="137157"/>
                    <a:pt x="58506" y="132784"/>
                    <a:pt x="52728" y="128620"/>
                  </a:cubicBezTo>
                  <a:cubicBezTo>
                    <a:pt x="51792" y="127943"/>
                    <a:pt x="50282" y="127319"/>
                    <a:pt x="49345" y="127579"/>
                  </a:cubicBezTo>
                  <a:cubicBezTo>
                    <a:pt x="41173" y="130078"/>
                    <a:pt x="33209" y="132784"/>
                    <a:pt x="24881" y="135543"/>
                  </a:cubicBezTo>
                  <a:close/>
                  <a:moveTo>
                    <a:pt x="124976" y="40184"/>
                  </a:moveTo>
                  <a:cubicBezTo>
                    <a:pt x="123831" y="44869"/>
                    <a:pt x="122582" y="49241"/>
                    <a:pt x="121749" y="53665"/>
                  </a:cubicBezTo>
                  <a:cubicBezTo>
                    <a:pt x="121489" y="55071"/>
                    <a:pt x="121801" y="56945"/>
                    <a:pt x="122582" y="58142"/>
                  </a:cubicBezTo>
                  <a:cubicBezTo>
                    <a:pt x="125393" y="62306"/>
                    <a:pt x="128724" y="66054"/>
                    <a:pt x="131431" y="70270"/>
                  </a:cubicBezTo>
                  <a:cubicBezTo>
                    <a:pt x="133305" y="73185"/>
                    <a:pt x="135178" y="73601"/>
                    <a:pt x="138197" y="72248"/>
                  </a:cubicBezTo>
                  <a:cubicBezTo>
                    <a:pt x="140748" y="71051"/>
                    <a:pt x="143611" y="70374"/>
                    <a:pt x="146318" y="69541"/>
                  </a:cubicBezTo>
                  <a:cubicBezTo>
                    <a:pt x="151002" y="68084"/>
                    <a:pt x="153657" y="69437"/>
                    <a:pt x="154906" y="74174"/>
                  </a:cubicBezTo>
                  <a:cubicBezTo>
                    <a:pt x="156780" y="81201"/>
                    <a:pt x="158706" y="88176"/>
                    <a:pt x="160163" y="95307"/>
                  </a:cubicBezTo>
                  <a:cubicBezTo>
                    <a:pt x="160580" y="97285"/>
                    <a:pt x="159955" y="99835"/>
                    <a:pt x="159018" y="101657"/>
                  </a:cubicBezTo>
                  <a:cubicBezTo>
                    <a:pt x="157040" y="105301"/>
                    <a:pt x="154438" y="108632"/>
                    <a:pt x="152251" y="112172"/>
                  </a:cubicBezTo>
                  <a:cubicBezTo>
                    <a:pt x="151783" y="112953"/>
                    <a:pt x="151627" y="114618"/>
                    <a:pt x="152095" y="115139"/>
                  </a:cubicBezTo>
                  <a:cubicBezTo>
                    <a:pt x="155843" y="119147"/>
                    <a:pt x="159747" y="122946"/>
                    <a:pt x="163703" y="126902"/>
                  </a:cubicBezTo>
                  <a:cubicBezTo>
                    <a:pt x="177705" y="99315"/>
                    <a:pt x="173697" y="65481"/>
                    <a:pt x="154177" y="41589"/>
                  </a:cubicBezTo>
                  <a:cubicBezTo>
                    <a:pt x="153605" y="40913"/>
                    <a:pt x="152408" y="40340"/>
                    <a:pt x="151523" y="40288"/>
                  </a:cubicBezTo>
                  <a:cubicBezTo>
                    <a:pt x="142778" y="40132"/>
                    <a:pt x="134085" y="40184"/>
                    <a:pt x="124976" y="40184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886" name="Google Shape;886;p8"/>
            <p:cNvSpPr/>
            <p:nvPr/>
          </p:nvSpPr>
          <p:spPr bwMode="auto">
            <a:xfrm>
              <a:off x="4909338" y="6611944"/>
              <a:ext cx="91573" cy="63200"/>
            </a:xfrm>
            <a:custGeom>
              <a:avLst/>
              <a:gdLst/>
              <a:ahLst/>
              <a:cxnLst/>
              <a:rect l="l" t="t" r="r" b="b"/>
              <a:pathLst>
                <a:path w="91573" h="63200" fill="norm" stroke="1" extrusionOk="0">
                  <a:moveTo>
                    <a:pt x="44400" y="40137"/>
                  </a:moveTo>
                  <a:cubicBezTo>
                    <a:pt x="48512" y="40137"/>
                    <a:pt x="52364" y="40345"/>
                    <a:pt x="56112" y="40032"/>
                  </a:cubicBezTo>
                  <a:cubicBezTo>
                    <a:pt x="57257" y="39928"/>
                    <a:pt x="58662" y="38627"/>
                    <a:pt x="59287" y="37534"/>
                  </a:cubicBezTo>
                  <a:cubicBezTo>
                    <a:pt x="63451" y="30507"/>
                    <a:pt x="71259" y="27124"/>
                    <a:pt x="78858" y="29258"/>
                  </a:cubicBezTo>
                  <a:cubicBezTo>
                    <a:pt x="86926" y="31548"/>
                    <a:pt x="91871" y="38419"/>
                    <a:pt x="91559" y="46955"/>
                  </a:cubicBezTo>
                  <a:cubicBezTo>
                    <a:pt x="91299" y="54451"/>
                    <a:pt x="85521" y="61113"/>
                    <a:pt x="77817" y="62831"/>
                  </a:cubicBezTo>
                  <a:cubicBezTo>
                    <a:pt x="70686" y="64393"/>
                    <a:pt x="63035" y="60905"/>
                    <a:pt x="59391" y="54138"/>
                  </a:cubicBezTo>
                  <a:cubicBezTo>
                    <a:pt x="58298" y="52161"/>
                    <a:pt x="57153" y="51484"/>
                    <a:pt x="55019" y="51536"/>
                  </a:cubicBezTo>
                  <a:cubicBezTo>
                    <a:pt x="50386" y="51692"/>
                    <a:pt x="45701" y="51484"/>
                    <a:pt x="41069" y="51640"/>
                  </a:cubicBezTo>
                  <a:cubicBezTo>
                    <a:pt x="37269" y="51744"/>
                    <a:pt x="35135" y="50078"/>
                    <a:pt x="34094" y="46435"/>
                  </a:cubicBezTo>
                  <a:cubicBezTo>
                    <a:pt x="30867" y="34879"/>
                    <a:pt x="27483" y="23324"/>
                    <a:pt x="24048" y="11508"/>
                  </a:cubicBezTo>
                  <a:cubicBezTo>
                    <a:pt x="16084" y="11508"/>
                    <a:pt x="8120" y="11508"/>
                    <a:pt x="0" y="11508"/>
                  </a:cubicBezTo>
                  <a:cubicBezTo>
                    <a:pt x="0" y="7656"/>
                    <a:pt x="0" y="4117"/>
                    <a:pt x="0" y="57"/>
                  </a:cubicBezTo>
                  <a:cubicBezTo>
                    <a:pt x="2967" y="57"/>
                    <a:pt x="6038" y="57"/>
                    <a:pt x="9057" y="57"/>
                  </a:cubicBezTo>
                  <a:cubicBezTo>
                    <a:pt x="15147" y="57"/>
                    <a:pt x="21237" y="161"/>
                    <a:pt x="27327" y="5"/>
                  </a:cubicBezTo>
                  <a:cubicBezTo>
                    <a:pt x="31127" y="-100"/>
                    <a:pt x="33261" y="1566"/>
                    <a:pt x="34302" y="5210"/>
                  </a:cubicBezTo>
                  <a:cubicBezTo>
                    <a:pt x="37581" y="16713"/>
                    <a:pt x="40965" y="28269"/>
                    <a:pt x="44400" y="40137"/>
                  </a:cubicBezTo>
                  <a:close/>
                  <a:moveTo>
                    <a:pt x="80108" y="45706"/>
                  </a:moveTo>
                  <a:cubicBezTo>
                    <a:pt x="80056" y="42739"/>
                    <a:pt x="77245" y="40032"/>
                    <a:pt x="74278" y="40137"/>
                  </a:cubicBezTo>
                  <a:cubicBezTo>
                    <a:pt x="71311" y="40189"/>
                    <a:pt x="68604" y="42999"/>
                    <a:pt x="68708" y="45966"/>
                  </a:cubicBezTo>
                  <a:cubicBezTo>
                    <a:pt x="68760" y="48933"/>
                    <a:pt x="71571" y="51640"/>
                    <a:pt x="74538" y="51536"/>
                  </a:cubicBezTo>
                  <a:cubicBezTo>
                    <a:pt x="77453" y="51484"/>
                    <a:pt x="80160" y="48673"/>
                    <a:pt x="80108" y="45706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887" name="Google Shape;887;p8"/>
            <p:cNvSpPr/>
            <p:nvPr/>
          </p:nvSpPr>
          <p:spPr bwMode="auto">
            <a:xfrm>
              <a:off x="4909338" y="6347899"/>
              <a:ext cx="91562" cy="57560"/>
            </a:xfrm>
            <a:custGeom>
              <a:avLst/>
              <a:gdLst/>
              <a:ahLst/>
              <a:cxnLst/>
              <a:rect l="l" t="t" r="r" b="b"/>
              <a:pathLst>
                <a:path w="91562" h="57560" fill="norm" stroke="1" extrusionOk="0">
                  <a:moveTo>
                    <a:pt x="0" y="57455"/>
                  </a:moveTo>
                  <a:cubicBezTo>
                    <a:pt x="0" y="53499"/>
                    <a:pt x="0" y="49960"/>
                    <a:pt x="0" y="46004"/>
                  </a:cubicBezTo>
                  <a:cubicBezTo>
                    <a:pt x="5361" y="46004"/>
                    <a:pt x="10567" y="45900"/>
                    <a:pt x="15772" y="46056"/>
                  </a:cubicBezTo>
                  <a:cubicBezTo>
                    <a:pt x="18218" y="46160"/>
                    <a:pt x="19571" y="45431"/>
                    <a:pt x="20665" y="43089"/>
                  </a:cubicBezTo>
                  <a:cubicBezTo>
                    <a:pt x="24985" y="34032"/>
                    <a:pt x="29670" y="25183"/>
                    <a:pt x="33990" y="16178"/>
                  </a:cubicBezTo>
                  <a:cubicBezTo>
                    <a:pt x="35603" y="12847"/>
                    <a:pt x="37842" y="11389"/>
                    <a:pt x="41589" y="11545"/>
                  </a:cubicBezTo>
                  <a:cubicBezTo>
                    <a:pt x="46222" y="11754"/>
                    <a:pt x="50907" y="11754"/>
                    <a:pt x="55539" y="11493"/>
                  </a:cubicBezTo>
                  <a:cubicBezTo>
                    <a:pt x="56736" y="11441"/>
                    <a:pt x="58402" y="10452"/>
                    <a:pt x="58975" y="9411"/>
                  </a:cubicBezTo>
                  <a:cubicBezTo>
                    <a:pt x="63035" y="2228"/>
                    <a:pt x="70738" y="-1415"/>
                    <a:pt x="78286" y="511"/>
                  </a:cubicBezTo>
                  <a:cubicBezTo>
                    <a:pt x="86042" y="2488"/>
                    <a:pt x="91403" y="9047"/>
                    <a:pt x="91559" y="16751"/>
                  </a:cubicBezTo>
                  <a:cubicBezTo>
                    <a:pt x="91715" y="25079"/>
                    <a:pt x="86718" y="31794"/>
                    <a:pt x="78702" y="33980"/>
                  </a:cubicBezTo>
                  <a:cubicBezTo>
                    <a:pt x="71103" y="36062"/>
                    <a:pt x="63191" y="32731"/>
                    <a:pt x="59287" y="25495"/>
                  </a:cubicBezTo>
                  <a:cubicBezTo>
                    <a:pt x="58298" y="23622"/>
                    <a:pt x="57205" y="22945"/>
                    <a:pt x="55175" y="23049"/>
                  </a:cubicBezTo>
                  <a:cubicBezTo>
                    <a:pt x="51375" y="23257"/>
                    <a:pt x="46742" y="21956"/>
                    <a:pt x="43984" y="23674"/>
                  </a:cubicBezTo>
                  <a:cubicBezTo>
                    <a:pt x="41173" y="25391"/>
                    <a:pt x="40184" y="30024"/>
                    <a:pt x="38466" y="33407"/>
                  </a:cubicBezTo>
                  <a:cubicBezTo>
                    <a:pt x="35135" y="40018"/>
                    <a:pt x="31752" y="46576"/>
                    <a:pt x="28524" y="53239"/>
                  </a:cubicBezTo>
                  <a:cubicBezTo>
                    <a:pt x="27067" y="56310"/>
                    <a:pt x="24881" y="57611"/>
                    <a:pt x="21445" y="57559"/>
                  </a:cubicBezTo>
                  <a:cubicBezTo>
                    <a:pt x="14418" y="57351"/>
                    <a:pt x="7391" y="57455"/>
                    <a:pt x="0" y="57455"/>
                  </a:cubicBezTo>
                  <a:close/>
                  <a:moveTo>
                    <a:pt x="80108" y="17271"/>
                  </a:moveTo>
                  <a:cubicBezTo>
                    <a:pt x="80108" y="14304"/>
                    <a:pt x="77297" y="11598"/>
                    <a:pt x="74382" y="11598"/>
                  </a:cubicBezTo>
                  <a:cubicBezTo>
                    <a:pt x="71415" y="11598"/>
                    <a:pt x="68656" y="14408"/>
                    <a:pt x="68708" y="17323"/>
                  </a:cubicBezTo>
                  <a:cubicBezTo>
                    <a:pt x="68760" y="20290"/>
                    <a:pt x="71519" y="22997"/>
                    <a:pt x="74434" y="22997"/>
                  </a:cubicBezTo>
                  <a:cubicBezTo>
                    <a:pt x="77401" y="22997"/>
                    <a:pt x="80108" y="20238"/>
                    <a:pt x="80108" y="1727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888" name="Google Shape;888;p8"/>
            <p:cNvSpPr/>
            <p:nvPr/>
          </p:nvSpPr>
          <p:spPr bwMode="auto">
            <a:xfrm>
              <a:off x="4966700" y="6399581"/>
              <a:ext cx="85885" cy="40233"/>
            </a:xfrm>
            <a:custGeom>
              <a:avLst/>
              <a:gdLst/>
              <a:ahLst/>
              <a:cxnLst/>
              <a:rect l="l" t="t" r="r" b="b"/>
              <a:pathLst>
                <a:path w="85885" h="40233" fill="norm" stroke="1" extrusionOk="0">
                  <a:moveTo>
                    <a:pt x="0" y="40180"/>
                  </a:moveTo>
                  <a:cubicBezTo>
                    <a:pt x="0" y="36276"/>
                    <a:pt x="0" y="32736"/>
                    <a:pt x="0" y="28728"/>
                  </a:cubicBezTo>
                  <a:cubicBezTo>
                    <a:pt x="2655" y="28728"/>
                    <a:pt x="5257" y="28416"/>
                    <a:pt x="7808" y="28780"/>
                  </a:cubicBezTo>
                  <a:cubicBezTo>
                    <a:pt x="12544" y="29561"/>
                    <a:pt x="15355" y="27635"/>
                    <a:pt x="17437" y="23575"/>
                  </a:cubicBezTo>
                  <a:cubicBezTo>
                    <a:pt x="18895" y="20712"/>
                    <a:pt x="21081" y="18266"/>
                    <a:pt x="22695" y="15507"/>
                  </a:cubicBezTo>
                  <a:cubicBezTo>
                    <a:pt x="24412" y="12644"/>
                    <a:pt x="26651" y="11395"/>
                    <a:pt x="30034" y="11499"/>
                  </a:cubicBezTo>
                  <a:cubicBezTo>
                    <a:pt x="36384" y="11707"/>
                    <a:pt x="42682" y="11447"/>
                    <a:pt x="49033" y="11603"/>
                  </a:cubicBezTo>
                  <a:cubicBezTo>
                    <a:pt x="51271" y="11655"/>
                    <a:pt x="52572" y="11135"/>
                    <a:pt x="53769" y="8949"/>
                  </a:cubicBezTo>
                  <a:cubicBezTo>
                    <a:pt x="57569" y="1870"/>
                    <a:pt x="65481" y="-1410"/>
                    <a:pt x="72925" y="568"/>
                  </a:cubicBezTo>
                  <a:cubicBezTo>
                    <a:pt x="80784" y="2702"/>
                    <a:pt x="85885" y="9313"/>
                    <a:pt x="85885" y="17381"/>
                  </a:cubicBezTo>
                  <a:cubicBezTo>
                    <a:pt x="85885" y="25345"/>
                    <a:pt x="80628" y="31955"/>
                    <a:pt x="72716" y="34038"/>
                  </a:cubicBezTo>
                  <a:cubicBezTo>
                    <a:pt x="65325" y="35963"/>
                    <a:pt x="57517" y="32528"/>
                    <a:pt x="53665" y="25397"/>
                  </a:cubicBezTo>
                  <a:cubicBezTo>
                    <a:pt x="52624" y="23523"/>
                    <a:pt x="51583" y="22898"/>
                    <a:pt x="49553" y="22951"/>
                  </a:cubicBezTo>
                  <a:cubicBezTo>
                    <a:pt x="43828" y="23055"/>
                    <a:pt x="37165" y="21233"/>
                    <a:pt x="32584" y="23523"/>
                  </a:cubicBezTo>
                  <a:cubicBezTo>
                    <a:pt x="28108" y="25813"/>
                    <a:pt x="25662" y="32216"/>
                    <a:pt x="22434" y="36848"/>
                  </a:cubicBezTo>
                  <a:cubicBezTo>
                    <a:pt x="20873" y="39087"/>
                    <a:pt x="18999" y="40284"/>
                    <a:pt x="16188" y="40232"/>
                  </a:cubicBezTo>
                  <a:cubicBezTo>
                    <a:pt x="10931" y="40128"/>
                    <a:pt x="5674" y="40180"/>
                    <a:pt x="0" y="40180"/>
                  </a:cubicBezTo>
                  <a:close/>
                  <a:moveTo>
                    <a:pt x="74382" y="17121"/>
                  </a:moveTo>
                  <a:cubicBezTo>
                    <a:pt x="74278" y="14154"/>
                    <a:pt x="71467" y="11447"/>
                    <a:pt x="68552" y="11551"/>
                  </a:cubicBezTo>
                  <a:cubicBezTo>
                    <a:pt x="65585" y="11655"/>
                    <a:pt x="62931" y="14466"/>
                    <a:pt x="62983" y="17381"/>
                  </a:cubicBezTo>
                  <a:cubicBezTo>
                    <a:pt x="63087" y="20348"/>
                    <a:pt x="65898" y="23055"/>
                    <a:pt x="68812" y="22951"/>
                  </a:cubicBezTo>
                  <a:cubicBezTo>
                    <a:pt x="71779" y="22846"/>
                    <a:pt x="74434" y="20036"/>
                    <a:pt x="74382" y="1712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889" name="Google Shape;889;p8"/>
            <p:cNvSpPr/>
            <p:nvPr/>
          </p:nvSpPr>
          <p:spPr bwMode="auto">
            <a:xfrm>
              <a:off x="4972425" y="6571723"/>
              <a:ext cx="74454" cy="51657"/>
            </a:xfrm>
            <a:custGeom>
              <a:avLst/>
              <a:gdLst/>
              <a:ahLst/>
              <a:cxnLst/>
              <a:rect l="l" t="t" r="r" b="b"/>
              <a:pathLst>
                <a:path w="74454" h="51657" fill="norm" stroke="1" extrusionOk="0">
                  <a:moveTo>
                    <a:pt x="0" y="11492"/>
                  </a:moveTo>
                  <a:cubicBezTo>
                    <a:pt x="0" y="7484"/>
                    <a:pt x="0" y="3945"/>
                    <a:pt x="0" y="93"/>
                  </a:cubicBezTo>
                  <a:cubicBezTo>
                    <a:pt x="6090" y="93"/>
                    <a:pt x="12076" y="-219"/>
                    <a:pt x="17958" y="301"/>
                  </a:cubicBezTo>
                  <a:cubicBezTo>
                    <a:pt x="19676" y="457"/>
                    <a:pt x="21810" y="2696"/>
                    <a:pt x="22643" y="4465"/>
                  </a:cubicBezTo>
                  <a:cubicBezTo>
                    <a:pt x="25714" y="11284"/>
                    <a:pt x="28316" y="18363"/>
                    <a:pt x="31179" y="25286"/>
                  </a:cubicBezTo>
                  <a:cubicBezTo>
                    <a:pt x="31804" y="26796"/>
                    <a:pt x="31752" y="29138"/>
                    <a:pt x="34406" y="28669"/>
                  </a:cubicBezTo>
                  <a:cubicBezTo>
                    <a:pt x="37165" y="28201"/>
                    <a:pt x="40288" y="30179"/>
                    <a:pt x="42370" y="26067"/>
                  </a:cubicBezTo>
                  <a:cubicBezTo>
                    <a:pt x="45806" y="19404"/>
                    <a:pt x="51896" y="16437"/>
                    <a:pt x="59339" y="17322"/>
                  </a:cubicBezTo>
                  <a:cubicBezTo>
                    <a:pt x="66366" y="18155"/>
                    <a:pt x="71155" y="22267"/>
                    <a:pt x="73497" y="28878"/>
                  </a:cubicBezTo>
                  <a:cubicBezTo>
                    <a:pt x="76464" y="37154"/>
                    <a:pt x="72300" y="46523"/>
                    <a:pt x="64284" y="50115"/>
                  </a:cubicBezTo>
                  <a:cubicBezTo>
                    <a:pt x="56216" y="53758"/>
                    <a:pt x="46638" y="50791"/>
                    <a:pt x="42370" y="42880"/>
                  </a:cubicBezTo>
                  <a:cubicBezTo>
                    <a:pt x="41121" y="40537"/>
                    <a:pt x="39768" y="39913"/>
                    <a:pt x="37373" y="40069"/>
                  </a:cubicBezTo>
                  <a:cubicBezTo>
                    <a:pt x="34771" y="40225"/>
                    <a:pt x="32116" y="40017"/>
                    <a:pt x="29513" y="40121"/>
                  </a:cubicBezTo>
                  <a:cubicBezTo>
                    <a:pt x="26026" y="40277"/>
                    <a:pt x="23944" y="38767"/>
                    <a:pt x="22695" y="35540"/>
                  </a:cubicBezTo>
                  <a:cubicBezTo>
                    <a:pt x="19884" y="28305"/>
                    <a:pt x="16917" y="21174"/>
                    <a:pt x="14158" y="13939"/>
                  </a:cubicBezTo>
                  <a:cubicBezTo>
                    <a:pt x="13377" y="11909"/>
                    <a:pt x="12336" y="11232"/>
                    <a:pt x="10254" y="11336"/>
                  </a:cubicBezTo>
                  <a:cubicBezTo>
                    <a:pt x="6975" y="11596"/>
                    <a:pt x="3644" y="11492"/>
                    <a:pt x="0" y="11492"/>
                  </a:cubicBezTo>
                  <a:close/>
                  <a:moveTo>
                    <a:pt x="57153" y="40121"/>
                  </a:moveTo>
                  <a:cubicBezTo>
                    <a:pt x="60120" y="40121"/>
                    <a:pt x="62879" y="37414"/>
                    <a:pt x="62879" y="34447"/>
                  </a:cubicBezTo>
                  <a:cubicBezTo>
                    <a:pt x="62879" y="31480"/>
                    <a:pt x="60172" y="28721"/>
                    <a:pt x="57205" y="28721"/>
                  </a:cubicBezTo>
                  <a:cubicBezTo>
                    <a:pt x="54238" y="28721"/>
                    <a:pt x="51479" y="31428"/>
                    <a:pt x="51479" y="34395"/>
                  </a:cubicBezTo>
                  <a:cubicBezTo>
                    <a:pt x="51479" y="37362"/>
                    <a:pt x="54238" y="40121"/>
                    <a:pt x="57153" y="4012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890" name="Google Shape;890;p8"/>
            <p:cNvSpPr/>
            <p:nvPr/>
          </p:nvSpPr>
          <p:spPr bwMode="auto">
            <a:xfrm>
              <a:off x="4995328" y="6491387"/>
              <a:ext cx="68819" cy="34505"/>
            </a:xfrm>
            <a:custGeom>
              <a:avLst/>
              <a:gdLst/>
              <a:ahLst/>
              <a:cxnLst/>
              <a:rect l="l" t="t" r="r" b="b"/>
              <a:pathLst>
                <a:path w="68819" h="34505" fill="norm" stroke="1" extrusionOk="0">
                  <a:moveTo>
                    <a:pt x="0" y="22964"/>
                  </a:moveTo>
                  <a:cubicBezTo>
                    <a:pt x="0" y="18956"/>
                    <a:pt x="0" y="15468"/>
                    <a:pt x="0" y="11512"/>
                  </a:cubicBezTo>
                  <a:cubicBezTo>
                    <a:pt x="1353" y="11512"/>
                    <a:pt x="2603" y="11512"/>
                    <a:pt x="3852" y="11512"/>
                  </a:cubicBezTo>
                  <a:cubicBezTo>
                    <a:pt x="13429" y="11512"/>
                    <a:pt x="22955" y="11460"/>
                    <a:pt x="32532" y="11564"/>
                  </a:cubicBezTo>
                  <a:cubicBezTo>
                    <a:pt x="34406" y="11564"/>
                    <a:pt x="35447" y="11044"/>
                    <a:pt x="36384" y="9326"/>
                  </a:cubicBezTo>
                  <a:cubicBezTo>
                    <a:pt x="40757" y="1258"/>
                    <a:pt x="49501" y="-1969"/>
                    <a:pt x="57725" y="1206"/>
                  </a:cubicBezTo>
                  <a:cubicBezTo>
                    <a:pt x="65481" y="4173"/>
                    <a:pt x="70114" y="12553"/>
                    <a:pt x="68500" y="20569"/>
                  </a:cubicBezTo>
                  <a:cubicBezTo>
                    <a:pt x="66782" y="29158"/>
                    <a:pt x="59183" y="35040"/>
                    <a:pt x="50282" y="34467"/>
                  </a:cubicBezTo>
                  <a:cubicBezTo>
                    <a:pt x="44244" y="34103"/>
                    <a:pt x="39559" y="31084"/>
                    <a:pt x="36749" y="25826"/>
                  </a:cubicBezTo>
                  <a:cubicBezTo>
                    <a:pt x="35499" y="23484"/>
                    <a:pt x="34094" y="23016"/>
                    <a:pt x="31752" y="23016"/>
                  </a:cubicBezTo>
                  <a:cubicBezTo>
                    <a:pt x="22434" y="23120"/>
                    <a:pt x="13117" y="23068"/>
                    <a:pt x="3800" y="23068"/>
                  </a:cubicBezTo>
                  <a:cubicBezTo>
                    <a:pt x="2603" y="22964"/>
                    <a:pt x="1457" y="22964"/>
                    <a:pt x="0" y="22964"/>
                  </a:cubicBezTo>
                  <a:close/>
                  <a:moveTo>
                    <a:pt x="57205" y="17394"/>
                  </a:moveTo>
                  <a:cubicBezTo>
                    <a:pt x="57309" y="14479"/>
                    <a:pt x="54654" y="11616"/>
                    <a:pt x="51687" y="11512"/>
                  </a:cubicBezTo>
                  <a:cubicBezTo>
                    <a:pt x="48773" y="11408"/>
                    <a:pt x="45910" y="14063"/>
                    <a:pt x="45806" y="17030"/>
                  </a:cubicBezTo>
                  <a:cubicBezTo>
                    <a:pt x="45701" y="19945"/>
                    <a:pt x="48356" y="22807"/>
                    <a:pt x="51323" y="22912"/>
                  </a:cubicBezTo>
                  <a:cubicBezTo>
                    <a:pt x="54238" y="23068"/>
                    <a:pt x="57101" y="20361"/>
                    <a:pt x="57205" y="17394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</p:grpSp>
      <p:grpSp>
        <p:nvGrpSpPr>
          <p:cNvPr id="1121726564" name="Google Shape;891;p8"/>
          <p:cNvGrpSpPr/>
          <p:nvPr/>
        </p:nvGrpSpPr>
        <p:grpSpPr bwMode="auto">
          <a:xfrm>
            <a:off x="2740313" y="6376331"/>
            <a:ext cx="347590" cy="347590"/>
            <a:chOff x="590912" y="6333677"/>
            <a:chExt cx="347590" cy="347590"/>
          </a:xfrm>
        </p:grpSpPr>
        <p:sp>
          <p:nvSpPr>
            <p:cNvPr id="892" name="Google Shape;892;p8"/>
            <p:cNvSpPr/>
            <p:nvPr/>
          </p:nvSpPr>
          <p:spPr bwMode="auto">
            <a:xfrm>
              <a:off x="590912" y="6335150"/>
              <a:ext cx="347590" cy="346116"/>
            </a:xfrm>
            <a:custGeom>
              <a:avLst/>
              <a:gdLst/>
              <a:ahLst/>
              <a:cxnLst/>
              <a:rect l="l" t="t" r="r" b="b"/>
              <a:pathLst>
                <a:path w="347590" h="346117" fill="norm" stroke="1" extrusionOk="0">
                  <a:moveTo>
                    <a:pt x="347591" y="98395"/>
                  </a:moveTo>
                  <a:cubicBezTo>
                    <a:pt x="346440" y="105506"/>
                    <a:pt x="345290" y="112617"/>
                    <a:pt x="344192" y="119728"/>
                  </a:cubicBezTo>
                  <a:cubicBezTo>
                    <a:pt x="343669" y="123074"/>
                    <a:pt x="343303" y="126473"/>
                    <a:pt x="342780" y="129819"/>
                  </a:cubicBezTo>
                  <a:cubicBezTo>
                    <a:pt x="342100" y="134107"/>
                    <a:pt x="339434" y="136041"/>
                    <a:pt x="335094" y="135414"/>
                  </a:cubicBezTo>
                  <a:cubicBezTo>
                    <a:pt x="328401" y="134473"/>
                    <a:pt x="321656" y="133479"/>
                    <a:pt x="314964" y="132486"/>
                  </a:cubicBezTo>
                  <a:cubicBezTo>
                    <a:pt x="312192" y="132068"/>
                    <a:pt x="309735" y="132434"/>
                    <a:pt x="308114" y="134996"/>
                  </a:cubicBezTo>
                  <a:cubicBezTo>
                    <a:pt x="306388" y="137715"/>
                    <a:pt x="307225" y="140172"/>
                    <a:pt x="309003" y="142473"/>
                  </a:cubicBezTo>
                  <a:cubicBezTo>
                    <a:pt x="312977" y="147701"/>
                    <a:pt x="316898" y="152930"/>
                    <a:pt x="320820" y="158211"/>
                  </a:cubicBezTo>
                  <a:cubicBezTo>
                    <a:pt x="324114" y="162655"/>
                    <a:pt x="323695" y="165427"/>
                    <a:pt x="319251" y="168825"/>
                  </a:cubicBezTo>
                  <a:cubicBezTo>
                    <a:pt x="311042" y="174995"/>
                    <a:pt x="302781" y="181217"/>
                    <a:pt x="294519" y="187335"/>
                  </a:cubicBezTo>
                  <a:cubicBezTo>
                    <a:pt x="289970" y="190681"/>
                    <a:pt x="287251" y="190315"/>
                    <a:pt x="283905" y="185871"/>
                  </a:cubicBezTo>
                  <a:cubicBezTo>
                    <a:pt x="279984" y="180747"/>
                    <a:pt x="276114" y="175570"/>
                    <a:pt x="272297" y="170394"/>
                  </a:cubicBezTo>
                  <a:cubicBezTo>
                    <a:pt x="270572" y="168041"/>
                    <a:pt x="268480" y="166368"/>
                    <a:pt x="265448" y="167100"/>
                  </a:cubicBezTo>
                  <a:cubicBezTo>
                    <a:pt x="262206" y="167884"/>
                    <a:pt x="261160" y="170446"/>
                    <a:pt x="260742" y="173479"/>
                  </a:cubicBezTo>
                  <a:cubicBezTo>
                    <a:pt x="259853" y="179962"/>
                    <a:pt x="258912" y="186446"/>
                    <a:pt x="257971" y="192930"/>
                  </a:cubicBezTo>
                  <a:cubicBezTo>
                    <a:pt x="257291" y="197635"/>
                    <a:pt x="255043" y="199570"/>
                    <a:pt x="250337" y="198943"/>
                  </a:cubicBezTo>
                  <a:cubicBezTo>
                    <a:pt x="239566" y="197531"/>
                    <a:pt x="228847" y="196015"/>
                    <a:pt x="218128" y="194341"/>
                  </a:cubicBezTo>
                  <a:cubicBezTo>
                    <a:pt x="213318" y="193609"/>
                    <a:pt x="211749" y="191413"/>
                    <a:pt x="212377" y="186551"/>
                  </a:cubicBezTo>
                  <a:cubicBezTo>
                    <a:pt x="213109" y="180485"/>
                    <a:pt x="214050" y="174472"/>
                    <a:pt x="214886" y="168407"/>
                  </a:cubicBezTo>
                  <a:cubicBezTo>
                    <a:pt x="215043" y="167414"/>
                    <a:pt x="215461" y="166263"/>
                    <a:pt x="215200" y="165427"/>
                  </a:cubicBezTo>
                  <a:cubicBezTo>
                    <a:pt x="214520" y="163440"/>
                    <a:pt x="213893" y="161087"/>
                    <a:pt x="212429" y="159727"/>
                  </a:cubicBezTo>
                  <a:cubicBezTo>
                    <a:pt x="210546" y="157950"/>
                    <a:pt x="207932" y="158629"/>
                    <a:pt x="205841" y="160146"/>
                  </a:cubicBezTo>
                  <a:cubicBezTo>
                    <a:pt x="200664" y="163963"/>
                    <a:pt x="195488" y="167832"/>
                    <a:pt x="190364" y="171701"/>
                  </a:cubicBezTo>
                  <a:cubicBezTo>
                    <a:pt x="184769" y="175884"/>
                    <a:pt x="182416" y="175570"/>
                    <a:pt x="178285" y="170028"/>
                  </a:cubicBezTo>
                  <a:cubicBezTo>
                    <a:pt x="172325" y="162080"/>
                    <a:pt x="166312" y="154133"/>
                    <a:pt x="160351" y="146133"/>
                  </a:cubicBezTo>
                  <a:cubicBezTo>
                    <a:pt x="156900" y="141532"/>
                    <a:pt x="157318" y="138760"/>
                    <a:pt x="161920" y="135309"/>
                  </a:cubicBezTo>
                  <a:cubicBezTo>
                    <a:pt x="167044" y="131440"/>
                    <a:pt x="172220" y="127519"/>
                    <a:pt x="177397" y="123702"/>
                  </a:cubicBezTo>
                  <a:cubicBezTo>
                    <a:pt x="179802" y="121924"/>
                    <a:pt x="181266" y="119780"/>
                    <a:pt x="180429" y="116748"/>
                  </a:cubicBezTo>
                  <a:cubicBezTo>
                    <a:pt x="179645" y="113872"/>
                    <a:pt x="177397" y="112774"/>
                    <a:pt x="174573" y="112408"/>
                  </a:cubicBezTo>
                  <a:cubicBezTo>
                    <a:pt x="168194" y="111571"/>
                    <a:pt x="161815" y="110630"/>
                    <a:pt x="155436" y="109689"/>
                  </a:cubicBezTo>
                  <a:cubicBezTo>
                    <a:pt x="149684" y="108852"/>
                    <a:pt x="147959" y="106656"/>
                    <a:pt x="148743" y="100957"/>
                  </a:cubicBezTo>
                  <a:cubicBezTo>
                    <a:pt x="150155" y="90552"/>
                    <a:pt x="151671" y="80147"/>
                    <a:pt x="153292" y="69742"/>
                  </a:cubicBezTo>
                  <a:cubicBezTo>
                    <a:pt x="154024" y="64879"/>
                    <a:pt x="156534" y="63101"/>
                    <a:pt x="161344" y="63781"/>
                  </a:cubicBezTo>
                  <a:cubicBezTo>
                    <a:pt x="167933" y="64722"/>
                    <a:pt x="174573" y="65611"/>
                    <a:pt x="181161" y="66657"/>
                  </a:cubicBezTo>
                  <a:cubicBezTo>
                    <a:pt x="183985" y="67127"/>
                    <a:pt x="186390" y="66657"/>
                    <a:pt x="188011" y="64147"/>
                  </a:cubicBezTo>
                  <a:cubicBezTo>
                    <a:pt x="189736" y="61480"/>
                    <a:pt x="188900" y="59023"/>
                    <a:pt x="187122" y="56670"/>
                  </a:cubicBezTo>
                  <a:cubicBezTo>
                    <a:pt x="183200" y="51546"/>
                    <a:pt x="179279" y="46422"/>
                    <a:pt x="175567" y="41193"/>
                  </a:cubicBezTo>
                  <a:cubicBezTo>
                    <a:pt x="174312" y="39415"/>
                    <a:pt x="173527" y="37324"/>
                    <a:pt x="172534" y="35337"/>
                  </a:cubicBezTo>
                  <a:cubicBezTo>
                    <a:pt x="172638" y="34918"/>
                    <a:pt x="172795" y="34552"/>
                    <a:pt x="172900" y="34134"/>
                  </a:cubicBezTo>
                  <a:cubicBezTo>
                    <a:pt x="165580" y="35232"/>
                    <a:pt x="158155" y="35807"/>
                    <a:pt x="150992" y="37428"/>
                  </a:cubicBezTo>
                  <a:cubicBezTo>
                    <a:pt x="112352" y="46369"/>
                    <a:pt x="82077" y="78944"/>
                    <a:pt x="77110" y="118212"/>
                  </a:cubicBezTo>
                  <a:cubicBezTo>
                    <a:pt x="72195" y="157270"/>
                    <a:pt x="85999" y="188904"/>
                    <a:pt x="117789" y="212485"/>
                  </a:cubicBezTo>
                  <a:cubicBezTo>
                    <a:pt x="122286" y="215831"/>
                    <a:pt x="126940" y="219230"/>
                    <a:pt x="130757" y="223308"/>
                  </a:cubicBezTo>
                  <a:cubicBezTo>
                    <a:pt x="136770" y="229687"/>
                    <a:pt x="139593" y="237740"/>
                    <a:pt x="139855" y="246471"/>
                  </a:cubicBezTo>
                  <a:cubicBezTo>
                    <a:pt x="140064" y="254262"/>
                    <a:pt x="139907" y="262105"/>
                    <a:pt x="139959" y="269896"/>
                  </a:cubicBezTo>
                  <a:cubicBezTo>
                    <a:pt x="140011" y="277739"/>
                    <a:pt x="144508" y="282445"/>
                    <a:pt x="152351" y="282497"/>
                  </a:cubicBezTo>
                  <a:cubicBezTo>
                    <a:pt x="167201" y="282602"/>
                    <a:pt x="181998" y="282602"/>
                    <a:pt x="196847" y="282497"/>
                  </a:cubicBezTo>
                  <a:cubicBezTo>
                    <a:pt x="204743" y="282445"/>
                    <a:pt x="209187" y="277791"/>
                    <a:pt x="209187" y="269896"/>
                  </a:cubicBezTo>
                  <a:cubicBezTo>
                    <a:pt x="209239" y="262994"/>
                    <a:pt x="209082" y="256092"/>
                    <a:pt x="209239" y="249190"/>
                  </a:cubicBezTo>
                  <a:cubicBezTo>
                    <a:pt x="209448" y="235282"/>
                    <a:pt x="215095" y="224093"/>
                    <a:pt x="226494" y="215884"/>
                  </a:cubicBezTo>
                  <a:cubicBezTo>
                    <a:pt x="230991" y="212642"/>
                    <a:pt x="235435" y="209348"/>
                    <a:pt x="240193" y="205845"/>
                  </a:cubicBezTo>
                  <a:cubicBezTo>
                    <a:pt x="242546" y="208511"/>
                    <a:pt x="245004" y="211230"/>
                    <a:pt x="247827" y="214367"/>
                  </a:cubicBezTo>
                  <a:cubicBezTo>
                    <a:pt x="243435" y="217661"/>
                    <a:pt x="239513" y="221008"/>
                    <a:pt x="235174" y="223831"/>
                  </a:cubicBezTo>
                  <a:cubicBezTo>
                    <a:pt x="225030" y="230419"/>
                    <a:pt x="220376" y="239622"/>
                    <a:pt x="220742" y="251596"/>
                  </a:cubicBezTo>
                  <a:cubicBezTo>
                    <a:pt x="220952" y="257922"/>
                    <a:pt x="220795" y="264249"/>
                    <a:pt x="220742" y="270628"/>
                  </a:cubicBezTo>
                  <a:cubicBezTo>
                    <a:pt x="220690" y="278523"/>
                    <a:pt x="217448" y="284746"/>
                    <a:pt x="211279" y="289661"/>
                  </a:cubicBezTo>
                  <a:cubicBezTo>
                    <a:pt x="210180" y="290549"/>
                    <a:pt x="209344" y="292379"/>
                    <a:pt x="209292" y="293791"/>
                  </a:cubicBezTo>
                  <a:cubicBezTo>
                    <a:pt x="209135" y="303046"/>
                    <a:pt x="209239" y="312353"/>
                    <a:pt x="209187" y="321608"/>
                  </a:cubicBezTo>
                  <a:cubicBezTo>
                    <a:pt x="209135" y="336144"/>
                    <a:pt x="199462" y="345921"/>
                    <a:pt x="184978" y="346078"/>
                  </a:cubicBezTo>
                  <a:cubicBezTo>
                    <a:pt x="178076" y="346130"/>
                    <a:pt x="171174" y="346130"/>
                    <a:pt x="164273" y="346078"/>
                  </a:cubicBezTo>
                  <a:cubicBezTo>
                    <a:pt x="149841" y="345921"/>
                    <a:pt x="140116" y="336196"/>
                    <a:pt x="139959" y="321660"/>
                  </a:cubicBezTo>
                  <a:cubicBezTo>
                    <a:pt x="139907" y="312249"/>
                    <a:pt x="140011" y="302889"/>
                    <a:pt x="139855" y="293477"/>
                  </a:cubicBezTo>
                  <a:cubicBezTo>
                    <a:pt x="139855" y="292170"/>
                    <a:pt x="138966" y="290497"/>
                    <a:pt x="137972" y="289661"/>
                  </a:cubicBezTo>
                  <a:cubicBezTo>
                    <a:pt x="131750" y="284798"/>
                    <a:pt x="128613" y="278471"/>
                    <a:pt x="128456" y="270628"/>
                  </a:cubicBezTo>
                  <a:cubicBezTo>
                    <a:pt x="128351" y="265661"/>
                    <a:pt x="128456" y="260694"/>
                    <a:pt x="128456" y="254785"/>
                  </a:cubicBezTo>
                  <a:cubicBezTo>
                    <a:pt x="125685" y="257504"/>
                    <a:pt x="123436" y="259700"/>
                    <a:pt x="121188" y="261948"/>
                  </a:cubicBezTo>
                  <a:cubicBezTo>
                    <a:pt x="117005" y="266079"/>
                    <a:pt x="115123" y="266288"/>
                    <a:pt x="110312" y="262942"/>
                  </a:cubicBezTo>
                  <a:cubicBezTo>
                    <a:pt x="105763" y="259857"/>
                    <a:pt x="101267" y="256720"/>
                    <a:pt x="96299" y="253321"/>
                  </a:cubicBezTo>
                  <a:cubicBezTo>
                    <a:pt x="94940" y="259543"/>
                    <a:pt x="93737" y="265295"/>
                    <a:pt x="92483" y="270942"/>
                  </a:cubicBezTo>
                  <a:cubicBezTo>
                    <a:pt x="91489" y="275386"/>
                    <a:pt x="89711" y="276746"/>
                    <a:pt x="85162" y="276798"/>
                  </a:cubicBezTo>
                  <a:cubicBezTo>
                    <a:pt x="78365" y="276850"/>
                    <a:pt x="71568" y="276850"/>
                    <a:pt x="64770" y="276798"/>
                  </a:cubicBezTo>
                  <a:cubicBezTo>
                    <a:pt x="60431" y="276746"/>
                    <a:pt x="58653" y="275334"/>
                    <a:pt x="57712" y="271046"/>
                  </a:cubicBezTo>
                  <a:cubicBezTo>
                    <a:pt x="56457" y="265452"/>
                    <a:pt x="55254" y="259805"/>
                    <a:pt x="53999" y="254158"/>
                  </a:cubicBezTo>
                  <a:cubicBezTo>
                    <a:pt x="53999" y="254053"/>
                    <a:pt x="53842" y="254001"/>
                    <a:pt x="53372" y="253583"/>
                  </a:cubicBezTo>
                  <a:cubicBezTo>
                    <a:pt x="49241" y="256406"/>
                    <a:pt x="45006" y="259334"/>
                    <a:pt x="40771" y="262210"/>
                  </a:cubicBezTo>
                  <a:cubicBezTo>
                    <a:pt x="34601" y="266445"/>
                    <a:pt x="33398" y="266341"/>
                    <a:pt x="28065" y="261007"/>
                  </a:cubicBezTo>
                  <a:cubicBezTo>
                    <a:pt x="23673" y="256615"/>
                    <a:pt x="19281" y="252223"/>
                    <a:pt x="14889" y="247779"/>
                  </a:cubicBezTo>
                  <a:cubicBezTo>
                    <a:pt x="10758" y="243648"/>
                    <a:pt x="10601" y="241766"/>
                    <a:pt x="13948" y="236903"/>
                  </a:cubicBezTo>
                  <a:cubicBezTo>
                    <a:pt x="16980" y="232406"/>
                    <a:pt x="20065" y="227962"/>
                    <a:pt x="23464" y="222995"/>
                  </a:cubicBezTo>
                  <a:cubicBezTo>
                    <a:pt x="18287" y="221844"/>
                    <a:pt x="13529" y="220851"/>
                    <a:pt x="8771" y="219805"/>
                  </a:cubicBezTo>
                  <a:cubicBezTo>
                    <a:pt x="7673" y="219544"/>
                    <a:pt x="6575" y="219387"/>
                    <a:pt x="5477" y="219125"/>
                  </a:cubicBezTo>
                  <a:cubicBezTo>
                    <a:pt x="1660" y="218184"/>
                    <a:pt x="92" y="216354"/>
                    <a:pt x="39" y="212485"/>
                  </a:cubicBezTo>
                  <a:cubicBezTo>
                    <a:pt x="-13" y="205374"/>
                    <a:pt x="-13" y="198211"/>
                    <a:pt x="39" y="191100"/>
                  </a:cubicBezTo>
                  <a:cubicBezTo>
                    <a:pt x="92" y="187230"/>
                    <a:pt x="1660" y="185296"/>
                    <a:pt x="5477" y="184459"/>
                  </a:cubicBezTo>
                  <a:cubicBezTo>
                    <a:pt x="11281" y="183152"/>
                    <a:pt x="17085" y="181949"/>
                    <a:pt x="23464" y="180590"/>
                  </a:cubicBezTo>
                  <a:cubicBezTo>
                    <a:pt x="20065" y="175675"/>
                    <a:pt x="16980" y="171126"/>
                    <a:pt x="13843" y="166577"/>
                  </a:cubicBezTo>
                  <a:cubicBezTo>
                    <a:pt x="10549" y="161767"/>
                    <a:pt x="10706" y="159832"/>
                    <a:pt x="14836" y="155701"/>
                  </a:cubicBezTo>
                  <a:cubicBezTo>
                    <a:pt x="19699" y="150839"/>
                    <a:pt x="24562" y="145924"/>
                    <a:pt x="29477" y="141061"/>
                  </a:cubicBezTo>
                  <a:cubicBezTo>
                    <a:pt x="32875" y="137715"/>
                    <a:pt x="35019" y="137505"/>
                    <a:pt x="39045" y="140224"/>
                  </a:cubicBezTo>
                  <a:cubicBezTo>
                    <a:pt x="43803" y="143466"/>
                    <a:pt x="48509" y="146708"/>
                    <a:pt x="53790" y="150316"/>
                  </a:cubicBezTo>
                  <a:cubicBezTo>
                    <a:pt x="54941" y="144721"/>
                    <a:pt x="56143" y="139597"/>
                    <a:pt x="57084" y="134473"/>
                  </a:cubicBezTo>
                  <a:cubicBezTo>
                    <a:pt x="57921" y="129976"/>
                    <a:pt x="59437" y="126316"/>
                    <a:pt x="65032" y="126787"/>
                  </a:cubicBezTo>
                  <a:cubicBezTo>
                    <a:pt x="66078" y="113035"/>
                    <a:pt x="68901" y="100068"/>
                    <a:pt x="74548" y="87833"/>
                  </a:cubicBezTo>
                  <a:cubicBezTo>
                    <a:pt x="87358" y="59964"/>
                    <a:pt x="108116" y="40565"/>
                    <a:pt x="136822" y="29690"/>
                  </a:cubicBezTo>
                  <a:cubicBezTo>
                    <a:pt x="150992" y="24356"/>
                    <a:pt x="165684" y="22160"/>
                    <a:pt x="180743" y="23468"/>
                  </a:cubicBezTo>
                  <a:cubicBezTo>
                    <a:pt x="184246" y="23781"/>
                    <a:pt x="187017" y="22997"/>
                    <a:pt x="189736" y="20696"/>
                  </a:cubicBezTo>
                  <a:cubicBezTo>
                    <a:pt x="193449" y="17559"/>
                    <a:pt x="197475" y="14788"/>
                    <a:pt x="201344" y="11860"/>
                  </a:cubicBezTo>
                  <a:cubicBezTo>
                    <a:pt x="205998" y="8357"/>
                    <a:pt x="208769" y="8723"/>
                    <a:pt x="212220" y="13272"/>
                  </a:cubicBezTo>
                  <a:cubicBezTo>
                    <a:pt x="216089" y="18396"/>
                    <a:pt x="219958" y="23572"/>
                    <a:pt x="223827" y="28749"/>
                  </a:cubicBezTo>
                  <a:cubicBezTo>
                    <a:pt x="225501" y="30945"/>
                    <a:pt x="227435" y="32618"/>
                    <a:pt x="230363" y="31990"/>
                  </a:cubicBezTo>
                  <a:cubicBezTo>
                    <a:pt x="233448" y="31311"/>
                    <a:pt x="234703" y="29062"/>
                    <a:pt x="235121" y="26134"/>
                  </a:cubicBezTo>
                  <a:cubicBezTo>
                    <a:pt x="236063" y="19441"/>
                    <a:pt x="237004" y="12696"/>
                    <a:pt x="238102" y="6004"/>
                  </a:cubicBezTo>
                  <a:cubicBezTo>
                    <a:pt x="238886" y="1089"/>
                    <a:pt x="241291" y="-532"/>
                    <a:pt x="246154" y="148"/>
                  </a:cubicBezTo>
                  <a:cubicBezTo>
                    <a:pt x="256454" y="1612"/>
                    <a:pt x="266755" y="3076"/>
                    <a:pt x="277055" y="4487"/>
                  </a:cubicBezTo>
                  <a:cubicBezTo>
                    <a:pt x="282546" y="5272"/>
                    <a:pt x="284428" y="7677"/>
                    <a:pt x="283644" y="13324"/>
                  </a:cubicBezTo>
                  <a:cubicBezTo>
                    <a:pt x="282755" y="19703"/>
                    <a:pt x="281866" y="26082"/>
                    <a:pt x="280925" y="32461"/>
                  </a:cubicBezTo>
                  <a:cubicBezTo>
                    <a:pt x="280506" y="35389"/>
                    <a:pt x="280872" y="37951"/>
                    <a:pt x="283644" y="39520"/>
                  </a:cubicBezTo>
                  <a:cubicBezTo>
                    <a:pt x="286415" y="41141"/>
                    <a:pt x="288820" y="39990"/>
                    <a:pt x="291121" y="38265"/>
                  </a:cubicBezTo>
                  <a:cubicBezTo>
                    <a:pt x="296349" y="34291"/>
                    <a:pt x="301578" y="30369"/>
                    <a:pt x="306859" y="26448"/>
                  </a:cubicBezTo>
                  <a:cubicBezTo>
                    <a:pt x="310937" y="23415"/>
                    <a:pt x="313918" y="23834"/>
                    <a:pt x="317003" y="27964"/>
                  </a:cubicBezTo>
                  <a:cubicBezTo>
                    <a:pt x="323329" y="36330"/>
                    <a:pt x="329656" y="44748"/>
                    <a:pt x="335931" y="53219"/>
                  </a:cubicBezTo>
                  <a:cubicBezTo>
                    <a:pt x="339120" y="57506"/>
                    <a:pt x="338702" y="60225"/>
                    <a:pt x="334310" y="63572"/>
                  </a:cubicBezTo>
                  <a:cubicBezTo>
                    <a:pt x="329186" y="67493"/>
                    <a:pt x="324009" y="71310"/>
                    <a:pt x="318833" y="75179"/>
                  </a:cubicBezTo>
                  <a:cubicBezTo>
                    <a:pt x="316375" y="77009"/>
                    <a:pt x="314702" y="79153"/>
                    <a:pt x="315643" y="82395"/>
                  </a:cubicBezTo>
                  <a:cubicBezTo>
                    <a:pt x="316532" y="85480"/>
                    <a:pt x="318990" y="86369"/>
                    <a:pt x="321865" y="86735"/>
                  </a:cubicBezTo>
                  <a:cubicBezTo>
                    <a:pt x="328244" y="87571"/>
                    <a:pt x="334623" y="88617"/>
                    <a:pt x="341002" y="89401"/>
                  </a:cubicBezTo>
                  <a:cubicBezTo>
                    <a:pt x="343931" y="89767"/>
                    <a:pt x="345970" y="91231"/>
                    <a:pt x="347591" y="93480"/>
                  </a:cubicBezTo>
                  <a:cubicBezTo>
                    <a:pt x="347591" y="95258"/>
                    <a:pt x="347591" y="96826"/>
                    <a:pt x="347591" y="98395"/>
                  </a:cubicBezTo>
                  <a:close/>
                  <a:moveTo>
                    <a:pt x="332009" y="123283"/>
                  </a:moveTo>
                  <a:cubicBezTo>
                    <a:pt x="333107" y="115545"/>
                    <a:pt x="334205" y="108120"/>
                    <a:pt x="335303" y="100539"/>
                  </a:cubicBezTo>
                  <a:cubicBezTo>
                    <a:pt x="333369" y="100225"/>
                    <a:pt x="331800" y="99963"/>
                    <a:pt x="330284" y="99754"/>
                  </a:cubicBezTo>
                  <a:cubicBezTo>
                    <a:pt x="326048" y="99075"/>
                    <a:pt x="321761" y="98604"/>
                    <a:pt x="317578" y="97767"/>
                  </a:cubicBezTo>
                  <a:cubicBezTo>
                    <a:pt x="310728" y="96408"/>
                    <a:pt x="306232" y="92068"/>
                    <a:pt x="304454" y="85480"/>
                  </a:cubicBezTo>
                  <a:cubicBezTo>
                    <a:pt x="302624" y="78735"/>
                    <a:pt x="304402" y="72617"/>
                    <a:pt x="309839" y="68016"/>
                  </a:cubicBezTo>
                  <a:cubicBezTo>
                    <a:pt x="314388" y="64199"/>
                    <a:pt x="319251" y="60696"/>
                    <a:pt x="324166" y="56931"/>
                  </a:cubicBezTo>
                  <a:cubicBezTo>
                    <a:pt x="319460" y="50709"/>
                    <a:pt x="314964" y="44696"/>
                    <a:pt x="310415" y="38631"/>
                  </a:cubicBezTo>
                  <a:cubicBezTo>
                    <a:pt x="305186" y="42448"/>
                    <a:pt x="300375" y="46265"/>
                    <a:pt x="295251" y="49559"/>
                  </a:cubicBezTo>
                  <a:cubicBezTo>
                    <a:pt x="287356" y="54578"/>
                    <a:pt x="277108" y="52016"/>
                    <a:pt x="271984" y="44225"/>
                  </a:cubicBezTo>
                  <a:cubicBezTo>
                    <a:pt x="268794" y="39415"/>
                    <a:pt x="269003" y="34186"/>
                    <a:pt x="269788" y="28853"/>
                  </a:cubicBezTo>
                  <a:cubicBezTo>
                    <a:pt x="270415" y="24513"/>
                    <a:pt x="271042" y="20226"/>
                    <a:pt x="271670" y="15677"/>
                  </a:cubicBezTo>
                  <a:cubicBezTo>
                    <a:pt x="267644" y="15102"/>
                    <a:pt x="263984" y="14579"/>
                    <a:pt x="260271" y="14056"/>
                  </a:cubicBezTo>
                  <a:cubicBezTo>
                    <a:pt x="256507" y="13533"/>
                    <a:pt x="252794" y="13010"/>
                    <a:pt x="248873" y="12487"/>
                  </a:cubicBezTo>
                  <a:cubicBezTo>
                    <a:pt x="248036" y="18239"/>
                    <a:pt x="247670" y="23572"/>
                    <a:pt x="246363" y="28644"/>
                  </a:cubicBezTo>
                  <a:cubicBezTo>
                    <a:pt x="245422" y="32199"/>
                    <a:pt x="243853" y="36069"/>
                    <a:pt x="241396" y="38735"/>
                  </a:cubicBezTo>
                  <a:cubicBezTo>
                    <a:pt x="233971" y="46683"/>
                    <a:pt x="222154" y="45480"/>
                    <a:pt x="215148" y="36539"/>
                  </a:cubicBezTo>
                  <a:cubicBezTo>
                    <a:pt x="211854" y="32304"/>
                    <a:pt x="208664" y="27964"/>
                    <a:pt x="205370" y="23572"/>
                  </a:cubicBezTo>
                  <a:cubicBezTo>
                    <a:pt x="199043" y="28330"/>
                    <a:pt x="193030" y="32827"/>
                    <a:pt x="186965" y="37376"/>
                  </a:cubicBezTo>
                  <a:cubicBezTo>
                    <a:pt x="190521" y="42186"/>
                    <a:pt x="193867" y="46422"/>
                    <a:pt x="197004" y="50866"/>
                  </a:cubicBezTo>
                  <a:cubicBezTo>
                    <a:pt x="201396" y="57088"/>
                    <a:pt x="201867" y="63781"/>
                    <a:pt x="197893" y="70264"/>
                  </a:cubicBezTo>
                  <a:cubicBezTo>
                    <a:pt x="193919" y="76748"/>
                    <a:pt x="187749" y="79310"/>
                    <a:pt x="180168" y="78264"/>
                  </a:cubicBezTo>
                  <a:cubicBezTo>
                    <a:pt x="174939" y="77532"/>
                    <a:pt x="169658" y="76800"/>
                    <a:pt x="164063" y="76016"/>
                  </a:cubicBezTo>
                  <a:cubicBezTo>
                    <a:pt x="162965" y="83650"/>
                    <a:pt x="161920" y="91075"/>
                    <a:pt x="160822" y="98761"/>
                  </a:cubicBezTo>
                  <a:cubicBezTo>
                    <a:pt x="166259" y="99545"/>
                    <a:pt x="171384" y="100329"/>
                    <a:pt x="176508" y="101061"/>
                  </a:cubicBezTo>
                  <a:cubicBezTo>
                    <a:pt x="180638" y="101637"/>
                    <a:pt x="184351" y="103205"/>
                    <a:pt x="187331" y="106186"/>
                  </a:cubicBezTo>
                  <a:cubicBezTo>
                    <a:pt x="194338" y="113297"/>
                    <a:pt x="194076" y="124643"/>
                    <a:pt x="186442" y="131231"/>
                  </a:cubicBezTo>
                  <a:cubicBezTo>
                    <a:pt x="181946" y="135100"/>
                    <a:pt x="177031" y="138551"/>
                    <a:pt x="172063" y="142368"/>
                  </a:cubicBezTo>
                  <a:cubicBezTo>
                    <a:pt x="176717" y="148538"/>
                    <a:pt x="181214" y="154551"/>
                    <a:pt x="185867" y="160721"/>
                  </a:cubicBezTo>
                  <a:cubicBezTo>
                    <a:pt x="190311" y="157427"/>
                    <a:pt x="194494" y="154290"/>
                    <a:pt x="198625" y="151205"/>
                  </a:cubicBezTo>
                  <a:cubicBezTo>
                    <a:pt x="202913" y="148015"/>
                    <a:pt x="207618" y="146447"/>
                    <a:pt x="212952" y="147545"/>
                  </a:cubicBezTo>
                  <a:cubicBezTo>
                    <a:pt x="222834" y="149584"/>
                    <a:pt x="228272" y="158054"/>
                    <a:pt x="226651" y="168721"/>
                  </a:cubicBezTo>
                  <a:cubicBezTo>
                    <a:pt x="225919" y="173583"/>
                    <a:pt x="225239" y="178498"/>
                    <a:pt x="224507" y="183623"/>
                  </a:cubicBezTo>
                  <a:cubicBezTo>
                    <a:pt x="232298" y="184721"/>
                    <a:pt x="239618" y="185766"/>
                    <a:pt x="247252" y="186864"/>
                  </a:cubicBezTo>
                  <a:cubicBezTo>
                    <a:pt x="247932" y="181792"/>
                    <a:pt x="248664" y="177139"/>
                    <a:pt x="249239" y="172433"/>
                  </a:cubicBezTo>
                  <a:cubicBezTo>
                    <a:pt x="250337" y="163753"/>
                    <a:pt x="254834" y="158002"/>
                    <a:pt x="262206" y="155963"/>
                  </a:cubicBezTo>
                  <a:cubicBezTo>
                    <a:pt x="269578" y="153924"/>
                    <a:pt x="276271" y="156590"/>
                    <a:pt x="281657" y="163649"/>
                  </a:cubicBezTo>
                  <a:cubicBezTo>
                    <a:pt x="284637" y="167623"/>
                    <a:pt x="287617" y="171597"/>
                    <a:pt x="290755" y="175727"/>
                  </a:cubicBezTo>
                  <a:cubicBezTo>
                    <a:pt x="296977" y="171021"/>
                    <a:pt x="303042" y="166525"/>
                    <a:pt x="309212" y="161871"/>
                  </a:cubicBezTo>
                  <a:cubicBezTo>
                    <a:pt x="305866" y="157427"/>
                    <a:pt x="302624" y="153192"/>
                    <a:pt x="299539" y="148904"/>
                  </a:cubicBezTo>
                  <a:cubicBezTo>
                    <a:pt x="294885" y="142473"/>
                    <a:pt x="294467" y="135048"/>
                    <a:pt x="298284" y="128878"/>
                  </a:cubicBezTo>
                  <a:cubicBezTo>
                    <a:pt x="302101" y="122708"/>
                    <a:pt x="309055" y="119780"/>
                    <a:pt x="316794" y="120983"/>
                  </a:cubicBezTo>
                  <a:cubicBezTo>
                    <a:pt x="321604" y="121872"/>
                    <a:pt x="326519" y="122499"/>
                    <a:pt x="332009" y="123283"/>
                  </a:cubicBezTo>
                  <a:close/>
                  <a:moveTo>
                    <a:pt x="66078" y="149375"/>
                  </a:moveTo>
                  <a:cubicBezTo>
                    <a:pt x="65816" y="150107"/>
                    <a:pt x="65607" y="150473"/>
                    <a:pt x="65502" y="150943"/>
                  </a:cubicBezTo>
                  <a:cubicBezTo>
                    <a:pt x="62365" y="162446"/>
                    <a:pt x="54784" y="165218"/>
                    <a:pt x="44901" y="158473"/>
                  </a:cubicBezTo>
                  <a:cubicBezTo>
                    <a:pt x="41660" y="156276"/>
                    <a:pt x="38470" y="154028"/>
                    <a:pt x="35647" y="152146"/>
                  </a:cubicBezTo>
                  <a:cubicBezTo>
                    <a:pt x="31882" y="155806"/>
                    <a:pt x="28483" y="159100"/>
                    <a:pt x="24876" y="162551"/>
                  </a:cubicBezTo>
                  <a:cubicBezTo>
                    <a:pt x="27385" y="166211"/>
                    <a:pt x="30000" y="169923"/>
                    <a:pt x="32457" y="173688"/>
                  </a:cubicBezTo>
                  <a:cubicBezTo>
                    <a:pt x="37634" y="181583"/>
                    <a:pt x="34287" y="190106"/>
                    <a:pt x="25085" y="192250"/>
                  </a:cubicBezTo>
                  <a:cubicBezTo>
                    <a:pt x="20588" y="193296"/>
                    <a:pt x="16091" y="194237"/>
                    <a:pt x="11647" y="195178"/>
                  </a:cubicBezTo>
                  <a:cubicBezTo>
                    <a:pt x="11647" y="199936"/>
                    <a:pt x="11647" y="204380"/>
                    <a:pt x="11647" y="208929"/>
                  </a:cubicBezTo>
                  <a:cubicBezTo>
                    <a:pt x="15725" y="209766"/>
                    <a:pt x="19595" y="210550"/>
                    <a:pt x="23464" y="211387"/>
                  </a:cubicBezTo>
                  <a:cubicBezTo>
                    <a:pt x="34862" y="213897"/>
                    <a:pt x="38156" y="222210"/>
                    <a:pt x="31568" y="231779"/>
                  </a:cubicBezTo>
                  <a:cubicBezTo>
                    <a:pt x="29268" y="235073"/>
                    <a:pt x="27019" y="238419"/>
                    <a:pt x="25032" y="241295"/>
                  </a:cubicBezTo>
                  <a:cubicBezTo>
                    <a:pt x="28692" y="245112"/>
                    <a:pt x="31987" y="248511"/>
                    <a:pt x="35385" y="252066"/>
                  </a:cubicBezTo>
                  <a:cubicBezTo>
                    <a:pt x="39098" y="249556"/>
                    <a:pt x="42758" y="246942"/>
                    <a:pt x="46522" y="244485"/>
                  </a:cubicBezTo>
                  <a:cubicBezTo>
                    <a:pt x="54418" y="239308"/>
                    <a:pt x="62993" y="242707"/>
                    <a:pt x="65136" y="251805"/>
                  </a:cubicBezTo>
                  <a:cubicBezTo>
                    <a:pt x="66182" y="256301"/>
                    <a:pt x="67071" y="260798"/>
                    <a:pt x="68065" y="265295"/>
                  </a:cubicBezTo>
                  <a:cubicBezTo>
                    <a:pt x="72770" y="265295"/>
                    <a:pt x="77267" y="265295"/>
                    <a:pt x="81764" y="265295"/>
                  </a:cubicBezTo>
                  <a:cubicBezTo>
                    <a:pt x="82705" y="260903"/>
                    <a:pt x="83541" y="256720"/>
                    <a:pt x="84483" y="252537"/>
                  </a:cubicBezTo>
                  <a:cubicBezTo>
                    <a:pt x="86836" y="242236"/>
                    <a:pt x="95254" y="238994"/>
                    <a:pt x="103986" y="244903"/>
                  </a:cubicBezTo>
                  <a:cubicBezTo>
                    <a:pt x="107489" y="247308"/>
                    <a:pt x="110992" y="249713"/>
                    <a:pt x="114809" y="252328"/>
                  </a:cubicBezTo>
                  <a:cubicBezTo>
                    <a:pt x="118260" y="248772"/>
                    <a:pt x="121293" y="245269"/>
                    <a:pt x="124744" y="242184"/>
                  </a:cubicBezTo>
                  <a:cubicBezTo>
                    <a:pt x="126731" y="240354"/>
                    <a:pt x="126678" y="238942"/>
                    <a:pt x="125632" y="236694"/>
                  </a:cubicBezTo>
                  <a:cubicBezTo>
                    <a:pt x="121502" y="227648"/>
                    <a:pt x="112613" y="223884"/>
                    <a:pt x="105554" y="218080"/>
                  </a:cubicBezTo>
                  <a:cubicBezTo>
                    <a:pt x="95254" y="235491"/>
                    <a:pt x="78313" y="238733"/>
                    <a:pt x="66182" y="235648"/>
                  </a:cubicBezTo>
                  <a:cubicBezTo>
                    <a:pt x="51960" y="231988"/>
                    <a:pt x="40928" y="219805"/>
                    <a:pt x="40352" y="204746"/>
                  </a:cubicBezTo>
                  <a:cubicBezTo>
                    <a:pt x="39516" y="184041"/>
                    <a:pt x="50914" y="172172"/>
                    <a:pt x="70313" y="167414"/>
                  </a:cubicBezTo>
                  <a:cubicBezTo>
                    <a:pt x="68901" y="161348"/>
                    <a:pt x="67542" y="155544"/>
                    <a:pt x="66078" y="149375"/>
                  </a:cubicBezTo>
                  <a:close/>
                  <a:moveTo>
                    <a:pt x="76587" y="224877"/>
                  </a:moveTo>
                  <a:cubicBezTo>
                    <a:pt x="83907" y="224668"/>
                    <a:pt x="90862" y="220589"/>
                    <a:pt x="95411" y="212276"/>
                  </a:cubicBezTo>
                  <a:cubicBezTo>
                    <a:pt x="96456" y="210341"/>
                    <a:pt x="96195" y="209139"/>
                    <a:pt x="94731" y="207622"/>
                  </a:cubicBezTo>
                  <a:cubicBezTo>
                    <a:pt x="87672" y="200250"/>
                    <a:pt x="81816" y="191936"/>
                    <a:pt x="77215" y="182838"/>
                  </a:cubicBezTo>
                  <a:cubicBezTo>
                    <a:pt x="75071" y="178551"/>
                    <a:pt x="74705" y="178446"/>
                    <a:pt x="69842" y="179544"/>
                  </a:cubicBezTo>
                  <a:cubicBezTo>
                    <a:pt x="58391" y="182263"/>
                    <a:pt x="50914" y="192668"/>
                    <a:pt x="52065" y="204119"/>
                  </a:cubicBezTo>
                  <a:cubicBezTo>
                    <a:pt x="53267" y="215988"/>
                    <a:pt x="62574" y="224511"/>
                    <a:pt x="76587" y="224877"/>
                  </a:cubicBezTo>
                  <a:close/>
                  <a:moveTo>
                    <a:pt x="151410" y="317477"/>
                  </a:moveTo>
                  <a:cubicBezTo>
                    <a:pt x="151410" y="319046"/>
                    <a:pt x="151410" y="320248"/>
                    <a:pt x="151410" y="321503"/>
                  </a:cubicBezTo>
                  <a:cubicBezTo>
                    <a:pt x="151462" y="330078"/>
                    <a:pt x="156063" y="334627"/>
                    <a:pt x="164639" y="334680"/>
                  </a:cubicBezTo>
                  <a:cubicBezTo>
                    <a:pt x="169135" y="334680"/>
                    <a:pt x="173684" y="334680"/>
                    <a:pt x="178181" y="334680"/>
                  </a:cubicBezTo>
                  <a:cubicBezTo>
                    <a:pt x="181109" y="334680"/>
                    <a:pt x="184089" y="334836"/>
                    <a:pt x="186965" y="334575"/>
                  </a:cubicBezTo>
                  <a:cubicBezTo>
                    <a:pt x="194860" y="333843"/>
                    <a:pt x="198886" y="327046"/>
                    <a:pt x="197109" y="317477"/>
                  </a:cubicBezTo>
                  <a:cubicBezTo>
                    <a:pt x="182102" y="317477"/>
                    <a:pt x="166991" y="317477"/>
                    <a:pt x="151410" y="317477"/>
                  </a:cubicBezTo>
                  <a:close/>
                  <a:moveTo>
                    <a:pt x="197475" y="294575"/>
                  </a:moveTo>
                  <a:cubicBezTo>
                    <a:pt x="181946" y="294575"/>
                    <a:pt x="166782" y="294575"/>
                    <a:pt x="151671" y="294575"/>
                  </a:cubicBezTo>
                  <a:cubicBezTo>
                    <a:pt x="151671" y="298445"/>
                    <a:pt x="151671" y="302000"/>
                    <a:pt x="151671" y="305556"/>
                  </a:cubicBezTo>
                  <a:cubicBezTo>
                    <a:pt x="167096" y="305556"/>
                    <a:pt x="182259" y="305556"/>
                    <a:pt x="197475" y="305556"/>
                  </a:cubicBezTo>
                  <a:cubicBezTo>
                    <a:pt x="197475" y="301739"/>
                    <a:pt x="197475" y="298288"/>
                    <a:pt x="197475" y="294575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893" name="Google Shape;893;p8"/>
            <p:cNvSpPr/>
            <p:nvPr/>
          </p:nvSpPr>
          <p:spPr bwMode="auto">
            <a:xfrm>
              <a:off x="655839" y="6333677"/>
              <a:ext cx="22901" cy="49097"/>
            </a:xfrm>
            <a:custGeom>
              <a:avLst/>
              <a:gdLst/>
              <a:ahLst/>
              <a:cxnLst/>
              <a:rect l="l" t="t" r="r" b="b"/>
              <a:pathLst>
                <a:path w="22901" h="49097" fill="norm" stroke="1" extrusionOk="0">
                  <a:moveTo>
                    <a:pt x="11085" y="52"/>
                  </a:moveTo>
                  <a:cubicBezTo>
                    <a:pt x="15006" y="15320"/>
                    <a:pt x="18876" y="30588"/>
                    <a:pt x="22902" y="46169"/>
                  </a:cubicBezTo>
                  <a:cubicBezTo>
                    <a:pt x="19189" y="47163"/>
                    <a:pt x="15738" y="48052"/>
                    <a:pt x="11765" y="49097"/>
                  </a:cubicBezTo>
                  <a:cubicBezTo>
                    <a:pt x="7843" y="33725"/>
                    <a:pt x="3922" y="18510"/>
                    <a:pt x="0" y="3190"/>
                  </a:cubicBezTo>
                  <a:cubicBezTo>
                    <a:pt x="3399" y="2091"/>
                    <a:pt x="6536" y="1046"/>
                    <a:pt x="9725" y="0"/>
                  </a:cubicBezTo>
                  <a:cubicBezTo>
                    <a:pt x="10144" y="52"/>
                    <a:pt x="10614" y="52"/>
                    <a:pt x="11085" y="52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894" name="Google Shape;894;p8"/>
            <p:cNvSpPr/>
            <p:nvPr/>
          </p:nvSpPr>
          <p:spPr bwMode="auto">
            <a:xfrm>
              <a:off x="684819" y="6399349"/>
              <a:ext cx="86206" cy="177984"/>
            </a:xfrm>
            <a:custGeom>
              <a:avLst/>
              <a:gdLst/>
              <a:ahLst/>
              <a:cxnLst/>
              <a:rect l="l" t="t" r="r" b="b"/>
              <a:pathLst>
                <a:path w="86206" h="177984" fill="norm" stroke="1" extrusionOk="0">
                  <a:moveTo>
                    <a:pt x="86207" y="177985"/>
                  </a:moveTo>
                  <a:cubicBezTo>
                    <a:pt x="82442" y="177985"/>
                    <a:pt x="78834" y="177985"/>
                    <a:pt x="74965" y="177985"/>
                  </a:cubicBezTo>
                  <a:cubicBezTo>
                    <a:pt x="74704" y="175789"/>
                    <a:pt x="74547" y="173540"/>
                    <a:pt x="74129" y="171344"/>
                  </a:cubicBezTo>
                  <a:cubicBezTo>
                    <a:pt x="71410" y="158482"/>
                    <a:pt x="64037" y="149279"/>
                    <a:pt x="51959" y="144155"/>
                  </a:cubicBezTo>
                  <a:cubicBezTo>
                    <a:pt x="40142" y="139136"/>
                    <a:pt x="29685" y="132286"/>
                    <a:pt x="20900" y="122874"/>
                  </a:cubicBezTo>
                  <a:cubicBezTo>
                    <a:pt x="-9217" y="90666"/>
                    <a:pt x="-6446" y="36915"/>
                    <a:pt x="27018" y="8209"/>
                  </a:cubicBezTo>
                  <a:cubicBezTo>
                    <a:pt x="30260" y="5438"/>
                    <a:pt x="33763" y="2876"/>
                    <a:pt x="37423" y="0"/>
                  </a:cubicBezTo>
                  <a:cubicBezTo>
                    <a:pt x="39567" y="3399"/>
                    <a:pt x="41554" y="6484"/>
                    <a:pt x="43645" y="9778"/>
                  </a:cubicBezTo>
                  <a:cubicBezTo>
                    <a:pt x="41345" y="11555"/>
                    <a:pt x="39149" y="13072"/>
                    <a:pt x="37109" y="14797"/>
                  </a:cubicBezTo>
                  <a:cubicBezTo>
                    <a:pt x="-2890" y="47424"/>
                    <a:pt x="5267" y="110430"/>
                    <a:pt x="52273" y="131502"/>
                  </a:cubicBezTo>
                  <a:cubicBezTo>
                    <a:pt x="61893" y="135842"/>
                    <a:pt x="70835" y="140861"/>
                    <a:pt x="77109" y="149645"/>
                  </a:cubicBezTo>
                  <a:cubicBezTo>
                    <a:pt x="83070" y="158116"/>
                    <a:pt x="86207" y="167475"/>
                    <a:pt x="86207" y="177985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895" name="Google Shape;895;p8"/>
            <p:cNvSpPr/>
            <p:nvPr/>
          </p:nvSpPr>
          <p:spPr bwMode="auto">
            <a:xfrm>
              <a:off x="606323" y="6365153"/>
              <a:ext cx="47058" cy="38221"/>
            </a:xfrm>
            <a:custGeom>
              <a:avLst/>
              <a:gdLst/>
              <a:ahLst/>
              <a:cxnLst/>
              <a:rect l="l" t="t" r="r" b="b"/>
              <a:pathLst>
                <a:path w="47058" h="38221" fill="norm" stroke="1" extrusionOk="0">
                  <a:moveTo>
                    <a:pt x="0" y="9359"/>
                  </a:moveTo>
                  <a:cubicBezTo>
                    <a:pt x="2353" y="6118"/>
                    <a:pt x="4392" y="3242"/>
                    <a:pt x="6693" y="0"/>
                  </a:cubicBezTo>
                  <a:cubicBezTo>
                    <a:pt x="20183" y="9621"/>
                    <a:pt x="33516" y="19137"/>
                    <a:pt x="47058" y="28810"/>
                  </a:cubicBezTo>
                  <a:cubicBezTo>
                    <a:pt x="44810" y="31947"/>
                    <a:pt x="42771" y="34875"/>
                    <a:pt x="40366" y="38222"/>
                  </a:cubicBezTo>
                  <a:cubicBezTo>
                    <a:pt x="26928" y="28601"/>
                    <a:pt x="13595" y="19085"/>
                    <a:pt x="0" y="9359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896" name="Google Shape;896;p8"/>
            <p:cNvSpPr/>
            <p:nvPr/>
          </p:nvSpPr>
          <p:spPr bwMode="auto">
            <a:xfrm>
              <a:off x="596755" y="6421937"/>
              <a:ext cx="48888" cy="22692"/>
            </a:xfrm>
            <a:custGeom>
              <a:avLst/>
              <a:gdLst/>
              <a:ahLst/>
              <a:cxnLst/>
              <a:rect l="l" t="t" r="r" b="b"/>
              <a:pathLst>
                <a:path w="48888" h="22692" fill="norm" stroke="1" extrusionOk="0">
                  <a:moveTo>
                    <a:pt x="0" y="11503"/>
                  </a:moveTo>
                  <a:cubicBezTo>
                    <a:pt x="15582" y="7582"/>
                    <a:pt x="30692" y="3817"/>
                    <a:pt x="46117" y="0"/>
                  </a:cubicBezTo>
                  <a:cubicBezTo>
                    <a:pt x="47058" y="3765"/>
                    <a:pt x="47947" y="7320"/>
                    <a:pt x="48888" y="11189"/>
                  </a:cubicBezTo>
                  <a:cubicBezTo>
                    <a:pt x="33464" y="15059"/>
                    <a:pt x="18405" y="18823"/>
                    <a:pt x="2823" y="22693"/>
                  </a:cubicBezTo>
                  <a:cubicBezTo>
                    <a:pt x="1882" y="18980"/>
                    <a:pt x="993" y="15477"/>
                    <a:pt x="0" y="11503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897" name="Google Shape;897;p8"/>
            <p:cNvSpPr/>
            <p:nvPr/>
          </p:nvSpPr>
          <p:spPr bwMode="auto">
            <a:xfrm>
              <a:off x="865614" y="6578850"/>
              <a:ext cx="41986" cy="37698"/>
            </a:xfrm>
            <a:custGeom>
              <a:avLst/>
              <a:gdLst/>
              <a:ahLst/>
              <a:cxnLst/>
              <a:rect l="l" t="t" r="r" b="b"/>
              <a:pathLst>
                <a:path w="41986" h="37698" fill="norm" stroke="1" extrusionOk="0">
                  <a:moveTo>
                    <a:pt x="34562" y="37699"/>
                  </a:moveTo>
                  <a:cubicBezTo>
                    <a:pt x="22902" y="27974"/>
                    <a:pt x="11555" y="18510"/>
                    <a:pt x="0" y="8889"/>
                  </a:cubicBezTo>
                  <a:cubicBezTo>
                    <a:pt x="2510" y="5856"/>
                    <a:pt x="4863" y="2980"/>
                    <a:pt x="7372" y="0"/>
                  </a:cubicBezTo>
                  <a:cubicBezTo>
                    <a:pt x="18928" y="9621"/>
                    <a:pt x="30274" y="19085"/>
                    <a:pt x="41986" y="28810"/>
                  </a:cubicBezTo>
                  <a:cubicBezTo>
                    <a:pt x="39529" y="31790"/>
                    <a:pt x="37176" y="34562"/>
                    <a:pt x="34562" y="37699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898" name="Google Shape;898;p8"/>
            <p:cNvSpPr/>
            <p:nvPr/>
          </p:nvSpPr>
          <p:spPr bwMode="auto">
            <a:xfrm>
              <a:off x="840726" y="6595006"/>
              <a:ext cx="10927" cy="40104"/>
            </a:xfrm>
            <a:custGeom>
              <a:avLst/>
              <a:gdLst/>
              <a:ahLst/>
              <a:cxnLst/>
              <a:rect l="l" t="t" r="r" b="b"/>
              <a:pathLst>
                <a:path w="10927" h="40104" fill="norm" stroke="1" extrusionOk="0">
                  <a:moveTo>
                    <a:pt x="10928" y="40104"/>
                  </a:moveTo>
                  <a:cubicBezTo>
                    <a:pt x="7216" y="40104"/>
                    <a:pt x="3712" y="40104"/>
                    <a:pt x="0" y="40104"/>
                  </a:cubicBezTo>
                  <a:cubicBezTo>
                    <a:pt x="0" y="26719"/>
                    <a:pt x="0" y="13438"/>
                    <a:pt x="0" y="0"/>
                  </a:cubicBezTo>
                  <a:cubicBezTo>
                    <a:pt x="3660" y="0"/>
                    <a:pt x="7163" y="0"/>
                    <a:pt x="10928" y="0"/>
                  </a:cubicBezTo>
                  <a:cubicBezTo>
                    <a:pt x="10928" y="13281"/>
                    <a:pt x="10928" y="26562"/>
                    <a:pt x="10928" y="40104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899" name="Google Shape;899;p8"/>
            <p:cNvSpPr/>
            <p:nvPr/>
          </p:nvSpPr>
          <p:spPr bwMode="auto">
            <a:xfrm>
              <a:off x="875287" y="6548942"/>
              <a:ext cx="39947" cy="11032"/>
            </a:xfrm>
            <a:custGeom>
              <a:avLst/>
              <a:gdLst/>
              <a:ahLst/>
              <a:cxnLst/>
              <a:rect l="l" t="t" r="r" b="b"/>
              <a:pathLst>
                <a:path w="39947" h="11032" fill="norm" stroke="1" extrusionOk="0">
                  <a:moveTo>
                    <a:pt x="0" y="11033"/>
                  </a:moveTo>
                  <a:cubicBezTo>
                    <a:pt x="0" y="7320"/>
                    <a:pt x="0" y="3765"/>
                    <a:pt x="0" y="0"/>
                  </a:cubicBezTo>
                  <a:cubicBezTo>
                    <a:pt x="13385" y="0"/>
                    <a:pt x="26562" y="0"/>
                    <a:pt x="39947" y="0"/>
                  </a:cubicBezTo>
                  <a:cubicBezTo>
                    <a:pt x="39947" y="3608"/>
                    <a:pt x="39947" y="7216"/>
                    <a:pt x="39947" y="11033"/>
                  </a:cubicBezTo>
                  <a:cubicBezTo>
                    <a:pt x="26719" y="11033"/>
                    <a:pt x="13438" y="11033"/>
                    <a:pt x="0" y="11033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900" name="Google Shape;900;p8"/>
            <p:cNvSpPr/>
            <p:nvPr/>
          </p:nvSpPr>
          <p:spPr bwMode="auto">
            <a:xfrm>
              <a:off x="759942" y="6589150"/>
              <a:ext cx="11032" cy="16993"/>
            </a:xfrm>
            <a:custGeom>
              <a:avLst/>
              <a:gdLst/>
              <a:ahLst/>
              <a:cxnLst/>
              <a:rect l="l" t="t" r="r" b="b"/>
              <a:pathLst>
                <a:path w="11032" h="16993" fill="norm" stroke="1" extrusionOk="0">
                  <a:moveTo>
                    <a:pt x="0" y="0"/>
                  </a:moveTo>
                  <a:cubicBezTo>
                    <a:pt x="3817" y="0"/>
                    <a:pt x="7268" y="0"/>
                    <a:pt x="11033" y="0"/>
                  </a:cubicBezTo>
                  <a:cubicBezTo>
                    <a:pt x="11033" y="5647"/>
                    <a:pt x="11033" y="11189"/>
                    <a:pt x="11033" y="16993"/>
                  </a:cubicBezTo>
                  <a:cubicBezTo>
                    <a:pt x="7320" y="16993"/>
                    <a:pt x="3765" y="16993"/>
                    <a:pt x="0" y="16993"/>
                  </a:cubicBezTo>
                  <a:cubicBezTo>
                    <a:pt x="0" y="11294"/>
                    <a:pt x="0" y="5804"/>
                    <a:pt x="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901" name="Google Shape;901;p8"/>
            <p:cNvSpPr/>
            <p:nvPr/>
          </p:nvSpPr>
          <p:spPr bwMode="auto">
            <a:xfrm>
              <a:off x="792726" y="6388682"/>
              <a:ext cx="92286" cy="92286"/>
            </a:xfrm>
            <a:custGeom>
              <a:avLst/>
              <a:gdLst/>
              <a:ahLst/>
              <a:cxnLst/>
              <a:rect l="l" t="t" r="r" b="b"/>
              <a:pathLst>
                <a:path w="92286" h="92286" fill="norm" stroke="1" extrusionOk="0">
                  <a:moveTo>
                    <a:pt x="0" y="46117"/>
                  </a:moveTo>
                  <a:cubicBezTo>
                    <a:pt x="52" y="20706"/>
                    <a:pt x="20810" y="-52"/>
                    <a:pt x="46274" y="0"/>
                  </a:cubicBezTo>
                  <a:cubicBezTo>
                    <a:pt x="71738" y="52"/>
                    <a:pt x="92339" y="20758"/>
                    <a:pt x="92286" y="46274"/>
                  </a:cubicBezTo>
                  <a:cubicBezTo>
                    <a:pt x="92234" y="71633"/>
                    <a:pt x="71633" y="92182"/>
                    <a:pt x="46274" y="92287"/>
                  </a:cubicBezTo>
                  <a:cubicBezTo>
                    <a:pt x="20915" y="92391"/>
                    <a:pt x="0" y="71476"/>
                    <a:pt x="0" y="46117"/>
                  </a:cubicBezTo>
                  <a:close/>
                  <a:moveTo>
                    <a:pt x="80731" y="46274"/>
                  </a:moveTo>
                  <a:cubicBezTo>
                    <a:pt x="80783" y="27242"/>
                    <a:pt x="65359" y="11660"/>
                    <a:pt x="46431" y="11556"/>
                  </a:cubicBezTo>
                  <a:cubicBezTo>
                    <a:pt x="27398" y="11451"/>
                    <a:pt x="11555" y="27189"/>
                    <a:pt x="11555" y="46169"/>
                  </a:cubicBezTo>
                  <a:cubicBezTo>
                    <a:pt x="11608" y="64941"/>
                    <a:pt x="27346" y="80731"/>
                    <a:pt x="46117" y="80783"/>
                  </a:cubicBezTo>
                  <a:cubicBezTo>
                    <a:pt x="64940" y="80836"/>
                    <a:pt x="80679" y="65097"/>
                    <a:pt x="80731" y="46274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</p:grpSp>
      <p:grpSp>
        <p:nvGrpSpPr>
          <p:cNvPr id="1811202716" name="Google Shape;902;p8"/>
          <p:cNvGrpSpPr/>
          <p:nvPr/>
        </p:nvGrpSpPr>
        <p:grpSpPr bwMode="auto">
          <a:xfrm>
            <a:off x="4512595" y="6338111"/>
            <a:ext cx="346984" cy="353720"/>
            <a:chOff x="2499198" y="6329527"/>
            <a:chExt cx="346984" cy="353720"/>
          </a:xfrm>
        </p:grpSpPr>
        <p:sp>
          <p:nvSpPr>
            <p:cNvPr id="903" name="Google Shape;903;p8"/>
            <p:cNvSpPr/>
            <p:nvPr/>
          </p:nvSpPr>
          <p:spPr bwMode="auto">
            <a:xfrm>
              <a:off x="2510141" y="6329527"/>
              <a:ext cx="325277" cy="353720"/>
            </a:xfrm>
            <a:custGeom>
              <a:avLst/>
              <a:gdLst/>
              <a:ahLst/>
              <a:cxnLst/>
              <a:rect l="l" t="t" r="r" b="b"/>
              <a:pathLst>
                <a:path w="325277" h="353721" fill="norm" stroke="1" extrusionOk="0">
                  <a:moveTo>
                    <a:pt x="252337" y="212965"/>
                  </a:moveTo>
                  <a:cubicBezTo>
                    <a:pt x="252337" y="217932"/>
                    <a:pt x="252232" y="222533"/>
                    <a:pt x="252441" y="227082"/>
                  </a:cubicBezTo>
                  <a:cubicBezTo>
                    <a:pt x="252494" y="228128"/>
                    <a:pt x="253330" y="229331"/>
                    <a:pt x="254167" y="230167"/>
                  </a:cubicBezTo>
                  <a:cubicBezTo>
                    <a:pt x="256834" y="232938"/>
                    <a:pt x="259605" y="235605"/>
                    <a:pt x="262533" y="238481"/>
                  </a:cubicBezTo>
                  <a:cubicBezTo>
                    <a:pt x="259448" y="241304"/>
                    <a:pt x="256677" y="243866"/>
                    <a:pt x="253592" y="246638"/>
                  </a:cubicBezTo>
                  <a:cubicBezTo>
                    <a:pt x="248206" y="241252"/>
                    <a:pt x="242507" y="235501"/>
                    <a:pt x="236755" y="229801"/>
                  </a:cubicBezTo>
                  <a:cubicBezTo>
                    <a:pt x="235762" y="228808"/>
                    <a:pt x="234821" y="227867"/>
                    <a:pt x="233827" y="226873"/>
                  </a:cubicBezTo>
                  <a:cubicBezTo>
                    <a:pt x="230376" y="223579"/>
                    <a:pt x="226455" y="223370"/>
                    <a:pt x="223631" y="226298"/>
                  </a:cubicBezTo>
                  <a:cubicBezTo>
                    <a:pt x="220912" y="229174"/>
                    <a:pt x="221069" y="232938"/>
                    <a:pt x="224311" y="236233"/>
                  </a:cubicBezTo>
                  <a:cubicBezTo>
                    <a:pt x="230429" y="242455"/>
                    <a:pt x="236651" y="248572"/>
                    <a:pt x="242821" y="254742"/>
                  </a:cubicBezTo>
                  <a:cubicBezTo>
                    <a:pt x="247474" y="259448"/>
                    <a:pt x="247579" y="261539"/>
                    <a:pt x="243343" y="266454"/>
                  </a:cubicBezTo>
                  <a:cubicBezTo>
                    <a:pt x="233618" y="277748"/>
                    <a:pt x="234193" y="293801"/>
                    <a:pt x="244964" y="304728"/>
                  </a:cubicBezTo>
                  <a:cubicBezTo>
                    <a:pt x="257827" y="317800"/>
                    <a:pt x="270846" y="330663"/>
                    <a:pt x="283814" y="343630"/>
                  </a:cubicBezTo>
                  <a:cubicBezTo>
                    <a:pt x="284598" y="344414"/>
                    <a:pt x="285330" y="345251"/>
                    <a:pt x="286062" y="345983"/>
                  </a:cubicBezTo>
                  <a:cubicBezTo>
                    <a:pt x="283186" y="348597"/>
                    <a:pt x="280363" y="351159"/>
                    <a:pt x="277591" y="353721"/>
                  </a:cubicBezTo>
                  <a:cubicBezTo>
                    <a:pt x="270010" y="346087"/>
                    <a:pt x="261748" y="337774"/>
                    <a:pt x="253539" y="329513"/>
                  </a:cubicBezTo>
                  <a:cubicBezTo>
                    <a:pt x="253173" y="329669"/>
                    <a:pt x="252755" y="329826"/>
                    <a:pt x="252389" y="329983"/>
                  </a:cubicBezTo>
                  <a:cubicBezTo>
                    <a:pt x="252389" y="334114"/>
                    <a:pt x="252389" y="338244"/>
                    <a:pt x="252389" y="342375"/>
                  </a:cubicBezTo>
                  <a:cubicBezTo>
                    <a:pt x="252389" y="348702"/>
                    <a:pt x="250507" y="350584"/>
                    <a:pt x="244128" y="350584"/>
                  </a:cubicBezTo>
                  <a:cubicBezTo>
                    <a:pt x="226664" y="350584"/>
                    <a:pt x="209200" y="350584"/>
                    <a:pt x="191736" y="350584"/>
                  </a:cubicBezTo>
                  <a:cubicBezTo>
                    <a:pt x="188651" y="350584"/>
                    <a:pt x="185671" y="350480"/>
                    <a:pt x="184050" y="347238"/>
                  </a:cubicBezTo>
                  <a:cubicBezTo>
                    <a:pt x="182481" y="343996"/>
                    <a:pt x="184102" y="341643"/>
                    <a:pt x="186037" y="339133"/>
                  </a:cubicBezTo>
                  <a:cubicBezTo>
                    <a:pt x="194351" y="328414"/>
                    <a:pt x="194664" y="314140"/>
                    <a:pt x="186926" y="303264"/>
                  </a:cubicBezTo>
                  <a:cubicBezTo>
                    <a:pt x="179240" y="292441"/>
                    <a:pt x="165279" y="287997"/>
                    <a:pt x="152730" y="292336"/>
                  </a:cubicBezTo>
                  <a:cubicBezTo>
                    <a:pt x="140234" y="296676"/>
                    <a:pt x="132077" y="308702"/>
                    <a:pt x="132704" y="322140"/>
                  </a:cubicBezTo>
                  <a:cubicBezTo>
                    <a:pt x="133018" y="328676"/>
                    <a:pt x="135319" y="334532"/>
                    <a:pt x="139502" y="339604"/>
                  </a:cubicBezTo>
                  <a:cubicBezTo>
                    <a:pt x="141384" y="341905"/>
                    <a:pt x="142482" y="344257"/>
                    <a:pt x="141175" y="347133"/>
                  </a:cubicBezTo>
                  <a:cubicBezTo>
                    <a:pt x="139815" y="350009"/>
                    <a:pt x="137306" y="350636"/>
                    <a:pt x="134325" y="350636"/>
                  </a:cubicBezTo>
                  <a:cubicBezTo>
                    <a:pt x="116391" y="350584"/>
                    <a:pt x="98404" y="350636"/>
                    <a:pt x="80470" y="350584"/>
                  </a:cubicBezTo>
                  <a:cubicBezTo>
                    <a:pt x="74875" y="350584"/>
                    <a:pt x="72836" y="348545"/>
                    <a:pt x="72836" y="342898"/>
                  </a:cubicBezTo>
                  <a:cubicBezTo>
                    <a:pt x="72836" y="329669"/>
                    <a:pt x="72836" y="316441"/>
                    <a:pt x="72836" y="303264"/>
                  </a:cubicBezTo>
                  <a:cubicBezTo>
                    <a:pt x="72836" y="301905"/>
                    <a:pt x="72836" y="300598"/>
                    <a:pt x="72836" y="298820"/>
                  </a:cubicBezTo>
                  <a:cubicBezTo>
                    <a:pt x="61542" y="303578"/>
                    <a:pt x="50509" y="304153"/>
                    <a:pt x="39424" y="299761"/>
                  </a:cubicBezTo>
                  <a:cubicBezTo>
                    <a:pt x="31320" y="296519"/>
                    <a:pt x="24836" y="291238"/>
                    <a:pt x="19974" y="283971"/>
                  </a:cubicBezTo>
                  <a:cubicBezTo>
                    <a:pt x="10301" y="269435"/>
                    <a:pt x="10719" y="250402"/>
                    <a:pt x="20967" y="236233"/>
                  </a:cubicBezTo>
                  <a:cubicBezTo>
                    <a:pt x="32366" y="220494"/>
                    <a:pt x="48836" y="216102"/>
                    <a:pt x="72627" y="222481"/>
                  </a:cubicBezTo>
                  <a:cubicBezTo>
                    <a:pt x="72627" y="199475"/>
                    <a:pt x="72627" y="176469"/>
                    <a:pt x="72627" y="153096"/>
                  </a:cubicBezTo>
                  <a:cubicBezTo>
                    <a:pt x="67293" y="153096"/>
                    <a:pt x="62117" y="153096"/>
                    <a:pt x="56940" y="153096"/>
                  </a:cubicBezTo>
                  <a:cubicBezTo>
                    <a:pt x="40941" y="153096"/>
                    <a:pt x="30954" y="143162"/>
                    <a:pt x="30954" y="127266"/>
                  </a:cubicBezTo>
                  <a:cubicBezTo>
                    <a:pt x="30954" y="112051"/>
                    <a:pt x="30902" y="96835"/>
                    <a:pt x="31006" y="81620"/>
                  </a:cubicBezTo>
                  <a:cubicBezTo>
                    <a:pt x="31006" y="78953"/>
                    <a:pt x="30379" y="77019"/>
                    <a:pt x="28392" y="75084"/>
                  </a:cubicBezTo>
                  <a:cubicBezTo>
                    <a:pt x="19817" y="66718"/>
                    <a:pt x="11399" y="58195"/>
                    <a:pt x="2928" y="49725"/>
                  </a:cubicBezTo>
                  <a:cubicBezTo>
                    <a:pt x="1987" y="48784"/>
                    <a:pt x="1046" y="47738"/>
                    <a:pt x="0" y="46640"/>
                  </a:cubicBezTo>
                  <a:cubicBezTo>
                    <a:pt x="2876" y="43869"/>
                    <a:pt x="5595" y="41254"/>
                    <a:pt x="8575" y="38379"/>
                  </a:cubicBezTo>
                  <a:cubicBezTo>
                    <a:pt x="13333" y="43137"/>
                    <a:pt x="18144" y="47999"/>
                    <a:pt x="23006" y="52810"/>
                  </a:cubicBezTo>
                  <a:cubicBezTo>
                    <a:pt x="28653" y="58457"/>
                    <a:pt x="34457" y="63947"/>
                    <a:pt x="39843" y="69855"/>
                  </a:cubicBezTo>
                  <a:cubicBezTo>
                    <a:pt x="41516" y="71685"/>
                    <a:pt x="42771" y="74614"/>
                    <a:pt x="42823" y="77019"/>
                  </a:cubicBezTo>
                  <a:cubicBezTo>
                    <a:pt x="43084" y="93855"/>
                    <a:pt x="42928" y="110692"/>
                    <a:pt x="42980" y="127528"/>
                  </a:cubicBezTo>
                  <a:cubicBezTo>
                    <a:pt x="42980" y="136364"/>
                    <a:pt x="47738" y="141070"/>
                    <a:pt x="56627" y="141123"/>
                  </a:cubicBezTo>
                  <a:cubicBezTo>
                    <a:pt x="61855" y="141123"/>
                    <a:pt x="67084" y="141123"/>
                    <a:pt x="72836" y="141123"/>
                  </a:cubicBezTo>
                  <a:cubicBezTo>
                    <a:pt x="72836" y="136051"/>
                    <a:pt x="72940" y="131136"/>
                    <a:pt x="72731" y="126221"/>
                  </a:cubicBezTo>
                  <a:cubicBezTo>
                    <a:pt x="72679" y="125227"/>
                    <a:pt x="71424" y="124234"/>
                    <a:pt x="70535" y="123345"/>
                  </a:cubicBezTo>
                  <a:cubicBezTo>
                    <a:pt x="67973" y="120835"/>
                    <a:pt x="65359" y="118325"/>
                    <a:pt x="62587" y="115711"/>
                  </a:cubicBezTo>
                  <a:cubicBezTo>
                    <a:pt x="65777" y="112783"/>
                    <a:pt x="68548" y="110221"/>
                    <a:pt x="71633" y="107397"/>
                  </a:cubicBezTo>
                  <a:cubicBezTo>
                    <a:pt x="78692" y="114508"/>
                    <a:pt x="86012" y="121776"/>
                    <a:pt x="93280" y="129097"/>
                  </a:cubicBezTo>
                  <a:cubicBezTo>
                    <a:pt x="94587" y="130404"/>
                    <a:pt x="95894" y="131763"/>
                    <a:pt x="97254" y="133070"/>
                  </a:cubicBezTo>
                  <a:cubicBezTo>
                    <a:pt x="100757" y="136469"/>
                    <a:pt x="104574" y="136783"/>
                    <a:pt x="107450" y="133907"/>
                  </a:cubicBezTo>
                  <a:cubicBezTo>
                    <a:pt x="110378" y="131031"/>
                    <a:pt x="110169" y="127110"/>
                    <a:pt x="106770" y="123711"/>
                  </a:cubicBezTo>
                  <a:cubicBezTo>
                    <a:pt x="98875" y="115763"/>
                    <a:pt x="90927" y="107816"/>
                    <a:pt x="82979" y="99868"/>
                  </a:cubicBezTo>
                  <a:cubicBezTo>
                    <a:pt x="77542" y="94430"/>
                    <a:pt x="77489" y="92966"/>
                    <a:pt x="82352" y="87058"/>
                  </a:cubicBezTo>
                  <a:cubicBezTo>
                    <a:pt x="91554" y="75868"/>
                    <a:pt x="90822" y="59973"/>
                    <a:pt x="80313" y="49359"/>
                  </a:cubicBezTo>
                  <a:cubicBezTo>
                    <a:pt x="67555" y="36392"/>
                    <a:pt x="54588" y="23581"/>
                    <a:pt x="41673" y="10771"/>
                  </a:cubicBezTo>
                  <a:cubicBezTo>
                    <a:pt x="40732" y="9830"/>
                    <a:pt x="39320" y="9307"/>
                    <a:pt x="37908" y="8523"/>
                  </a:cubicBezTo>
                  <a:cubicBezTo>
                    <a:pt x="41725" y="4967"/>
                    <a:pt x="44392" y="2405"/>
                    <a:pt x="47006" y="0"/>
                  </a:cubicBezTo>
                  <a:cubicBezTo>
                    <a:pt x="55110" y="8104"/>
                    <a:pt x="63320" y="16366"/>
                    <a:pt x="71581" y="24627"/>
                  </a:cubicBezTo>
                  <a:cubicBezTo>
                    <a:pt x="71999" y="24470"/>
                    <a:pt x="72417" y="24261"/>
                    <a:pt x="72836" y="24104"/>
                  </a:cubicBezTo>
                  <a:cubicBezTo>
                    <a:pt x="72836" y="20130"/>
                    <a:pt x="72836" y="16104"/>
                    <a:pt x="72836" y="12131"/>
                  </a:cubicBezTo>
                  <a:cubicBezTo>
                    <a:pt x="72836" y="5229"/>
                    <a:pt x="74561" y="3503"/>
                    <a:pt x="81411" y="3503"/>
                  </a:cubicBezTo>
                  <a:cubicBezTo>
                    <a:pt x="98718" y="3503"/>
                    <a:pt x="116077" y="3503"/>
                    <a:pt x="133384" y="3503"/>
                  </a:cubicBezTo>
                  <a:cubicBezTo>
                    <a:pt x="136469" y="3503"/>
                    <a:pt x="139449" y="3556"/>
                    <a:pt x="141070" y="6797"/>
                  </a:cubicBezTo>
                  <a:cubicBezTo>
                    <a:pt x="142691" y="9987"/>
                    <a:pt x="141070" y="12392"/>
                    <a:pt x="139136" y="14902"/>
                  </a:cubicBezTo>
                  <a:cubicBezTo>
                    <a:pt x="129358" y="27503"/>
                    <a:pt x="130770" y="44810"/>
                    <a:pt x="142377" y="55476"/>
                  </a:cubicBezTo>
                  <a:cubicBezTo>
                    <a:pt x="153776" y="65986"/>
                    <a:pt x="171501" y="65934"/>
                    <a:pt x="182847" y="55372"/>
                  </a:cubicBezTo>
                  <a:cubicBezTo>
                    <a:pt x="194403" y="44653"/>
                    <a:pt x="195762" y="27398"/>
                    <a:pt x="185880" y="14745"/>
                  </a:cubicBezTo>
                  <a:cubicBezTo>
                    <a:pt x="183998" y="12340"/>
                    <a:pt x="182534" y="10039"/>
                    <a:pt x="183945" y="6954"/>
                  </a:cubicBezTo>
                  <a:cubicBezTo>
                    <a:pt x="185462" y="3660"/>
                    <a:pt x="188390" y="3451"/>
                    <a:pt x="191527" y="3451"/>
                  </a:cubicBezTo>
                  <a:cubicBezTo>
                    <a:pt x="209096" y="3503"/>
                    <a:pt x="226664" y="3451"/>
                    <a:pt x="244285" y="3503"/>
                  </a:cubicBezTo>
                  <a:cubicBezTo>
                    <a:pt x="250402" y="3503"/>
                    <a:pt x="252337" y="5438"/>
                    <a:pt x="252337" y="11503"/>
                  </a:cubicBezTo>
                  <a:cubicBezTo>
                    <a:pt x="252337" y="24575"/>
                    <a:pt x="252337" y="37699"/>
                    <a:pt x="252337" y="50771"/>
                  </a:cubicBezTo>
                  <a:cubicBezTo>
                    <a:pt x="252337" y="52130"/>
                    <a:pt x="252337" y="53490"/>
                    <a:pt x="252337" y="55267"/>
                  </a:cubicBezTo>
                  <a:cubicBezTo>
                    <a:pt x="263735" y="50405"/>
                    <a:pt x="274873" y="49934"/>
                    <a:pt x="286062" y="54431"/>
                  </a:cubicBezTo>
                  <a:cubicBezTo>
                    <a:pt x="294166" y="57673"/>
                    <a:pt x="300598" y="63058"/>
                    <a:pt x="305356" y="70378"/>
                  </a:cubicBezTo>
                  <a:cubicBezTo>
                    <a:pt x="314872" y="84914"/>
                    <a:pt x="314401" y="103737"/>
                    <a:pt x="304205" y="117803"/>
                  </a:cubicBezTo>
                  <a:cubicBezTo>
                    <a:pt x="292755" y="133593"/>
                    <a:pt x="276075" y="138090"/>
                    <a:pt x="252546" y="131606"/>
                  </a:cubicBezTo>
                  <a:cubicBezTo>
                    <a:pt x="252546" y="154613"/>
                    <a:pt x="252546" y="177619"/>
                    <a:pt x="252546" y="200991"/>
                  </a:cubicBezTo>
                  <a:cubicBezTo>
                    <a:pt x="257932" y="200991"/>
                    <a:pt x="263265" y="200991"/>
                    <a:pt x="268598" y="200991"/>
                  </a:cubicBezTo>
                  <a:cubicBezTo>
                    <a:pt x="284284" y="201043"/>
                    <a:pt x="294219" y="211030"/>
                    <a:pt x="294219" y="226769"/>
                  </a:cubicBezTo>
                  <a:cubicBezTo>
                    <a:pt x="294219" y="241984"/>
                    <a:pt x="294323" y="257200"/>
                    <a:pt x="294166" y="272415"/>
                  </a:cubicBezTo>
                  <a:cubicBezTo>
                    <a:pt x="294114" y="275291"/>
                    <a:pt x="295055" y="277226"/>
                    <a:pt x="297042" y="279212"/>
                  </a:cubicBezTo>
                  <a:cubicBezTo>
                    <a:pt x="306454" y="288467"/>
                    <a:pt x="315761" y="297827"/>
                    <a:pt x="325277" y="307291"/>
                  </a:cubicBezTo>
                  <a:cubicBezTo>
                    <a:pt x="322244" y="310114"/>
                    <a:pt x="319473" y="312676"/>
                    <a:pt x="316336" y="315552"/>
                  </a:cubicBezTo>
                  <a:cubicBezTo>
                    <a:pt x="312362" y="311526"/>
                    <a:pt x="308075" y="307186"/>
                    <a:pt x="303735" y="302898"/>
                  </a:cubicBezTo>
                  <a:cubicBezTo>
                    <a:pt x="297670" y="296833"/>
                    <a:pt x="291604" y="290663"/>
                    <a:pt x="285434" y="284703"/>
                  </a:cubicBezTo>
                  <a:cubicBezTo>
                    <a:pt x="283134" y="282454"/>
                    <a:pt x="282088" y="280049"/>
                    <a:pt x="282088" y="276755"/>
                  </a:cubicBezTo>
                  <a:cubicBezTo>
                    <a:pt x="282193" y="260023"/>
                    <a:pt x="282140" y="243344"/>
                    <a:pt x="282140" y="226612"/>
                  </a:cubicBezTo>
                  <a:cubicBezTo>
                    <a:pt x="282140" y="217723"/>
                    <a:pt x="277382" y="213017"/>
                    <a:pt x="268546" y="213017"/>
                  </a:cubicBezTo>
                  <a:cubicBezTo>
                    <a:pt x="263422" y="212965"/>
                    <a:pt x="258193" y="212965"/>
                    <a:pt x="252337" y="212965"/>
                  </a:cubicBezTo>
                  <a:close/>
                  <a:moveTo>
                    <a:pt x="240363" y="171083"/>
                  </a:moveTo>
                  <a:cubicBezTo>
                    <a:pt x="240363" y="154194"/>
                    <a:pt x="240363" y="137881"/>
                    <a:pt x="240363" y="121567"/>
                  </a:cubicBezTo>
                  <a:cubicBezTo>
                    <a:pt x="240363" y="118639"/>
                    <a:pt x="240938" y="116077"/>
                    <a:pt x="243814" y="114718"/>
                  </a:cubicBezTo>
                  <a:cubicBezTo>
                    <a:pt x="246690" y="113358"/>
                    <a:pt x="249043" y="114456"/>
                    <a:pt x="251291" y="116391"/>
                  </a:cubicBezTo>
                  <a:cubicBezTo>
                    <a:pt x="256311" y="120574"/>
                    <a:pt x="262219" y="122874"/>
                    <a:pt x="268755" y="123188"/>
                  </a:cubicBezTo>
                  <a:cubicBezTo>
                    <a:pt x="282140" y="123816"/>
                    <a:pt x="294219" y="115659"/>
                    <a:pt x="298559" y="103162"/>
                  </a:cubicBezTo>
                  <a:cubicBezTo>
                    <a:pt x="302846" y="90718"/>
                    <a:pt x="298559" y="76914"/>
                    <a:pt x="287944" y="69176"/>
                  </a:cubicBezTo>
                  <a:cubicBezTo>
                    <a:pt x="277016" y="61176"/>
                    <a:pt x="262637" y="61437"/>
                    <a:pt x="251814" y="69855"/>
                  </a:cubicBezTo>
                  <a:cubicBezTo>
                    <a:pt x="249304" y="71790"/>
                    <a:pt x="246951" y="73411"/>
                    <a:pt x="243709" y="71842"/>
                  </a:cubicBezTo>
                  <a:cubicBezTo>
                    <a:pt x="240468" y="70274"/>
                    <a:pt x="240363" y="67293"/>
                    <a:pt x="240363" y="64156"/>
                  </a:cubicBezTo>
                  <a:cubicBezTo>
                    <a:pt x="240415" y="49307"/>
                    <a:pt x="240363" y="34457"/>
                    <a:pt x="240363" y="19660"/>
                  </a:cubicBezTo>
                  <a:cubicBezTo>
                    <a:pt x="240363" y="18353"/>
                    <a:pt x="240363" y="17046"/>
                    <a:pt x="240363" y="15791"/>
                  </a:cubicBezTo>
                  <a:cubicBezTo>
                    <a:pt x="226873" y="15791"/>
                    <a:pt x="213906" y="15791"/>
                    <a:pt x="200834" y="15791"/>
                  </a:cubicBezTo>
                  <a:cubicBezTo>
                    <a:pt x="207579" y="37281"/>
                    <a:pt x="203501" y="54222"/>
                    <a:pt x="188808" y="66091"/>
                  </a:cubicBezTo>
                  <a:cubicBezTo>
                    <a:pt x="175318" y="76966"/>
                    <a:pt x="156233" y="78849"/>
                    <a:pt x="141593" y="69542"/>
                  </a:cubicBezTo>
                  <a:cubicBezTo>
                    <a:pt x="121201" y="56627"/>
                    <a:pt x="116600" y="37960"/>
                    <a:pt x="124182" y="15791"/>
                  </a:cubicBezTo>
                  <a:cubicBezTo>
                    <a:pt x="111057" y="15791"/>
                    <a:pt x="98038" y="15791"/>
                    <a:pt x="84809" y="15791"/>
                  </a:cubicBezTo>
                  <a:cubicBezTo>
                    <a:pt x="84809" y="21647"/>
                    <a:pt x="84966" y="27242"/>
                    <a:pt x="84757" y="32836"/>
                  </a:cubicBezTo>
                  <a:cubicBezTo>
                    <a:pt x="84600" y="35869"/>
                    <a:pt x="85594" y="37908"/>
                    <a:pt x="87738" y="39947"/>
                  </a:cubicBezTo>
                  <a:cubicBezTo>
                    <a:pt x="97149" y="48888"/>
                    <a:pt x="101489" y="59921"/>
                    <a:pt x="100496" y="72940"/>
                  </a:cubicBezTo>
                  <a:cubicBezTo>
                    <a:pt x="99920" y="80313"/>
                    <a:pt x="97149" y="86901"/>
                    <a:pt x="92966" y="93123"/>
                  </a:cubicBezTo>
                  <a:cubicBezTo>
                    <a:pt x="100705" y="100809"/>
                    <a:pt x="108391" y="108234"/>
                    <a:pt x="115868" y="115920"/>
                  </a:cubicBezTo>
                  <a:cubicBezTo>
                    <a:pt x="123293" y="123554"/>
                    <a:pt x="123240" y="134848"/>
                    <a:pt x="116025" y="142168"/>
                  </a:cubicBezTo>
                  <a:cubicBezTo>
                    <a:pt x="108757" y="149645"/>
                    <a:pt x="97358" y="149698"/>
                    <a:pt x="89515" y="142273"/>
                  </a:cubicBezTo>
                  <a:cubicBezTo>
                    <a:pt x="88156" y="140966"/>
                    <a:pt x="87058" y="139345"/>
                    <a:pt x="85855" y="137881"/>
                  </a:cubicBezTo>
                  <a:cubicBezTo>
                    <a:pt x="85594" y="138142"/>
                    <a:pt x="85385" y="138404"/>
                    <a:pt x="85123" y="138717"/>
                  </a:cubicBezTo>
                  <a:cubicBezTo>
                    <a:pt x="85123" y="149488"/>
                    <a:pt x="85123" y="160207"/>
                    <a:pt x="85123" y="171083"/>
                  </a:cubicBezTo>
                  <a:cubicBezTo>
                    <a:pt x="92130" y="171083"/>
                    <a:pt x="98875" y="171083"/>
                    <a:pt x="105620" y="171083"/>
                  </a:cubicBezTo>
                  <a:cubicBezTo>
                    <a:pt x="115240" y="171083"/>
                    <a:pt x="124809" y="171135"/>
                    <a:pt x="134430" y="171083"/>
                  </a:cubicBezTo>
                  <a:cubicBezTo>
                    <a:pt x="137410" y="171083"/>
                    <a:pt x="139920" y="171710"/>
                    <a:pt x="141279" y="174586"/>
                  </a:cubicBezTo>
                  <a:cubicBezTo>
                    <a:pt x="142534" y="177305"/>
                    <a:pt x="141698" y="179658"/>
                    <a:pt x="139815" y="181802"/>
                  </a:cubicBezTo>
                  <a:cubicBezTo>
                    <a:pt x="139083" y="182638"/>
                    <a:pt x="138404" y="183527"/>
                    <a:pt x="137776" y="184468"/>
                  </a:cubicBezTo>
                  <a:cubicBezTo>
                    <a:pt x="131554" y="194351"/>
                    <a:pt x="130822" y="204651"/>
                    <a:pt x="136312" y="215004"/>
                  </a:cubicBezTo>
                  <a:cubicBezTo>
                    <a:pt x="141698" y="225200"/>
                    <a:pt x="150534" y="230638"/>
                    <a:pt x="162037" y="230847"/>
                  </a:cubicBezTo>
                  <a:cubicBezTo>
                    <a:pt x="174325" y="231056"/>
                    <a:pt x="183789" y="225409"/>
                    <a:pt x="189279" y="214481"/>
                  </a:cubicBezTo>
                  <a:cubicBezTo>
                    <a:pt x="195030" y="203083"/>
                    <a:pt x="193462" y="191998"/>
                    <a:pt x="185619" y="181906"/>
                  </a:cubicBezTo>
                  <a:cubicBezTo>
                    <a:pt x="183789" y="179553"/>
                    <a:pt x="182743" y="177201"/>
                    <a:pt x="184155" y="174377"/>
                  </a:cubicBezTo>
                  <a:cubicBezTo>
                    <a:pt x="185514" y="171658"/>
                    <a:pt x="187919" y="171031"/>
                    <a:pt x="190743" y="171083"/>
                  </a:cubicBezTo>
                  <a:cubicBezTo>
                    <a:pt x="198220" y="171135"/>
                    <a:pt x="205697" y="171083"/>
                    <a:pt x="213174" y="171083"/>
                  </a:cubicBezTo>
                  <a:cubicBezTo>
                    <a:pt x="222063" y="171083"/>
                    <a:pt x="231004" y="171083"/>
                    <a:pt x="240363" y="171083"/>
                  </a:cubicBezTo>
                  <a:close/>
                  <a:moveTo>
                    <a:pt x="240363" y="338506"/>
                  </a:moveTo>
                  <a:cubicBezTo>
                    <a:pt x="240363" y="332702"/>
                    <a:pt x="240154" y="327369"/>
                    <a:pt x="240415" y="322035"/>
                  </a:cubicBezTo>
                  <a:cubicBezTo>
                    <a:pt x="240572" y="318637"/>
                    <a:pt x="239579" y="316284"/>
                    <a:pt x="237121" y="313879"/>
                  </a:cubicBezTo>
                  <a:cubicBezTo>
                    <a:pt x="227814" y="304990"/>
                    <a:pt x="223684" y="294010"/>
                    <a:pt x="224677" y="281199"/>
                  </a:cubicBezTo>
                  <a:cubicBezTo>
                    <a:pt x="225252" y="273827"/>
                    <a:pt x="228023" y="267291"/>
                    <a:pt x="232102" y="261226"/>
                  </a:cubicBezTo>
                  <a:cubicBezTo>
                    <a:pt x="231317" y="260389"/>
                    <a:pt x="230742" y="259762"/>
                    <a:pt x="230115" y="259187"/>
                  </a:cubicBezTo>
                  <a:cubicBezTo>
                    <a:pt x="224991" y="254062"/>
                    <a:pt x="219762" y="249095"/>
                    <a:pt x="214847" y="243814"/>
                  </a:cubicBezTo>
                  <a:cubicBezTo>
                    <a:pt x="208311" y="236860"/>
                    <a:pt x="207997" y="226873"/>
                    <a:pt x="213697" y="219501"/>
                  </a:cubicBezTo>
                  <a:cubicBezTo>
                    <a:pt x="219344" y="212233"/>
                    <a:pt x="229278" y="210246"/>
                    <a:pt x="237592" y="214743"/>
                  </a:cubicBezTo>
                  <a:cubicBezTo>
                    <a:pt x="238429" y="215161"/>
                    <a:pt x="239265" y="215579"/>
                    <a:pt x="240154" y="216050"/>
                  </a:cubicBezTo>
                  <a:cubicBezTo>
                    <a:pt x="240154" y="204965"/>
                    <a:pt x="240154" y="194142"/>
                    <a:pt x="240154" y="183423"/>
                  </a:cubicBezTo>
                  <a:cubicBezTo>
                    <a:pt x="226925" y="183423"/>
                    <a:pt x="213958" y="183423"/>
                    <a:pt x="200886" y="183423"/>
                  </a:cubicBezTo>
                  <a:cubicBezTo>
                    <a:pt x="207631" y="205645"/>
                    <a:pt x="203292" y="222638"/>
                    <a:pt x="187972" y="234402"/>
                  </a:cubicBezTo>
                  <a:cubicBezTo>
                    <a:pt x="174168" y="245017"/>
                    <a:pt x="155083" y="245906"/>
                    <a:pt x="140286" y="236546"/>
                  </a:cubicBezTo>
                  <a:cubicBezTo>
                    <a:pt x="132913" y="231893"/>
                    <a:pt x="127476" y="225514"/>
                    <a:pt x="124077" y="217514"/>
                  </a:cubicBezTo>
                  <a:cubicBezTo>
                    <a:pt x="119267" y="206168"/>
                    <a:pt x="119685" y="194769"/>
                    <a:pt x="124495" y="183370"/>
                  </a:cubicBezTo>
                  <a:cubicBezTo>
                    <a:pt x="111110" y="183370"/>
                    <a:pt x="98090" y="183370"/>
                    <a:pt x="84757" y="183370"/>
                  </a:cubicBezTo>
                  <a:cubicBezTo>
                    <a:pt x="84757" y="185096"/>
                    <a:pt x="84757" y="186560"/>
                    <a:pt x="84757" y="188024"/>
                  </a:cubicBezTo>
                  <a:cubicBezTo>
                    <a:pt x="84757" y="202873"/>
                    <a:pt x="84705" y="217671"/>
                    <a:pt x="84757" y="232520"/>
                  </a:cubicBezTo>
                  <a:cubicBezTo>
                    <a:pt x="84757" y="235448"/>
                    <a:pt x="84287" y="238063"/>
                    <a:pt x="81411" y="239474"/>
                  </a:cubicBezTo>
                  <a:cubicBezTo>
                    <a:pt x="78587" y="240886"/>
                    <a:pt x="76130" y="239997"/>
                    <a:pt x="73881" y="237958"/>
                  </a:cubicBezTo>
                  <a:cubicBezTo>
                    <a:pt x="73149" y="237278"/>
                    <a:pt x="72313" y="236703"/>
                    <a:pt x="71476" y="236180"/>
                  </a:cubicBezTo>
                  <a:cubicBezTo>
                    <a:pt x="61646" y="229906"/>
                    <a:pt x="51346" y="229122"/>
                    <a:pt x="40993" y="234507"/>
                  </a:cubicBezTo>
                  <a:cubicBezTo>
                    <a:pt x="30640" y="239893"/>
                    <a:pt x="25098" y="248834"/>
                    <a:pt x="24941" y="260494"/>
                  </a:cubicBezTo>
                  <a:cubicBezTo>
                    <a:pt x="24784" y="272781"/>
                    <a:pt x="30483" y="282193"/>
                    <a:pt x="41464" y="287683"/>
                  </a:cubicBezTo>
                  <a:cubicBezTo>
                    <a:pt x="52601" y="293225"/>
                    <a:pt x="63476" y="291866"/>
                    <a:pt x="73411" y="284337"/>
                  </a:cubicBezTo>
                  <a:cubicBezTo>
                    <a:pt x="75816" y="282507"/>
                    <a:pt x="78169" y="280990"/>
                    <a:pt x="81202" y="282402"/>
                  </a:cubicBezTo>
                  <a:cubicBezTo>
                    <a:pt x="84496" y="283918"/>
                    <a:pt x="84757" y="286846"/>
                    <a:pt x="84705" y="289984"/>
                  </a:cubicBezTo>
                  <a:cubicBezTo>
                    <a:pt x="84653" y="302689"/>
                    <a:pt x="84705" y="315395"/>
                    <a:pt x="84705" y="328153"/>
                  </a:cubicBezTo>
                  <a:cubicBezTo>
                    <a:pt x="84705" y="331604"/>
                    <a:pt x="84705" y="335055"/>
                    <a:pt x="84705" y="338663"/>
                  </a:cubicBezTo>
                  <a:cubicBezTo>
                    <a:pt x="98090" y="338663"/>
                    <a:pt x="111110" y="338663"/>
                    <a:pt x="124234" y="338663"/>
                  </a:cubicBezTo>
                  <a:cubicBezTo>
                    <a:pt x="116914" y="318637"/>
                    <a:pt x="120208" y="301121"/>
                    <a:pt x="137044" y="287840"/>
                  </a:cubicBezTo>
                  <a:cubicBezTo>
                    <a:pt x="151057" y="276807"/>
                    <a:pt x="167161" y="275395"/>
                    <a:pt x="182586" y="284389"/>
                  </a:cubicBezTo>
                  <a:cubicBezTo>
                    <a:pt x="203867" y="296833"/>
                    <a:pt x="208520" y="315918"/>
                    <a:pt x="200886" y="338663"/>
                  </a:cubicBezTo>
                  <a:cubicBezTo>
                    <a:pt x="214115" y="338506"/>
                    <a:pt x="227082" y="338506"/>
                    <a:pt x="240363" y="338506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904" name="Google Shape;904;p8"/>
            <p:cNvSpPr/>
            <p:nvPr/>
          </p:nvSpPr>
          <p:spPr bwMode="auto">
            <a:xfrm>
              <a:off x="2499198" y="6500819"/>
              <a:ext cx="71777" cy="125750"/>
            </a:xfrm>
            <a:custGeom>
              <a:avLst/>
              <a:gdLst/>
              <a:ahLst/>
              <a:cxnLst/>
              <a:rect l="l" t="t" r="r" b="b"/>
              <a:pathLst>
                <a:path w="71777" h="125750" fill="norm" stroke="1" extrusionOk="0">
                  <a:moveTo>
                    <a:pt x="59779" y="0"/>
                  </a:moveTo>
                  <a:cubicBezTo>
                    <a:pt x="64015" y="0"/>
                    <a:pt x="67675" y="0"/>
                    <a:pt x="71596" y="0"/>
                  </a:cubicBezTo>
                  <a:cubicBezTo>
                    <a:pt x="71596" y="7216"/>
                    <a:pt x="72067" y="14327"/>
                    <a:pt x="71492" y="21333"/>
                  </a:cubicBezTo>
                  <a:cubicBezTo>
                    <a:pt x="70812" y="29176"/>
                    <a:pt x="65008" y="34771"/>
                    <a:pt x="56590" y="36444"/>
                  </a:cubicBezTo>
                  <a:cubicBezTo>
                    <a:pt x="39858" y="39790"/>
                    <a:pt x="26839" y="48470"/>
                    <a:pt x="18734" y="63476"/>
                  </a:cubicBezTo>
                  <a:cubicBezTo>
                    <a:pt x="9166" y="81149"/>
                    <a:pt x="9584" y="98979"/>
                    <a:pt x="19257" y="116600"/>
                  </a:cubicBezTo>
                  <a:cubicBezTo>
                    <a:pt x="19675" y="117384"/>
                    <a:pt x="20094" y="118116"/>
                    <a:pt x="20721" y="119267"/>
                  </a:cubicBezTo>
                  <a:cubicBezTo>
                    <a:pt x="17532" y="121358"/>
                    <a:pt x="14342" y="123450"/>
                    <a:pt x="10943" y="125750"/>
                  </a:cubicBezTo>
                  <a:cubicBezTo>
                    <a:pt x="5453" y="117750"/>
                    <a:pt x="2107" y="109123"/>
                    <a:pt x="748" y="99816"/>
                  </a:cubicBezTo>
                  <a:cubicBezTo>
                    <a:pt x="-4429" y="64208"/>
                    <a:pt x="17741" y="32575"/>
                    <a:pt x="52930" y="25045"/>
                  </a:cubicBezTo>
                  <a:cubicBezTo>
                    <a:pt x="58420" y="23895"/>
                    <a:pt x="59727" y="22222"/>
                    <a:pt x="59727" y="16627"/>
                  </a:cubicBezTo>
                  <a:cubicBezTo>
                    <a:pt x="59779" y="11189"/>
                    <a:pt x="59779" y="5699"/>
                    <a:pt x="59779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905" name="Google Shape;905;p8"/>
            <p:cNvSpPr/>
            <p:nvPr/>
          </p:nvSpPr>
          <p:spPr bwMode="auto">
            <a:xfrm>
              <a:off x="2791340" y="6358756"/>
              <a:ext cx="54842" cy="116547"/>
            </a:xfrm>
            <a:custGeom>
              <a:avLst/>
              <a:gdLst/>
              <a:ahLst/>
              <a:cxnLst/>
              <a:rect l="l" t="t" r="r" b="b"/>
              <a:pathLst>
                <a:path w="54842" h="116547" fill="norm" stroke="1" extrusionOk="0">
                  <a:moveTo>
                    <a:pt x="0" y="11033"/>
                  </a:moveTo>
                  <a:cubicBezTo>
                    <a:pt x="732" y="7216"/>
                    <a:pt x="1464" y="3608"/>
                    <a:pt x="2144" y="0"/>
                  </a:cubicBezTo>
                  <a:cubicBezTo>
                    <a:pt x="21385" y="366"/>
                    <a:pt x="45124" y="21961"/>
                    <a:pt x="52130" y="45281"/>
                  </a:cubicBezTo>
                  <a:cubicBezTo>
                    <a:pt x="60025" y="71581"/>
                    <a:pt x="50248" y="101489"/>
                    <a:pt x="28496" y="116548"/>
                  </a:cubicBezTo>
                  <a:cubicBezTo>
                    <a:pt x="26248" y="113567"/>
                    <a:pt x="23947" y="110535"/>
                    <a:pt x="21595" y="107345"/>
                  </a:cubicBezTo>
                  <a:cubicBezTo>
                    <a:pt x="38797" y="92705"/>
                    <a:pt x="46483" y="74561"/>
                    <a:pt x="41464" y="52392"/>
                  </a:cubicBezTo>
                  <a:cubicBezTo>
                    <a:pt x="36496" y="30379"/>
                    <a:pt x="22013" y="17150"/>
                    <a:pt x="0" y="11033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906" name="Google Shape;906;p8"/>
            <p:cNvSpPr/>
            <p:nvPr/>
          </p:nvSpPr>
          <p:spPr bwMode="auto">
            <a:xfrm>
              <a:off x="2516572" y="6627092"/>
              <a:ext cx="15999" cy="15999"/>
            </a:xfrm>
            <a:custGeom>
              <a:avLst/>
              <a:gdLst/>
              <a:ahLst/>
              <a:cxnLst/>
              <a:rect l="l" t="t" r="r" b="b"/>
              <a:pathLst>
                <a:path w="15999" h="15999" fill="norm" stroke="1" extrusionOk="0">
                  <a:moveTo>
                    <a:pt x="0" y="8209"/>
                  </a:moveTo>
                  <a:cubicBezTo>
                    <a:pt x="3242" y="5229"/>
                    <a:pt x="6065" y="2614"/>
                    <a:pt x="8889" y="0"/>
                  </a:cubicBezTo>
                  <a:cubicBezTo>
                    <a:pt x="11346" y="2196"/>
                    <a:pt x="13490" y="4183"/>
                    <a:pt x="16000" y="6484"/>
                  </a:cubicBezTo>
                  <a:cubicBezTo>
                    <a:pt x="13699" y="9516"/>
                    <a:pt x="11451" y="12549"/>
                    <a:pt x="8836" y="16000"/>
                  </a:cubicBezTo>
                  <a:cubicBezTo>
                    <a:pt x="5908" y="13438"/>
                    <a:pt x="3190" y="11033"/>
                    <a:pt x="0" y="8209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</p:grpSp>
      <p:grpSp>
        <p:nvGrpSpPr>
          <p:cNvPr id="1100048160" name="Google Shape;907;p8"/>
          <p:cNvGrpSpPr/>
          <p:nvPr/>
        </p:nvGrpSpPr>
        <p:grpSpPr bwMode="auto">
          <a:xfrm>
            <a:off x="8360775" y="6348026"/>
            <a:ext cx="346443" cy="346143"/>
            <a:chOff x="6401236" y="6334616"/>
            <a:chExt cx="346443" cy="346143"/>
          </a:xfrm>
        </p:grpSpPr>
        <p:sp>
          <p:nvSpPr>
            <p:cNvPr id="908" name="Google Shape;908;p8"/>
            <p:cNvSpPr/>
            <p:nvPr/>
          </p:nvSpPr>
          <p:spPr bwMode="auto">
            <a:xfrm>
              <a:off x="6401236" y="6334616"/>
              <a:ext cx="346443" cy="346143"/>
            </a:xfrm>
            <a:custGeom>
              <a:avLst/>
              <a:gdLst/>
              <a:ahLst/>
              <a:cxnLst/>
              <a:rect l="l" t="t" r="r" b="b"/>
              <a:pathLst>
                <a:path w="346443" h="346144" fill="norm" stroke="1" extrusionOk="0">
                  <a:moveTo>
                    <a:pt x="0" y="155947"/>
                  </a:moveTo>
                  <a:cubicBezTo>
                    <a:pt x="3696" y="155999"/>
                    <a:pt x="7443" y="155999"/>
                    <a:pt x="11139" y="156051"/>
                  </a:cubicBezTo>
                  <a:cubicBezTo>
                    <a:pt x="14210" y="156103"/>
                    <a:pt x="16344" y="154698"/>
                    <a:pt x="17489" y="151939"/>
                  </a:cubicBezTo>
                  <a:cubicBezTo>
                    <a:pt x="18635" y="149129"/>
                    <a:pt x="17958" y="146630"/>
                    <a:pt x="15876" y="144496"/>
                  </a:cubicBezTo>
                  <a:cubicBezTo>
                    <a:pt x="13325" y="141945"/>
                    <a:pt x="10671" y="139499"/>
                    <a:pt x="8224" y="137209"/>
                  </a:cubicBezTo>
                  <a:cubicBezTo>
                    <a:pt x="21549" y="123883"/>
                    <a:pt x="34614" y="110870"/>
                    <a:pt x="48044" y="97389"/>
                  </a:cubicBezTo>
                  <a:cubicBezTo>
                    <a:pt x="50178" y="99627"/>
                    <a:pt x="52572" y="102126"/>
                    <a:pt x="54967" y="104624"/>
                  </a:cubicBezTo>
                  <a:cubicBezTo>
                    <a:pt x="57205" y="106967"/>
                    <a:pt x="59755" y="108008"/>
                    <a:pt x="62879" y="106602"/>
                  </a:cubicBezTo>
                  <a:cubicBezTo>
                    <a:pt x="65950" y="105249"/>
                    <a:pt x="67095" y="102802"/>
                    <a:pt x="66991" y="99523"/>
                  </a:cubicBezTo>
                  <a:cubicBezTo>
                    <a:pt x="66887" y="96192"/>
                    <a:pt x="66991" y="92808"/>
                    <a:pt x="66991" y="89269"/>
                  </a:cubicBezTo>
                  <a:cubicBezTo>
                    <a:pt x="85729" y="89269"/>
                    <a:pt x="104156" y="89269"/>
                    <a:pt x="122946" y="89269"/>
                  </a:cubicBezTo>
                  <a:cubicBezTo>
                    <a:pt x="122946" y="92913"/>
                    <a:pt x="122998" y="96400"/>
                    <a:pt x="122946" y="99835"/>
                  </a:cubicBezTo>
                  <a:cubicBezTo>
                    <a:pt x="122894" y="102959"/>
                    <a:pt x="124039" y="105353"/>
                    <a:pt x="127006" y="106602"/>
                  </a:cubicBezTo>
                  <a:cubicBezTo>
                    <a:pt x="129973" y="107851"/>
                    <a:pt x="132524" y="107071"/>
                    <a:pt x="134710" y="104832"/>
                  </a:cubicBezTo>
                  <a:cubicBezTo>
                    <a:pt x="137156" y="102334"/>
                    <a:pt x="139551" y="99783"/>
                    <a:pt x="142049" y="97181"/>
                  </a:cubicBezTo>
                  <a:cubicBezTo>
                    <a:pt x="143194" y="98014"/>
                    <a:pt x="144027" y="98690"/>
                    <a:pt x="145329" y="99679"/>
                  </a:cubicBezTo>
                  <a:cubicBezTo>
                    <a:pt x="145329" y="92184"/>
                    <a:pt x="145329" y="85261"/>
                    <a:pt x="145329" y="77974"/>
                  </a:cubicBezTo>
                  <a:cubicBezTo>
                    <a:pt x="148139" y="77974"/>
                    <a:pt x="150586" y="77974"/>
                    <a:pt x="153032" y="77974"/>
                  </a:cubicBezTo>
                  <a:cubicBezTo>
                    <a:pt x="160111" y="77922"/>
                    <a:pt x="165525" y="75007"/>
                    <a:pt x="168335" y="68344"/>
                  </a:cubicBezTo>
                  <a:cubicBezTo>
                    <a:pt x="171146" y="61577"/>
                    <a:pt x="169585" y="55539"/>
                    <a:pt x="164379" y="50438"/>
                  </a:cubicBezTo>
                  <a:cubicBezTo>
                    <a:pt x="162610" y="48721"/>
                    <a:pt x="160684" y="47159"/>
                    <a:pt x="159018" y="45649"/>
                  </a:cubicBezTo>
                  <a:cubicBezTo>
                    <a:pt x="169897" y="34823"/>
                    <a:pt x="180359" y="24464"/>
                    <a:pt x="191446" y="13429"/>
                  </a:cubicBezTo>
                  <a:cubicBezTo>
                    <a:pt x="192748" y="14939"/>
                    <a:pt x="194205" y="16969"/>
                    <a:pt x="195923" y="18739"/>
                  </a:cubicBezTo>
                  <a:cubicBezTo>
                    <a:pt x="201284" y="24152"/>
                    <a:pt x="207478" y="25610"/>
                    <a:pt x="213777" y="22851"/>
                  </a:cubicBezTo>
                  <a:cubicBezTo>
                    <a:pt x="220491" y="19884"/>
                    <a:pt x="223666" y="14627"/>
                    <a:pt x="223458" y="7287"/>
                  </a:cubicBezTo>
                  <a:cubicBezTo>
                    <a:pt x="223406" y="4945"/>
                    <a:pt x="223458" y="2603"/>
                    <a:pt x="223458" y="0"/>
                  </a:cubicBezTo>
                  <a:cubicBezTo>
                    <a:pt x="238397" y="0"/>
                    <a:pt x="253076" y="0"/>
                    <a:pt x="268171" y="0"/>
                  </a:cubicBezTo>
                  <a:cubicBezTo>
                    <a:pt x="268171" y="2498"/>
                    <a:pt x="268171" y="4945"/>
                    <a:pt x="268171" y="7391"/>
                  </a:cubicBezTo>
                  <a:cubicBezTo>
                    <a:pt x="268223" y="14575"/>
                    <a:pt x="271138" y="20092"/>
                    <a:pt x="278008" y="22851"/>
                  </a:cubicBezTo>
                  <a:cubicBezTo>
                    <a:pt x="284827" y="25610"/>
                    <a:pt x="290813" y="23892"/>
                    <a:pt x="295862" y="18739"/>
                  </a:cubicBezTo>
                  <a:cubicBezTo>
                    <a:pt x="297528" y="17073"/>
                    <a:pt x="299089" y="15303"/>
                    <a:pt x="300391" y="13950"/>
                  </a:cubicBezTo>
                  <a:cubicBezTo>
                    <a:pt x="311061" y="24621"/>
                    <a:pt x="321472" y="35031"/>
                    <a:pt x="332351" y="45858"/>
                  </a:cubicBezTo>
                  <a:cubicBezTo>
                    <a:pt x="330841" y="47263"/>
                    <a:pt x="328811" y="48981"/>
                    <a:pt x="326937" y="50907"/>
                  </a:cubicBezTo>
                  <a:cubicBezTo>
                    <a:pt x="322148" y="55800"/>
                    <a:pt x="320691" y="61525"/>
                    <a:pt x="323241" y="67980"/>
                  </a:cubicBezTo>
                  <a:cubicBezTo>
                    <a:pt x="325792" y="74382"/>
                    <a:pt x="330737" y="77661"/>
                    <a:pt x="337556" y="78026"/>
                  </a:cubicBezTo>
                  <a:cubicBezTo>
                    <a:pt x="340366" y="78182"/>
                    <a:pt x="343177" y="78026"/>
                    <a:pt x="346196" y="78026"/>
                  </a:cubicBezTo>
                  <a:cubicBezTo>
                    <a:pt x="346196" y="92965"/>
                    <a:pt x="346196" y="107643"/>
                    <a:pt x="346196" y="122790"/>
                  </a:cubicBezTo>
                  <a:cubicBezTo>
                    <a:pt x="343438" y="122790"/>
                    <a:pt x="340783" y="122790"/>
                    <a:pt x="338076" y="122790"/>
                  </a:cubicBezTo>
                  <a:cubicBezTo>
                    <a:pt x="331049" y="122842"/>
                    <a:pt x="325948" y="126017"/>
                    <a:pt x="323293" y="132524"/>
                  </a:cubicBezTo>
                  <a:cubicBezTo>
                    <a:pt x="320639" y="139030"/>
                    <a:pt x="322044" y="144912"/>
                    <a:pt x="326989" y="149857"/>
                  </a:cubicBezTo>
                  <a:cubicBezTo>
                    <a:pt x="328811" y="151679"/>
                    <a:pt x="330789" y="153345"/>
                    <a:pt x="333392" y="155739"/>
                  </a:cubicBezTo>
                  <a:cubicBezTo>
                    <a:pt x="329175" y="159643"/>
                    <a:pt x="325376" y="163183"/>
                    <a:pt x="321576" y="166670"/>
                  </a:cubicBezTo>
                  <a:cubicBezTo>
                    <a:pt x="321732" y="166930"/>
                    <a:pt x="321888" y="167190"/>
                    <a:pt x="321992" y="167451"/>
                  </a:cubicBezTo>
                  <a:cubicBezTo>
                    <a:pt x="326104" y="167451"/>
                    <a:pt x="330216" y="167399"/>
                    <a:pt x="334381" y="167451"/>
                  </a:cubicBezTo>
                  <a:cubicBezTo>
                    <a:pt x="341876" y="167555"/>
                    <a:pt x="346404" y="171979"/>
                    <a:pt x="346404" y="179475"/>
                  </a:cubicBezTo>
                  <a:cubicBezTo>
                    <a:pt x="346457" y="204928"/>
                    <a:pt x="346457" y="230433"/>
                    <a:pt x="346404" y="255887"/>
                  </a:cubicBezTo>
                  <a:cubicBezTo>
                    <a:pt x="346404" y="263382"/>
                    <a:pt x="341928" y="267859"/>
                    <a:pt x="334381" y="267911"/>
                  </a:cubicBezTo>
                  <a:cubicBezTo>
                    <a:pt x="320170" y="267963"/>
                    <a:pt x="305960" y="267859"/>
                    <a:pt x="291750" y="267963"/>
                  </a:cubicBezTo>
                  <a:cubicBezTo>
                    <a:pt x="286649" y="268015"/>
                    <a:pt x="282901" y="265881"/>
                    <a:pt x="280195" y="261456"/>
                  </a:cubicBezTo>
                  <a:cubicBezTo>
                    <a:pt x="265932" y="270670"/>
                    <a:pt x="250473" y="276239"/>
                    <a:pt x="233504" y="278321"/>
                  </a:cubicBezTo>
                  <a:cubicBezTo>
                    <a:pt x="235014" y="283110"/>
                    <a:pt x="235066" y="287638"/>
                    <a:pt x="232932" y="291959"/>
                  </a:cubicBezTo>
                  <a:cubicBezTo>
                    <a:pt x="230745" y="296331"/>
                    <a:pt x="227206" y="299142"/>
                    <a:pt x="222521" y="300808"/>
                  </a:cubicBezTo>
                  <a:cubicBezTo>
                    <a:pt x="224291" y="307626"/>
                    <a:pt x="223562" y="313820"/>
                    <a:pt x="218409" y="319026"/>
                  </a:cubicBezTo>
                  <a:cubicBezTo>
                    <a:pt x="213360" y="324127"/>
                    <a:pt x="206906" y="324023"/>
                    <a:pt x="200399" y="323867"/>
                  </a:cubicBezTo>
                  <a:cubicBezTo>
                    <a:pt x="202585" y="333965"/>
                    <a:pt x="198994" y="342449"/>
                    <a:pt x="187386" y="346145"/>
                  </a:cubicBezTo>
                  <a:cubicBezTo>
                    <a:pt x="163911" y="346145"/>
                    <a:pt x="140488" y="346145"/>
                    <a:pt x="117012" y="346145"/>
                  </a:cubicBezTo>
                  <a:cubicBezTo>
                    <a:pt x="110506" y="344948"/>
                    <a:pt x="103947" y="344011"/>
                    <a:pt x="97545" y="342449"/>
                  </a:cubicBezTo>
                  <a:cubicBezTo>
                    <a:pt x="86354" y="339690"/>
                    <a:pt x="75996" y="334797"/>
                    <a:pt x="66314" y="328603"/>
                  </a:cubicBezTo>
                  <a:cubicBezTo>
                    <a:pt x="61577" y="334329"/>
                    <a:pt x="60328" y="334954"/>
                    <a:pt x="52937" y="334954"/>
                  </a:cubicBezTo>
                  <a:cubicBezTo>
                    <a:pt x="40080" y="334954"/>
                    <a:pt x="27275" y="334745"/>
                    <a:pt x="14470" y="335058"/>
                  </a:cubicBezTo>
                  <a:cubicBezTo>
                    <a:pt x="7600" y="335214"/>
                    <a:pt x="2655" y="333080"/>
                    <a:pt x="0" y="326573"/>
                  </a:cubicBezTo>
                  <a:cubicBezTo>
                    <a:pt x="0" y="298621"/>
                    <a:pt x="0" y="270670"/>
                    <a:pt x="0" y="242666"/>
                  </a:cubicBezTo>
                  <a:cubicBezTo>
                    <a:pt x="2134" y="238241"/>
                    <a:pt x="5205" y="235014"/>
                    <a:pt x="10567" y="234337"/>
                  </a:cubicBezTo>
                  <a:cubicBezTo>
                    <a:pt x="9630" y="233192"/>
                    <a:pt x="8953" y="232359"/>
                    <a:pt x="8068" y="231266"/>
                  </a:cubicBezTo>
                  <a:cubicBezTo>
                    <a:pt x="10775" y="228664"/>
                    <a:pt x="13377" y="226217"/>
                    <a:pt x="15928" y="223667"/>
                  </a:cubicBezTo>
                  <a:cubicBezTo>
                    <a:pt x="18010" y="221585"/>
                    <a:pt x="18739" y="219034"/>
                    <a:pt x="17489" y="216223"/>
                  </a:cubicBezTo>
                  <a:cubicBezTo>
                    <a:pt x="16292" y="213465"/>
                    <a:pt x="14158" y="212059"/>
                    <a:pt x="11139" y="212111"/>
                  </a:cubicBezTo>
                  <a:cubicBezTo>
                    <a:pt x="7443" y="212163"/>
                    <a:pt x="3696" y="212163"/>
                    <a:pt x="0" y="212215"/>
                  </a:cubicBezTo>
                  <a:cubicBezTo>
                    <a:pt x="0" y="193373"/>
                    <a:pt x="0" y="174634"/>
                    <a:pt x="0" y="155947"/>
                  </a:cubicBezTo>
                  <a:close/>
                  <a:moveTo>
                    <a:pt x="134137" y="290137"/>
                  </a:moveTo>
                  <a:cubicBezTo>
                    <a:pt x="135751" y="290137"/>
                    <a:pt x="137052" y="290137"/>
                    <a:pt x="138406" y="290137"/>
                  </a:cubicBezTo>
                  <a:cubicBezTo>
                    <a:pt x="164015" y="290137"/>
                    <a:pt x="189573" y="290137"/>
                    <a:pt x="215182" y="290137"/>
                  </a:cubicBezTo>
                  <a:cubicBezTo>
                    <a:pt x="216431" y="290137"/>
                    <a:pt x="217680" y="290189"/>
                    <a:pt x="218878" y="289981"/>
                  </a:cubicBezTo>
                  <a:cubicBezTo>
                    <a:pt x="221688" y="289460"/>
                    <a:pt x="223198" y="287638"/>
                    <a:pt x="223354" y="284828"/>
                  </a:cubicBezTo>
                  <a:cubicBezTo>
                    <a:pt x="223458" y="281809"/>
                    <a:pt x="221845" y="279935"/>
                    <a:pt x="219034" y="279206"/>
                  </a:cubicBezTo>
                  <a:cubicBezTo>
                    <a:pt x="217993" y="278946"/>
                    <a:pt x="216796" y="279102"/>
                    <a:pt x="215650" y="279102"/>
                  </a:cubicBezTo>
                  <a:cubicBezTo>
                    <a:pt x="189833" y="279102"/>
                    <a:pt x="164015" y="279102"/>
                    <a:pt x="138197" y="279102"/>
                  </a:cubicBezTo>
                  <a:cubicBezTo>
                    <a:pt x="136896" y="279102"/>
                    <a:pt x="135595" y="279102"/>
                    <a:pt x="134241" y="279102"/>
                  </a:cubicBezTo>
                  <a:cubicBezTo>
                    <a:pt x="134241" y="275146"/>
                    <a:pt x="134241" y="271711"/>
                    <a:pt x="134241" y="267859"/>
                  </a:cubicBezTo>
                  <a:cubicBezTo>
                    <a:pt x="135751" y="267859"/>
                    <a:pt x="137052" y="267859"/>
                    <a:pt x="138354" y="267859"/>
                  </a:cubicBezTo>
                  <a:cubicBezTo>
                    <a:pt x="160111" y="267859"/>
                    <a:pt x="181869" y="267859"/>
                    <a:pt x="203626" y="267859"/>
                  </a:cubicBezTo>
                  <a:cubicBezTo>
                    <a:pt x="204980" y="267859"/>
                    <a:pt x="206333" y="267911"/>
                    <a:pt x="207687" y="267703"/>
                  </a:cubicBezTo>
                  <a:cubicBezTo>
                    <a:pt x="210653" y="267182"/>
                    <a:pt x="212267" y="265152"/>
                    <a:pt x="212267" y="262289"/>
                  </a:cubicBezTo>
                  <a:cubicBezTo>
                    <a:pt x="212267" y="259374"/>
                    <a:pt x="210549" y="257448"/>
                    <a:pt x="207634" y="256876"/>
                  </a:cubicBezTo>
                  <a:cubicBezTo>
                    <a:pt x="206541" y="256668"/>
                    <a:pt x="205396" y="256772"/>
                    <a:pt x="204251" y="256772"/>
                  </a:cubicBezTo>
                  <a:cubicBezTo>
                    <a:pt x="182285" y="256772"/>
                    <a:pt x="160267" y="256772"/>
                    <a:pt x="138302" y="256772"/>
                  </a:cubicBezTo>
                  <a:cubicBezTo>
                    <a:pt x="137000" y="256772"/>
                    <a:pt x="135699" y="256772"/>
                    <a:pt x="134346" y="256772"/>
                  </a:cubicBezTo>
                  <a:cubicBezTo>
                    <a:pt x="134346" y="252816"/>
                    <a:pt x="134346" y="249276"/>
                    <a:pt x="134346" y="245476"/>
                  </a:cubicBezTo>
                  <a:cubicBezTo>
                    <a:pt x="135855" y="245476"/>
                    <a:pt x="137052" y="245476"/>
                    <a:pt x="138302" y="245476"/>
                  </a:cubicBezTo>
                  <a:cubicBezTo>
                    <a:pt x="144496" y="245476"/>
                    <a:pt x="150690" y="245581"/>
                    <a:pt x="156884" y="245424"/>
                  </a:cubicBezTo>
                  <a:cubicBezTo>
                    <a:pt x="163078" y="245268"/>
                    <a:pt x="167451" y="240584"/>
                    <a:pt x="167242" y="234702"/>
                  </a:cubicBezTo>
                  <a:cubicBezTo>
                    <a:pt x="150482" y="234702"/>
                    <a:pt x="133617" y="234025"/>
                    <a:pt x="116908" y="234858"/>
                  </a:cubicBezTo>
                  <a:cubicBezTo>
                    <a:pt x="99575" y="235743"/>
                    <a:pt x="83803" y="242145"/>
                    <a:pt x="69541" y="252087"/>
                  </a:cubicBezTo>
                  <a:cubicBezTo>
                    <a:pt x="67719" y="253388"/>
                    <a:pt x="66939" y="254742"/>
                    <a:pt x="66939" y="257084"/>
                  </a:cubicBezTo>
                  <a:cubicBezTo>
                    <a:pt x="67043" y="275562"/>
                    <a:pt x="66939" y="294041"/>
                    <a:pt x="67095" y="312571"/>
                  </a:cubicBezTo>
                  <a:cubicBezTo>
                    <a:pt x="67095" y="313977"/>
                    <a:pt x="67928" y="315903"/>
                    <a:pt x="69021" y="316683"/>
                  </a:cubicBezTo>
                  <a:cubicBezTo>
                    <a:pt x="83907" y="327458"/>
                    <a:pt x="100512" y="333913"/>
                    <a:pt x="118834" y="334589"/>
                  </a:cubicBezTo>
                  <a:cubicBezTo>
                    <a:pt x="136844" y="335266"/>
                    <a:pt x="154906" y="334901"/>
                    <a:pt x="172968" y="334954"/>
                  </a:cubicBezTo>
                  <a:cubicBezTo>
                    <a:pt x="176560" y="334954"/>
                    <a:pt x="180203" y="335266"/>
                    <a:pt x="183795" y="334797"/>
                  </a:cubicBezTo>
                  <a:cubicBezTo>
                    <a:pt x="185669" y="334589"/>
                    <a:pt x="188063" y="333496"/>
                    <a:pt x="189104" y="331987"/>
                  </a:cubicBezTo>
                  <a:cubicBezTo>
                    <a:pt x="191759" y="328239"/>
                    <a:pt x="188584" y="323814"/>
                    <a:pt x="183430" y="323814"/>
                  </a:cubicBezTo>
                  <a:cubicBezTo>
                    <a:pt x="168231" y="323762"/>
                    <a:pt x="152980" y="323814"/>
                    <a:pt x="137781" y="323814"/>
                  </a:cubicBezTo>
                  <a:cubicBezTo>
                    <a:pt x="136584" y="323814"/>
                    <a:pt x="135439" y="323814"/>
                    <a:pt x="134294" y="323814"/>
                  </a:cubicBezTo>
                  <a:cubicBezTo>
                    <a:pt x="134294" y="319806"/>
                    <a:pt x="134294" y="316371"/>
                    <a:pt x="134294" y="312623"/>
                  </a:cubicBezTo>
                  <a:cubicBezTo>
                    <a:pt x="135855" y="312623"/>
                    <a:pt x="137156" y="312623"/>
                    <a:pt x="138510" y="312623"/>
                  </a:cubicBezTo>
                  <a:cubicBezTo>
                    <a:pt x="160267" y="312623"/>
                    <a:pt x="182025" y="312623"/>
                    <a:pt x="203783" y="312623"/>
                  </a:cubicBezTo>
                  <a:cubicBezTo>
                    <a:pt x="205136" y="312623"/>
                    <a:pt x="206489" y="312623"/>
                    <a:pt x="207843" y="312415"/>
                  </a:cubicBezTo>
                  <a:cubicBezTo>
                    <a:pt x="210706" y="311895"/>
                    <a:pt x="212215" y="309917"/>
                    <a:pt x="212267" y="307210"/>
                  </a:cubicBezTo>
                  <a:cubicBezTo>
                    <a:pt x="212371" y="304295"/>
                    <a:pt x="210706" y="302317"/>
                    <a:pt x="207843" y="301640"/>
                  </a:cubicBezTo>
                  <a:cubicBezTo>
                    <a:pt x="206750" y="301380"/>
                    <a:pt x="205604" y="301484"/>
                    <a:pt x="204459" y="301484"/>
                  </a:cubicBezTo>
                  <a:cubicBezTo>
                    <a:pt x="182337" y="301484"/>
                    <a:pt x="160267" y="301484"/>
                    <a:pt x="138145" y="301484"/>
                  </a:cubicBezTo>
                  <a:cubicBezTo>
                    <a:pt x="136844" y="301484"/>
                    <a:pt x="135543" y="301484"/>
                    <a:pt x="134137" y="301484"/>
                  </a:cubicBezTo>
                  <a:cubicBezTo>
                    <a:pt x="134137" y="297476"/>
                    <a:pt x="134137" y="294093"/>
                    <a:pt x="134137" y="290137"/>
                  </a:cubicBezTo>
                  <a:close/>
                  <a:moveTo>
                    <a:pt x="174842" y="155791"/>
                  </a:moveTo>
                  <a:cubicBezTo>
                    <a:pt x="175414" y="156103"/>
                    <a:pt x="175675" y="156416"/>
                    <a:pt x="175987" y="156416"/>
                  </a:cubicBezTo>
                  <a:cubicBezTo>
                    <a:pt x="190614" y="156312"/>
                    <a:pt x="205292" y="156103"/>
                    <a:pt x="219919" y="156051"/>
                  </a:cubicBezTo>
                  <a:cubicBezTo>
                    <a:pt x="241052" y="156051"/>
                    <a:pt x="260623" y="161465"/>
                    <a:pt x="278581" y="172708"/>
                  </a:cubicBezTo>
                  <a:cubicBezTo>
                    <a:pt x="279102" y="173020"/>
                    <a:pt x="279726" y="173281"/>
                    <a:pt x="280403" y="173593"/>
                  </a:cubicBezTo>
                  <a:cubicBezTo>
                    <a:pt x="283162" y="168648"/>
                    <a:pt x="287378" y="166982"/>
                    <a:pt x="292687" y="167295"/>
                  </a:cubicBezTo>
                  <a:cubicBezTo>
                    <a:pt x="296070" y="167451"/>
                    <a:pt x="299454" y="167347"/>
                    <a:pt x="302837" y="167295"/>
                  </a:cubicBezTo>
                  <a:cubicBezTo>
                    <a:pt x="303826" y="167295"/>
                    <a:pt x="305075" y="167243"/>
                    <a:pt x="305700" y="166670"/>
                  </a:cubicBezTo>
                  <a:cubicBezTo>
                    <a:pt x="309552" y="163078"/>
                    <a:pt x="313247" y="159331"/>
                    <a:pt x="316891" y="155739"/>
                  </a:cubicBezTo>
                  <a:cubicBezTo>
                    <a:pt x="304815" y="136063"/>
                    <a:pt x="311842" y="117689"/>
                    <a:pt x="333287" y="111703"/>
                  </a:cubicBezTo>
                  <a:cubicBezTo>
                    <a:pt x="334068" y="111495"/>
                    <a:pt x="335109" y="110298"/>
                    <a:pt x="335109" y="109517"/>
                  </a:cubicBezTo>
                  <a:cubicBezTo>
                    <a:pt x="335265" y="102802"/>
                    <a:pt x="335213" y="96036"/>
                    <a:pt x="335213" y="89061"/>
                  </a:cubicBezTo>
                  <a:cubicBezTo>
                    <a:pt x="324647" y="87447"/>
                    <a:pt x="316943" y="82190"/>
                    <a:pt x="312935" y="72352"/>
                  </a:cubicBezTo>
                  <a:cubicBezTo>
                    <a:pt x="308979" y="62566"/>
                    <a:pt x="310593" y="53405"/>
                    <a:pt x="316371" y="45597"/>
                  </a:cubicBezTo>
                  <a:cubicBezTo>
                    <a:pt x="310905" y="40132"/>
                    <a:pt x="305700" y="34927"/>
                    <a:pt x="300443" y="29617"/>
                  </a:cubicBezTo>
                  <a:cubicBezTo>
                    <a:pt x="292427" y="35499"/>
                    <a:pt x="283370" y="37061"/>
                    <a:pt x="273688" y="33105"/>
                  </a:cubicBezTo>
                  <a:cubicBezTo>
                    <a:pt x="263902" y="29097"/>
                    <a:pt x="258645" y="21393"/>
                    <a:pt x="256927" y="10879"/>
                  </a:cubicBezTo>
                  <a:cubicBezTo>
                    <a:pt x="249953" y="10879"/>
                    <a:pt x="243238" y="10775"/>
                    <a:pt x="236471" y="10983"/>
                  </a:cubicBezTo>
                  <a:cubicBezTo>
                    <a:pt x="235690" y="10983"/>
                    <a:pt x="234389" y="12492"/>
                    <a:pt x="234181" y="13481"/>
                  </a:cubicBezTo>
                  <a:cubicBezTo>
                    <a:pt x="230017" y="32689"/>
                    <a:pt x="208728" y="41381"/>
                    <a:pt x="192435" y="30450"/>
                  </a:cubicBezTo>
                  <a:cubicBezTo>
                    <a:pt x="191811" y="30034"/>
                    <a:pt x="191134" y="29670"/>
                    <a:pt x="191030" y="29617"/>
                  </a:cubicBezTo>
                  <a:cubicBezTo>
                    <a:pt x="185617" y="34979"/>
                    <a:pt x="180463" y="40132"/>
                    <a:pt x="175102" y="45441"/>
                  </a:cubicBezTo>
                  <a:cubicBezTo>
                    <a:pt x="181140" y="53613"/>
                    <a:pt x="182650" y="62775"/>
                    <a:pt x="178590" y="72508"/>
                  </a:cubicBezTo>
                  <a:cubicBezTo>
                    <a:pt x="174530" y="82294"/>
                    <a:pt x="166774" y="87499"/>
                    <a:pt x="156520" y="89061"/>
                  </a:cubicBezTo>
                  <a:cubicBezTo>
                    <a:pt x="156520" y="96608"/>
                    <a:pt x="156520" y="103895"/>
                    <a:pt x="156520" y="111131"/>
                  </a:cubicBezTo>
                  <a:cubicBezTo>
                    <a:pt x="177705" y="113837"/>
                    <a:pt x="188219" y="138198"/>
                    <a:pt x="174842" y="155791"/>
                  </a:cubicBezTo>
                  <a:close/>
                  <a:moveTo>
                    <a:pt x="11347" y="200660"/>
                  </a:moveTo>
                  <a:cubicBezTo>
                    <a:pt x="19259" y="201336"/>
                    <a:pt x="24985" y="204772"/>
                    <a:pt x="27900" y="212059"/>
                  </a:cubicBezTo>
                  <a:cubicBezTo>
                    <a:pt x="30763" y="219242"/>
                    <a:pt x="29045" y="225697"/>
                    <a:pt x="23371" y="232307"/>
                  </a:cubicBezTo>
                  <a:cubicBezTo>
                    <a:pt x="25974" y="233140"/>
                    <a:pt x="27952" y="234285"/>
                    <a:pt x="29878" y="234337"/>
                  </a:cubicBezTo>
                  <a:cubicBezTo>
                    <a:pt x="37529" y="234546"/>
                    <a:pt x="45233" y="234598"/>
                    <a:pt x="52885" y="234337"/>
                  </a:cubicBezTo>
                  <a:cubicBezTo>
                    <a:pt x="58506" y="234181"/>
                    <a:pt x="63139" y="235430"/>
                    <a:pt x="66002" y="240688"/>
                  </a:cubicBezTo>
                  <a:cubicBezTo>
                    <a:pt x="71051" y="237929"/>
                    <a:pt x="75839" y="235274"/>
                    <a:pt x="80888" y="232463"/>
                  </a:cubicBezTo>
                  <a:cubicBezTo>
                    <a:pt x="52364" y="222730"/>
                    <a:pt x="42006" y="197068"/>
                    <a:pt x="45233" y="176039"/>
                  </a:cubicBezTo>
                  <a:cubicBezTo>
                    <a:pt x="48668" y="153709"/>
                    <a:pt x="67303" y="136220"/>
                    <a:pt x="91247" y="133929"/>
                  </a:cubicBezTo>
                  <a:cubicBezTo>
                    <a:pt x="102021" y="132888"/>
                    <a:pt x="112119" y="135491"/>
                    <a:pt x="121229" y="141269"/>
                  </a:cubicBezTo>
                  <a:cubicBezTo>
                    <a:pt x="134866" y="149857"/>
                    <a:pt x="142674" y="162402"/>
                    <a:pt x="145016" y="178434"/>
                  </a:cubicBezTo>
                  <a:cubicBezTo>
                    <a:pt x="149493" y="178434"/>
                    <a:pt x="153657" y="178434"/>
                    <a:pt x="157821" y="178434"/>
                  </a:cubicBezTo>
                  <a:cubicBezTo>
                    <a:pt x="161933" y="178434"/>
                    <a:pt x="165993" y="178434"/>
                    <a:pt x="170209" y="178434"/>
                  </a:cubicBezTo>
                  <a:cubicBezTo>
                    <a:pt x="169324" y="175623"/>
                    <a:pt x="167711" y="173176"/>
                    <a:pt x="168023" y="170990"/>
                  </a:cubicBezTo>
                  <a:cubicBezTo>
                    <a:pt x="168804" y="164744"/>
                    <a:pt x="164952" y="161361"/>
                    <a:pt x="161100" y="157769"/>
                  </a:cubicBezTo>
                  <a:cubicBezTo>
                    <a:pt x="160371" y="157092"/>
                    <a:pt x="159747" y="156364"/>
                    <a:pt x="158758" y="155219"/>
                  </a:cubicBezTo>
                  <a:cubicBezTo>
                    <a:pt x="160892" y="153293"/>
                    <a:pt x="162974" y="151575"/>
                    <a:pt x="164848" y="149597"/>
                  </a:cubicBezTo>
                  <a:cubicBezTo>
                    <a:pt x="169585" y="144704"/>
                    <a:pt x="171094" y="138926"/>
                    <a:pt x="168440" y="132524"/>
                  </a:cubicBezTo>
                  <a:cubicBezTo>
                    <a:pt x="165785" y="126017"/>
                    <a:pt x="160788" y="122738"/>
                    <a:pt x="153709" y="122686"/>
                  </a:cubicBezTo>
                  <a:cubicBezTo>
                    <a:pt x="151054" y="122686"/>
                    <a:pt x="148348" y="122686"/>
                    <a:pt x="145693" y="122686"/>
                  </a:cubicBezTo>
                  <a:cubicBezTo>
                    <a:pt x="144704" y="119251"/>
                    <a:pt x="146786" y="115035"/>
                    <a:pt x="142101" y="113369"/>
                  </a:cubicBezTo>
                  <a:cubicBezTo>
                    <a:pt x="136376" y="118366"/>
                    <a:pt x="129817" y="119823"/>
                    <a:pt x="122686" y="116856"/>
                  </a:cubicBezTo>
                  <a:cubicBezTo>
                    <a:pt x="115555" y="113889"/>
                    <a:pt x="112276" y="108008"/>
                    <a:pt x="111547" y="100356"/>
                  </a:cubicBezTo>
                  <a:cubicBezTo>
                    <a:pt x="101032" y="100356"/>
                    <a:pt x="90778" y="100356"/>
                    <a:pt x="80524" y="100356"/>
                  </a:cubicBezTo>
                  <a:cubicBezTo>
                    <a:pt x="79847" y="100356"/>
                    <a:pt x="79223" y="100512"/>
                    <a:pt x="78598" y="100564"/>
                  </a:cubicBezTo>
                  <a:cubicBezTo>
                    <a:pt x="77401" y="116596"/>
                    <a:pt x="59860" y="123883"/>
                    <a:pt x="47367" y="113161"/>
                  </a:cubicBezTo>
                  <a:cubicBezTo>
                    <a:pt x="40392" y="120136"/>
                    <a:pt x="33365" y="127163"/>
                    <a:pt x="26390" y="134138"/>
                  </a:cubicBezTo>
                  <a:cubicBezTo>
                    <a:pt x="25609" y="134918"/>
                    <a:pt x="24881" y="135751"/>
                    <a:pt x="23996" y="136688"/>
                  </a:cubicBezTo>
                  <a:cubicBezTo>
                    <a:pt x="29149" y="142518"/>
                    <a:pt x="30763" y="149024"/>
                    <a:pt x="27848" y="156208"/>
                  </a:cubicBezTo>
                  <a:cubicBezTo>
                    <a:pt x="24881" y="163495"/>
                    <a:pt x="18843" y="166774"/>
                    <a:pt x="11399" y="167555"/>
                  </a:cubicBezTo>
                  <a:cubicBezTo>
                    <a:pt x="11347" y="178694"/>
                    <a:pt x="11347" y="189521"/>
                    <a:pt x="11347" y="200660"/>
                  </a:cubicBezTo>
                  <a:close/>
                  <a:moveTo>
                    <a:pt x="222782" y="267390"/>
                  </a:moveTo>
                  <a:cubicBezTo>
                    <a:pt x="223250" y="267494"/>
                    <a:pt x="223718" y="267651"/>
                    <a:pt x="224135" y="267598"/>
                  </a:cubicBezTo>
                  <a:cubicBezTo>
                    <a:pt x="243967" y="267026"/>
                    <a:pt x="261872" y="260780"/>
                    <a:pt x="277904" y="249120"/>
                  </a:cubicBezTo>
                  <a:cubicBezTo>
                    <a:pt x="278841" y="248443"/>
                    <a:pt x="279310" y="246674"/>
                    <a:pt x="279310" y="245424"/>
                  </a:cubicBezTo>
                  <a:cubicBezTo>
                    <a:pt x="279414" y="226842"/>
                    <a:pt x="279362" y="208207"/>
                    <a:pt x="279414" y="189625"/>
                  </a:cubicBezTo>
                  <a:cubicBezTo>
                    <a:pt x="279414" y="187595"/>
                    <a:pt x="278841" y="186346"/>
                    <a:pt x="277176" y="185200"/>
                  </a:cubicBezTo>
                  <a:cubicBezTo>
                    <a:pt x="261144" y="174061"/>
                    <a:pt x="243446" y="167763"/>
                    <a:pt x="223823" y="167399"/>
                  </a:cubicBezTo>
                  <a:cubicBezTo>
                    <a:pt x="209717" y="167138"/>
                    <a:pt x="195663" y="167295"/>
                    <a:pt x="181557" y="167295"/>
                  </a:cubicBezTo>
                  <a:cubicBezTo>
                    <a:pt x="180672" y="167295"/>
                    <a:pt x="179839" y="167451"/>
                    <a:pt x="178954" y="167503"/>
                  </a:cubicBezTo>
                  <a:cubicBezTo>
                    <a:pt x="179474" y="174061"/>
                    <a:pt x="183587" y="178173"/>
                    <a:pt x="189833" y="178278"/>
                  </a:cubicBezTo>
                  <a:cubicBezTo>
                    <a:pt x="195142" y="178382"/>
                    <a:pt x="200451" y="178382"/>
                    <a:pt x="205709" y="178278"/>
                  </a:cubicBezTo>
                  <a:cubicBezTo>
                    <a:pt x="215650" y="178121"/>
                    <a:pt x="223094" y="182181"/>
                    <a:pt x="227779" y="191030"/>
                  </a:cubicBezTo>
                  <a:cubicBezTo>
                    <a:pt x="230433" y="195975"/>
                    <a:pt x="234545" y="199098"/>
                    <a:pt x="240063" y="200243"/>
                  </a:cubicBezTo>
                  <a:cubicBezTo>
                    <a:pt x="241780" y="200608"/>
                    <a:pt x="243602" y="200608"/>
                    <a:pt x="245580" y="200764"/>
                  </a:cubicBezTo>
                  <a:cubicBezTo>
                    <a:pt x="245580" y="204460"/>
                    <a:pt x="245580" y="207999"/>
                    <a:pt x="245580" y="211747"/>
                  </a:cubicBezTo>
                  <a:cubicBezTo>
                    <a:pt x="236575" y="212111"/>
                    <a:pt x="229132" y="209092"/>
                    <a:pt x="222677" y="202950"/>
                  </a:cubicBezTo>
                  <a:cubicBezTo>
                    <a:pt x="217680" y="207687"/>
                    <a:pt x="213933" y="213152"/>
                    <a:pt x="213256" y="219815"/>
                  </a:cubicBezTo>
                  <a:cubicBezTo>
                    <a:pt x="212423" y="228195"/>
                    <a:pt x="212631" y="236680"/>
                    <a:pt x="212475" y="245112"/>
                  </a:cubicBezTo>
                  <a:cubicBezTo>
                    <a:pt x="212475" y="245685"/>
                    <a:pt x="213048" y="246570"/>
                    <a:pt x="213620" y="246882"/>
                  </a:cubicBezTo>
                  <a:cubicBezTo>
                    <a:pt x="221949" y="251358"/>
                    <a:pt x="224655" y="258281"/>
                    <a:pt x="222782" y="267390"/>
                  </a:cubicBezTo>
                  <a:close/>
                  <a:moveTo>
                    <a:pt x="55695" y="245424"/>
                  </a:moveTo>
                  <a:cubicBezTo>
                    <a:pt x="41850" y="245424"/>
                    <a:pt x="28420" y="245528"/>
                    <a:pt x="15043" y="245372"/>
                  </a:cubicBezTo>
                  <a:cubicBezTo>
                    <a:pt x="11868" y="245320"/>
                    <a:pt x="11087" y="246309"/>
                    <a:pt x="11139" y="249328"/>
                  </a:cubicBezTo>
                  <a:cubicBezTo>
                    <a:pt x="11243" y="272856"/>
                    <a:pt x="11191" y="296435"/>
                    <a:pt x="11191" y="319963"/>
                  </a:cubicBezTo>
                  <a:cubicBezTo>
                    <a:pt x="11191" y="321160"/>
                    <a:pt x="11295" y="322357"/>
                    <a:pt x="11399" y="323554"/>
                  </a:cubicBezTo>
                  <a:cubicBezTo>
                    <a:pt x="26338" y="323554"/>
                    <a:pt x="40965" y="323554"/>
                    <a:pt x="55747" y="323554"/>
                  </a:cubicBezTo>
                  <a:cubicBezTo>
                    <a:pt x="55695" y="297528"/>
                    <a:pt x="55695" y="271659"/>
                    <a:pt x="55695" y="245424"/>
                  </a:cubicBezTo>
                  <a:close/>
                  <a:moveTo>
                    <a:pt x="335005" y="178642"/>
                  </a:moveTo>
                  <a:cubicBezTo>
                    <a:pt x="319962" y="178642"/>
                    <a:pt x="305388" y="178642"/>
                    <a:pt x="290657" y="178642"/>
                  </a:cubicBezTo>
                  <a:cubicBezTo>
                    <a:pt x="290657" y="204720"/>
                    <a:pt x="290657" y="230590"/>
                    <a:pt x="290657" y="256407"/>
                  </a:cubicBezTo>
                  <a:cubicBezTo>
                    <a:pt x="305544" y="256407"/>
                    <a:pt x="320222" y="256407"/>
                    <a:pt x="335005" y="256407"/>
                  </a:cubicBezTo>
                  <a:cubicBezTo>
                    <a:pt x="335005" y="230381"/>
                    <a:pt x="335005" y="204616"/>
                    <a:pt x="335005" y="178642"/>
                  </a:cubicBezTo>
                  <a:close/>
                  <a:moveTo>
                    <a:pt x="133669" y="179319"/>
                  </a:moveTo>
                  <a:cubicBezTo>
                    <a:pt x="130702" y="158498"/>
                    <a:pt x="113993" y="144184"/>
                    <a:pt x="93329" y="145121"/>
                  </a:cubicBezTo>
                  <a:cubicBezTo>
                    <a:pt x="76776" y="145901"/>
                    <a:pt x="64909" y="154282"/>
                    <a:pt x="58818" y="169585"/>
                  </a:cubicBezTo>
                  <a:cubicBezTo>
                    <a:pt x="52624" y="185148"/>
                    <a:pt x="55747" y="199567"/>
                    <a:pt x="67459" y="211643"/>
                  </a:cubicBezTo>
                  <a:cubicBezTo>
                    <a:pt x="78286" y="222834"/>
                    <a:pt x="94994" y="226061"/>
                    <a:pt x="109257" y="220387"/>
                  </a:cubicBezTo>
                  <a:cubicBezTo>
                    <a:pt x="111131" y="219659"/>
                    <a:pt x="111651" y="218722"/>
                    <a:pt x="111807" y="216744"/>
                  </a:cubicBezTo>
                  <a:cubicBezTo>
                    <a:pt x="112224" y="210133"/>
                    <a:pt x="115555" y="205344"/>
                    <a:pt x="121541" y="202430"/>
                  </a:cubicBezTo>
                  <a:cubicBezTo>
                    <a:pt x="122322" y="202065"/>
                    <a:pt x="123050" y="201649"/>
                    <a:pt x="123779" y="201284"/>
                  </a:cubicBezTo>
                  <a:cubicBezTo>
                    <a:pt x="121749" y="190145"/>
                    <a:pt x="123831" y="185513"/>
                    <a:pt x="133669" y="179319"/>
                  </a:cubicBezTo>
                  <a:close/>
                  <a:moveTo>
                    <a:pt x="203418" y="212007"/>
                  </a:moveTo>
                  <a:cubicBezTo>
                    <a:pt x="202013" y="212007"/>
                    <a:pt x="200920" y="212007"/>
                    <a:pt x="199775" y="212007"/>
                  </a:cubicBezTo>
                  <a:cubicBezTo>
                    <a:pt x="176768" y="212007"/>
                    <a:pt x="153813" y="212007"/>
                    <a:pt x="130806" y="212007"/>
                  </a:cubicBezTo>
                  <a:cubicBezTo>
                    <a:pt x="129817" y="212007"/>
                    <a:pt x="128776" y="211955"/>
                    <a:pt x="127787" y="212059"/>
                  </a:cubicBezTo>
                  <a:cubicBezTo>
                    <a:pt x="124872" y="212424"/>
                    <a:pt x="122894" y="214714"/>
                    <a:pt x="122998" y="217629"/>
                  </a:cubicBezTo>
                  <a:cubicBezTo>
                    <a:pt x="123102" y="220648"/>
                    <a:pt x="124716" y="222417"/>
                    <a:pt x="127631" y="222938"/>
                  </a:cubicBezTo>
                  <a:cubicBezTo>
                    <a:pt x="128308" y="223042"/>
                    <a:pt x="128984" y="223042"/>
                    <a:pt x="129661" y="223042"/>
                  </a:cubicBezTo>
                  <a:cubicBezTo>
                    <a:pt x="152772" y="223042"/>
                    <a:pt x="175831" y="223042"/>
                    <a:pt x="198942" y="223042"/>
                  </a:cubicBezTo>
                  <a:cubicBezTo>
                    <a:pt x="199671" y="223042"/>
                    <a:pt x="200451" y="222834"/>
                    <a:pt x="201128" y="222782"/>
                  </a:cubicBezTo>
                  <a:cubicBezTo>
                    <a:pt x="201909" y="219190"/>
                    <a:pt x="202638" y="215807"/>
                    <a:pt x="203418" y="212007"/>
                  </a:cubicBezTo>
                  <a:close/>
                  <a:moveTo>
                    <a:pt x="216744" y="192748"/>
                  </a:moveTo>
                  <a:cubicBezTo>
                    <a:pt x="213256" y="191551"/>
                    <a:pt x="210497" y="189833"/>
                    <a:pt x="207739" y="189781"/>
                  </a:cubicBezTo>
                  <a:cubicBezTo>
                    <a:pt x="185200" y="189573"/>
                    <a:pt x="162662" y="189625"/>
                    <a:pt x="140123" y="189677"/>
                  </a:cubicBezTo>
                  <a:cubicBezTo>
                    <a:pt x="136532" y="189677"/>
                    <a:pt x="134085" y="191967"/>
                    <a:pt x="134085" y="195142"/>
                  </a:cubicBezTo>
                  <a:cubicBezTo>
                    <a:pt x="134085" y="198317"/>
                    <a:pt x="136480" y="200660"/>
                    <a:pt x="140071" y="200660"/>
                  </a:cubicBezTo>
                  <a:cubicBezTo>
                    <a:pt x="162610" y="200712"/>
                    <a:pt x="185148" y="200712"/>
                    <a:pt x="207687" y="200660"/>
                  </a:cubicBezTo>
                  <a:cubicBezTo>
                    <a:pt x="208623" y="200660"/>
                    <a:pt x="209769" y="200348"/>
                    <a:pt x="210393" y="199775"/>
                  </a:cubicBezTo>
                  <a:cubicBezTo>
                    <a:pt x="212319" y="197901"/>
                    <a:pt x="213985" y="195819"/>
                    <a:pt x="216744" y="192748"/>
                  </a:cubicBezTo>
                  <a:close/>
                  <a:moveTo>
                    <a:pt x="200920" y="234546"/>
                  </a:moveTo>
                  <a:cubicBezTo>
                    <a:pt x="193372" y="234546"/>
                    <a:pt x="186189" y="234546"/>
                    <a:pt x="179266" y="234546"/>
                  </a:cubicBezTo>
                  <a:cubicBezTo>
                    <a:pt x="178277" y="238241"/>
                    <a:pt x="177288" y="241729"/>
                    <a:pt x="176351" y="245112"/>
                  </a:cubicBezTo>
                  <a:cubicBezTo>
                    <a:pt x="184576" y="245112"/>
                    <a:pt x="192748" y="245112"/>
                    <a:pt x="200920" y="245112"/>
                  </a:cubicBezTo>
                  <a:cubicBezTo>
                    <a:pt x="200920" y="241468"/>
                    <a:pt x="200920" y="238137"/>
                    <a:pt x="200920" y="234546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909" name="Google Shape;909;p8"/>
            <p:cNvSpPr/>
            <p:nvPr/>
          </p:nvSpPr>
          <p:spPr bwMode="auto">
            <a:xfrm>
              <a:off x="6434965" y="6368085"/>
              <a:ext cx="10774" cy="10670"/>
            </a:xfrm>
            <a:custGeom>
              <a:avLst/>
              <a:gdLst/>
              <a:ahLst/>
              <a:cxnLst/>
              <a:rect l="l" t="t" r="r" b="b"/>
              <a:pathLst>
                <a:path w="10774" h="10670" fill="norm" stroke="1" extrusionOk="0">
                  <a:moveTo>
                    <a:pt x="10775" y="10671"/>
                  </a:moveTo>
                  <a:cubicBezTo>
                    <a:pt x="7079" y="10671"/>
                    <a:pt x="3644" y="10671"/>
                    <a:pt x="0" y="10671"/>
                  </a:cubicBezTo>
                  <a:cubicBezTo>
                    <a:pt x="0" y="7079"/>
                    <a:pt x="0" y="3644"/>
                    <a:pt x="0" y="0"/>
                  </a:cubicBezTo>
                  <a:cubicBezTo>
                    <a:pt x="3592" y="0"/>
                    <a:pt x="7079" y="0"/>
                    <a:pt x="10775" y="0"/>
                  </a:cubicBezTo>
                  <a:cubicBezTo>
                    <a:pt x="10775" y="3540"/>
                    <a:pt x="10775" y="6975"/>
                    <a:pt x="10775" y="1067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910" name="Google Shape;910;p8"/>
            <p:cNvSpPr/>
            <p:nvPr/>
          </p:nvSpPr>
          <p:spPr bwMode="auto">
            <a:xfrm>
              <a:off x="6457452" y="6367929"/>
              <a:ext cx="10566" cy="10826"/>
            </a:xfrm>
            <a:custGeom>
              <a:avLst/>
              <a:gdLst/>
              <a:ahLst/>
              <a:cxnLst/>
              <a:rect l="l" t="t" r="r" b="b"/>
              <a:pathLst>
                <a:path w="10566" h="10826" fill="norm" stroke="1" extrusionOk="0">
                  <a:moveTo>
                    <a:pt x="0" y="0"/>
                  </a:moveTo>
                  <a:cubicBezTo>
                    <a:pt x="3644" y="0"/>
                    <a:pt x="6975" y="0"/>
                    <a:pt x="10567" y="0"/>
                  </a:cubicBezTo>
                  <a:cubicBezTo>
                    <a:pt x="10567" y="3644"/>
                    <a:pt x="10567" y="7131"/>
                    <a:pt x="10567" y="10827"/>
                  </a:cubicBezTo>
                  <a:cubicBezTo>
                    <a:pt x="7027" y="10827"/>
                    <a:pt x="3644" y="10827"/>
                    <a:pt x="0" y="10827"/>
                  </a:cubicBezTo>
                  <a:cubicBezTo>
                    <a:pt x="0" y="7183"/>
                    <a:pt x="0" y="3644"/>
                    <a:pt x="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911" name="Google Shape;911;p8"/>
            <p:cNvSpPr/>
            <p:nvPr/>
          </p:nvSpPr>
          <p:spPr bwMode="auto">
            <a:xfrm>
              <a:off x="6479730" y="6368033"/>
              <a:ext cx="10670" cy="10722"/>
            </a:xfrm>
            <a:custGeom>
              <a:avLst/>
              <a:gdLst/>
              <a:ahLst/>
              <a:cxnLst/>
              <a:rect l="l" t="t" r="r" b="b"/>
              <a:pathLst>
                <a:path w="10670" h="10722" fill="norm" stroke="1" extrusionOk="0">
                  <a:moveTo>
                    <a:pt x="10671" y="0"/>
                  </a:moveTo>
                  <a:cubicBezTo>
                    <a:pt x="10671" y="3696"/>
                    <a:pt x="10671" y="7131"/>
                    <a:pt x="10671" y="10723"/>
                  </a:cubicBezTo>
                  <a:cubicBezTo>
                    <a:pt x="7079" y="10723"/>
                    <a:pt x="3696" y="10723"/>
                    <a:pt x="0" y="10723"/>
                  </a:cubicBezTo>
                  <a:cubicBezTo>
                    <a:pt x="0" y="7183"/>
                    <a:pt x="0" y="3696"/>
                    <a:pt x="0" y="0"/>
                  </a:cubicBezTo>
                  <a:cubicBezTo>
                    <a:pt x="3540" y="0"/>
                    <a:pt x="6975" y="0"/>
                    <a:pt x="10671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912" name="Google Shape;912;p8"/>
            <p:cNvSpPr/>
            <p:nvPr/>
          </p:nvSpPr>
          <p:spPr bwMode="auto">
            <a:xfrm>
              <a:off x="6658475" y="6636256"/>
              <a:ext cx="10774" cy="10566"/>
            </a:xfrm>
            <a:custGeom>
              <a:avLst/>
              <a:gdLst/>
              <a:ahLst/>
              <a:cxnLst/>
              <a:rect l="l" t="t" r="r" b="b"/>
              <a:pathLst>
                <a:path w="10774" h="10566" fill="norm" stroke="1" extrusionOk="0">
                  <a:moveTo>
                    <a:pt x="10775" y="0"/>
                  </a:moveTo>
                  <a:cubicBezTo>
                    <a:pt x="10775" y="3592"/>
                    <a:pt x="10775" y="6975"/>
                    <a:pt x="10775" y="10567"/>
                  </a:cubicBezTo>
                  <a:cubicBezTo>
                    <a:pt x="7183" y="10567"/>
                    <a:pt x="3696" y="10567"/>
                    <a:pt x="0" y="10567"/>
                  </a:cubicBezTo>
                  <a:cubicBezTo>
                    <a:pt x="0" y="7079"/>
                    <a:pt x="0" y="3644"/>
                    <a:pt x="0" y="0"/>
                  </a:cubicBezTo>
                  <a:cubicBezTo>
                    <a:pt x="3435" y="0"/>
                    <a:pt x="6975" y="0"/>
                    <a:pt x="1077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913" name="Google Shape;913;p8"/>
            <p:cNvSpPr/>
            <p:nvPr/>
          </p:nvSpPr>
          <p:spPr bwMode="auto">
            <a:xfrm>
              <a:off x="6680858" y="6636204"/>
              <a:ext cx="10670" cy="10722"/>
            </a:xfrm>
            <a:custGeom>
              <a:avLst/>
              <a:gdLst/>
              <a:ahLst/>
              <a:cxnLst/>
              <a:rect l="l" t="t" r="r" b="b"/>
              <a:pathLst>
                <a:path w="10670" h="10722" fill="norm" stroke="1" extrusionOk="0">
                  <a:moveTo>
                    <a:pt x="10671" y="0"/>
                  </a:moveTo>
                  <a:cubicBezTo>
                    <a:pt x="10671" y="3644"/>
                    <a:pt x="10671" y="7027"/>
                    <a:pt x="10671" y="10723"/>
                  </a:cubicBezTo>
                  <a:cubicBezTo>
                    <a:pt x="7079" y="10723"/>
                    <a:pt x="3644" y="10723"/>
                    <a:pt x="0" y="10723"/>
                  </a:cubicBezTo>
                  <a:cubicBezTo>
                    <a:pt x="0" y="7235"/>
                    <a:pt x="0" y="3748"/>
                    <a:pt x="0" y="0"/>
                  </a:cubicBezTo>
                  <a:cubicBezTo>
                    <a:pt x="3435" y="0"/>
                    <a:pt x="6871" y="0"/>
                    <a:pt x="10671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914" name="Google Shape;914;p8"/>
            <p:cNvSpPr/>
            <p:nvPr/>
          </p:nvSpPr>
          <p:spPr bwMode="auto">
            <a:xfrm>
              <a:off x="6703136" y="6636152"/>
              <a:ext cx="10670" cy="10722"/>
            </a:xfrm>
            <a:custGeom>
              <a:avLst/>
              <a:gdLst/>
              <a:ahLst/>
              <a:cxnLst/>
              <a:rect l="l" t="t" r="r" b="b"/>
              <a:pathLst>
                <a:path w="10670" h="10722" fill="norm" stroke="1" extrusionOk="0">
                  <a:moveTo>
                    <a:pt x="0" y="10723"/>
                  </a:moveTo>
                  <a:cubicBezTo>
                    <a:pt x="0" y="6975"/>
                    <a:pt x="0" y="3592"/>
                    <a:pt x="0" y="0"/>
                  </a:cubicBezTo>
                  <a:cubicBezTo>
                    <a:pt x="3592" y="0"/>
                    <a:pt x="7027" y="0"/>
                    <a:pt x="10671" y="0"/>
                  </a:cubicBezTo>
                  <a:cubicBezTo>
                    <a:pt x="10671" y="3540"/>
                    <a:pt x="10671" y="7027"/>
                    <a:pt x="10671" y="10723"/>
                  </a:cubicBezTo>
                  <a:cubicBezTo>
                    <a:pt x="7131" y="10723"/>
                    <a:pt x="3696" y="10723"/>
                    <a:pt x="0" y="10723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915" name="Google Shape;915;p8"/>
            <p:cNvSpPr/>
            <p:nvPr/>
          </p:nvSpPr>
          <p:spPr bwMode="auto">
            <a:xfrm>
              <a:off x="6591224" y="6378912"/>
              <a:ext cx="111703" cy="111704"/>
            </a:xfrm>
            <a:custGeom>
              <a:avLst/>
              <a:gdLst/>
              <a:ahLst/>
              <a:cxnLst/>
              <a:rect l="l" t="t" r="r" b="b"/>
              <a:pathLst>
                <a:path w="111703" h="111704" fill="norm" stroke="1" extrusionOk="0">
                  <a:moveTo>
                    <a:pt x="0" y="55748"/>
                  </a:moveTo>
                  <a:cubicBezTo>
                    <a:pt x="52" y="24881"/>
                    <a:pt x="25141" y="-52"/>
                    <a:pt x="56060" y="0"/>
                  </a:cubicBezTo>
                  <a:cubicBezTo>
                    <a:pt x="86822" y="104"/>
                    <a:pt x="111807" y="25349"/>
                    <a:pt x="111703" y="56216"/>
                  </a:cubicBezTo>
                  <a:cubicBezTo>
                    <a:pt x="111599" y="86979"/>
                    <a:pt x="86354" y="111859"/>
                    <a:pt x="55435" y="111703"/>
                  </a:cubicBezTo>
                  <a:cubicBezTo>
                    <a:pt x="24725" y="111599"/>
                    <a:pt x="-52" y="86562"/>
                    <a:pt x="0" y="55748"/>
                  </a:cubicBezTo>
                  <a:close/>
                  <a:moveTo>
                    <a:pt x="100460" y="55904"/>
                  </a:moveTo>
                  <a:cubicBezTo>
                    <a:pt x="100408" y="31127"/>
                    <a:pt x="80472" y="11243"/>
                    <a:pt x="55695" y="11295"/>
                  </a:cubicBezTo>
                  <a:cubicBezTo>
                    <a:pt x="30971" y="11347"/>
                    <a:pt x="10931" y="31491"/>
                    <a:pt x="11087" y="56112"/>
                  </a:cubicBezTo>
                  <a:cubicBezTo>
                    <a:pt x="11191" y="80576"/>
                    <a:pt x="31335" y="100616"/>
                    <a:pt x="55748" y="100668"/>
                  </a:cubicBezTo>
                  <a:cubicBezTo>
                    <a:pt x="80368" y="100720"/>
                    <a:pt x="100512" y="80576"/>
                    <a:pt x="100460" y="55904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916" name="Google Shape;916;p8"/>
            <p:cNvSpPr/>
            <p:nvPr/>
          </p:nvSpPr>
          <p:spPr bwMode="auto">
            <a:xfrm>
              <a:off x="6591221" y="6378912"/>
              <a:ext cx="11038" cy="11139"/>
            </a:xfrm>
            <a:custGeom>
              <a:avLst/>
              <a:gdLst/>
              <a:ahLst/>
              <a:cxnLst/>
              <a:rect l="l" t="t" r="r" b="b"/>
              <a:pathLst>
                <a:path w="11038" h="11139" fill="norm" stroke="1" extrusionOk="0">
                  <a:moveTo>
                    <a:pt x="11038" y="5570"/>
                  </a:moveTo>
                  <a:cubicBezTo>
                    <a:pt x="11038" y="8693"/>
                    <a:pt x="8592" y="11191"/>
                    <a:pt x="5469" y="11139"/>
                  </a:cubicBezTo>
                  <a:cubicBezTo>
                    <a:pt x="2502" y="11087"/>
                    <a:pt x="107" y="8745"/>
                    <a:pt x="3" y="5778"/>
                  </a:cubicBezTo>
                  <a:cubicBezTo>
                    <a:pt x="-101" y="2655"/>
                    <a:pt x="2294" y="104"/>
                    <a:pt x="5365" y="0"/>
                  </a:cubicBezTo>
                  <a:cubicBezTo>
                    <a:pt x="8488" y="0"/>
                    <a:pt x="11038" y="2446"/>
                    <a:pt x="11038" y="557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917" name="Google Shape;917;p8"/>
            <p:cNvSpPr/>
            <p:nvPr/>
          </p:nvSpPr>
          <p:spPr bwMode="auto">
            <a:xfrm>
              <a:off x="6641454" y="6356633"/>
              <a:ext cx="11140" cy="11088"/>
            </a:xfrm>
            <a:custGeom>
              <a:avLst/>
              <a:gdLst/>
              <a:ahLst/>
              <a:cxnLst/>
              <a:rect l="l" t="t" r="r" b="b"/>
              <a:pathLst>
                <a:path w="11140" h="11088" fill="norm" stroke="1" extrusionOk="0">
                  <a:moveTo>
                    <a:pt x="11140" y="5466"/>
                  </a:moveTo>
                  <a:cubicBezTo>
                    <a:pt x="11192" y="8485"/>
                    <a:pt x="8745" y="11036"/>
                    <a:pt x="5674" y="11088"/>
                  </a:cubicBezTo>
                  <a:cubicBezTo>
                    <a:pt x="2655" y="11140"/>
                    <a:pt x="53" y="8641"/>
                    <a:pt x="1" y="5622"/>
                  </a:cubicBezTo>
                  <a:cubicBezTo>
                    <a:pt x="-51" y="2655"/>
                    <a:pt x="2499" y="1"/>
                    <a:pt x="5518" y="1"/>
                  </a:cubicBezTo>
                  <a:cubicBezTo>
                    <a:pt x="8537" y="-51"/>
                    <a:pt x="11088" y="2447"/>
                    <a:pt x="11140" y="5466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918" name="Google Shape;918;p8"/>
            <p:cNvSpPr/>
            <p:nvPr/>
          </p:nvSpPr>
          <p:spPr bwMode="auto">
            <a:xfrm>
              <a:off x="6691781" y="6479632"/>
              <a:ext cx="11146" cy="10986"/>
            </a:xfrm>
            <a:custGeom>
              <a:avLst/>
              <a:gdLst/>
              <a:ahLst/>
              <a:cxnLst/>
              <a:rect l="l" t="t" r="r" b="b"/>
              <a:pathLst>
                <a:path w="11146" h="10986" fill="norm" stroke="1" extrusionOk="0">
                  <a:moveTo>
                    <a:pt x="11146" y="5622"/>
                  </a:moveTo>
                  <a:cubicBezTo>
                    <a:pt x="11094" y="8693"/>
                    <a:pt x="8492" y="11087"/>
                    <a:pt x="5368" y="10983"/>
                  </a:cubicBezTo>
                  <a:cubicBezTo>
                    <a:pt x="2297" y="10879"/>
                    <a:pt x="-149" y="8276"/>
                    <a:pt x="7" y="5205"/>
                  </a:cubicBezTo>
                  <a:cubicBezTo>
                    <a:pt x="163" y="2238"/>
                    <a:pt x="2610" y="0"/>
                    <a:pt x="5577" y="0"/>
                  </a:cubicBezTo>
                  <a:cubicBezTo>
                    <a:pt x="8752" y="0"/>
                    <a:pt x="11198" y="2498"/>
                    <a:pt x="11146" y="5622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919" name="Google Shape;919;p8"/>
            <p:cNvSpPr/>
            <p:nvPr/>
          </p:nvSpPr>
          <p:spPr bwMode="auto">
            <a:xfrm>
              <a:off x="6714170" y="6429245"/>
              <a:ext cx="11088" cy="11192"/>
            </a:xfrm>
            <a:custGeom>
              <a:avLst/>
              <a:gdLst/>
              <a:ahLst/>
              <a:cxnLst/>
              <a:rect l="l" t="t" r="r" b="b"/>
              <a:pathLst>
                <a:path w="11088" h="11192" fill="norm" stroke="1" extrusionOk="0">
                  <a:moveTo>
                    <a:pt x="11088" y="5518"/>
                  </a:moveTo>
                  <a:cubicBezTo>
                    <a:pt x="11140" y="8485"/>
                    <a:pt x="8589" y="11140"/>
                    <a:pt x="5622" y="11192"/>
                  </a:cubicBezTo>
                  <a:cubicBezTo>
                    <a:pt x="2603" y="11244"/>
                    <a:pt x="53" y="8745"/>
                    <a:pt x="1" y="5674"/>
                  </a:cubicBezTo>
                  <a:cubicBezTo>
                    <a:pt x="-51" y="2603"/>
                    <a:pt x="2395" y="53"/>
                    <a:pt x="5466" y="1"/>
                  </a:cubicBezTo>
                  <a:cubicBezTo>
                    <a:pt x="8433" y="-51"/>
                    <a:pt x="11036" y="2499"/>
                    <a:pt x="11088" y="5518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920" name="Google Shape;920;p8"/>
            <p:cNvSpPr/>
            <p:nvPr/>
          </p:nvSpPr>
          <p:spPr bwMode="auto">
            <a:xfrm>
              <a:off x="6691788" y="6378964"/>
              <a:ext cx="11140" cy="11139"/>
            </a:xfrm>
            <a:custGeom>
              <a:avLst/>
              <a:gdLst/>
              <a:ahLst/>
              <a:cxnLst/>
              <a:rect l="l" t="t" r="r" b="b"/>
              <a:pathLst>
                <a:path w="11140" h="11139" fill="norm" stroke="1" extrusionOk="0">
                  <a:moveTo>
                    <a:pt x="5466" y="11139"/>
                  </a:moveTo>
                  <a:cubicBezTo>
                    <a:pt x="2447" y="11087"/>
                    <a:pt x="-51" y="8537"/>
                    <a:pt x="1" y="5517"/>
                  </a:cubicBezTo>
                  <a:cubicBezTo>
                    <a:pt x="53" y="2498"/>
                    <a:pt x="2655" y="0"/>
                    <a:pt x="5622" y="0"/>
                  </a:cubicBezTo>
                  <a:cubicBezTo>
                    <a:pt x="8589" y="52"/>
                    <a:pt x="11192" y="2707"/>
                    <a:pt x="11140" y="5674"/>
                  </a:cubicBezTo>
                  <a:cubicBezTo>
                    <a:pt x="11088" y="8641"/>
                    <a:pt x="8485" y="11191"/>
                    <a:pt x="5466" y="11139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921" name="Google Shape;921;p8"/>
            <p:cNvSpPr/>
            <p:nvPr/>
          </p:nvSpPr>
          <p:spPr bwMode="auto">
            <a:xfrm>
              <a:off x="6568934" y="6429226"/>
              <a:ext cx="10947" cy="11165"/>
            </a:xfrm>
            <a:custGeom>
              <a:avLst/>
              <a:gdLst/>
              <a:ahLst/>
              <a:cxnLst/>
              <a:rect l="l" t="t" r="r" b="b"/>
              <a:pathLst>
                <a:path w="10947" h="11165" fill="norm" stroke="1" extrusionOk="0">
                  <a:moveTo>
                    <a:pt x="5218" y="11159"/>
                  </a:moveTo>
                  <a:cubicBezTo>
                    <a:pt x="2147" y="11003"/>
                    <a:pt x="-195" y="8400"/>
                    <a:pt x="13" y="5225"/>
                  </a:cubicBezTo>
                  <a:cubicBezTo>
                    <a:pt x="169" y="2102"/>
                    <a:pt x="2824" y="-241"/>
                    <a:pt x="5895" y="20"/>
                  </a:cubicBezTo>
                  <a:cubicBezTo>
                    <a:pt x="8862" y="280"/>
                    <a:pt x="11048" y="2726"/>
                    <a:pt x="10944" y="5745"/>
                  </a:cubicBezTo>
                  <a:cubicBezTo>
                    <a:pt x="10892" y="8869"/>
                    <a:pt x="8289" y="11315"/>
                    <a:pt x="5218" y="11159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922" name="Google Shape;922;p8"/>
            <p:cNvSpPr/>
            <p:nvPr/>
          </p:nvSpPr>
          <p:spPr bwMode="auto">
            <a:xfrm>
              <a:off x="6490556" y="6446056"/>
              <a:ext cx="11192" cy="11143"/>
            </a:xfrm>
            <a:custGeom>
              <a:avLst/>
              <a:gdLst/>
              <a:ahLst/>
              <a:cxnLst/>
              <a:rect l="l" t="t" r="r" b="b"/>
              <a:pathLst>
                <a:path w="11192" h="11143" fill="norm" stroke="1" extrusionOk="0">
                  <a:moveTo>
                    <a:pt x="11192" y="5417"/>
                  </a:moveTo>
                  <a:cubicBezTo>
                    <a:pt x="11244" y="8383"/>
                    <a:pt x="8693" y="11038"/>
                    <a:pt x="5726" y="11142"/>
                  </a:cubicBezTo>
                  <a:cubicBezTo>
                    <a:pt x="2760" y="11194"/>
                    <a:pt x="105" y="8644"/>
                    <a:pt x="1" y="5677"/>
                  </a:cubicBezTo>
                  <a:cubicBezTo>
                    <a:pt x="-51" y="2710"/>
                    <a:pt x="2499" y="55"/>
                    <a:pt x="5466" y="3"/>
                  </a:cubicBezTo>
                  <a:cubicBezTo>
                    <a:pt x="8485" y="-101"/>
                    <a:pt x="11140" y="2398"/>
                    <a:pt x="11192" y="5417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923" name="Google Shape;923;p8"/>
            <p:cNvSpPr/>
            <p:nvPr/>
          </p:nvSpPr>
          <p:spPr bwMode="auto">
            <a:xfrm>
              <a:off x="6538025" y="6465630"/>
              <a:ext cx="11194" cy="11192"/>
            </a:xfrm>
            <a:custGeom>
              <a:avLst/>
              <a:gdLst/>
              <a:ahLst/>
              <a:cxnLst/>
              <a:rect l="l" t="t" r="r" b="b"/>
              <a:pathLst>
                <a:path w="11194" h="11192" fill="norm" stroke="1" extrusionOk="0">
                  <a:moveTo>
                    <a:pt x="5468" y="1"/>
                  </a:moveTo>
                  <a:cubicBezTo>
                    <a:pt x="8435" y="-51"/>
                    <a:pt x="11090" y="2499"/>
                    <a:pt x="11194" y="5466"/>
                  </a:cubicBezTo>
                  <a:cubicBezTo>
                    <a:pt x="11246" y="8433"/>
                    <a:pt x="8696" y="11088"/>
                    <a:pt x="5729" y="11192"/>
                  </a:cubicBezTo>
                  <a:cubicBezTo>
                    <a:pt x="2762" y="11244"/>
                    <a:pt x="107" y="8693"/>
                    <a:pt x="3" y="5726"/>
                  </a:cubicBezTo>
                  <a:cubicBezTo>
                    <a:pt x="-101" y="2760"/>
                    <a:pt x="2502" y="53"/>
                    <a:pt x="546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924" name="Google Shape;924;p8"/>
            <p:cNvSpPr/>
            <p:nvPr/>
          </p:nvSpPr>
          <p:spPr bwMode="auto">
            <a:xfrm>
              <a:off x="6443238" y="6465679"/>
              <a:ext cx="11142" cy="11145"/>
            </a:xfrm>
            <a:custGeom>
              <a:avLst/>
              <a:gdLst/>
              <a:ahLst/>
              <a:cxnLst/>
              <a:rect l="l" t="t" r="r" b="b"/>
              <a:pathLst>
                <a:path w="11142" h="11145" fill="norm" stroke="1" extrusionOk="0">
                  <a:moveTo>
                    <a:pt x="5729" y="11142"/>
                  </a:moveTo>
                  <a:cubicBezTo>
                    <a:pt x="2762" y="11246"/>
                    <a:pt x="107" y="8696"/>
                    <a:pt x="3" y="5729"/>
                  </a:cubicBezTo>
                  <a:cubicBezTo>
                    <a:pt x="-101" y="2762"/>
                    <a:pt x="2450" y="107"/>
                    <a:pt x="5416" y="3"/>
                  </a:cubicBezTo>
                  <a:cubicBezTo>
                    <a:pt x="8383" y="-101"/>
                    <a:pt x="11038" y="2398"/>
                    <a:pt x="11142" y="5417"/>
                  </a:cubicBezTo>
                  <a:cubicBezTo>
                    <a:pt x="11194" y="8383"/>
                    <a:pt x="8748" y="11038"/>
                    <a:pt x="5729" y="11142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925" name="Google Shape;925;p8"/>
            <p:cNvSpPr/>
            <p:nvPr/>
          </p:nvSpPr>
          <p:spPr bwMode="auto">
            <a:xfrm>
              <a:off x="6423563" y="6513047"/>
              <a:ext cx="11093" cy="11195"/>
            </a:xfrm>
            <a:custGeom>
              <a:avLst/>
              <a:gdLst/>
              <a:ahLst/>
              <a:cxnLst/>
              <a:rect l="l" t="t" r="r" b="b"/>
              <a:pathLst>
                <a:path w="11093" h="11195" fill="norm" stroke="1" extrusionOk="0">
                  <a:moveTo>
                    <a:pt x="5729" y="3"/>
                  </a:moveTo>
                  <a:cubicBezTo>
                    <a:pt x="8748" y="107"/>
                    <a:pt x="11194" y="2710"/>
                    <a:pt x="11090" y="5729"/>
                  </a:cubicBezTo>
                  <a:cubicBezTo>
                    <a:pt x="10986" y="8748"/>
                    <a:pt x="8383" y="11246"/>
                    <a:pt x="5416" y="11194"/>
                  </a:cubicBezTo>
                  <a:cubicBezTo>
                    <a:pt x="2450" y="11090"/>
                    <a:pt x="-101" y="8435"/>
                    <a:pt x="3" y="5469"/>
                  </a:cubicBezTo>
                  <a:cubicBezTo>
                    <a:pt x="107" y="2450"/>
                    <a:pt x="2762" y="-101"/>
                    <a:pt x="5729" y="3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926" name="Google Shape;926;p8"/>
            <p:cNvSpPr/>
            <p:nvPr/>
          </p:nvSpPr>
          <p:spPr bwMode="auto">
            <a:xfrm>
              <a:off x="6468226" y="6490667"/>
              <a:ext cx="55905" cy="55904"/>
            </a:xfrm>
            <a:custGeom>
              <a:avLst/>
              <a:gdLst/>
              <a:ahLst/>
              <a:cxnLst/>
              <a:rect l="l" t="t" r="r" b="b"/>
              <a:pathLst>
                <a:path w="55905" h="55904" fill="norm" stroke="1" extrusionOk="0">
                  <a:moveTo>
                    <a:pt x="0" y="27952"/>
                  </a:moveTo>
                  <a:cubicBezTo>
                    <a:pt x="0" y="12597"/>
                    <a:pt x="12701" y="-52"/>
                    <a:pt x="28004" y="0"/>
                  </a:cubicBezTo>
                  <a:cubicBezTo>
                    <a:pt x="43359" y="52"/>
                    <a:pt x="56060" y="12857"/>
                    <a:pt x="55904" y="28108"/>
                  </a:cubicBezTo>
                  <a:cubicBezTo>
                    <a:pt x="55747" y="43359"/>
                    <a:pt x="43255" y="55852"/>
                    <a:pt x="28056" y="55904"/>
                  </a:cubicBezTo>
                  <a:cubicBezTo>
                    <a:pt x="12805" y="56008"/>
                    <a:pt x="52" y="43307"/>
                    <a:pt x="0" y="27952"/>
                  </a:cubicBezTo>
                  <a:close/>
                  <a:moveTo>
                    <a:pt x="27952" y="11295"/>
                  </a:moveTo>
                  <a:cubicBezTo>
                    <a:pt x="18635" y="11295"/>
                    <a:pt x="11295" y="18687"/>
                    <a:pt x="11295" y="28004"/>
                  </a:cubicBezTo>
                  <a:cubicBezTo>
                    <a:pt x="11295" y="37321"/>
                    <a:pt x="18687" y="44661"/>
                    <a:pt x="28004" y="44661"/>
                  </a:cubicBezTo>
                  <a:cubicBezTo>
                    <a:pt x="37321" y="44661"/>
                    <a:pt x="44712" y="37217"/>
                    <a:pt x="44660" y="27952"/>
                  </a:cubicBezTo>
                  <a:cubicBezTo>
                    <a:pt x="44660" y="18635"/>
                    <a:pt x="37269" y="11243"/>
                    <a:pt x="27952" y="11295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927" name="Google Shape;927;p8"/>
            <p:cNvSpPr/>
            <p:nvPr/>
          </p:nvSpPr>
          <p:spPr bwMode="auto">
            <a:xfrm>
              <a:off x="6613607" y="6401294"/>
              <a:ext cx="66990" cy="66990"/>
            </a:xfrm>
            <a:custGeom>
              <a:avLst/>
              <a:gdLst/>
              <a:ahLst/>
              <a:cxnLst/>
              <a:rect l="l" t="t" r="r" b="b"/>
              <a:pathLst>
                <a:path w="66990" h="66990" fill="norm" stroke="1" extrusionOk="0">
                  <a:moveTo>
                    <a:pt x="0" y="33625"/>
                  </a:moveTo>
                  <a:cubicBezTo>
                    <a:pt x="-52" y="15095"/>
                    <a:pt x="14991" y="0"/>
                    <a:pt x="33469" y="0"/>
                  </a:cubicBezTo>
                  <a:cubicBezTo>
                    <a:pt x="51896" y="0"/>
                    <a:pt x="67043" y="15199"/>
                    <a:pt x="66991" y="33625"/>
                  </a:cubicBezTo>
                  <a:cubicBezTo>
                    <a:pt x="66939" y="51948"/>
                    <a:pt x="52000" y="66939"/>
                    <a:pt x="33626" y="66991"/>
                  </a:cubicBezTo>
                  <a:cubicBezTo>
                    <a:pt x="15043" y="67043"/>
                    <a:pt x="52" y="52156"/>
                    <a:pt x="0" y="33625"/>
                  </a:cubicBezTo>
                  <a:close/>
                  <a:moveTo>
                    <a:pt x="33365" y="11243"/>
                  </a:moveTo>
                  <a:cubicBezTo>
                    <a:pt x="20977" y="11295"/>
                    <a:pt x="10931" y="21445"/>
                    <a:pt x="11087" y="33678"/>
                  </a:cubicBezTo>
                  <a:cubicBezTo>
                    <a:pt x="11243" y="45858"/>
                    <a:pt x="21237" y="55800"/>
                    <a:pt x="33365" y="55904"/>
                  </a:cubicBezTo>
                  <a:cubicBezTo>
                    <a:pt x="45650" y="55956"/>
                    <a:pt x="55696" y="45910"/>
                    <a:pt x="55748" y="33521"/>
                  </a:cubicBezTo>
                  <a:cubicBezTo>
                    <a:pt x="55748" y="21081"/>
                    <a:pt x="45806" y="11191"/>
                    <a:pt x="33365" y="11243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</p:grpSp>
      <p:sp>
        <p:nvSpPr>
          <p:cNvPr id="572161540" name="Google Shape;928;p8"/>
          <p:cNvSpPr txBox="1"/>
          <p:nvPr/>
        </p:nvSpPr>
        <p:spPr bwMode="auto">
          <a:xfrm>
            <a:off x="875187" y="6390182"/>
            <a:ext cx="13785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pPr>
            <a:r>
              <a:rPr lang="en-US" sz="14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</a:rPr>
              <a:t>The University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003871947" name="Google Shape;929;p8"/>
          <p:cNvSpPr txBox="1"/>
          <p:nvPr/>
        </p:nvSpPr>
        <p:spPr bwMode="auto">
          <a:xfrm>
            <a:off x="3035846" y="6390182"/>
            <a:ext cx="10311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pPr>
            <a:r>
              <a:rPr lang="en-US" sz="14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</a:rPr>
              <a:t>Innovations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07226166" name="Google Shape;930;p8"/>
          <p:cNvSpPr txBox="1"/>
          <p:nvPr/>
        </p:nvSpPr>
        <p:spPr bwMode="auto">
          <a:xfrm>
            <a:off x="4848939" y="6276042"/>
            <a:ext cx="1155900" cy="52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pPr>
            <a:r>
              <a:rPr lang="en-US"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Translational Research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092944720" name="Google Shape;931;p8"/>
          <p:cNvSpPr txBox="1"/>
          <p:nvPr/>
        </p:nvSpPr>
        <p:spPr bwMode="auto">
          <a:xfrm>
            <a:off x="6786916" y="6390182"/>
            <a:ext cx="11214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pPr>
            <a:r>
              <a:rPr lang="en-US" sz="14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</a:rPr>
              <a:t>Mobilization 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9007631" name="Google Shape;932;p8"/>
          <p:cNvSpPr txBox="1"/>
          <p:nvPr/>
        </p:nvSpPr>
        <p:spPr bwMode="auto">
          <a:xfrm>
            <a:off x="8690450" y="6390182"/>
            <a:ext cx="12090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pPr>
            <a:r>
              <a:rPr lang="en-US" sz="14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</a:rPr>
              <a:t>Collaborators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181691438" name="Google Shape;933;p8"/>
          <p:cNvSpPr/>
          <p:nvPr/>
        </p:nvSpPr>
        <p:spPr bwMode="auto">
          <a:xfrm>
            <a:off x="543031" y="6352930"/>
            <a:ext cx="332155" cy="336336"/>
          </a:xfrm>
          <a:custGeom>
            <a:avLst/>
            <a:gdLst/>
            <a:ahLst/>
            <a:cxnLst/>
            <a:rect l="l" t="t" r="r" b="b"/>
            <a:pathLst>
              <a:path w="332156" h="336336" fill="norm" stroke="1" extrusionOk="0">
                <a:moveTo>
                  <a:pt x="320402" y="336337"/>
                </a:moveTo>
                <a:cubicBezTo>
                  <a:pt x="224802" y="336337"/>
                  <a:pt x="129113" y="336337"/>
                  <a:pt x="33512" y="336337"/>
                </a:cubicBezTo>
                <a:cubicBezTo>
                  <a:pt x="32898" y="336161"/>
                  <a:pt x="32372" y="335810"/>
                  <a:pt x="31758" y="335723"/>
                </a:cubicBezTo>
                <a:cubicBezTo>
                  <a:pt x="16936" y="332565"/>
                  <a:pt x="6762" y="323970"/>
                  <a:pt x="2026" y="309498"/>
                </a:cubicBezTo>
                <a:cubicBezTo>
                  <a:pt x="-2535" y="295290"/>
                  <a:pt x="710" y="282572"/>
                  <a:pt x="10709" y="271521"/>
                </a:cubicBezTo>
                <a:cubicBezTo>
                  <a:pt x="11323" y="270820"/>
                  <a:pt x="11936" y="270118"/>
                  <a:pt x="12726" y="269241"/>
                </a:cubicBezTo>
                <a:cubicBezTo>
                  <a:pt x="11323" y="268802"/>
                  <a:pt x="10182" y="268451"/>
                  <a:pt x="9130" y="268013"/>
                </a:cubicBezTo>
                <a:cubicBezTo>
                  <a:pt x="3604" y="265733"/>
                  <a:pt x="8" y="260295"/>
                  <a:pt x="184" y="254331"/>
                </a:cubicBezTo>
                <a:cubicBezTo>
                  <a:pt x="359" y="248103"/>
                  <a:pt x="2990" y="242841"/>
                  <a:pt x="9042" y="241087"/>
                </a:cubicBezTo>
                <a:cubicBezTo>
                  <a:pt x="13691" y="239683"/>
                  <a:pt x="14305" y="236965"/>
                  <a:pt x="14392" y="233281"/>
                </a:cubicBezTo>
                <a:cubicBezTo>
                  <a:pt x="14480" y="230737"/>
                  <a:pt x="14129" y="228282"/>
                  <a:pt x="14129" y="225738"/>
                </a:cubicBezTo>
                <a:cubicBezTo>
                  <a:pt x="14041" y="223107"/>
                  <a:pt x="12989" y="221791"/>
                  <a:pt x="10270" y="221002"/>
                </a:cubicBezTo>
                <a:cubicBezTo>
                  <a:pt x="3692" y="219072"/>
                  <a:pt x="-343" y="212845"/>
                  <a:pt x="184" y="206179"/>
                </a:cubicBezTo>
                <a:cubicBezTo>
                  <a:pt x="798" y="198812"/>
                  <a:pt x="5622" y="193286"/>
                  <a:pt x="12901" y="192585"/>
                </a:cubicBezTo>
                <a:cubicBezTo>
                  <a:pt x="17988" y="192059"/>
                  <a:pt x="23163" y="192322"/>
                  <a:pt x="28338" y="192234"/>
                </a:cubicBezTo>
                <a:cubicBezTo>
                  <a:pt x="29478" y="192234"/>
                  <a:pt x="30530" y="192146"/>
                  <a:pt x="32197" y="192059"/>
                </a:cubicBezTo>
                <a:cubicBezTo>
                  <a:pt x="31232" y="191006"/>
                  <a:pt x="30706" y="190392"/>
                  <a:pt x="30180" y="189866"/>
                </a:cubicBezTo>
                <a:cubicBezTo>
                  <a:pt x="12112" y="170044"/>
                  <a:pt x="18515" y="139434"/>
                  <a:pt x="42897" y="128383"/>
                </a:cubicBezTo>
                <a:cubicBezTo>
                  <a:pt x="50791" y="124875"/>
                  <a:pt x="59035" y="124787"/>
                  <a:pt x="67367" y="125050"/>
                </a:cubicBezTo>
                <a:cubicBezTo>
                  <a:pt x="69735" y="125138"/>
                  <a:pt x="70788" y="124436"/>
                  <a:pt x="71490" y="122068"/>
                </a:cubicBezTo>
                <a:cubicBezTo>
                  <a:pt x="75524" y="108123"/>
                  <a:pt x="79734" y="94177"/>
                  <a:pt x="83856" y="80232"/>
                </a:cubicBezTo>
                <a:cubicBezTo>
                  <a:pt x="84119" y="79443"/>
                  <a:pt x="84207" y="78653"/>
                  <a:pt x="84470" y="77688"/>
                </a:cubicBezTo>
                <a:cubicBezTo>
                  <a:pt x="80173" y="76548"/>
                  <a:pt x="76226" y="75496"/>
                  <a:pt x="72191" y="74443"/>
                </a:cubicBezTo>
                <a:cubicBezTo>
                  <a:pt x="54387" y="69795"/>
                  <a:pt x="36670" y="65146"/>
                  <a:pt x="18865" y="60498"/>
                </a:cubicBezTo>
                <a:cubicBezTo>
                  <a:pt x="14743" y="59445"/>
                  <a:pt x="11323" y="57604"/>
                  <a:pt x="9568" y="53481"/>
                </a:cubicBezTo>
                <a:cubicBezTo>
                  <a:pt x="6499" y="46465"/>
                  <a:pt x="9919" y="39010"/>
                  <a:pt x="17462" y="36905"/>
                </a:cubicBezTo>
                <a:cubicBezTo>
                  <a:pt x="28864" y="33747"/>
                  <a:pt x="40266" y="30853"/>
                  <a:pt x="51668" y="27783"/>
                </a:cubicBezTo>
                <a:cubicBezTo>
                  <a:pt x="58947" y="25854"/>
                  <a:pt x="66227" y="23924"/>
                  <a:pt x="73507" y="22082"/>
                </a:cubicBezTo>
                <a:cubicBezTo>
                  <a:pt x="77892" y="20942"/>
                  <a:pt x="80874" y="23661"/>
                  <a:pt x="80173" y="27783"/>
                </a:cubicBezTo>
                <a:cubicBezTo>
                  <a:pt x="79734" y="30414"/>
                  <a:pt x="77717" y="31204"/>
                  <a:pt x="75524" y="31730"/>
                </a:cubicBezTo>
                <a:cubicBezTo>
                  <a:pt x="57983" y="36291"/>
                  <a:pt x="40441" y="40851"/>
                  <a:pt x="22900" y="45588"/>
                </a:cubicBezTo>
                <a:cubicBezTo>
                  <a:pt x="21233" y="46026"/>
                  <a:pt x="19742" y="47429"/>
                  <a:pt x="18251" y="48307"/>
                </a:cubicBezTo>
                <a:cubicBezTo>
                  <a:pt x="19742" y="49271"/>
                  <a:pt x="21146" y="50762"/>
                  <a:pt x="22724" y="51201"/>
                </a:cubicBezTo>
                <a:cubicBezTo>
                  <a:pt x="63157" y="61901"/>
                  <a:pt x="103766" y="71900"/>
                  <a:pt x="144023" y="83302"/>
                </a:cubicBezTo>
                <a:cubicBezTo>
                  <a:pt x="163494" y="88827"/>
                  <a:pt x="181474" y="85845"/>
                  <a:pt x="199893" y="79706"/>
                </a:cubicBezTo>
                <a:cubicBezTo>
                  <a:pt x="199717" y="79443"/>
                  <a:pt x="199717" y="79092"/>
                  <a:pt x="199454" y="78916"/>
                </a:cubicBezTo>
                <a:cubicBezTo>
                  <a:pt x="191648" y="71812"/>
                  <a:pt x="183930" y="64796"/>
                  <a:pt x="176036" y="57779"/>
                </a:cubicBezTo>
                <a:cubicBezTo>
                  <a:pt x="175335" y="57165"/>
                  <a:pt x="173668" y="57077"/>
                  <a:pt x="172616" y="57340"/>
                </a:cubicBezTo>
                <a:cubicBezTo>
                  <a:pt x="166038" y="59358"/>
                  <a:pt x="159811" y="58744"/>
                  <a:pt x="154022" y="55148"/>
                </a:cubicBezTo>
                <a:cubicBezTo>
                  <a:pt x="152619" y="54271"/>
                  <a:pt x="151215" y="52166"/>
                  <a:pt x="151040" y="50499"/>
                </a:cubicBezTo>
                <a:cubicBezTo>
                  <a:pt x="150689" y="45588"/>
                  <a:pt x="150689" y="40676"/>
                  <a:pt x="150952" y="35764"/>
                </a:cubicBezTo>
                <a:cubicBezTo>
                  <a:pt x="151391" y="27959"/>
                  <a:pt x="157267" y="22345"/>
                  <a:pt x="165073" y="22170"/>
                </a:cubicBezTo>
                <a:cubicBezTo>
                  <a:pt x="172791" y="21907"/>
                  <a:pt x="178843" y="26906"/>
                  <a:pt x="179808" y="34624"/>
                </a:cubicBezTo>
                <a:cubicBezTo>
                  <a:pt x="180246" y="38045"/>
                  <a:pt x="180159" y="41641"/>
                  <a:pt x="180159" y="45061"/>
                </a:cubicBezTo>
                <a:cubicBezTo>
                  <a:pt x="180159" y="47166"/>
                  <a:pt x="180773" y="48657"/>
                  <a:pt x="182351" y="50148"/>
                </a:cubicBezTo>
                <a:cubicBezTo>
                  <a:pt x="191385" y="58217"/>
                  <a:pt x="200419" y="66374"/>
                  <a:pt x="209365" y="74619"/>
                </a:cubicBezTo>
                <a:cubicBezTo>
                  <a:pt x="211119" y="76197"/>
                  <a:pt x="212610" y="76636"/>
                  <a:pt x="214891" y="76022"/>
                </a:cubicBezTo>
                <a:cubicBezTo>
                  <a:pt x="246378" y="67690"/>
                  <a:pt x="277864" y="59445"/>
                  <a:pt x="309264" y="51113"/>
                </a:cubicBezTo>
                <a:cubicBezTo>
                  <a:pt x="310930" y="50675"/>
                  <a:pt x="312333" y="49184"/>
                  <a:pt x="313824" y="48219"/>
                </a:cubicBezTo>
                <a:cubicBezTo>
                  <a:pt x="312246" y="47254"/>
                  <a:pt x="310842" y="45851"/>
                  <a:pt x="309176" y="45412"/>
                </a:cubicBezTo>
                <a:cubicBezTo>
                  <a:pt x="270234" y="35063"/>
                  <a:pt x="231117" y="25240"/>
                  <a:pt x="192350" y="14452"/>
                </a:cubicBezTo>
                <a:cubicBezTo>
                  <a:pt x="174545" y="9452"/>
                  <a:pt x="157443" y="8926"/>
                  <a:pt x="139813" y="14539"/>
                </a:cubicBezTo>
                <a:cubicBezTo>
                  <a:pt x="127534" y="18486"/>
                  <a:pt x="114905" y="21205"/>
                  <a:pt x="102450" y="24450"/>
                </a:cubicBezTo>
                <a:cubicBezTo>
                  <a:pt x="99907" y="25152"/>
                  <a:pt x="97889" y="24889"/>
                  <a:pt x="96486" y="22521"/>
                </a:cubicBezTo>
                <a:cubicBezTo>
                  <a:pt x="94557" y="19363"/>
                  <a:pt x="95960" y="16030"/>
                  <a:pt x="99907" y="15066"/>
                </a:cubicBezTo>
                <a:cubicBezTo>
                  <a:pt x="116133" y="10768"/>
                  <a:pt x="132358" y="6383"/>
                  <a:pt x="148672" y="2173"/>
                </a:cubicBezTo>
                <a:cubicBezTo>
                  <a:pt x="160512" y="-809"/>
                  <a:pt x="172440" y="-722"/>
                  <a:pt x="184369" y="2436"/>
                </a:cubicBezTo>
                <a:cubicBezTo>
                  <a:pt x="208313" y="8751"/>
                  <a:pt x="232344" y="14978"/>
                  <a:pt x="256288" y="21293"/>
                </a:cubicBezTo>
                <a:cubicBezTo>
                  <a:pt x="275233" y="26292"/>
                  <a:pt x="294178" y="31116"/>
                  <a:pt x="312947" y="36291"/>
                </a:cubicBezTo>
                <a:cubicBezTo>
                  <a:pt x="315929" y="37080"/>
                  <a:pt x="319262" y="38834"/>
                  <a:pt x="321104" y="41202"/>
                </a:cubicBezTo>
                <a:cubicBezTo>
                  <a:pt x="326454" y="47780"/>
                  <a:pt x="322946" y="57516"/>
                  <a:pt x="314789" y="59796"/>
                </a:cubicBezTo>
                <a:cubicBezTo>
                  <a:pt x="299967" y="63918"/>
                  <a:pt x="285056" y="67690"/>
                  <a:pt x="270146" y="71637"/>
                </a:cubicBezTo>
                <a:cubicBezTo>
                  <a:pt x="262691" y="73566"/>
                  <a:pt x="255236" y="75583"/>
                  <a:pt x="247693" y="77601"/>
                </a:cubicBezTo>
                <a:cubicBezTo>
                  <a:pt x="247869" y="78566"/>
                  <a:pt x="247956" y="79179"/>
                  <a:pt x="248219" y="79793"/>
                </a:cubicBezTo>
                <a:cubicBezTo>
                  <a:pt x="252517" y="94265"/>
                  <a:pt x="256815" y="108649"/>
                  <a:pt x="261288" y="123121"/>
                </a:cubicBezTo>
                <a:cubicBezTo>
                  <a:pt x="261551" y="123910"/>
                  <a:pt x="263305" y="124787"/>
                  <a:pt x="264445" y="124787"/>
                </a:cubicBezTo>
                <a:cubicBezTo>
                  <a:pt x="275496" y="124875"/>
                  <a:pt x="286547" y="124787"/>
                  <a:pt x="297598" y="124875"/>
                </a:cubicBezTo>
                <a:cubicBezTo>
                  <a:pt x="305843" y="124963"/>
                  <a:pt x="311456" y="130488"/>
                  <a:pt x="311807" y="138557"/>
                </a:cubicBezTo>
                <a:cubicBezTo>
                  <a:pt x="312158" y="147328"/>
                  <a:pt x="307071" y="153555"/>
                  <a:pt x="298739" y="154432"/>
                </a:cubicBezTo>
                <a:cubicBezTo>
                  <a:pt x="296721" y="154608"/>
                  <a:pt x="296020" y="155397"/>
                  <a:pt x="296020" y="157239"/>
                </a:cubicBezTo>
                <a:cubicBezTo>
                  <a:pt x="296020" y="161361"/>
                  <a:pt x="296020" y="165483"/>
                  <a:pt x="296020" y="169606"/>
                </a:cubicBezTo>
                <a:cubicBezTo>
                  <a:pt x="296020" y="171535"/>
                  <a:pt x="296897" y="172061"/>
                  <a:pt x="298826" y="172324"/>
                </a:cubicBezTo>
                <a:cubicBezTo>
                  <a:pt x="306106" y="173289"/>
                  <a:pt x="311456" y="178289"/>
                  <a:pt x="312070" y="185568"/>
                </a:cubicBezTo>
                <a:cubicBezTo>
                  <a:pt x="312333" y="188813"/>
                  <a:pt x="311193" y="192322"/>
                  <a:pt x="310667" y="196005"/>
                </a:cubicBezTo>
                <a:cubicBezTo>
                  <a:pt x="321981" y="201969"/>
                  <a:pt x="329436" y="211529"/>
                  <a:pt x="331629" y="224861"/>
                </a:cubicBezTo>
                <a:cubicBezTo>
                  <a:pt x="333734" y="238368"/>
                  <a:pt x="328998" y="249594"/>
                  <a:pt x="319438" y="259242"/>
                </a:cubicBezTo>
                <a:cubicBezTo>
                  <a:pt x="320841" y="259681"/>
                  <a:pt x="321893" y="260032"/>
                  <a:pt x="322946" y="260382"/>
                </a:cubicBezTo>
                <a:cubicBezTo>
                  <a:pt x="328471" y="262575"/>
                  <a:pt x="332067" y="267837"/>
                  <a:pt x="332155" y="273889"/>
                </a:cubicBezTo>
                <a:cubicBezTo>
                  <a:pt x="332243" y="279941"/>
                  <a:pt x="328910" y="285905"/>
                  <a:pt x="323209" y="287484"/>
                </a:cubicBezTo>
                <a:cubicBezTo>
                  <a:pt x="318648" y="288712"/>
                  <a:pt x="318122" y="291518"/>
                  <a:pt x="317947" y="295114"/>
                </a:cubicBezTo>
                <a:cubicBezTo>
                  <a:pt x="317859" y="297833"/>
                  <a:pt x="318297" y="300552"/>
                  <a:pt x="318297" y="303271"/>
                </a:cubicBezTo>
                <a:cubicBezTo>
                  <a:pt x="318297" y="305727"/>
                  <a:pt x="319525" y="306779"/>
                  <a:pt x="321893" y="307481"/>
                </a:cubicBezTo>
                <a:cubicBezTo>
                  <a:pt x="329348" y="309674"/>
                  <a:pt x="333295" y="316778"/>
                  <a:pt x="331804" y="324409"/>
                </a:cubicBezTo>
                <a:cubicBezTo>
                  <a:pt x="330489" y="330899"/>
                  <a:pt x="326103" y="334232"/>
                  <a:pt x="320402" y="336337"/>
                </a:cubicBezTo>
                <a:close/>
                <a:moveTo>
                  <a:pt x="87540" y="279239"/>
                </a:moveTo>
                <a:cubicBezTo>
                  <a:pt x="88768" y="279239"/>
                  <a:pt x="89820" y="279239"/>
                  <a:pt x="90961" y="279239"/>
                </a:cubicBezTo>
                <a:cubicBezTo>
                  <a:pt x="165687" y="279239"/>
                  <a:pt x="240413" y="279239"/>
                  <a:pt x="315140" y="279239"/>
                </a:cubicBezTo>
                <a:cubicBezTo>
                  <a:pt x="316017" y="279239"/>
                  <a:pt x="316894" y="279327"/>
                  <a:pt x="317771" y="279152"/>
                </a:cubicBezTo>
                <a:cubicBezTo>
                  <a:pt x="320490" y="278801"/>
                  <a:pt x="322507" y="276520"/>
                  <a:pt x="322244" y="273977"/>
                </a:cubicBezTo>
                <a:cubicBezTo>
                  <a:pt x="321981" y="271258"/>
                  <a:pt x="320490" y="269592"/>
                  <a:pt x="317596" y="269328"/>
                </a:cubicBezTo>
                <a:cubicBezTo>
                  <a:pt x="316543" y="269241"/>
                  <a:pt x="315403" y="269241"/>
                  <a:pt x="314351" y="269241"/>
                </a:cubicBezTo>
                <a:cubicBezTo>
                  <a:pt x="299265" y="269241"/>
                  <a:pt x="284179" y="269241"/>
                  <a:pt x="269094" y="269153"/>
                </a:cubicBezTo>
                <a:cubicBezTo>
                  <a:pt x="267427" y="269153"/>
                  <a:pt x="265235" y="268802"/>
                  <a:pt x="264357" y="267750"/>
                </a:cubicBezTo>
                <a:cubicBezTo>
                  <a:pt x="263305" y="266434"/>
                  <a:pt x="262779" y="263891"/>
                  <a:pt x="263393" y="262487"/>
                </a:cubicBezTo>
                <a:cubicBezTo>
                  <a:pt x="264007" y="261084"/>
                  <a:pt x="266199" y="259593"/>
                  <a:pt x="267778" y="259505"/>
                </a:cubicBezTo>
                <a:cubicBezTo>
                  <a:pt x="276198" y="259242"/>
                  <a:pt x="284618" y="259418"/>
                  <a:pt x="293038" y="259330"/>
                </a:cubicBezTo>
                <a:cubicBezTo>
                  <a:pt x="311719" y="259067"/>
                  <a:pt x="324963" y="243279"/>
                  <a:pt x="321806" y="225387"/>
                </a:cubicBezTo>
                <a:cubicBezTo>
                  <a:pt x="319350" y="211529"/>
                  <a:pt x="307246" y="201969"/>
                  <a:pt x="291985" y="201969"/>
                </a:cubicBezTo>
                <a:cubicBezTo>
                  <a:pt x="200419" y="201969"/>
                  <a:pt x="108853" y="201969"/>
                  <a:pt x="17287" y="201969"/>
                </a:cubicBezTo>
                <a:cubicBezTo>
                  <a:pt x="16673" y="201969"/>
                  <a:pt x="15971" y="201969"/>
                  <a:pt x="15357" y="201969"/>
                </a:cubicBezTo>
                <a:cubicBezTo>
                  <a:pt x="12112" y="202233"/>
                  <a:pt x="10007" y="204338"/>
                  <a:pt x="10095" y="207056"/>
                </a:cubicBezTo>
                <a:cubicBezTo>
                  <a:pt x="10182" y="209688"/>
                  <a:pt x="12200" y="211705"/>
                  <a:pt x="15269" y="211968"/>
                </a:cubicBezTo>
                <a:cubicBezTo>
                  <a:pt x="16497" y="212056"/>
                  <a:pt x="17637" y="211968"/>
                  <a:pt x="18865" y="211968"/>
                </a:cubicBezTo>
                <a:cubicBezTo>
                  <a:pt x="109204" y="211968"/>
                  <a:pt x="199630" y="211968"/>
                  <a:pt x="289968" y="211968"/>
                </a:cubicBezTo>
                <a:cubicBezTo>
                  <a:pt x="291634" y="211968"/>
                  <a:pt x="293213" y="211968"/>
                  <a:pt x="294880" y="212056"/>
                </a:cubicBezTo>
                <a:cubicBezTo>
                  <a:pt x="303036" y="212494"/>
                  <a:pt x="309965" y="218283"/>
                  <a:pt x="311895" y="226089"/>
                </a:cubicBezTo>
                <a:cubicBezTo>
                  <a:pt x="313824" y="234070"/>
                  <a:pt x="310404" y="242227"/>
                  <a:pt x="303475" y="246525"/>
                </a:cubicBezTo>
                <a:cubicBezTo>
                  <a:pt x="299703" y="248893"/>
                  <a:pt x="295494" y="249244"/>
                  <a:pt x="291196" y="249244"/>
                </a:cubicBezTo>
                <a:cubicBezTo>
                  <a:pt x="224889" y="249244"/>
                  <a:pt x="158583" y="249244"/>
                  <a:pt x="92276" y="249244"/>
                </a:cubicBezTo>
                <a:cubicBezTo>
                  <a:pt x="90785" y="249244"/>
                  <a:pt x="89294" y="249244"/>
                  <a:pt x="87803" y="249244"/>
                </a:cubicBezTo>
                <a:cubicBezTo>
                  <a:pt x="87803" y="252840"/>
                  <a:pt x="87803" y="255909"/>
                  <a:pt x="87803" y="259330"/>
                </a:cubicBezTo>
                <a:cubicBezTo>
                  <a:pt x="89470" y="259330"/>
                  <a:pt x="90873" y="259330"/>
                  <a:pt x="92276" y="259330"/>
                </a:cubicBezTo>
                <a:cubicBezTo>
                  <a:pt x="140866" y="259330"/>
                  <a:pt x="189456" y="259330"/>
                  <a:pt x="237958" y="259330"/>
                </a:cubicBezTo>
                <a:cubicBezTo>
                  <a:pt x="239186" y="259330"/>
                  <a:pt x="240326" y="259330"/>
                  <a:pt x="241554" y="259330"/>
                </a:cubicBezTo>
                <a:cubicBezTo>
                  <a:pt x="244623" y="259505"/>
                  <a:pt x="246290" y="261172"/>
                  <a:pt x="246290" y="264066"/>
                </a:cubicBezTo>
                <a:cubicBezTo>
                  <a:pt x="246290" y="266873"/>
                  <a:pt x="244623" y="268802"/>
                  <a:pt x="241729" y="269065"/>
                </a:cubicBezTo>
                <a:cubicBezTo>
                  <a:pt x="240677" y="269153"/>
                  <a:pt x="239536" y="269153"/>
                  <a:pt x="238484" y="269153"/>
                </a:cubicBezTo>
                <a:cubicBezTo>
                  <a:pt x="189719" y="269153"/>
                  <a:pt x="140866" y="269153"/>
                  <a:pt x="92101" y="269153"/>
                </a:cubicBezTo>
                <a:cubicBezTo>
                  <a:pt x="90697" y="269153"/>
                  <a:pt x="89294" y="269153"/>
                  <a:pt x="87715" y="269153"/>
                </a:cubicBezTo>
                <a:cubicBezTo>
                  <a:pt x="87540" y="272661"/>
                  <a:pt x="87540" y="275643"/>
                  <a:pt x="87540" y="279239"/>
                </a:cubicBezTo>
                <a:close/>
                <a:moveTo>
                  <a:pt x="308211" y="289063"/>
                </a:moveTo>
                <a:cubicBezTo>
                  <a:pt x="307597" y="289063"/>
                  <a:pt x="306983" y="289063"/>
                  <a:pt x="306282" y="289063"/>
                </a:cubicBezTo>
                <a:cubicBezTo>
                  <a:pt x="232783" y="289063"/>
                  <a:pt x="159284" y="289063"/>
                  <a:pt x="85786" y="289063"/>
                </a:cubicBezTo>
                <a:cubicBezTo>
                  <a:pt x="84470" y="289063"/>
                  <a:pt x="82979" y="289501"/>
                  <a:pt x="81751" y="290115"/>
                </a:cubicBezTo>
                <a:cubicBezTo>
                  <a:pt x="75349" y="293360"/>
                  <a:pt x="68946" y="296781"/>
                  <a:pt x="62543" y="300114"/>
                </a:cubicBezTo>
                <a:cubicBezTo>
                  <a:pt x="57544" y="302657"/>
                  <a:pt x="54211" y="300640"/>
                  <a:pt x="54124" y="294939"/>
                </a:cubicBezTo>
                <a:cubicBezTo>
                  <a:pt x="54124" y="293097"/>
                  <a:pt x="54124" y="291255"/>
                  <a:pt x="54124" y="289150"/>
                </a:cubicBezTo>
                <a:cubicBezTo>
                  <a:pt x="48160" y="289150"/>
                  <a:pt x="42546" y="288887"/>
                  <a:pt x="36845" y="289238"/>
                </a:cubicBezTo>
                <a:cubicBezTo>
                  <a:pt x="32811" y="289501"/>
                  <a:pt x="29916" y="293448"/>
                  <a:pt x="29741" y="297482"/>
                </a:cubicBezTo>
                <a:cubicBezTo>
                  <a:pt x="29566" y="301517"/>
                  <a:pt x="32285" y="305201"/>
                  <a:pt x="36319" y="306165"/>
                </a:cubicBezTo>
                <a:cubicBezTo>
                  <a:pt x="37898" y="306516"/>
                  <a:pt x="39564" y="306604"/>
                  <a:pt x="41231" y="306604"/>
                </a:cubicBezTo>
                <a:cubicBezTo>
                  <a:pt x="129113" y="306604"/>
                  <a:pt x="216908" y="306604"/>
                  <a:pt x="304790" y="306604"/>
                </a:cubicBezTo>
                <a:cubicBezTo>
                  <a:pt x="305931" y="306604"/>
                  <a:pt x="307159" y="306604"/>
                  <a:pt x="308299" y="306604"/>
                </a:cubicBezTo>
                <a:cubicBezTo>
                  <a:pt x="308211" y="300815"/>
                  <a:pt x="308211" y="295202"/>
                  <a:pt x="308211" y="289063"/>
                </a:cubicBezTo>
                <a:close/>
                <a:moveTo>
                  <a:pt x="193578" y="134873"/>
                </a:moveTo>
                <a:cubicBezTo>
                  <a:pt x="191999" y="134873"/>
                  <a:pt x="190771" y="134873"/>
                  <a:pt x="189631" y="134873"/>
                </a:cubicBezTo>
                <a:cubicBezTo>
                  <a:pt x="146830" y="134873"/>
                  <a:pt x="104117" y="134873"/>
                  <a:pt x="61316" y="134873"/>
                </a:cubicBezTo>
                <a:cubicBezTo>
                  <a:pt x="59912" y="134873"/>
                  <a:pt x="58509" y="134873"/>
                  <a:pt x="57018" y="134961"/>
                </a:cubicBezTo>
                <a:cubicBezTo>
                  <a:pt x="38161" y="136101"/>
                  <a:pt x="25268" y="154432"/>
                  <a:pt x="30969" y="172237"/>
                </a:cubicBezTo>
                <a:cubicBezTo>
                  <a:pt x="34126" y="182235"/>
                  <a:pt x="44037" y="192322"/>
                  <a:pt x="60175" y="192234"/>
                </a:cubicBezTo>
                <a:cubicBezTo>
                  <a:pt x="138498" y="192059"/>
                  <a:pt x="216820" y="192146"/>
                  <a:pt x="295143" y="192146"/>
                </a:cubicBezTo>
                <a:cubicBezTo>
                  <a:pt x="296107" y="192146"/>
                  <a:pt x="297072" y="192146"/>
                  <a:pt x="298125" y="192059"/>
                </a:cubicBezTo>
                <a:cubicBezTo>
                  <a:pt x="300931" y="191795"/>
                  <a:pt x="302247" y="190129"/>
                  <a:pt x="302335" y="187498"/>
                </a:cubicBezTo>
                <a:cubicBezTo>
                  <a:pt x="302422" y="184779"/>
                  <a:pt x="301194" y="182849"/>
                  <a:pt x="298388" y="182235"/>
                </a:cubicBezTo>
                <a:cubicBezTo>
                  <a:pt x="297248" y="181972"/>
                  <a:pt x="296020" y="182148"/>
                  <a:pt x="294792" y="182148"/>
                </a:cubicBezTo>
                <a:cubicBezTo>
                  <a:pt x="217083" y="182148"/>
                  <a:pt x="139463" y="182148"/>
                  <a:pt x="61754" y="182148"/>
                </a:cubicBezTo>
                <a:cubicBezTo>
                  <a:pt x="60000" y="182148"/>
                  <a:pt x="58246" y="182148"/>
                  <a:pt x="56492" y="182060"/>
                </a:cubicBezTo>
                <a:cubicBezTo>
                  <a:pt x="46405" y="181358"/>
                  <a:pt x="38424" y="171623"/>
                  <a:pt x="39740" y="161536"/>
                </a:cubicBezTo>
                <a:cubicBezTo>
                  <a:pt x="41055" y="151275"/>
                  <a:pt x="48773" y="144784"/>
                  <a:pt x="59825" y="144784"/>
                </a:cubicBezTo>
                <a:cubicBezTo>
                  <a:pt x="102626" y="144784"/>
                  <a:pt x="145339" y="144784"/>
                  <a:pt x="188140" y="144784"/>
                </a:cubicBezTo>
                <a:cubicBezTo>
                  <a:pt x="189543" y="144784"/>
                  <a:pt x="190859" y="144784"/>
                  <a:pt x="192175" y="144784"/>
                </a:cubicBezTo>
                <a:cubicBezTo>
                  <a:pt x="192701" y="141276"/>
                  <a:pt x="193139" y="138294"/>
                  <a:pt x="193578" y="134873"/>
                </a:cubicBezTo>
                <a:close/>
                <a:moveTo>
                  <a:pt x="195595" y="124875"/>
                </a:moveTo>
                <a:cubicBezTo>
                  <a:pt x="197612" y="121542"/>
                  <a:pt x="198753" y="117507"/>
                  <a:pt x="201384" y="115578"/>
                </a:cubicBezTo>
                <a:cubicBezTo>
                  <a:pt x="206032" y="112157"/>
                  <a:pt x="205857" y="107947"/>
                  <a:pt x="205681" y="103299"/>
                </a:cubicBezTo>
                <a:cubicBezTo>
                  <a:pt x="205594" y="100755"/>
                  <a:pt x="205681" y="98300"/>
                  <a:pt x="205681" y="95756"/>
                </a:cubicBezTo>
                <a:cubicBezTo>
                  <a:pt x="205681" y="93563"/>
                  <a:pt x="205681" y="91283"/>
                  <a:pt x="205681" y="88827"/>
                </a:cubicBezTo>
                <a:cubicBezTo>
                  <a:pt x="200507" y="90143"/>
                  <a:pt x="195946" y="91195"/>
                  <a:pt x="191473" y="92599"/>
                </a:cubicBezTo>
                <a:cubicBezTo>
                  <a:pt x="174633" y="97949"/>
                  <a:pt x="157881" y="97686"/>
                  <a:pt x="140866" y="92686"/>
                </a:cubicBezTo>
                <a:cubicBezTo>
                  <a:pt x="125517" y="88126"/>
                  <a:pt x="109905" y="84442"/>
                  <a:pt x="94030" y="80232"/>
                </a:cubicBezTo>
                <a:cubicBezTo>
                  <a:pt x="89645" y="95142"/>
                  <a:pt x="85260" y="109965"/>
                  <a:pt x="80787" y="124875"/>
                </a:cubicBezTo>
                <a:cubicBezTo>
                  <a:pt x="119465" y="124875"/>
                  <a:pt x="157618" y="124875"/>
                  <a:pt x="195595" y="124875"/>
                </a:cubicBezTo>
                <a:close/>
                <a:moveTo>
                  <a:pt x="191561" y="154871"/>
                </a:moveTo>
                <a:cubicBezTo>
                  <a:pt x="190420" y="154783"/>
                  <a:pt x="189543" y="154695"/>
                  <a:pt x="188754" y="154695"/>
                </a:cubicBezTo>
                <a:cubicBezTo>
                  <a:pt x="145778" y="154695"/>
                  <a:pt x="102801" y="154695"/>
                  <a:pt x="59737" y="154695"/>
                </a:cubicBezTo>
                <a:cubicBezTo>
                  <a:pt x="58509" y="154695"/>
                  <a:pt x="57281" y="154783"/>
                  <a:pt x="56141" y="155046"/>
                </a:cubicBezTo>
                <a:cubicBezTo>
                  <a:pt x="52019" y="156011"/>
                  <a:pt x="49212" y="159870"/>
                  <a:pt x="49475" y="163992"/>
                </a:cubicBezTo>
                <a:cubicBezTo>
                  <a:pt x="49738" y="168202"/>
                  <a:pt x="52983" y="171710"/>
                  <a:pt x="57106" y="172149"/>
                </a:cubicBezTo>
                <a:cubicBezTo>
                  <a:pt x="58334" y="172324"/>
                  <a:pt x="59474" y="172237"/>
                  <a:pt x="60702" y="172237"/>
                </a:cubicBezTo>
                <a:cubicBezTo>
                  <a:pt x="134639" y="172237"/>
                  <a:pt x="208576" y="172237"/>
                  <a:pt x="282601" y="172237"/>
                </a:cubicBezTo>
                <a:cubicBezTo>
                  <a:pt x="283741" y="172237"/>
                  <a:pt x="284969" y="172237"/>
                  <a:pt x="285933" y="172237"/>
                </a:cubicBezTo>
                <a:cubicBezTo>
                  <a:pt x="285933" y="166185"/>
                  <a:pt x="285933" y="160572"/>
                  <a:pt x="285933" y="154783"/>
                </a:cubicBezTo>
                <a:cubicBezTo>
                  <a:pt x="267340" y="154783"/>
                  <a:pt x="248746" y="154783"/>
                  <a:pt x="229976" y="154783"/>
                </a:cubicBezTo>
                <a:cubicBezTo>
                  <a:pt x="229889" y="155485"/>
                  <a:pt x="229801" y="156011"/>
                  <a:pt x="229801" y="156537"/>
                </a:cubicBezTo>
                <a:cubicBezTo>
                  <a:pt x="229450" y="162063"/>
                  <a:pt x="228222" y="163203"/>
                  <a:pt x="222872" y="163291"/>
                </a:cubicBezTo>
                <a:cubicBezTo>
                  <a:pt x="214452" y="163291"/>
                  <a:pt x="206032" y="163291"/>
                  <a:pt x="197612" y="163291"/>
                </a:cubicBezTo>
                <a:cubicBezTo>
                  <a:pt x="193578" y="163291"/>
                  <a:pt x="192175" y="161887"/>
                  <a:pt x="191824" y="157765"/>
                </a:cubicBezTo>
                <a:cubicBezTo>
                  <a:pt x="191648" y="156976"/>
                  <a:pt x="191648" y="156099"/>
                  <a:pt x="191561" y="154871"/>
                </a:cubicBezTo>
                <a:close/>
                <a:moveTo>
                  <a:pt x="53948" y="269328"/>
                </a:moveTo>
                <a:cubicBezTo>
                  <a:pt x="48160" y="269328"/>
                  <a:pt x="42634" y="269153"/>
                  <a:pt x="37108" y="269328"/>
                </a:cubicBezTo>
                <a:cubicBezTo>
                  <a:pt x="22198" y="269942"/>
                  <a:pt x="10007" y="282748"/>
                  <a:pt x="9919" y="297658"/>
                </a:cubicBezTo>
                <a:cubicBezTo>
                  <a:pt x="9832" y="313796"/>
                  <a:pt x="22724" y="326426"/>
                  <a:pt x="39389" y="326426"/>
                </a:cubicBezTo>
                <a:cubicBezTo>
                  <a:pt x="131394" y="326426"/>
                  <a:pt x="223398" y="326426"/>
                  <a:pt x="315491" y="326426"/>
                </a:cubicBezTo>
                <a:cubicBezTo>
                  <a:pt x="316368" y="326426"/>
                  <a:pt x="317245" y="326514"/>
                  <a:pt x="318122" y="326338"/>
                </a:cubicBezTo>
                <a:cubicBezTo>
                  <a:pt x="320841" y="325724"/>
                  <a:pt x="322420" y="323970"/>
                  <a:pt x="322244" y="321251"/>
                </a:cubicBezTo>
                <a:cubicBezTo>
                  <a:pt x="322069" y="318532"/>
                  <a:pt x="320490" y="316778"/>
                  <a:pt x="317683" y="316603"/>
                </a:cubicBezTo>
                <a:cubicBezTo>
                  <a:pt x="316456" y="316515"/>
                  <a:pt x="315315" y="316515"/>
                  <a:pt x="314087" y="316515"/>
                </a:cubicBezTo>
                <a:cubicBezTo>
                  <a:pt x="223486" y="316515"/>
                  <a:pt x="132885" y="316515"/>
                  <a:pt x="42283" y="316515"/>
                </a:cubicBezTo>
                <a:cubicBezTo>
                  <a:pt x="41055" y="316515"/>
                  <a:pt x="39915" y="316515"/>
                  <a:pt x="38687" y="316515"/>
                </a:cubicBezTo>
                <a:cubicBezTo>
                  <a:pt x="30004" y="315989"/>
                  <a:pt x="23602" y="311428"/>
                  <a:pt x="21146" y="304061"/>
                </a:cubicBezTo>
                <a:cubicBezTo>
                  <a:pt x="17023" y="291694"/>
                  <a:pt x="25443" y="279590"/>
                  <a:pt x="38512" y="279239"/>
                </a:cubicBezTo>
                <a:cubicBezTo>
                  <a:pt x="43599" y="279064"/>
                  <a:pt x="48773" y="279239"/>
                  <a:pt x="54036" y="279239"/>
                </a:cubicBezTo>
                <a:cubicBezTo>
                  <a:pt x="53948" y="275907"/>
                  <a:pt x="53948" y="272837"/>
                  <a:pt x="53948" y="269328"/>
                </a:cubicBezTo>
                <a:close/>
                <a:moveTo>
                  <a:pt x="87628" y="239508"/>
                </a:moveTo>
                <a:cubicBezTo>
                  <a:pt x="89206" y="239508"/>
                  <a:pt x="90610" y="239508"/>
                  <a:pt x="92013" y="239508"/>
                </a:cubicBezTo>
                <a:cubicBezTo>
                  <a:pt x="158232" y="239508"/>
                  <a:pt x="224363" y="239508"/>
                  <a:pt x="290582" y="239508"/>
                </a:cubicBezTo>
                <a:cubicBezTo>
                  <a:pt x="292073" y="239508"/>
                  <a:pt x="293652" y="239508"/>
                  <a:pt x="295143" y="239333"/>
                </a:cubicBezTo>
                <a:cubicBezTo>
                  <a:pt x="299177" y="238719"/>
                  <a:pt x="301808" y="235912"/>
                  <a:pt x="302335" y="231878"/>
                </a:cubicBezTo>
                <a:cubicBezTo>
                  <a:pt x="303124" y="225738"/>
                  <a:pt x="299002" y="221967"/>
                  <a:pt x="291547" y="221967"/>
                </a:cubicBezTo>
                <a:cubicBezTo>
                  <a:pt x="224714" y="221967"/>
                  <a:pt x="157881" y="221967"/>
                  <a:pt x="91048" y="221967"/>
                </a:cubicBezTo>
                <a:cubicBezTo>
                  <a:pt x="89908" y="221967"/>
                  <a:pt x="88768" y="222142"/>
                  <a:pt x="87628" y="222142"/>
                </a:cubicBezTo>
                <a:cubicBezTo>
                  <a:pt x="87628" y="228106"/>
                  <a:pt x="87628" y="233632"/>
                  <a:pt x="87628" y="239508"/>
                </a:cubicBezTo>
                <a:close/>
                <a:moveTo>
                  <a:pt x="238133" y="80320"/>
                </a:moveTo>
                <a:cubicBezTo>
                  <a:pt x="231029" y="82162"/>
                  <a:pt x="224275" y="83828"/>
                  <a:pt x="217522" y="85758"/>
                </a:cubicBezTo>
                <a:cubicBezTo>
                  <a:pt x="216645" y="86021"/>
                  <a:pt x="215680" y="87512"/>
                  <a:pt x="215592" y="88476"/>
                </a:cubicBezTo>
                <a:cubicBezTo>
                  <a:pt x="215417" y="95581"/>
                  <a:pt x="215505" y="102685"/>
                  <a:pt x="215505" y="109789"/>
                </a:cubicBezTo>
                <a:cubicBezTo>
                  <a:pt x="215505" y="110666"/>
                  <a:pt x="215855" y="111894"/>
                  <a:pt x="216469" y="112333"/>
                </a:cubicBezTo>
                <a:cubicBezTo>
                  <a:pt x="220592" y="115052"/>
                  <a:pt x="222784" y="119086"/>
                  <a:pt x="224626" y="123559"/>
                </a:cubicBezTo>
                <a:cubicBezTo>
                  <a:pt x="224889" y="124261"/>
                  <a:pt x="226030" y="125050"/>
                  <a:pt x="226731" y="125050"/>
                </a:cubicBezTo>
                <a:cubicBezTo>
                  <a:pt x="234800" y="125138"/>
                  <a:pt x="242869" y="125138"/>
                  <a:pt x="251377" y="125138"/>
                </a:cubicBezTo>
                <a:cubicBezTo>
                  <a:pt x="246904" y="109965"/>
                  <a:pt x="242606" y="95318"/>
                  <a:pt x="238133" y="80320"/>
                </a:cubicBezTo>
                <a:close/>
                <a:moveTo>
                  <a:pt x="64298" y="222142"/>
                </a:moveTo>
                <a:cubicBezTo>
                  <a:pt x="64298" y="244244"/>
                  <a:pt x="64298" y="265908"/>
                  <a:pt x="64298" y="288098"/>
                </a:cubicBezTo>
                <a:cubicBezTo>
                  <a:pt x="68157" y="286081"/>
                  <a:pt x="71577" y="284151"/>
                  <a:pt x="75086" y="282572"/>
                </a:cubicBezTo>
                <a:cubicBezTo>
                  <a:pt x="77103" y="281607"/>
                  <a:pt x="77629" y="280380"/>
                  <a:pt x="77629" y="278275"/>
                </a:cubicBezTo>
                <a:cubicBezTo>
                  <a:pt x="77541" y="260558"/>
                  <a:pt x="77541" y="242841"/>
                  <a:pt x="77541" y="225124"/>
                </a:cubicBezTo>
                <a:cubicBezTo>
                  <a:pt x="77541" y="224159"/>
                  <a:pt x="77454" y="223195"/>
                  <a:pt x="77366" y="222142"/>
                </a:cubicBezTo>
                <a:cubicBezTo>
                  <a:pt x="72893" y="222142"/>
                  <a:pt x="68683" y="222142"/>
                  <a:pt x="64298" y="222142"/>
                </a:cubicBezTo>
                <a:close/>
                <a:moveTo>
                  <a:pt x="227696" y="134873"/>
                </a:moveTo>
                <a:cubicBezTo>
                  <a:pt x="228222" y="138469"/>
                  <a:pt x="228661" y="141539"/>
                  <a:pt x="229099" y="144697"/>
                </a:cubicBezTo>
                <a:cubicBezTo>
                  <a:pt x="230064" y="144784"/>
                  <a:pt x="230678" y="144784"/>
                  <a:pt x="231292" y="144784"/>
                </a:cubicBezTo>
                <a:cubicBezTo>
                  <a:pt x="252956" y="144784"/>
                  <a:pt x="274619" y="144784"/>
                  <a:pt x="296283" y="144784"/>
                </a:cubicBezTo>
                <a:cubicBezTo>
                  <a:pt x="296897" y="144784"/>
                  <a:pt x="297598" y="144784"/>
                  <a:pt x="298212" y="144697"/>
                </a:cubicBezTo>
                <a:cubicBezTo>
                  <a:pt x="300756" y="144346"/>
                  <a:pt x="302159" y="142767"/>
                  <a:pt x="302422" y="140311"/>
                </a:cubicBezTo>
                <a:cubicBezTo>
                  <a:pt x="302686" y="137856"/>
                  <a:pt x="301545" y="136014"/>
                  <a:pt x="299177" y="135224"/>
                </a:cubicBezTo>
                <a:cubicBezTo>
                  <a:pt x="297949" y="134786"/>
                  <a:pt x="296634" y="134786"/>
                  <a:pt x="295318" y="134786"/>
                </a:cubicBezTo>
                <a:cubicBezTo>
                  <a:pt x="274005" y="134786"/>
                  <a:pt x="252692" y="134786"/>
                  <a:pt x="231292" y="134786"/>
                </a:cubicBezTo>
                <a:cubicBezTo>
                  <a:pt x="230327" y="134873"/>
                  <a:pt x="229275" y="134873"/>
                  <a:pt x="227696" y="134873"/>
                </a:cubicBezTo>
                <a:close/>
                <a:moveTo>
                  <a:pt x="54036" y="222142"/>
                </a:moveTo>
                <a:cubicBezTo>
                  <a:pt x="43686" y="222142"/>
                  <a:pt x="33776" y="222142"/>
                  <a:pt x="23952" y="222142"/>
                </a:cubicBezTo>
                <a:cubicBezTo>
                  <a:pt x="23952" y="228018"/>
                  <a:pt x="23952" y="233632"/>
                  <a:pt x="23952" y="239157"/>
                </a:cubicBezTo>
                <a:cubicBezTo>
                  <a:pt x="33951" y="239157"/>
                  <a:pt x="43950" y="239157"/>
                  <a:pt x="54036" y="239157"/>
                </a:cubicBezTo>
                <a:cubicBezTo>
                  <a:pt x="54036" y="233456"/>
                  <a:pt x="54036" y="228018"/>
                  <a:pt x="54036" y="222142"/>
                </a:cubicBezTo>
                <a:close/>
                <a:moveTo>
                  <a:pt x="53948" y="249594"/>
                </a:moveTo>
                <a:cubicBezTo>
                  <a:pt x="53071" y="249507"/>
                  <a:pt x="52457" y="249331"/>
                  <a:pt x="51843" y="249331"/>
                </a:cubicBezTo>
                <a:cubicBezTo>
                  <a:pt x="39915" y="249331"/>
                  <a:pt x="28075" y="249331"/>
                  <a:pt x="16146" y="249331"/>
                </a:cubicBezTo>
                <a:cubicBezTo>
                  <a:pt x="15269" y="249331"/>
                  <a:pt x="14217" y="249244"/>
                  <a:pt x="13603" y="249682"/>
                </a:cubicBezTo>
                <a:cubicBezTo>
                  <a:pt x="12287" y="250647"/>
                  <a:pt x="10621" y="251875"/>
                  <a:pt x="10270" y="253278"/>
                </a:cubicBezTo>
                <a:cubicBezTo>
                  <a:pt x="9919" y="254681"/>
                  <a:pt x="10621" y="256874"/>
                  <a:pt x="11673" y="257927"/>
                </a:cubicBezTo>
                <a:cubicBezTo>
                  <a:pt x="12726" y="258979"/>
                  <a:pt x="14831" y="259330"/>
                  <a:pt x="16497" y="259330"/>
                </a:cubicBezTo>
                <a:cubicBezTo>
                  <a:pt x="27022" y="259418"/>
                  <a:pt x="37635" y="259418"/>
                  <a:pt x="48247" y="259418"/>
                </a:cubicBezTo>
                <a:cubicBezTo>
                  <a:pt x="50089" y="259418"/>
                  <a:pt x="51931" y="259418"/>
                  <a:pt x="53948" y="259418"/>
                </a:cubicBezTo>
                <a:cubicBezTo>
                  <a:pt x="53948" y="255909"/>
                  <a:pt x="53948" y="252840"/>
                  <a:pt x="53948" y="249594"/>
                </a:cubicBezTo>
                <a:close/>
                <a:moveTo>
                  <a:pt x="219802" y="153292"/>
                </a:moveTo>
                <a:cubicBezTo>
                  <a:pt x="219627" y="150398"/>
                  <a:pt x="219715" y="147766"/>
                  <a:pt x="219188" y="145398"/>
                </a:cubicBezTo>
                <a:cubicBezTo>
                  <a:pt x="217610" y="138206"/>
                  <a:pt x="215943" y="131014"/>
                  <a:pt x="214014" y="123910"/>
                </a:cubicBezTo>
                <a:cubicBezTo>
                  <a:pt x="213663" y="122682"/>
                  <a:pt x="211909" y="121103"/>
                  <a:pt x="210593" y="120928"/>
                </a:cubicBezTo>
                <a:cubicBezTo>
                  <a:pt x="209628" y="120753"/>
                  <a:pt x="207962" y="122419"/>
                  <a:pt x="207436" y="123647"/>
                </a:cubicBezTo>
                <a:cubicBezTo>
                  <a:pt x="202875" y="132944"/>
                  <a:pt x="202261" y="143030"/>
                  <a:pt x="201559" y="153292"/>
                </a:cubicBezTo>
                <a:cubicBezTo>
                  <a:pt x="207786" y="153292"/>
                  <a:pt x="213575" y="153292"/>
                  <a:pt x="219802" y="153292"/>
                </a:cubicBezTo>
                <a:close/>
                <a:moveTo>
                  <a:pt x="160863" y="41378"/>
                </a:moveTo>
                <a:cubicBezTo>
                  <a:pt x="160863" y="41378"/>
                  <a:pt x="160863" y="41378"/>
                  <a:pt x="160863" y="41378"/>
                </a:cubicBezTo>
                <a:cubicBezTo>
                  <a:pt x="160863" y="42167"/>
                  <a:pt x="160863" y="42869"/>
                  <a:pt x="160863" y="43658"/>
                </a:cubicBezTo>
                <a:cubicBezTo>
                  <a:pt x="160863" y="48219"/>
                  <a:pt x="161740" y="49008"/>
                  <a:pt x="166389" y="48745"/>
                </a:cubicBezTo>
                <a:cubicBezTo>
                  <a:pt x="167266" y="48657"/>
                  <a:pt x="168231" y="48570"/>
                  <a:pt x="168932" y="48219"/>
                </a:cubicBezTo>
                <a:cubicBezTo>
                  <a:pt x="169546" y="47868"/>
                  <a:pt x="170423" y="47079"/>
                  <a:pt x="170423" y="46552"/>
                </a:cubicBezTo>
                <a:cubicBezTo>
                  <a:pt x="170511" y="43044"/>
                  <a:pt x="170599" y="39536"/>
                  <a:pt x="170248" y="36115"/>
                </a:cubicBezTo>
                <a:cubicBezTo>
                  <a:pt x="169985" y="33484"/>
                  <a:pt x="168055" y="32168"/>
                  <a:pt x="165424" y="32256"/>
                </a:cubicBezTo>
                <a:cubicBezTo>
                  <a:pt x="162793" y="32344"/>
                  <a:pt x="161214" y="33923"/>
                  <a:pt x="160951" y="36554"/>
                </a:cubicBezTo>
                <a:cubicBezTo>
                  <a:pt x="160775" y="38133"/>
                  <a:pt x="160863" y="39711"/>
                  <a:pt x="160863" y="41378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611773104" name="Google Shape;934;p8"/>
          <p:cNvSpPr txBox="1"/>
          <p:nvPr/>
        </p:nvSpPr>
        <p:spPr bwMode="auto">
          <a:xfrm>
            <a:off x="10681522" y="6397891"/>
            <a:ext cx="11214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pPr>
            <a:r>
              <a:rPr lang="en-US" sz="14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</a:rPr>
              <a:t>Recognitions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grpSp>
        <p:nvGrpSpPr>
          <p:cNvPr id="532017575" name="Google Shape;935;p8"/>
          <p:cNvGrpSpPr/>
          <p:nvPr/>
        </p:nvGrpSpPr>
        <p:grpSpPr bwMode="auto">
          <a:xfrm>
            <a:off x="10399521" y="6312157"/>
            <a:ext cx="318276" cy="423136"/>
            <a:chOff x="4890592" y="1835560"/>
            <a:chExt cx="2409354" cy="3203147"/>
          </a:xfrm>
        </p:grpSpPr>
        <p:sp>
          <p:nvSpPr>
            <p:cNvPr id="936" name="Google Shape;936;p8"/>
            <p:cNvSpPr/>
            <p:nvPr/>
          </p:nvSpPr>
          <p:spPr bwMode="auto">
            <a:xfrm>
              <a:off x="4890592" y="1835560"/>
              <a:ext cx="2409354" cy="3203147"/>
            </a:xfrm>
            <a:custGeom>
              <a:avLst/>
              <a:gdLst/>
              <a:ahLst/>
              <a:cxnLst/>
              <a:rect l="l" t="t" r="r" b="b"/>
              <a:pathLst>
                <a:path w="2409354" h="3203147" fill="norm" stroke="1" extrusionOk="0">
                  <a:moveTo>
                    <a:pt x="692010" y="2856454"/>
                  </a:moveTo>
                  <a:cubicBezTo>
                    <a:pt x="692010" y="2680241"/>
                    <a:pt x="691057" y="2504981"/>
                    <a:pt x="692962" y="2328769"/>
                  </a:cubicBezTo>
                  <a:cubicBezTo>
                    <a:pt x="692962" y="2304956"/>
                    <a:pt x="685342" y="2293526"/>
                    <a:pt x="664387" y="2283049"/>
                  </a:cubicBezTo>
                  <a:cubicBezTo>
                    <a:pt x="208140" y="2034446"/>
                    <a:pt x="-11888" y="1647731"/>
                    <a:pt x="495" y="1128619"/>
                  </a:cubicBezTo>
                  <a:cubicBezTo>
                    <a:pt x="1447" y="1102901"/>
                    <a:pt x="4305" y="1076231"/>
                    <a:pt x="8115" y="1050514"/>
                  </a:cubicBezTo>
                  <a:cubicBezTo>
                    <a:pt x="12877" y="1017176"/>
                    <a:pt x="33832" y="998126"/>
                    <a:pt x="61455" y="1000031"/>
                  </a:cubicBezTo>
                  <a:cubicBezTo>
                    <a:pt x="90982" y="1001936"/>
                    <a:pt x="110032" y="1025749"/>
                    <a:pt x="106222" y="1060991"/>
                  </a:cubicBezTo>
                  <a:cubicBezTo>
                    <a:pt x="93840" y="1168624"/>
                    <a:pt x="91935" y="1277209"/>
                    <a:pt x="111937" y="1383889"/>
                  </a:cubicBezTo>
                  <a:cubicBezTo>
                    <a:pt x="184327" y="1773461"/>
                    <a:pt x="398640" y="2057306"/>
                    <a:pt x="761542" y="2218279"/>
                  </a:cubicBezTo>
                  <a:cubicBezTo>
                    <a:pt x="1309230" y="2460214"/>
                    <a:pt x="1943595" y="2222089"/>
                    <a:pt x="2202675" y="1682021"/>
                  </a:cubicBezTo>
                  <a:cubicBezTo>
                    <a:pt x="2520810" y="1019081"/>
                    <a:pt x="2107425" y="229459"/>
                    <a:pt x="1383525" y="113254"/>
                  </a:cubicBezTo>
                  <a:cubicBezTo>
                    <a:pt x="1240650" y="90394"/>
                    <a:pt x="1099680" y="93251"/>
                    <a:pt x="958710" y="126589"/>
                  </a:cubicBezTo>
                  <a:cubicBezTo>
                    <a:pt x="952995" y="127541"/>
                    <a:pt x="947280" y="129446"/>
                    <a:pt x="941565" y="129446"/>
                  </a:cubicBezTo>
                  <a:cubicBezTo>
                    <a:pt x="907275" y="134209"/>
                    <a:pt x="884415" y="120874"/>
                    <a:pt x="877747" y="93251"/>
                  </a:cubicBezTo>
                  <a:cubicBezTo>
                    <a:pt x="871080" y="66581"/>
                    <a:pt x="887272" y="40864"/>
                    <a:pt x="920610" y="34196"/>
                  </a:cubicBezTo>
                  <a:cubicBezTo>
                    <a:pt x="987285" y="21814"/>
                    <a:pt x="1053960" y="6574"/>
                    <a:pt x="1120635" y="2764"/>
                  </a:cubicBezTo>
                  <a:cubicBezTo>
                    <a:pt x="1718805" y="-37241"/>
                    <a:pt x="2249347" y="360904"/>
                    <a:pt x="2380792" y="947644"/>
                  </a:cubicBezTo>
                  <a:cubicBezTo>
                    <a:pt x="2498902" y="1476281"/>
                    <a:pt x="2242680" y="2025874"/>
                    <a:pt x="1760715" y="2273524"/>
                  </a:cubicBezTo>
                  <a:cubicBezTo>
                    <a:pt x="1726425" y="2291621"/>
                    <a:pt x="1714042" y="2308766"/>
                    <a:pt x="1714995" y="2347819"/>
                  </a:cubicBezTo>
                  <a:cubicBezTo>
                    <a:pt x="1715947" y="2481169"/>
                    <a:pt x="1715947" y="2614519"/>
                    <a:pt x="1715947" y="2747869"/>
                  </a:cubicBezTo>
                  <a:cubicBezTo>
                    <a:pt x="1715947" y="2809781"/>
                    <a:pt x="1715947" y="2871694"/>
                    <a:pt x="1715947" y="2933606"/>
                  </a:cubicBezTo>
                  <a:cubicBezTo>
                    <a:pt x="1715947" y="2970754"/>
                    <a:pt x="1715947" y="3007901"/>
                    <a:pt x="1715947" y="3044096"/>
                  </a:cubicBezTo>
                  <a:cubicBezTo>
                    <a:pt x="1715947" y="3089816"/>
                    <a:pt x="1730235" y="3163159"/>
                    <a:pt x="1687372" y="3195544"/>
                  </a:cubicBezTo>
                  <a:cubicBezTo>
                    <a:pt x="1665465" y="3212689"/>
                    <a:pt x="1642605" y="3197449"/>
                    <a:pt x="1623555" y="3183161"/>
                  </a:cubicBezTo>
                  <a:cubicBezTo>
                    <a:pt x="1519732" y="3104104"/>
                    <a:pt x="1414957" y="3025999"/>
                    <a:pt x="1310182" y="2947894"/>
                  </a:cubicBezTo>
                  <a:cubicBezTo>
                    <a:pt x="1291132" y="2933606"/>
                    <a:pt x="1272082" y="2919319"/>
                    <a:pt x="1253032" y="2905031"/>
                  </a:cubicBezTo>
                  <a:cubicBezTo>
                    <a:pt x="1203502" y="2867884"/>
                    <a:pt x="1203502" y="2867884"/>
                    <a:pt x="1153020" y="2905984"/>
                  </a:cubicBezTo>
                  <a:cubicBezTo>
                    <a:pt x="1031100" y="2997424"/>
                    <a:pt x="910132" y="3087911"/>
                    <a:pt x="788212" y="3179351"/>
                  </a:cubicBezTo>
                  <a:cubicBezTo>
                    <a:pt x="768210" y="3194591"/>
                    <a:pt x="747255" y="3209831"/>
                    <a:pt x="720585" y="3197449"/>
                  </a:cubicBezTo>
                  <a:cubicBezTo>
                    <a:pt x="692010" y="3184114"/>
                    <a:pt x="691057" y="3157444"/>
                    <a:pt x="691057" y="3130774"/>
                  </a:cubicBezTo>
                  <a:cubicBezTo>
                    <a:pt x="692010" y="2957419"/>
                    <a:pt x="692010" y="3030761"/>
                    <a:pt x="692010" y="2856454"/>
                  </a:cubicBezTo>
                  <a:close/>
                  <a:moveTo>
                    <a:pt x="793927" y="2340199"/>
                  </a:moveTo>
                  <a:cubicBezTo>
                    <a:pt x="793927" y="2662144"/>
                    <a:pt x="793927" y="2732629"/>
                    <a:pt x="793927" y="3054574"/>
                  </a:cubicBezTo>
                  <a:cubicBezTo>
                    <a:pt x="918705" y="2961229"/>
                    <a:pt x="1038720" y="2870741"/>
                    <a:pt x="1159687" y="2780254"/>
                  </a:cubicBezTo>
                  <a:cubicBezTo>
                    <a:pt x="1196835" y="2752631"/>
                    <a:pt x="1211122" y="2752631"/>
                    <a:pt x="1248270" y="2779301"/>
                  </a:cubicBezTo>
                  <a:cubicBezTo>
                    <a:pt x="1342567" y="2849786"/>
                    <a:pt x="1435912" y="2920271"/>
                    <a:pt x="1530210" y="2990756"/>
                  </a:cubicBezTo>
                  <a:cubicBezTo>
                    <a:pt x="1556880" y="3010759"/>
                    <a:pt x="1584502" y="3030761"/>
                    <a:pt x="1614982" y="3053621"/>
                  </a:cubicBezTo>
                  <a:cubicBezTo>
                    <a:pt x="1614982" y="2730724"/>
                    <a:pt x="1614982" y="2659286"/>
                    <a:pt x="1614982" y="2339246"/>
                  </a:cubicBezTo>
                  <a:cubicBezTo>
                    <a:pt x="1340662" y="2434496"/>
                    <a:pt x="1068247" y="2434496"/>
                    <a:pt x="793927" y="2340199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937" name="Google Shape;937;p8"/>
            <p:cNvSpPr/>
            <p:nvPr/>
          </p:nvSpPr>
          <p:spPr bwMode="auto">
            <a:xfrm>
              <a:off x="5208261" y="2153600"/>
              <a:ext cx="1773563" cy="1773558"/>
            </a:xfrm>
            <a:custGeom>
              <a:avLst/>
              <a:gdLst/>
              <a:ahLst/>
              <a:cxnLst/>
              <a:rect l="l" t="t" r="r" b="b"/>
              <a:pathLst>
                <a:path w="1773563" h="1773558" fill="norm" stroke="1" extrusionOk="0">
                  <a:moveTo>
                    <a:pt x="886784" y="2"/>
                  </a:moveTo>
                  <a:cubicBezTo>
                    <a:pt x="1375417" y="-951"/>
                    <a:pt x="1774514" y="397194"/>
                    <a:pt x="1773562" y="884874"/>
                  </a:cubicBezTo>
                  <a:cubicBezTo>
                    <a:pt x="1772609" y="1377317"/>
                    <a:pt x="1378274" y="1772604"/>
                    <a:pt x="886784" y="1773557"/>
                  </a:cubicBezTo>
                  <a:cubicBezTo>
                    <a:pt x="399104" y="1774509"/>
                    <a:pt x="959" y="1377317"/>
                    <a:pt x="7" y="887732"/>
                  </a:cubicBezTo>
                  <a:cubicBezTo>
                    <a:pt x="-1898" y="398147"/>
                    <a:pt x="395294" y="954"/>
                    <a:pt x="886784" y="2"/>
                  </a:cubicBezTo>
                  <a:close/>
                  <a:moveTo>
                    <a:pt x="883927" y="1675449"/>
                  </a:moveTo>
                  <a:cubicBezTo>
                    <a:pt x="1311599" y="1681164"/>
                    <a:pt x="1667834" y="1329692"/>
                    <a:pt x="1675454" y="896304"/>
                  </a:cubicBezTo>
                  <a:cubicBezTo>
                    <a:pt x="1682122" y="462917"/>
                    <a:pt x="1330649" y="103824"/>
                    <a:pt x="892499" y="98109"/>
                  </a:cubicBezTo>
                  <a:cubicBezTo>
                    <a:pt x="464827" y="92394"/>
                    <a:pt x="101924" y="446724"/>
                    <a:pt x="98114" y="874397"/>
                  </a:cubicBezTo>
                  <a:cubicBezTo>
                    <a:pt x="93352" y="1316357"/>
                    <a:pt x="440062" y="1669734"/>
                    <a:pt x="883927" y="1675449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938" name="Google Shape;938;p8"/>
            <p:cNvSpPr/>
            <p:nvPr/>
          </p:nvSpPr>
          <p:spPr bwMode="auto">
            <a:xfrm>
              <a:off x="5004953" y="2365795"/>
              <a:ext cx="180456" cy="218580"/>
            </a:xfrm>
            <a:custGeom>
              <a:avLst/>
              <a:gdLst/>
              <a:ahLst/>
              <a:cxnLst/>
              <a:rect l="l" t="t" r="r" b="b"/>
              <a:pathLst>
                <a:path w="180456" h="218580" fill="norm" stroke="1" extrusionOk="0">
                  <a:moveTo>
                    <a:pt x="180456" y="42124"/>
                  </a:moveTo>
                  <a:cubicBezTo>
                    <a:pt x="142356" y="103084"/>
                    <a:pt x="108066" y="160234"/>
                    <a:pt x="69014" y="214527"/>
                  </a:cubicBezTo>
                  <a:cubicBezTo>
                    <a:pt x="63299" y="222147"/>
                    <a:pt x="28056" y="218337"/>
                    <a:pt x="15674" y="208812"/>
                  </a:cubicBezTo>
                  <a:cubicBezTo>
                    <a:pt x="4244" y="198334"/>
                    <a:pt x="-4329" y="169759"/>
                    <a:pt x="2339" y="156424"/>
                  </a:cubicBezTo>
                  <a:cubicBezTo>
                    <a:pt x="25199" y="107847"/>
                    <a:pt x="52821" y="60222"/>
                    <a:pt x="83301" y="15454"/>
                  </a:cubicBezTo>
                  <a:cubicBezTo>
                    <a:pt x="91874" y="3072"/>
                    <a:pt x="121401" y="-2643"/>
                    <a:pt x="138546" y="1167"/>
                  </a:cubicBezTo>
                  <a:cubicBezTo>
                    <a:pt x="153786" y="3072"/>
                    <a:pt x="164264" y="24027"/>
                    <a:pt x="180456" y="42124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939" name="Google Shape;939;p8"/>
            <p:cNvSpPr/>
            <p:nvPr/>
          </p:nvSpPr>
          <p:spPr bwMode="auto">
            <a:xfrm>
              <a:off x="5307873" y="2016318"/>
              <a:ext cx="216625" cy="183988"/>
            </a:xfrm>
            <a:custGeom>
              <a:avLst/>
              <a:gdLst/>
              <a:ahLst/>
              <a:cxnLst/>
              <a:rect l="l" t="t" r="r" b="b"/>
              <a:pathLst>
                <a:path w="216625" h="183988" fill="norm" stroke="1" extrusionOk="0">
                  <a:moveTo>
                    <a:pt x="216626" y="57274"/>
                  </a:moveTo>
                  <a:cubicBezTo>
                    <a:pt x="210911" y="64894"/>
                    <a:pt x="203291" y="81086"/>
                    <a:pt x="190908" y="91564"/>
                  </a:cubicBezTo>
                  <a:cubicBezTo>
                    <a:pt x="156618" y="119186"/>
                    <a:pt x="120423" y="143951"/>
                    <a:pt x="85181" y="169669"/>
                  </a:cubicBezTo>
                  <a:cubicBezTo>
                    <a:pt x="57558" y="189671"/>
                    <a:pt x="30888" y="188719"/>
                    <a:pt x="11838" y="166811"/>
                  </a:cubicBezTo>
                  <a:cubicBezTo>
                    <a:pt x="-7212" y="143951"/>
                    <a:pt x="-3402" y="113471"/>
                    <a:pt x="24221" y="92516"/>
                  </a:cubicBezTo>
                  <a:cubicBezTo>
                    <a:pt x="61368" y="62989"/>
                    <a:pt x="99468" y="34414"/>
                    <a:pt x="139473" y="9649"/>
                  </a:cubicBezTo>
                  <a:cubicBezTo>
                    <a:pt x="173763" y="-14164"/>
                    <a:pt x="215673" y="7744"/>
                    <a:pt x="216626" y="57274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940" name="Google Shape;940;p8"/>
            <p:cNvSpPr/>
            <p:nvPr/>
          </p:nvSpPr>
          <p:spPr bwMode="auto">
            <a:xfrm>
              <a:off x="5601955" y="2523901"/>
              <a:ext cx="982825" cy="938660"/>
            </a:xfrm>
            <a:custGeom>
              <a:avLst/>
              <a:gdLst/>
              <a:ahLst/>
              <a:cxnLst/>
              <a:rect l="l" t="t" r="r" b="b"/>
              <a:pathLst>
                <a:path w="982825" h="938660" fill="norm" stroke="1" extrusionOk="0">
                  <a:moveTo>
                    <a:pt x="171147" y="873666"/>
                  </a:moveTo>
                  <a:cubicBezTo>
                    <a:pt x="183529" y="800323"/>
                    <a:pt x="196864" y="719361"/>
                    <a:pt x="212104" y="639351"/>
                  </a:cubicBezTo>
                  <a:cubicBezTo>
                    <a:pt x="216867" y="613633"/>
                    <a:pt x="213057" y="595536"/>
                    <a:pt x="193054" y="576486"/>
                  </a:cubicBezTo>
                  <a:cubicBezTo>
                    <a:pt x="135904" y="524098"/>
                    <a:pt x="82564" y="468853"/>
                    <a:pt x="26367" y="415513"/>
                  </a:cubicBezTo>
                  <a:cubicBezTo>
                    <a:pt x="8269" y="398368"/>
                    <a:pt x="-6018" y="379318"/>
                    <a:pt x="2554" y="352648"/>
                  </a:cubicBezTo>
                  <a:cubicBezTo>
                    <a:pt x="12079" y="326931"/>
                    <a:pt x="33987" y="320263"/>
                    <a:pt x="58752" y="316453"/>
                  </a:cubicBezTo>
                  <a:cubicBezTo>
                    <a:pt x="137809" y="305976"/>
                    <a:pt x="215914" y="294546"/>
                    <a:pt x="294972" y="281211"/>
                  </a:cubicBezTo>
                  <a:cubicBezTo>
                    <a:pt x="309259" y="278353"/>
                    <a:pt x="327357" y="265971"/>
                    <a:pt x="334024" y="253588"/>
                  </a:cubicBezTo>
                  <a:cubicBezTo>
                    <a:pt x="371172" y="183103"/>
                    <a:pt x="405462" y="111666"/>
                    <a:pt x="440704" y="40228"/>
                  </a:cubicBezTo>
                  <a:cubicBezTo>
                    <a:pt x="452134" y="17368"/>
                    <a:pt x="467374" y="-5492"/>
                    <a:pt x="493092" y="1176"/>
                  </a:cubicBezTo>
                  <a:cubicBezTo>
                    <a:pt x="513094" y="5938"/>
                    <a:pt x="535002" y="24036"/>
                    <a:pt x="544527" y="42133"/>
                  </a:cubicBezTo>
                  <a:cubicBezTo>
                    <a:pt x="580722" y="108808"/>
                    <a:pt x="614059" y="177388"/>
                    <a:pt x="646444" y="245968"/>
                  </a:cubicBezTo>
                  <a:cubicBezTo>
                    <a:pt x="657874" y="269781"/>
                    <a:pt x="670257" y="281211"/>
                    <a:pt x="698832" y="285021"/>
                  </a:cubicBezTo>
                  <a:cubicBezTo>
                    <a:pt x="776937" y="293593"/>
                    <a:pt x="854089" y="305023"/>
                    <a:pt x="931242" y="319311"/>
                  </a:cubicBezTo>
                  <a:cubicBezTo>
                    <a:pt x="950292" y="323121"/>
                    <a:pt x="976009" y="339313"/>
                    <a:pt x="981724" y="354553"/>
                  </a:cubicBezTo>
                  <a:cubicBezTo>
                    <a:pt x="986487" y="370746"/>
                    <a:pt x="975057" y="398368"/>
                    <a:pt x="961722" y="412656"/>
                  </a:cubicBezTo>
                  <a:cubicBezTo>
                    <a:pt x="906477" y="469806"/>
                    <a:pt x="849327" y="525051"/>
                    <a:pt x="791224" y="579343"/>
                  </a:cubicBezTo>
                  <a:cubicBezTo>
                    <a:pt x="774079" y="595536"/>
                    <a:pt x="769317" y="610776"/>
                    <a:pt x="774079" y="632683"/>
                  </a:cubicBezTo>
                  <a:cubicBezTo>
                    <a:pt x="788367" y="706978"/>
                    <a:pt x="800749" y="782226"/>
                    <a:pt x="813132" y="857473"/>
                  </a:cubicBezTo>
                  <a:cubicBezTo>
                    <a:pt x="815989" y="874618"/>
                    <a:pt x="816942" y="893668"/>
                    <a:pt x="812179" y="909861"/>
                  </a:cubicBezTo>
                  <a:cubicBezTo>
                    <a:pt x="803607" y="938436"/>
                    <a:pt x="770269" y="947008"/>
                    <a:pt x="736932" y="929863"/>
                  </a:cubicBezTo>
                  <a:cubicBezTo>
                    <a:pt x="664542" y="892716"/>
                    <a:pt x="591199" y="854616"/>
                    <a:pt x="519762" y="815563"/>
                  </a:cubicBezTo>
                  <a:cubicBezTo>
                    <a:pt x="500712" y="805086"/>
                    <a:pt x="486424" y="806038"/>
                    <a:pt x="467374" y="816516"/>
                  </a:cubicBezTo>
                  <a:cubicBezTo>
                    <a:pt x="395937" y="855568"/>
                    <a:pt x="322594" y="893668"/>
                    <a:pt x="250204" y="930816"/>
                  </a:cubicBezTo>
                  <a:cubicBezTo>
                    <a:pt x="204484" y="951771"/>
                    <a:pt x="169242" y="928911"/>
                    <a:pt x="171147" y="873666"/>
                  </a:cubicBezTo>
                  <a:close/>
                  <a:moveTo>
                    <a:pt x="820752" y="401226"/>
                  </a:moveTo>
                  <a:cubicBezTo>
                    <a:pt x="763602" y="392653"/>
                    <a:pt x="705499" y="381223"/>
                    <a:pt x="646444" y="375508"/>
                  </a:cubicBezTo>
                  <a:cubicBezTo>
                    <a:pt x="609297" y="371698"/>
                    <a:pt x="589294" y="355506"/>
                    <a:pt x="574054" y="322168"/>
                  </a:cubicBezTo>
                  <a:cubicBezTo>
                    <a:pt x="550242" y="268828"/>
                    <a:pt x="522619" y="216441"/>
                    <a:pt x="492139" y="156433"/>
                  </a:cubicBezTo>
                  <a:cubicBezTo>
                    <a:pt x="468327" y="205963"/>
                    <a:pt x="443562" y="245968"/>
                    <a:pt x="427369" y="289783"/>
                  </a:cubicBezTo>
                  <a:cubicBezTo>
                    <a:pt x="405462" y="351696"/>
                    <a:pt x="365457" y="382176"/>
                    <a:pt x="299734" y="380271"/>
                  </a:cubicBezTo>
                  <a:cubicBezTo>
                    <a:pt x="297829" y="380271"/>
                    <a:pt x="294972" y="380271"/>
                    <a:pt x="293067" y="381223"/>
                  </a:cubicBezTo>
                  <a:cubicBezTo>
                    <a:pt x="249252" y="387891"/>
                    <a:pt x="205437" y="394558"/>
                    <a:pt x="164479" y="401226"/>
                  </a:cubicBezTo>
                  <a:cubicBezTo>
                    <a:pt x="209247" y="447898"/>
                    <a:pt x="251157" y="492666"/>
                    <a:pt x="294019" y="536481"/>
                  </a:cubicBezTo>
                  <a:cubicBezTo>
                    <a:pt x="314022" y="556483"/>
                    <a:pt x="322594" y="577438"/>
                    <a:pt x="316879" y="606013"/>
                  </a:cubicBezTo>
                  <a:cubicBezTo>
                    <a:pt x="304497" y="666973"/>
                    <a:pt x="295924" y="729838"/>
                    <a:pt x="284494" y="797466"/>
                  </a:cubicBezTo>
                  <a:cubicBezTo>
                    <a:pt x="341644" y="767938"/>
                    <a:pt x="393079" y="743173"/>
                    <a:pt x="443562" y="713646"/>
                  </a:cubicBezTo>
                  <a:cubicBezTo>
                    <a:pt x="477852" y="693643"/>
                    <a:pt x="507379" y="692691"/>
                    <a:pt x="542622" y="713646"/>
                  </a:cubicBezTo>
                  <a:cubicBezTo>
                    <a:pt x="592152" y="743173"/>
                    <a:pt x="644539" y="767938"/>
                    <a:pt x="700737" y="797466"/>
                  </a:cubicBezTo>
                  <a:cubicBezTo>
                    <a:pt x="689307" y="730791"/>
                    <a:pt x="681687" y="669831"/>
                    <a:pt x="668352" y="609823"/>
                  </a:cubicBezTo>
                  <a:cubicBezTo>
                    <a:pt x="661684" y="577438"/>
                    <a:pt x="671209" y="555531"/>
                    <a:pt x="693117" y="533623"/>
                  </a:cubicBezTo>
                  <a:cubicBezTo>
                    <a:pt x="736932" y="492666"/>
                    <a:pt x="777889" y="447898"/>
                    <a:pt x="820752" y="401226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</p:grpSp>
      <p:sp>
        <p:nvSpPr>
          <p:cNvPr id="599686064" name="Google Shape;941;p8"/>
          <p:cNvSpPr>
            <a:spLocks noGrp="1"/>
          </p:cNvSpPr>
          <p:nvPr>
            <p:ph type="pic" idx="3"/>
          </p:nvPr>
        </p:nvSpPr>
        <p:spPr bwMode="auto">
          <a:xfrm>
            <a:off x="655638" y="1792032"/>
            <a:ext cx="2074800" cy="13794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accent3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lang="en-IN"/>
          </a:p>
        </p:txBody>
      </p:sp>
      <p:sp>
        <p:nvSpPr>
          <p:cNvPr id="1588500808" name="Google Shape;942;p8"/>
          <p:cNvSpPr>
            <a:spLocks noGrp="1"/>
          </p:cNvSpPr>
          <p:nvPr>
            <p:ph type="pic" idx="4"/>
          </p:nvPr>
        </p:nvSpPr>
        <p:spPr bwMode="auto">
          <a:xfrm>
            <a:off x="2946406" y="1792032"/>
            <a:ext cx="2074800" cy="13794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accent3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lang="en-IN"/>
          </a:p>
        </p:txBody>
      </p:sp>
      <p:sp>
        <p:nvSpPr>
          <p:cNvPr id="462006408" name="Google Shape;943;p8"/>
          <p:cNvSpPr>
            <a:spLocks noGrp="1"/>
          </p:cNvSpPr>
          <p:nvPr>
            <p:ph type="pic" idx="5"/>
          </p:nvPr>
        </p:nvSpPr>
        <p:spPr bwMode="auto">
          <a:xfrm>
            <a:off x="5237174" y="1792032"/>
            <a:ext cx="2074800" cy="13794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accent3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lang="en-IN"/>
          </a:p>
        </p:txBody>
      </p:sp>
      <p:sp>
        <p:nvSpPr>
          <p:cNvPr id="951176505" name="Google Shape;944;p8"/>
          <p:cNvSpPr>
            <a:spLocks noGrp="1"/>
          </p:cNvSpPr>
          <p:nvPr>
            <p:ph type="pic" idx="6"/>
          </p:nvPr>
        </p:nvSpPr>
        <p:spPr bwMode="auto">
          <a:xfrm>
            <a:off x="7527942" y="1792032"/>
            <a:ext cx="2074800" cy="13794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accent3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lang="en-IN"/>
          </a:p>
        </p:txBody>
      </p:sp>
      <p:sp>
        <p:nvSpPr>
          <p:cNvPr id="758636902" name="Google Shape;945;p8"/>
          <p:cNvSpPr>
            <a:spLocks noGrp="1"/>
          </p:cNvSpPr>
          <p:nvPr>
            <p:ph type="pic" idx="7"/>
          </p:nvPr>
        </p:nvSpPr>
        <p:spPr bwMode="auto">
          <a:xfrm>
            <a:off x="9818710" y="1792032"/>
            <a:ext cx="2074800" cy="13794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accent3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lang="en-IN"/>
          </a:p>
        </p:txBody>
      </p:sp>
      <p:sp>
        <p:nvSpPr>
          <p:cNvPr id="1395852431" name="Google Shape;946;p8"/>
          <p:cNvSpPr>
            <a:spLocks noGrp="1"/>
          </p:cNvSpPr>
          <p:nvPr>
            <p:ph type="pic" idx="8"/>
          </p:nvPr>
        </p:nvSpPr>
        <p:spPr bwMode="auto">
          <a:xfrm>
            <a:off x="655638" y="4000501"/>
            <a:ext cx="2074800" cy="13794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accent3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lang="en-IN"/>
          </a:p>
        </p:txBody>
      </p:sp>
      <p:sp>
        <p:nvSpPr>
          <p:cNvPr id="1332368674" name="Google Shape;947;p8"/>
          <p:cNvSpPr>
            <a:spLocks noGrp="1"/>
          </p:cNvSpPr>
          <p:nvPr>
            <p:ph type="pic" idx="9"/>
          </p:nvPr>
        </p:nvSpPr>
        <p:spPr bwMode="auto">
          <a:xfrm>
            <a:off x="2946406" y="4000501"/>
            <a:ext cx="2074800" cy="13794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accent3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lang="en-IN"/>
          </a:p>
        </p:txBody>
      </p:sp>
      <p:sp>
        <p:nvSpPr>
          <p:cNvPr id="627056889" name="Google Shape;948;p8"/>
          <p:cNvSpPr>
            <a:spLocks noGrp="1"/>
          </p:cNvSpPr>
          <p:nvPr>
            <p:ph type="pic" idx="13"/>
          </p:nvPr>
        </p:nvSpPr>
        <p:spPr bwMode="auto">
          <a:xfrm>
            <a:off x="5237174" y="4000501"/>
            <a:ext cx="2074800" cy="13794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accent3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lang="en-IN"/>
          </a:p>
        </p:txBody>
      </p:sp>
      <p:sp>
        <p:nvSpPr>
          <p:cNvPr id="1542837173" name="Google Shape;949;p8"/>
          <p:cNvSpPr>
            <a:spLocks noGrp="1"/>
          </p:cNvSpPr>
          <p:nvPr>
            <p:ph type="pic" idx="14"/>
          </p:nvPr>
        </p:nvSpPr>
        <p:spPr bwMode="auto">
          <a:xfrm>
            <a:off x="7527942" y="4000501"/>
            <a:ext cx="2074800" cy="13794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accent3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lang="en-IN"/>
          </a:p>
        </p:txBody>
      </p:sp>
      <p:sp>
        <p:nvSpPr>
          <p:cNvPr id="1324066097" name="Google Shape;950;p8"/>
          <p:cNvSpPr>
            <a:spLocks noGrp="1"/>
          </p:cNvSpPr>
          <p:nvPr>
            <p:ph type="pic" idx="15"/>
          </p:nvPr>
        </p:nvSpPr>
        <p:spPr bwMode="auto">
          <a:xfrm>
            <a:off x="9818710" y="4000501"/>
            <a:ext cx="2074800" cy="13794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accent3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lang="en-IN"/>
          </a:p>
        </p:txBody>
      </p:sp>
      <p:sp>
        <p:nvSpPr>
          <p:cNvPr id="914192494" name="Google Shape;951;p8"/>
          <p:cNvSpPr/>
          <p:nvPr/>
        </p:nvSpPr>
        <p:spPr bwMode="auto">
          <a:xfrm>
            <a:off x="0" y="6745403"/>
            <a:ext cx="12192000" cy="130500"/>
          </a:xfrm>
          <a:prstGeom prst="rect">
            <a:avLst/>
          </a:prstGeom>
          <a:solidFill>
            <a:srgbClr val="B90F50"/>
          </a:solidFill>
          <a:ln w="19050" cap="flat" cmpd="sng">
            <a:solidFill>
              <a:srgbClr val="B90F5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15_Blank" preserve="0" showMasterPhAnim="0" showMasterSp="1" userDrawn="1">
  <p:cSld name="15_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72580480" name="Google Shape;953;p9"/>
          <p:cNvSpPr txBox="1">
            <a:spLocks noGrp="1"/>
          </p:cNvSpPr>
          <p:nvPr>
            <p:ph type="body" idx="1"/>
          </p:nvPr>
        </p:nvSpPr>
        <p:spPr bwMode="auto">
          <a:xfrm>
            <a:off x="1500992" y="870906"/>
            <a:ext cx="10547400" cy="46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latin typeface="Calibri"/>
                <a:ea typeface="Calibri"/>
                <a:cs typeface="Calibri"/>
              </a:defRPr>
            </a:lvl1pPr>
            <a:lvl2pPr marL="91440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latin typeface="Calibri"/>
                <a:ea typeface="Calibri"/>
                <a:cs typeface="Calibri"/>
              </a:defRPr>
            </a:lvl2pPr>
            <a:lvl3pPr marL="137160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latin typeface="Calibri"/>
                <a:ea typeface="Calibri"/>
                <a:cs typeface="Calibri"/>
              </a:defRPr>
            </a:lvl3pPr>
            <a:lvl4pPr marL="182880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latin typeface="Calibri"/>
                <a:ea typeface="Calibri"/>
                <a:cs typeface="Calibri"/>
              </a:defRPr>
            </a:lvl4pPr>
            <a:lvl5pPr marL="228600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latin typeface="Calibri"/>
                <a:ea typeface="Calibri"/>
                <a:cs typeface="Calibri"/>
              </a:defRPr>
            </a:lvl5pPr>
            <a:lvl6pPr marL="274320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pPr>
              <a:defRPr/>
            </a:pPr>
            <a:endParaRPr/>
          </a:p>
        </p:txBody>
      </p:sp>
      <p:cxnSp>
        <p:nvCxnSpPr>
          <p:cNvPr id="1357194719" name="Google Shape;954;p9"/>
          <p:cNvCxnSpPr/>
          <p:nvPr/>
        </p:nvCxnSpPr>
        <p:spPr bwMode="auto">
          <a:xfrm>
            <a:off x="655399" y="1299220"/>
            <a:ext cx="11238300" cy="24900"/>
          </a:xfrm>
          <a:prstGeom prst="straightConnector1">
            <a:avLst/>
          </a:prstGeom>
          <a:noFill/>
          <a:ln w="9525" cap="flat" cmpd="sng">
            <a:solidFill>
              <a:srgbClr val="B8114F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347722542" name="Google Shape;955;p9"/>
          <p:cNvSpPr txBox="1">
            <a:spLocks noGrp="1"/>
          </p:cNvSpPr>
          <p:nvPr>
            <p:ph type="body" idx="2"/>
          </p:nvPr>
        </p:nvSpPr>
        <p:spPr bwMode="auto">
          <a:xfrm>
            <a:off x="1488293" y="416192"/>
            <a:ext cx="10560000" cy="57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8114F"/>
              </a:buClr>
              <a:buSzPts val="3600"/>
              <a:buNone/>
              <a:defRPr sz="3600">
                <a:solidFill>
                  <a:srgbClr val="B8114F"/>
                </a:solidFill>
                <a:latin typeface="Georgia"/>
                <a:ea typeface="Georgia"/>
                <a:cs typeface="Georgia"/>
              </a:defRPr>
            </a:lvl1pPr>
            <a:lvl2pPr marL="91440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/>
            </a:lvl2pPr>
            <a:lvl3pPr marL="137160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/>
            </a:lvl3pPr>
            <a:lvl4pPr marL="182880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4pPr>
            <a:lvl5pPr marL="228600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5pPr>
            <a:lvl6pPr marL="274320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pPr>
              <a:defRPr/>
            </a:pPr>
            <a:endParaRPr/>
          </a:p>
        </p:txBody>
      </p:sp>
      <p:grpSp>
        <p:nvGrpSpPr>
          <p:cNvPr id="1046323744" name="Google Shape;956;p9"/>
          <p:cNvGrpSpPr/>
          <p:nvPr/>
        </p:nvGrpSpPr>
        <p:grpSpPr bwMode="auto">
          <a:xfrm>
            <a:off x="655527" y="416137"/>
            <a:ext cx="624253" cy="765101"/>
            <a:chOff x="4819650" y="1862134"/>
            <a:chExt cx="2558414" cy="3135659"/>
          </a:xfrm>
        </p:grpSpPr>
        <p:sp>
          <p:nvSpPr>
            <p:cNvPr id="957" name="Google Shape;957;p9"/>
            <p:cNvSpPr/>
            <p:nvPr/>
          </p:nvSpPr>
          <p:spPr bwMode="auto">
            <a:xfrm>
              <a:off x="6353176" y="3360420"/>
              <a:ext cx="621029" cy="45720"/>
            </a:xfrm>
            <a:custGeom>
              <a:avLst/>
              <a:gdLst/>
              <a:ahLst/>
              <a:cxnLst/>
              <a:rect l="l" t="t" r="r" b="b"/>
              <a:pathLst>
                <a:path w="621029" h="45720" fill="norm" stroke="1" extrusionOk="0">
                  <a:moveTo>
                    <a:pt x="38100" y="20002"/>
                  </a:moveTo>
                  <a:lnTo>
                    <a:pt x="0" y="32385"/>
                  </a:lnTo>
                  <a:cubicBezTo>
                    <a:pt x="11430" y="39052"/>
                    <a:pt x="27622" y="44767"/>
                    <a:pt x="50483" y="44767"/>
                  </a:cubicBezTo>
                  <a:cubicBezTo>
                    <a:pt x="51435" y="44767"/>
                    <a:pt x="53340" y="44767"/>
                    <a:pt x="54292" y="44767"/>
                  </a:cubicBezTo>
                  <a:cubicBezTo>
                    <a:pt x="58103" y="44767"/>
                    <a:pt x="60960" y="44767"/>
                    <a:pt x="63817" y="45720"/>
                  </a:cubicBezTo>
                  <a:lnTo>
                    <a:pt x="604838" y="45720"/>
                  </a:lnTo>
                  <a:cubicBezTo>
                    <a:pt x="610553" y="30480"/>
                    <a:pt x="616268" y="15240"/>
                    <a:pt x="621030" y="0"/>
                  </a:cubicBezTo>
                  <a:lnTo>
                    <a:pt x="83820" y="0"/>
                  </a:lnTo>
                  <a:cubicBezTo>
                    <a:pt x="70485" y="7620"/>
                    <a:pt x="55245" y="14288"/>
                    <a:pt x="38100" y="20002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958" name="Google Shape;958;p9"/>
            <p:cNvSpPr/>
            <p:nvPr/>
          </p:nvSpPr>
          <p:spPr bwMode="auto">
            <a:xfrm>
              <a:off x="5218745" y="3360420"/>
              <a:ext cx="625792" cy="45720"/>
            </a:xfrm>
            <a:custGeom>
              <a:avLst/>
              <a:gdLst/>
              <a:ahLst/>
              <a:cxnLst/>
              <a:rect l="l" t="t" r="r" b="b"/>
              <a:pathLst>
                <a:path w="625792" h="45720" fill="norm" stroke="1" extrusionOk="0">
                  <a:moveTo>
                    <a:pt x="570548" y="44767"/>
                  </a:moveTo>
                  <a:cubicBezTo>
                    <a:pt x="572453" y="44767"/>
                    <a:pt x="573405" y="44767"/>
                    <a:pt x="575310" y="44767"/>
                  </a:cubicBezTo>
                  <a:cubicBezTo>
                    <a:pt x="599123" y="44767"/>
                    <a:pt x="614363" y="39052"/>
                    <a:pt x="625793" y="32385"/>
                  </a:cubicBezTo>
                  <a:lnTo>
                    <a:pt x="587693" y="20002"/>
                  </a:lnTo>
                  <a:cubicBezTo>
                    <a:pt x="570548" y="14288"/>
                    <a:pt x="555307" y="7620"/>
                    <a:pt x="541020" y="0"/>
                  </a:cubicBezTo>
                  <a:lnTo>
                    <a:pt x="0" y="0"/>
                  </a:lnTo>
                  <a:cubicBezTo>
                    <a:pt x="4763" y="15240"/>
                    <a:pt x="10477" y="30480"/>
                    <a:pt x="16192" y="45720"/>
                  </a:cubicBezTo>
                  <a:lnTo>
                    <a:pt x="561023" y="45720"/>
                  </a:lnTo>
                  <a:cubicBezTo>
                    <a:pt x="563880" y="44767"/>
                    <a:pt x="566738" y="44767"/>
                    <a:pt x="570548" y="44767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959" name="Google Shape;959;p9"/>
            <p:cNvSpPr/>
            <p:nvPr/>
          </p:nvSpPr>
          <p:spPr bwMode="auto">
            <a:xfrm>
              <a:off x="6231251" y="3445190"/>
              <a:ext cx="710565" cy="45720"/>
            </a:xfrm>
            <a:custGeom>
              <a:avLst/>
              <a:gdLst/>
              <a:ahLst/>
              <a:cxnLst/>
              <a:rect l="l" t="t" r="r" b="b"/>
              <a:pathLst>
                <a:path w="710565" h="45720" fill="norm" stroke="1" extrusionOk="0">
                  <a:moveTo>
                    <a:pt x="188595" y="953"/>
                  </a:moveTo>
                  <a:cubicBezTo>
                    <a:pt x="167640" y="14288"/>
                    <a:pt x="124778" y="27623"/>
                    <a:pt x="81915" y="27623"/>
                  </a:cubicBezTo>
                  <a:lnTo>
                    <a:pt x="80963" y="27623"/>
                  </a:lnTo>
                  <a:cubicBezTo>
                    <a:pt x="77153" y="27623"/>
                    <a:pt x="73342" y="26670"/>
                    <a:pt x="70485" y="25717"/>
                  </a:cubicBezTo>
                  <a:cubicBezTo>
                    <a:pt x="57150" y="33338"/>
                    <a:pt x="26670" y="41910"/>
                    <a:pt x="0" y="45720"/>
                  </a:cubicBezTo>
                  <a:lnTo>
                    <a:pt x="688658" y="45720"/>
                  </a:lnTo>
                  <a:cubicBezTo>
                    <a:pt x="696278" y="30480"/>
                    <a:pt x="703898" y="15240"/>
                    <a:pt x="710565" y="0"/>
                  </a:cubicBezTo>
                  <a:lnTo>
                    <a:pt x="189548" y="0"/>
                  </a:lnTo>
                  <a:cubicBezTo>
                    <a:pt x="189548" y="953"/>
                    <a:pt x="189548" y="953"/>
                    <a:pt x="188595" y="953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960" name="Google Shape;960;p9"/>
            <p:cNvSpPr/>
            <p:nvPr/>
          </p:nvSpPr>
          <p:spPr bwMode="auto">
            <a:xfrm>
              <a:off x="5252084" y="3446143"/>
              <a:ext cx="714374" cy="45720"/>
            </a:xfrm>
            <a:custGeom>
              <a:avLst/>
              <a:gdLst/>
              <a:ahLst/>
              <a:cxnLst/>
              <a:rect l="l" t="t" r="r" b="b"/>
              <a:pathLst>
                <a:path w="714374" h="45720" fill="norm" stroke="1" extrusionOk="0">
                  <a:moveTo>
                    <a:pt x="643890" y="25717"/>
                  </a:moveTo>
                  <a:cubicBezTo>
                    <a:pt x="641032" y="26670"/>
                    <a:pt x="637223" y="27622"/>
                    <a:pt x="633413" y="27622"/>
                  </a:cubicBezTo>
                  <a:lnTo>
                    <a:pt x="632460" y="27622"/>
                  </a:lnTo>
                  <a:cubicBezTo>
                    <a:pt x="589598" y="27622"/>
                    <a:pt x="546735" y="14288"/>
                    <a:pt x="525780" y="952"/>
                  </a:cubicBezTo>
                  <a:cubicBezTo>
                    <a:pt x="525780" y="952"/>
                    <a:pt x="524828" y="0"/>
                    <a:pt x="523875" y="0"/>
                  </a:cubicBezTo>
                  <a:lnTo>
                    <a:pt x="0" y="0"/>
                  </a:lnTo>
                  <a:cubicBezTo>
                    <a:pt x="6667" y="15240"/>
                    <a:pt x="14288" y="30480"/>
                    <a:pt x="21907" y="45720"/>
                  </a:cubicBezTo>
                  <a:lnTo>
                    <a:pt x="714375" y="45720"/>
                  </a:lnTo>
                  <a:cubicBezTo>
                    <a:pt x="687705" y="41910"/>
                    <a:pt x="657225" y="33338"/>
                    <a:pt x="643890" y="25717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961" name="Google Shape;961;p9"/>
            <p:cNvSpPr/>
            <p:nvPr/>
          </p:nvSpPr>
          <p:spPr bwMode="auto">
            <a:xfrm>
              <a:off x="4989988" y="1862134"/>
              <a:ext cx="2212551" cy="2412682"/>
            </a:xfrm>
            <a:custGeom>
              <a:avLst/>
              <a:gdLst/>
              <a:ahLst/>
              <a:cxnLst/>
              <a:rect l="l" t="t" r="r" b="b"/>
              <a:pathLst>
                <a:path w="2212551" h="2412682" fill="norm" stroke="1" extrusionOk="0">
                  <a:moveTo>
                    <a:pt x="78263" y="1206818"/>
                  </a:moveTo>
                  <a:cubicBezTo>
                    <a:pt x="54450" y="1213485"/>
                    <a:pt x="36353" y="1225868"/>
                    <a:pt x="23018" y="1245870"/>
                  </a:cubicBezTo>
                  <a:cubicBezTo>
                    <a:pt x="-23655" y="1316355"/>
                    <a:pt x="10635" y="1460183"/>
                    <a:pt x="38258" y="1575435"/>
                  </a:cubicBezTo>
                  <a:cubicBezTo>
                    <a:pt x="47783" y="1616393"/>
                    <a:pt x="57308" y="1655445"/>
                    <a:pt x="61118" y="1684973"/>
                  </a:cubicBezTo>
                  <a:cubicBezTo>
                    <a:pt x="62070" y="1689735"/>
                    <a:pt x="62070" y="1695450"/>
                    <a:pt x="63023" y="1701165"/>
                  </a:cubicBezTo>
                  <a:cubicBezTo>
                    <a:pt x="67785" y="1736408"/>
                    <a:pt x="73500" y="1777365"/>
                    <a:pt x="65880" y="1802130"/>
                  </a:cubicBezTo>
                  <a:lnTo>
                    <a:pt x="63023" y="1809750"/>
                  </a:lnTo>
                  <a:lnTo>
                    <a:pt x="70643" y="1811655"/>
                  </a:lnTo>
                  <a:cubicBezTo>
                    <a:pt x="96360" y="1817370"/>
                    <a:pt x="128745" y="1842135"/>
                    <a:pt x="157320" y="1864995"/>
                  </a:cubicBezTo>
                  <a:cubicBezTo>
                    <a:pt x="161130" y="1868805"/>
                    <a:pt x="165893" y="1871663"/>
                    <a:pt x="169703" y="1874520"/>
                  </a:cubicBezTo>
                  <a:cubicBezTo>
                    <a:pt x="192563" y="1892618"/>
                    <a:pt x="222090" y="1920240"/>
                    <a:pt x="252570" y="1948815"/>
                  </a:cubicBezTo>
                  <a:cubicBezTo>
                    <a:pt x="336390" y="2027873"/>
                    <a:pt x="441165" y="2126933"/>
                    <a:pt x="524985" y="2126933"/>
                  </a:cubicBezTo>
                  <a:cubicBezTo>
                    <a:pt x="526890" y="2126933"/>
                    <a:pt x="528795" y="2126933"/>
                    <a:pt x="530700" y="2126933"/>
                  </a:cubicBezTo>
                  <a:cubicBezTo>
                    <a:pt x="554513" y="2125980"/>
                    <a:pt x="575468" y="2115503"/>
                    <a:pt x="592613" y="2098358"/>
                  </a:cubicBezTo>
                  <a:cubicBezTo>
                    <a:pt x="585945" y="2122170"/>
                    <a:pt x="587850" y="2145030"/>
                    <a:pt x="599280" y="2165985"/>
                  </a:cubicBezTo>
                  <a:cubicBezTo>
                    <a:pt x="637380" y="2241233"/>
                    <a:pt x="778350" y="2284095"/>
                    <a:pt x="891698" y="2317433"/>
                  </a:cubicBezTo>
                  <a:cubicBezTo>
                    <a:pt x="932655" y="2329815"/>
                    <a:pt x="970755" y="2341245"/>
                    <a:pt x="997425" y="2352675"/>
                  </a:cubicBezTo>
                  <a:cubicBezTo>
                    <a:pt x="1002188" y="2354580"/>
                    <a:pt x="1006950" y="2356485"/>
                    <a:pt x="1011713" y="2358390"/>
                  </a:cubicBezTo>
                  <a:cubicBezTo>
                    <a:pt x="1045050" y="2371725"/>
                    <a:pt x="1083150" y="2386965"/>
                    <a:pt x="1101248" y="2406968"/>
                  </a:cubicBezTo>
                  <a:lnTo>
                    <a:pt x="1106963" y="2412683"/>
                  </a:lnTo>
                  <a:lnTo>
                    <a:pt x="1112678" y="2406968"/>
                  </a:lnTo>
                  <a:cubicBezTo>
                    <a:pt x="1130775" y="2387918"/>
                    <a:pt x="1168875" y="2372678"/>
                    <a:pt x="1202213" y="2358390"/>
                  </a:cubicBezTo>
                  <a:cubicBezTo>
                    <a:pt x="1206975" y="2356485"/>
                    <a:pt x="1211738" y="2354580"/>
                    <a:pt x="1216500" y="2352675"/>
                  </a:cubicBezTo>
                  <a:cubicBezTo>
                    <a:pt x="1243170" y="2341245"/>
                    <a:pt x="1282223" y="2329815"/>
                    <a:pt x="1322228" y="2317433"/>
                  </a:cubicBezTo>
                  <a:cubicBezTo>
                    <a:pt x="1435575" y="2283143"/>
                    <a:pt x="1576545" y="2241233"/>
                    <a:pt x="1614645" y="2165985"/>
                  </a:cubicBezTo>
                  <a:cubicBezTo>
                    <a:pt x="1625123" y="2145030"/>
                    <a:pt x="1627028" y="2121218"/>
                    <a:pt x="1620360" y="2097405"/>
                  </a:cubicBezTo>
                  <a:cubicBezTo>
                    <a:pt x="1637505" y="2114550"/>
                    <a:pt x="1658460" y="2124075"/>
                    <a:pt x="1682273" y="2125980"/>
                  </a:cubicBezTo>
                  <a:cubicBezTo>
                    <a:pt x="1684178" y="2125980"/>
                    <a:pt x="1686083" y="2125980"/>
                    <a:pt x="1687988" y="2125980"/>
                  </a:cubicBezTo>
                  <a:cubicBezTo>
                    <a:pt x="1771808" y="2125980"/>
                    <a:pt x="1875630" y="2027873"/>
                    <a:pt x="1960403" y="1947863"/>
                  </a:cubicBezTo>
                  <a:cubicBezTo>
                    <a:pt x="1990883" y="1918335"/>
                    <a:pt x="2020410" y="1891665"/>
                    <a:pt x="2043270" y="1873568"/>
                  </a:cubicBezTo>
                  <a:cubicBezTo>
                    <a:pt x="2047080" y="1870710"/>
                    <a:pt x="2051843" y="1866900"/>
                    <a:pt x="2055653" y="1864043"/>
                  </a:cubicBezTo>
                  <a:cubicBezTo>
                    <a:pt x="2084228" y="1842135"/>
                    <a:pt x="2116613" y="1816418"/>
                    <a:pt x="2142330" y="1810703"/>
                  </a:cubicBezTo>
                  <a:lnTo>
                    <a:pt x="2149950" y="1808798"/>
                  </a:lnTo>
                  <a:lnTo>
                    <a:pt x="2147093" y="1801178"/>
                  </a:lnTo>
                  <a:cubicBezTo>
                    <a:pt x="2139473" y="1776413"/>
                    <a:pt x="2145188" y="1735455"/>
                    <a:pt x="2149950" y="1700213"/>
                  </a:cubicBezTo>
                  <a:cubicBezTo>
                    <a:pt x="2150903" y="1694498"/>
                    <a:pt x="2151855" y="1689735"/>
                    <a:pt x="2151855" y="1684020"/>
                  </a:cubicBezTo>
                  <a:cubicBezTo>
                    <a:pt x="2155665" y="1655445"/>
                    <a:pt x="2165190" y="1616393"/>
                    <a:pt x="2174715" y="1574483"/>
                  </a:cubicBezTo>
                  <a:cubicBezTo>
                    <a:pt x="2202338" y="1459230"/>
                    <a:pt x="2235675" y="1315403"/>
                    <a:pt x="2189955" y="1244918"/>
                  </a:cubicBezTo>
                  <a:cubicBezTo>
                    <a:pt x="2176620" y="1224915"/>
                    <a:pt x="2157570" y="1211580"/>
                    <a:pt x="2133758" y="1205865"/>
                  </a:cubicBezTo>
                  <a:cubicBezTo>
                    <a:pt x="2157570" y="1199198"/>
                    <a:pt x="2175668" y="1186815"/>
                    <a:pt x="2189003" y="1166813"/>
                  </a:cubicBezTo>
                  <a:cubicBezTo>
                    <a:pt x="2235675" y="1096328"/>
                    <a:pt x="2201385" y="952500"/>
                    <a:pt x="2173763" y="837248"/>
                  </a:cubicBezTo>
                  <a:cubicBezTo>
                    <a:pt x="2164238" y="796290"/>
                    <a:pt x="2154713" y="757238"/>
                    <a:pt x="2150903" y="727710"/>
                  </a:cubicBezTo>
                  <a:cubicBezTo>
                    <a:pt x="2149950" y="722948"/>
                    <a:pt x="2149950" y="717233"/>
                    <a:pt x="2148998" y="711518"/>
                  </a:cubicBezTo>
                  <a:cubicBezTo>
                    <a:pt x="2144235" y="676275"/>
                    <a:pt x="2138520" y="635318"/>
                    <a:pt x="2146140" y="610553"/>
                  </a:cubicBezTo>
                  <a:lnTo>
                    <a:pt x="2148998" y="602933"/>
                  </a:lnTo>
                  <a:lnTo>
                    <a:pt x="2141378" y="601028"/>
                  </a:lnTo>
                  <a:cubicBezTo>
                    <a:pt x="2115660" y="595313"/>
                    <a:pt x="2083275" y="570548"/>
                    <a:pt x="2054700" y="547688"/>
                  </a:cubicBezTo>
                  <a:cubicBezTo>
                    <a:pt x="2049938" y="543878"/>
                    <a:pt x="2046128" y="541020"/>
                    <a:pt x="2042318" y="538163"/>
                  </a:cubicBezTo>
                  <a:cubicBezTo>
                    <a:pt x="2019458" y="520065"/>
                    <a:pt x="1989930" y="492443"/>
                    <a:pt x="1959450" y="463868"/>
                  </a:cubicBezTo>
                  <a:cubicBezTo>
                    <a:pt x="1875630" y="384810"/>
                    <a:pt x="1770855" y="285750"/>
                    <a:pt x="1687035" y="285750"/>
                  </a:cubicBezTo>
                  <a:cubicBezTo>
                    <a:pt x="1685130" y="285750"/>
                    <a:pt x="1683225" y="285750"/>
                    <a:pt x="1681320" y="285750"/>
                  </a:cubicBezTo>
                  <a:cubicBezTo>
                    <a:pt x="1657508" y="286703"/>
                    <a:pt x="1636553" y="297180"/>
                    <a:pt x="1619408" y="314325"/>
                  </a:cubicBezTo>
                  <a:cubicBezTo>
                    <a:pt x="1626075" y="290513"/>
                    <a:pt x="1624170" y="267653"/>
                    <a:pt x="1612740" y="246698"/>
                  </a:cubicBezTo>
                  <a:cubicBezTo>
                    <a:pt x="1574640" y="171450"/>
                    <a:pt x="1433670" y="128588"/>
                    <a:pt x="1319370" y="95250"/>
                  </a:cubicBezTo>
                  <a:cubicBezTo>
                    <a:pt x="1278413" y="82868"/>
                    <a:pt x="1240313" y="71438"/>
                    <a:pt x="1213643" y="60008"/>
                  </a:cubicBezTo>
                  <a:cubicBezTo>
                    <a:pt x="1208880" y="58103"/>
                    <a:pt x="1204118" y="56197"/>
                    <a:pt x="1199355" y="54293"/>
                  </a:cubicBezTo>
                  <a:cubicBezTo>
                    <a:pt x="1166018" y="40958"/>
                    <a:pt x="1127918" y="25717"/>
                    <a:pt x="1109820" y="5715"/>
                  </a:cubicBezTo>
                  <a:lnTo>
                    <a:pt x="1106010" y="0"/>
                  </a:lnTo>
                  <a:lnTo>
                    <a:pt x="1100295" y="5715"/>
                  </a:lnTo>
                  <a:cubicBezTo>
                    <a:pt x="1082198" y="24765"/>
                    <a:pt x="1044098" y="40005"/>
                    <a:pt x="1010760" y="54293"/>
                  </a:cubicBezTo>
                  <a:cubicBezTo>
                    <a:pt x="1005998" y="56197"/>
                    <a:pt x="1001235" y="58103"/>
                    <a:pt x="996473" y="60008"/>
                  </a:cubicBezTo>
                  <a:cubicBezTo>
                    <a:pt x="969803" y="71438"/>
                    <a:pt x="930750" y="82868"/>
                    <a:pt x="890745" y="95250"/>
                  </a:cubicBezTo>
                  <a:cubicBezTo>
                    <a:pt x="777398" y="129540"/>
                    <a:pt x="636428" y="171450"/>
                    <a:pt x="598328" y="246698"/>
                  </a:cubicBezTo>
                  <a:cubicBezTo>
                    <a:pt x="587850" y="267653"/>
                    <a:pt x="585945" y="291465"/>
                    <a:pt x="592613" y="315278"/>
                  </a:cubicBezTo>
                  <a:cubicBezTo>
                    <a:pt x="575468" y="298133"/>
                    <a:pt x="554513" y="288608"/>
                    <a:pt x="530700" y="286703"/>
                  </a:cubicBezTo>
                  <a:cubicBezTo>
                    <a:pt x="445928" y="281940"/>
                    <a:pt x="339248" y="382905"/>
                    <a:pt x="252570" y="464820"/>
                  </a:cubicBezTo>
                  <a:cubicBezTo>
                    <a:pt x="222090" y="494348"/>
                    <a:pt x="192563" y="521018"/>
                    <a:pt x="169703" y="539115"/>
                  </a:cubicBezTo>
                  <a:cubicBezTo>
                    <a:pt x="165893" y="541973"/>
                    <a:pt x="161130" y="545783"/>
                    <a:pt x="157320" y="548640"/>
                  </a:cubicBezTo>
                  <a:cubicBezTo>
                    <a:pt x="128745" y="570548"/>
                    <a:pt x="96360" y="596265"/>
                    <a:pt x="70643" y="601980"/>
                  </a:cubicBezTo>
                  <a:lnTo>
                    <a:pt x="63023" y="603885"/>
                  </a:lnTo>
                  <a:lnTo>
                    <a:pt x="65880" y="611505"/>
                  </a:lnTo>
                  <a:cubicBezTo>
                    <a:pt x="73500" y="636270"/>
                    <a:pt x="67785" y="677228"/>
                    <a:pt x="63023" y="712470"/>
                  </a:cubicBezTo>
                  <a:cubicBezTo>
                    <a:pt x="62070" y="718185"/>
                    <a:pt x="61118" y="722948"/>
                    <a:pt x="61118" y="728663"/>
                  </a:cubicBezTo>
                  <a:cubicBezTo>
                    <a:pt x="57308" y="757238"/>
                    <a:pt x="47783" y="796290"/>
                    <a:pt x="38258" y="838200"/>
                  </a:cubicBezTo>
                  <a:cubicBezTo>
                    <a:pt x="10635" y="953453"/>
                    <a:pt x="-22702" y="1097280"/>
                    <a:pt x="23018" y="1167765"/>
                  </a:cubicBezTo>
                  <a:cubicBezTo>
                    <a:pt x="35400" y="1187768"/>
                    <a:pt x="53498" y="1201103"/>
                    <a:pt x="78263" y="1206818"/>
                  </a:cubicBezTo>
                  <a:close/>
                  <a:moveTo>
                    <a:pt x="1106963" y="193358"/>
                  </a:moveTo>
                  <a:cubicBezTo>
                    <a:pt x="1663223" y="193358"/>
                    <a:pt x="2115660" y="647700"/>
                    <a:pt x="2115660" y="1206818"/>
                  </a:cubicBezTo>
                  <a:cubicBezTo>
                    <a:pt x="2115660" y="1765935"/>
                    <a:pt x="1663223" y="2220278"/>
                    <a:pt x="1106963" y="2220278"/>
                  </a:cubicBezTo>
                  <a:cubicBezTo>
                    <a:pt x="550703" y="2220278"/>
                    <a:pt x="98265" y="1765935"/>
                    <a:pt x="98265" y="1206818"/>
                  </a:cubicBezTo>
                  <a:cubicBezTo>
                    <a:pt x="98265" y="647700"/>
                    <a:pt x="550703" y="193358"/>
                    <a:pt x="1106963" y="193358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962" name="Google Shape;962;p9"/>
            <p:cNvSpPr/>
            <p:nvPr/>
          </p:nvSpPr>
          <p:spPr bwMode="auto">
            <a:xfrm>
              <a:off x="5638798" y="3871913"/>
              <a:ext cx="916304" cy="45720"/>
            </a:xfrm>
            <a:custGeom>
              <a:avLst/>
              <a:gdLst/>
              <a:ahLst/>
              <a:cxnLst/>
              <a:rect l="l" t="t" r="r" b="b"/>
              <a:pathLst>
                <a:path w="916304" h="45720" fill="norm" stroke="1" extrusionOk="0">
                  <a:moveTo>
                    <a:pt x="90488" y="45720"/>
                  </a:moveTo>
                  <a:lnTo>
                    <a:pt x="825818" y="45720"/>
                  </a:lnTo>
                  <a:cubicBezTo>
                    <a:pt x="857250" y="32385"/>
                    <a:pt x="887730" y="17145"/>
                    <a:pt x="916305" y="0"/>
                  </a:cubicBezTo>
                  <a:lnTo>
                    <a:pt x="0" y="0"/>
                  </a:lnTo>
                  <a:cubicBezTo>
                    <a:pt x="28575" y="16192"/>
                    <a:pt x="59055" y="31433"/>
                    <a:pt x="90488" y="45720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963" name="Google Shape;963;p9"/>
            <p:cNvSpPr/>
            <p:nvPr/>
          </p:nvSpPr>
          <p:spPr bwMode="auto">
            <a:xfrm>
              <a:off x="5838827" y="3957637"/>
              <a:ext cx="516254" cy="36195"/>
            </a:xfrm>
            <a:custGeom>
              <a:avLst/>
              <a:gdLst/>
              <a:ahLst/>
              <a:cxnLst/>
              <a:rect l="l" t="t" r="r" b="b"/>
              <a:pathLst>
                <a:path w="516254" h="36195" fill="norm" stroke="1" extrusionOk="0">
                  <a:moveTo>
                    <a:pt x="258128" y="36195"/>
                  </a:moveTo>
                  <a:cubicBezTo>
                    <a:pt x="347663" y="36195"/>
                    <a:pt x="434340" y="23813"/>
                    <a:pt x="516255" y="0"/>
                  </a:cubicBezTo>
                  <a:lnTo>
                    <a:pt x="0" y="0"/>
                  </a:lnTo>
                  <a:cubicBezTo>
                    <a:pt x="81915" y="22860"/>
                    <a:pt x="168592" y="36195"/>
                    <a:pt x="258128" y="36195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964" name="Google Shape;964;p9"/>
            <p:cNvSpPr/>
            <p:nvPr/>
          </p:nvSpPr>
          <p:spPr bwMode="auto">
            <a:xfrm>
              <a:off x="6180769" y="3058476"/>
              <a:ext cx="205999" cy="305752"/>
            </a:xfrm>
            <a:custGeom>
              <a:avLst/>
              <a:gdLst/>
              <a:ahLst/>
              <a:cxnLst/>
              <a:rect l="l" t="t" r="r" b="b"/>
              <a:pathLst>
                <a:path w="205999" h="305752" fill="norm" stroke="1" extrusionOk="0">
                  <a:moveTo>
                    <a:pt x="140018" y="11430"/>
                  </a:moveTo>
                  <a:cubicBezTo>
                    <a:pt x="134303" y="5715"/>
                    <a:pt x="115253" y="0"/>
                    <a:pt x="92393" y="0"/>
                  </a:cubicBezTo>
                  <a:cubicBezTo>
                    <a:pt x="81915" y="0"/>
                    <a:pt x="72390" y="952"/>
                    <a:pt x="62865" y="3810"/>
                  </a:cubicBezTo>
                  <a:cubicBezTo>
                    <a:pt x="28575" y="12382"/>
                    <a:pt x="0" y="48577"/>
                    <a:pt x="0" y="66675"/>
                  </a:cubicBezTo>
                  <a:cubicBezTo>
                    <a:pt x="10478" y="80010"/>
                    <a:pt x="23813" y="94297"/>
                    <a:pt x="36195" y="106680"/>
                  </a:cubicBezTo>
                  <a:cubicBezTo>
                    <a:pt x="63818" y="133350"/>
                    <a:pt x="89535" y="160020"/>
                    <a:pt x="90488" y="196215"/>
                  </a:cubicBezTo>
                  <a:cubicBezTo>
                    <a:pt x="91440" y="213360"/>
                    <a:pt x="88583" y="228600"/>
                    <a:pt x="82868" y="243840"/>
                  </a:cubicBezTo>
                  <a:cubicBezTo>
                    <a:pt x="70485" y="276225"/>
                    <a:pt x="40958" y="295275"/>
                    <a:pt x="14288" y="305752"/>
                  </a:cubicBezTo>
                  <a:cubicBezTo>
                    <a:pt x="92393" y="301942"/>
                    <a:pt x="149543" y="284797"/>
                    <a:pt x="179070" y="253365"/>
                  </a:cubicBezTo>
                  <a:cubicBezTo>
                    <a:pt x="199073" y="233363"/>
                    <a:pt x="207645" y="206692"/>
                    <a:pt x="205740" y="174307"/>
                  </a:cubicBezTo>
                  <a:cubicBezTo>
                    <a:pt x="203835" y="152400"/>
                    <a:pt x="187643" y="130492"/>
                    <a:pt x="172403" y="108585"/>
                  </a:cubicBezTo>
                  <a:cubicBezTo>
                    <a:pt x="150495" y="79057"/>
                    <a:pt x="127635" y="47625"/>
                    <a:pt x="140018" y="11430"/>
                  </a:cubicBezTo>
                  <a:cubicBezTo>
                    <a:pt x="140970" y="11430"/>
                    <a:pt x="140018" y="11430"/>
                    <a:pt x="140018" y="11430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965" name="Google Shape;965;p9"/>
            <p:cNvSpPr/>
            <p:nvPr/>
          </p:nvSpPr>
          <p:spPr bwMode="auto">
            <a:xfrm>
              <a:off x="6236969" y="3089908"/>
              <a:ext cx="262116" cy="284797"/>
            </a:xfrm>
            <a:custGeom>
              <a:avLst/>
              <a:gdLst/>
              <a:ahLst/>
              <a:cxnLst/>
              <a:rect l="l" t="t" r="r" b="b"/>
              <a:pathLst>
                <a:path w="262116" h="284797" fill="norm" stroke="1" extrusionOk="0">
                  <a:moveTo>
                    <a:pt x="190500" y="0"/>
                  </a:moveTo>
                  <a:cubicBezTo>
                    <a:pt x="178117" y="0"/>
                    <a:pt x="160020" y="953"/>
                    <a:pt x="142875" y="7620"/>
                  </a:cubicBezTo>
                  <a:cubicBezTo>
                    <a:pt x="121920" y="15240"/>
                    <a:pt x="109538" y="22860"/>
                    <a:pt x="104775" y="30480"/>
                  </a:cubicBezTo>
                  <a:cubicBezTo>
                    <a:pt x="111442" y="42863"/>
                    <a:pt x="120015" y="56198"/>
                    <a:pt x="129540" y="67628"/>
                  </a:cubicBezTo>
                  <a:cubicBezTo>
                    <a:pt x="146685" y="90488"/>
                    <a:pt x="163830" y="114300"/>
                    <a:pt x="165735" y="140970"/>
                  </a:cubicBezTo>
                  <a:cubicBezTo>
                    <a:pt x="168592" y="178118"/>
                    <a:pt x="158115" y="208598"/>
                    <a:pt x="135255" y="231458"/>
                  </a:cubicBezTo>
                  <a:cubicBezTo>
                    <a:pt x="107633" y="260033"/>
                    <a:pt x="61913" y="278130"/>
                    <a:pt x="0" y="284798"/>
                  </a:cubicBezTo>
                  <a:cubicBezTo>
                    <a:pt x="4763" y="284798"/>
                    <a:pt x="8572" y="284798"/>
                    <a:pt x="13335" y="284798"/>
                  </a:cubicBezTo>
                  <a:cubicBezTo>
                    <a:pt x="105727" y="284798"/>
                    <a:pt x="180975" y="263843"/>
                    <a:pt x="223838" y="225743"/>
                  </a:cubicBezTo>
                  <a:cubicBezTo>
                    <a:pt x="250508" y="201930"/>
                    <a:pt x="263842" y="173355"/>
                    <a:pt x="261938" y="140970"/>
                  </a:cubicBezTo>
                  <a:cubicBezTo>
                    <a:pt x="260985" y="119063"/>
                    <a:pt x="248602" y="101918"/>
                    <a:pt x="237172" y="84773"/>
                  </a:cubicBezTo>
                  <a:cubicBezTo>
                    <a:pt x="220980" y="61913"/>
                    <a:pt x="202883" y="36195"/>
                    <a:pt x="222885" y="953"/>
                  </a:cubicBezTo>
                  <a:cubicBezTo>
                    <a:pt x="216217" y="1905"/>
                    <a:pt x="204788" y="0"/>
                    <a:pt x="190500" y="0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966" name="Google Shape;966;p9"/>
            <p:cNvSpPr/>
            <p:nvPr/>
          </p:nvSpPr>
          <p:spPr bwMode="auto">
            <a:xfrm>
              <a:off x="5940556" y="3035616"/>
              <a:ext cx="315693" cy="330517"/>
            </a:xfrm>
            <a:custGeom>
              <a:avLst/>
              <a:gdLst/>
              <a:ahLst/>
              <a:cxnLst/>
              <a:rect l="l" t="t" r="r" b="b"/>
              <a:pathLst>
                <a:path w="315693" h="330517" fill="norm" stroke="1" extrusionOk="0">
                  <a:moveTo>
                    <a:pt x="308793" y="260985"/>
                  </a:moveTo>
                  <a:cubicBezTo>
                    <a:pt x="314507" y="247650"/>
                    <a:pt x="316412" y="234315"/>
                    <a:pt x="315460" y="219075"/>
                  </a:cubicBezTo>
                  <a:cubicBezTo>
                    <a:pt x="313555" y="188595"/>
                    <a:pt x="290695" y="163830"/>
                    <a:pt x="265930" y="140017"/>
                  </a:cubicBezTo>
                  <a:cubicBezTo>
                    <a:pt x="257357" y="131445"/>
                    <a:pt x="212590" y="87630"/>
                    <a:pt x="196398" y="49530"/>
                  </a:cubicBezTo>
                  <a:lnTo>
                    <a:pt x="193540" y="43815"/>
                  </a:lnTo>
                  <a:cubicBezTo>
                    <a:pt x="183062" y="16192"/>
                    <a:pt x="175443" y="0"/>
                    <a:pt x="157345" y="0"/>
                  </a:cubicBezTo>
                  <a:cubicBezTo>
                    <a:pt x="140200" y="0"/>
                    <a:pt x="131628" y="18098"/>
                    <a:pt x="120198" y="45720"/>
                  </a:cubicBezTo>
                  <a:cubicBezTo>
                    <a:pt x="119245" y="46673"/>
                    <a:pt x="89718" y="102870"/>
                    <a:pt x="46855" y="143828"/>
                  </a:cubicBezTo>
                  <a:cubicBezTo>
                    <a:pt x="22090" y="166688"/>
                    <a:pt x="1135" y="190500"/>
                    <a:pt x="182" y="220028"/>
                  </a:cubicBezTo>
                  <a:cubicBezTo>
                    <a:pt x="-770" y="234315"/>
                    <a:pt x="2087" y="247650"/>
                    <a:pt x="6850" y="261938"/>
                  </a:cubicBezTo>
                  <a:cubicBezTo>
                    <a:pt x="24948" y="309563"/>
                    <a:pt x="94480" y="330517"/>
                    <a:pt x="155440" y="330517"/>
                  </a:cubicBezTo>
                  <a:lnTo>
                    <a:pt x="158298" y="330517"/>
                  </a:lnTo>
                  <a:lnTo>
                    <a:pt x="158298" y="330517"/>
                  </a:lnTo>
                  <a:lnTo>
                    <a:pt x="158298" y="330517"/>
                  </a:lnTo>
                  <a:lnTo>
                    <a:pt x="161155" y="330517"/>
                  </a:lnTo>
                  <a:cubicBezTo>
                    <a:pt x="221162" y="329565"/>
                    <a:pt x="290695" y="308610"/>
                    <a:pt x="308793" y="260985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967" name="Google Shape;967;p9"/>
            <p:cNvSpPr/>
            <p:nvPr/>
          </p:nvSpPr>
          <p:spPr bwMode="auto">
            <a:xfrm>
              <a:off x="5809991" y="3058476"/>
              <a:ext cx="205999" cy="305752"/>
            </a:xfrm>
            <a:custGeom>
              <a:avLst/>
              <a:gdLst/>
              <a:ahLst/>
              <a:cxnLst/>
              <a:rect l="l" t="t" r="r" b="b"/>
              <a:pathLst>
                <a:path w="205999" h="305752" fill="norm" stroke="1" extrusionOk="0">
                  <a:moveTo>
                    <a:pt x="259" y="174307"/>
                  </a:moveTo>
                  <a:cubicBezTo>
                    <a:pt x="-1646" y="206692"/>
                    <a:pt x="6927" y="233363"/>
                    <a:pt x="26929" y="253365"/>
                  </a:cubicBezTo>
                  <a:cubicBezTo>
                    <a:pt x="56457" y="283845"/>
                    <a:pt x="113607" y="301942"/>
                    <a:pt x="191712" y="305752"/>
                  </a:cubicBezTo>
                  <a:cubicBezTo>
                    <a:pt x="165042" y="295275"/>
                    <a:pt x="135514" y="276225"/>
                    <a:pt x="123132" y="243840"/>
                  </a:cubicBezTo>
                  <a:cubicBezTo>
                    <a:pt x="117417" y="228600"/>
                    <a:pt x="114559" y="212407"/>
                    <a:pt x="115512" y="196215"/>
                  </a:cubicBezTo>
                  <a:cubicBezTo>
                    <a:pt x="117417" y="160020"/>
                    <a:pt x="142182" y="133350"/>
                    <a:pt x="169804" y="106680"/>
                  </a:cubicBezTo>
                  <a:cubicBezTo>
                    <a:pt x="182187" y="94297"/>
                    <a:pt x="195522" y="80010"/>
                    <a:pt x="205999" y="66675"/>
                  </a:cubicBezTo>
                  <a:cubicBezTo>
                    <a:pt x="205999" y="48577"/>
                    <a:pt x="177424" y="12382"/>
                    <a:pt x="143134" y="3810"/>
                  </a:cubicBezTo>
                  <a:cubicBezTo>
                    <a:pt x="133609" y="1905"/>
                    <a:pt x="124084" y="0"/>
                    <a:pt x="113607" y="0"/>
                  </a:cubicBezTo>
                  <a:cubicBezTo>
                    <a:pt x="90747" y="0"/>
                    <a:pt x="71697" y="5715"/>
                    <a:pt x="65982" y="11430"/>
                  </a:cubicBezTo>
                  <a:cubicBezTo>
                    <a:pt x="65982" y="11430"/>
                    <a:pt x="65029" y="12382"/>
                    <a:pt x="65029" y="12382"/>
                  </a:cubicBezTo>
                  <a:cubicBezTo>
                    <a:pt x="78364" y="48577"/>
                    <a:pt x="55504" y="79057"/>
                    <a:pt x="33597" y="109538"/>
                  </a:cubicBezTo>
                  <a:cubicBezTo>
                    <a:pt x="18357" y="130492"/>
                    <a:pt x="2164" y="152400"/>
                    <a:pt x="259" y="174307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968" name="Google Shape;968;p9"/>
            <p:cNvSpPr/>
            <p:nvPr/>
          </p:nvSpPr>
          <p:spPr bwMode="auto">
            <a:xfrm>
              <a:off x="5698627" y="3091815"/>
              <a:ext cx="262116" cy="284797"/>
            </a:xfrm>
            <a:custGeom>
              <a:avLst/>
              <a:gdLst/>
              <a:ahLst/>
              <a:cxnLst/>
              <a:rect l="l" t="t" r="r" b="b"/>
              <a:pathLst>
                <a:path w="262116" h="284797" fill="norm" stroke="1" extrusionOk="0">
                  <a:moveTo>
                    <a:pt x="179" y="140970"/>
                  </a:moveTo>
                  <a:cubicBezTo>
                    <a:pt x="-1726" y="173355"/>
                    <a:pt x="11609" y="201930"/>
                    <a:pt x="38279" y="225742"/>
                  </a:cubicBezTo>
                  <a:cubicBezTo>
                    <a:pt x="81142" y="263842"/>
                    <a:pt x="156389" y="284797"/>
                    <a:pt x="248781" y="284797"/>
                  </a:cubicBezTo>
                  <a:cubicBezTo>
                    <a:pt x="253544" y="284797"/>
                    <a:pt x="257354" y="284797"/>
                    <a:pt x="262117" y="284797"/>
                  </a:cubicBezTo>
                  <a:cubicBezTo>
                    <a:pt x="199252" y="277177"/>
                    <a:pt x="154484" y="259080"/>
                    <a:pt x="126862" y="231457"/>
                  </a:cubicBezTo>
                  <a:cubicBezTo>
                    <a:pt x="104002" y="207645"/>
                    <a:pt x="93524" y="177165"/>
                    <a:pt x="96382" y="140970"/>
                  </a:cubicBezTo>
                  <a:cubicBezTo>
                    <a:pt x="98287" y="114300"/>
                    <a:pt x="115432" y="90488"/>
                    <a:pt x="132577" y="67627"/>
                  </a:cubicBezTo>
                  <a:cubicBezTo>
                    <a:pt x="142102" y="55245"/>
                    <a:pt x="150674" y="42863"/>
                    <a:pt x="157342" y="30480"/>
                  </a:cubicBezTo>
                  <a:cubicBezTo>
                    <a:pt x="152579" y="21907"/>
                    <a:pt x="140197" y="14288"/>
                    <a:pt x="119242" y="7620"/>
                  </a:cubicBezTo>
                  <a:cubicBezTo>
                    <a:pt x="102097" y="1905"/>
                    <a:pt x="83047" y="0"/>
                    <a:pt x="71617" y="0"/>
                  </a:cubicBezTo>
                  <a:cubicBezTo>
                    <a:pt x="57329" y="0"/>
                    <a:pt x="45899" y="1905"/>
                    <a:pt x="40184" y="3810"/>
                  </a:cubicBezTo>
                  <a:cubicBezTo>
                    <a:pt x="61139" y="39052"/>
                    <a:pt x="42089" y="64770"/>
                    <a:pt x="25897" y="87630"/>
                  </a:cubicBezTo>
                  <a:cubicBezTo>
                    <a:pt x="13514" y="101917"/>
                    <a:pt x="2084" y="119063"/>
                    <a:pt x="179" y="140970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969" name="Google Shape;969;p9"/>
            <p:cNvSpPr/>
            <p:nvPr/>
          </p:nvSpPr>
          <p:spPr bwMode="auto">
            <a:xfrm>
              <a:off x="5791200" y="3389944"/>
              <a:ext cx="150495" cy="61912"/>
            </a:xfrm>
            <a:custGeom>
              <a:avLst/>
              <a:gdLst/>
              <a:ahLst/>
              <a:cxnLst/>
              <a:rect l="l" t="t" r="r" b="b"/>
              <a:pathLst>
                <a:path w="150495" h="61912" fill="norm" stroke="1" extrusionOk="0">
                  <a:moveTo>
                    <a:pt x="122873" y="25718"/>
                  </a:moveTo>
                  <a:cubicBezTo>
                    <a:pt x="126683" y="23813"/>
                    <a:pt x="129540" y="21908"/>
                    <a:pt x="131445" y="20003"/>
                  </a:cubicBezTo>
                  <a:cubicBezTo>
                    <a:pt x="137160" y="16193"/>
                    <a:pt x="140970" y="12383"/>
                    <a:pt x="144780" y="8573"/>
                  </a:cubicBezTo>
                  <a:cubicBezTo>
                    <a:pt x="146685" y="6668"/>
                    <a:pt x="148590" y="4763"/>
                    <a:pt x="150495" y="2858"/>
                  </a:cubicBezTo>
                  <a:cubicBezTo>
                    <a:pt x="132398" y="2858"/>
                    <a:pt x="115252" y="1905"/>
                    <a:pt x="98108" y="0"/>
                  </a:cubicBezTo>
                  <a:lnTo>
                    <a:pt x="98108" y="0"/>
                  </a:lnTo>
                  <a:cubicBezTo>
                    <a:pt x="96202" y="0"/>
                    <a:pt x="95250" y="953"/>
                    <a:pt x="94298" y="1905"/>
                  </a:cubicBezTo>
                  <a:cubicBezTo>
                    <a:pt x="92392" y="3810"/>
                    <a:pt x="89535" y="5715"/>
                    <a:pt x="87630" y="7620"/>
                  </a:cubicBezTo>
                  <a:cubicBezTo>
                    <a:pt x="73342" y="20003"/>
                    <a:pt x="49530" y="40005"/>
                    <a:pt x="1905" y="40005"/>
                  </a:cubicBezTo>
                  <a:lnTo>
                    <a:pt x="0" y="40005"/>
                  </a:lnTo>
                  <a:cubicBezTo>
                    <a:pt x="16192" y="48578"/>
                    <a:pt x="53340" y="60960"/>
                    <a:pt x="92392" y="61913"/>
                  </a:cubicBezTo>
                  <a:lnTo>
                    <a:pt x="92392" y="61913"/>
                  </a:lnTo>
                  <a:cubicBezTo>
                    <a:pt x="96202" y="61913"/>
                    <a:pt x="97155" y="60960"/>
                    <a:pt x="97155" y="59055"/>
                  </a:cubicBezTo>
                  <a:cubicBezTo>
                    <a:pt x="97155" y="56198"/>
                    <a:pt x="97155" y="54293"/>
                    <a:pt x="97155" y="52388"/>
                  </a:cubicBezTo>
                  <a:cubicBezTo>
                    <a:pt x="100013" y="40005"/>
                    <a:pt x="110490" y="33338"/>
                    <a:pt x="122873" y="25718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970" name="Google Shape;970;p9"/>
            <p:cNvSpPr/>
            <p:nvPr/>
          </p:nvSpPr>
          <p:spPr bwMode="auto">
            <a:xfrm>
              <a:off x="5904547" y="3388996"/>
              <a:ext cx="103822" cy="80962"/>
            </a:xfrm>
            <a:custGeom>
              <a:avLst/>
              <a:gdLst/>
              <a:ahLst/>
              <a:cxnLst/>
              <a:rect l="l" t="t" r="r" b="b"/>
              <a:pathLst>
                <a:path w="103822" h="80962" fill="norm" stroke="1" extrusionOk="0">
                  <a:moveTo>
                    <a:pt x="68580" y="80963"/>
                  </a:moveTo>
                  <a:cubicBezTo>
                    <a:pt x="78105" y="80963"/>
                    <a:pt x="87630" y="80010"/>
                    <a:pt x="94298" y="77152"/>
                  </a:cubicBezTo>
                  <a:cubicBezTo>
                    <a:pt x="99060" y="75247"/>
                    <a:pt x="102870" y="73342"/>
                    <a:pt x="103823" y="71438"/>
                  </a:cubicBezTo>
                  <a:cubicBezTo>
                    <a:pt x="101918" y="69533"/>
                    <a:pt x="100965" y="67627"/>
                    <a:pt x="99060" y="65722"/>
                  </a:cubicBezTo>
                  <a:cubicBezTo>
                    <a:pt x="88582" y="48577"/>
                    <a:pt x="81915" y="21908"/>
                    <a:pt x="101918" y="952"/>
                  </a:cubicBezTo>
                  <a:cubicBezTo>
                    <a:pt x="101918" y="952"/>
                    <a:pt x="101918" y="952"/>
                    <a:pt x="102870" y="0"/>
                  </a:cubicBezTo>
                  <a:cubicBezTo>
                    <a:pt x="97155" y="952"/>
                    <a:pt x="90487" y="952"/>
                    <a:pt x="84773" y="952"/>
                  </a:cubicBezTo>
                  <a:cubicBezTo>
                    <a:pt x="55245" y="4763"/>
                    <a:pt x="49530" y="10477"/>
                    <a:pt x="42862" y="19050"/>
                  </a:cubicBezTo>
                  <a:cubicBezTo>
                    <a:pt x="39052" y="22860"/>
                    <a:pt x="34290" y="27622"/>
                    <a:pt x="27623" y="33338"/>
                  </a:cubicBezTo>
                  <a:cubicBezTo>
                    <a:pt x="24765" y="35242"/>
                    <a:pt x="21907" y="37147"/>
                    <a:pt x="19050" y="39052"/>
                  </a:cubicBezTo>
                  <a:cubicBezTo>
                    <a:pt x="9525" y="44767"/>
                    <a:pt x="952" y="50483"/>
                    <a:pt x="0" y="55245"/>
                  </a:cubicBezTo>
                  <a:cubicBezTo>
                    <a:pt x="0" y="57150"/>
                    <a:pt x="0" y="58102"/>
                    <a:pt x="1905" y="60960"/>
                  </a:cubicBezTo>
                  <a:cubicBezTo>
                    <a:pt x="8573" y="71438"/>
                    <a:pt x="39052" y="80963"/>
                    <a:pt x="68580" y="80963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971" name="Google Shape;971;p9"/>
            <p:cNvSpPr/>
            <p:nvPr/>
          </p:nvSpPr>
          <p:spPr bwMode="auto">
            <a:xfrm>
              <a:off x="6010119" y="3382326"/>
              <a:ext cx="179377" cy="129539"/>
            </a:xfrm>
            <a:custGeom>
              <a:avLst/>
              <a:gdLst/>
              <a:ahLst/>
              <a:cxnLst/>
              <a:rect l="l" t="t" r="r" b="b"/>
              <a:pathLst>
                <a:path w="179377" h="129539" fill="norm" stroke="1" extrusionOk="0">
                  <a:moveTo>
                    <a:pt x="88736" y="0"/>
                  </a:moveTo>
                  <a:lnTo>
                    <a:pt x="88736" y="0"/>
                  </a:lnTo>
                  <a:lnTo>
                    <a:pt x="87784" y="0"/>
                  </a:lnTo>
                  <a:cubicBezTo>
                    <a:pt x="44921" y="0"/>
                    <a:pt x="20156" y="5715"/>
                    <a:pt x="8726" y="19050"/>
                  </a:cubicBezTo>
                  <a:cubicBezTo>
                    <a:pt x="-4609" y="33338"/>
                    <a:pt x="-799" y="52388"/>
                    <a:pt x="7774" y="64770"/>
                  </a:cubicBezTo>
                  <a:cubicBezTo>
                    <a:pt x="9679" y="67627"/>
                    <a:pt x="11584" y="70485"/>
                    <a:pt x="14441" y="72390"/>
                  </a:cubicBezTo>
                  <a:lnTo>
                    <a:pt x="16346" y="74295"/>
                  </a:lnTo>
                  <a:cubicBezTo>
                    <a:pt x="23014" y="79057"/>
                    <a:pt x="30634" y="81915"/>
                    <a:pt x="38254" y="84772"/>
                  </a:cubicBezTo>
                  <a:cubicBezTo>
                    <a:pt x="56351" y="91440"/>
                    <a:pt x="76354" y="99060"/>
                    <a:pt x="89689" y="129540"/>
                  </a:cubicBezTo>
                  <a:cubicBezTo>
                    <a:pt x="103024" y="98107"/>
                    <a:pt x="123026" y="91440"/>
                    <a:pt x="141124" y="84772"/>
                  </a:cubicBezTo>
                  <a:cubicBezTo>
                    <a:pt x="148744" y="81915"/>
                    <a:pt x="156364" y="79057"/>
                    <a:pt x="163031" y="74295"/>
                  </a:cubicBezTo>
                  <a:lnTo>
                    <a:pt x="164936" y="72390"/>
                  </a:lnTo>
                  <a:cubicBezTo>
                    <a:pt x="167794" y="70485"/>
                    <a:pt x="169699" y="67627"/>
                    <a:pt x="171604" y="64770"/>
                  </a:cubicBezTo>
                  <a:cubicBezTo>
                    <a:pt x="180176" y="52388"/>
                    <a:pt x="183986" y="33338"/>
                    <a:pt x="170651" y="19050"/>
                  </a:cubicBezTo>
                  <a:cubicBezTo>
                    <a:pt x="157316" y="5715"/>
                    <a:pt x="131599" y="0"/>
                    <a:pt x="88736" y="0"/>
                  </a:cubicBezTo>
                  <a:lnTo>
                    <a:pt x="88736" y="0"/>
                  </a:ln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972" name="Google Shape;972;p9"/>
            <p:cNvSpPr/>
            <p:nvPr/>
          </p:nvSpPr>
          <p:spPr bwMode="auto">
            <a:xfrm>
              <a:off x="6188393" y="3388996"/>
              <a:ext cx="104775" cy="81913"/>
            </a:xfrm>
            <a:custGeom>
              <a:avLst/>
              <a:gdLst/>
              <a:ahLst/>
              <a:cxnLst/>
              <a:rect l="l" t="t" r="r" b="b"/>
              <a:pathLst>
                <a:path w="104775" h="81914" fill="norm" stroke="1" extrusionOk="0">
                  <a:moveTo>
                    <a:pt x="0" y="72390"/>
                  </a:moveTo>
                  <a:cubicBezTo>
                    <a:pt x="1905" y="74295"/>
                    <a:pt x="4763" y="77152"/>
                    <a:pt x="9525" y="78105"/>
                  </a:cubicBezTo>
                  <a:cubicBezTo>
                    <a:pt x="16192" y="80010"/>
                    <a:pt x="24765" y="81915"/>
                    <a:pt x="35242" y="81915"/>
                  </a:cubicBezTo>
                  <a:cubicBezTo>
                    <a:pt x="64770" y="81915"/>
                    <a:pt x="95250" y="72390"/>
                    <a:pt x="102870" y="60960"/>
                  </a:cubicBezTo>
                  <a:cubicBezTo>
                    <a:pt x="104775" y="59055"/>
                    <a:pt x="104775" y="57150"/>
                    <a:pt x="104775" y="55245"/>
                  </a:cubicBezTo>
                  <a:cubicBezTo>
                    <a:pt x="103823" y="50483"/>
                    <a:pt x="95250" y="44767"/>
                    <a:pt x="85725" y="39052"/>
                  </a:cubicBezTo>
                  <a:cubicBezTo>
                    <a:pt x="82867" y="37147"/>
                    <a:pt x="80010" y="35242"/>
                    <a:pt x="77153" y="33338"/>
                  </a:cubicBezTo>
                  <a:cubicBezTo>
                    <a:pt x="69533" y="28575"/>
                    <a:pt x="65723" y="23813"/>
                    <a:pt x="61913" y="19050"/>
                  </a:cubicBezTo>
                  <a:cubicBezTo>
                    <a:pt x="54292" y="11430"/>
                    <a:pt x="48578" y="4763"/>
                    <a:pt x="20003" y="952"/>
                  </a:cubicBezTo>
                  <a:cubicBezTo>
                    <a:pt x="14288" y="952"/>
                    <a:pt x="8573" y="0"/>
                    <a:pt x="1905" y="0"/>
                  </a:cubicBezTo>
                  <a:cubicBezTo>
                    <a:pt x="1905" y="0"/>
                    <a:pt x="1905" y="0"/>
                    <a:pt x="2858" y="952"/>
                  </a:cubicBezTo>
                  <a:cubicBezTo>
                    <a:pt x="21908" y="21908"/>
                    <a:pt x="16192" y="49530"/>
                    <a:pt x="5715" y="65722"/>
                  </a:cubicBezTo>
                  <a:cubicBezTo>
                    <a:pt x="3810" y="67627"/>
                    <a:pt x="1905" y="70485"/>
                    <a:pt x="0" y="72390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973" name="Google Shape;973;p9"/>
            <p:cNvSpPr/>
            <p:nvPr/>
          </p:nvSpPr>
          <p:spPr bwMode="auto">
            <a:xfrm>
              <a:off x="6255066" y="3388042"/>
              <a:ext cx="150495" cy="61912"/>
            </a:xfrm>
            <a:custGeom>
              <a:avLst/>
              <a:gdLst/>
              <a:ahLst/>
              <a:cxnLst/>
              <a:rect l="l" t="t" r="r" b="b"/>
              <a:pathLst>
                <a:path w="150495" h="61912" fill="norm" stroke="1" extrusionOk="0">
                  <a:moveTo>
                    <a:pt x="58103" y="61913"/>
                  </a:moveTo>
                  <a:lnTo>
                    <a:pt x="58103" y="61913"/>
                  </a:lnTo>
                  <a:cubicBezTo>
                    <a:pt x="97155" y="61913"/>
                    <a:pt x="135255" y="49530"/>
                    <a:pt x="150495" y="40005"/>
                  </a:cubicBezTo>
                  <a:lnTo>
                    <a:pt x="148590" y="40005"/>
                  </a:lnTo>
                  <a:cubicBezTo>
                    <a:pt x="100965" y="40005"/>
                    <a:pt x="77153" y="20003"/>
                    <a:pt x="62865" y="7620"/>
                  </a:cubicBezTo>
                  <a:cubicBezTo>
                    <a:pt x="60960" y="5715"/>
                    <a:pt x="58103" y="3810"/>
                    <a:pt x="56198" y="1905"/>
                  </a:cubicBezTo>
                  <a:cubicBezTo>
                    <a:pt x="55245" y="953"/>
                    <a:pt x="54292" y="953"/>
                    <a:pt x="52388" y="0"/>
                  </a:cubicBezTo>
                  <a:lnTo>
                    <a:pt x="52388" y="0"/>
                  </a:lnTo>
                  <a:cubicBezTo>
                    <a:pt x="35242" y="1905"/>
                    <a:pt x="17145" y="2858"/>
                    <a:pt x="0" y="2858"/>
                  </a:cubicBezTo>
                  <a:cubicBezTo>
                    <a:pt x="1905" y="4763"/>
                    <a:pt x="3810" y="6667"/>
                    <a:pt x="5715" y="8573"/>
                  </a:cubicBezTo>
                  <a:cubicBezTo>
                    <a:pt x="9525" y="12383"/>
                    <a:pt x="12383" y="16192"/>
                    <a:pt x="19050" y="20003"/>
                  </a:cubicBezTo>
                  <a:cubicBezTo>
                    <a:pt x="21908" y="21908"/>
                    <a:pt x="24765" y="23813"/>
                    <a:pt x="27623" y="25717"/>
                  </a:cubicBezTo>
                  <a:cubicBezTo>
                    <a:pt x="40005" y="33338"/>
                    <a:pt x="50483" y="40005"/>
                    <a:pt x="52388" y="51435"/>
                  </a:cubicBezTo>
                  <a:cubicBezTo>
                    <a:pt x="52388" y="53340"/>
                    <a:pt x="53340" y="56198"/>
                    <a:pt x="52388" y="58103"/>
                  </a:cubicBezTo>
                  <a:cubicBezTo>
                    <a:pt x="53340" y="60960"/>
                    <a:pt x="54292" y="61913"/>
                    <a:pt x="58103" y="61913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974" name="Google Shape;974;p9"/>
            <p:cNvSpPr/>
            <p:nvPr/>
          </p:nvSpPr>
          <p:spPr bwMode="auto">
            <a:xfrm>
              <a:off x="5622573" y="3664502"/>
              <a:ext cx="433339" cy="150232"/>
            </a:xfrm>
            <a:custGeom>
              <a:avLst/>
              <a:gdLst/>
              <a:ahLst/>
              <a:cxnLst/>
              <a:rect l="l" t="t" r="r" b="b"/>
              <a:pathLst>
                <a:path w="433339" h="150232" fill="norm" stroke="1" extrusionOk="0">
                  <a:moveTo>
                    <a:pt x="281020" y="82629"/>
                  </a:moveTo>
                  <a:cubicBezTo>
                    <a:pt x="285782" y="84534"/>
                    <a:pt x="349600" y="103584"/>
                    <a:pt x="361982" y="104537"/>
                  </a:cubicBezTo>
                  <a:cubicBezTo>
                    <a:pt x="382937" y="107394"/>
                    <a:pt x="404845" y="106442"/>
                    <a:pt x="421037" y="92154"/>
                  </a:cubicBezTo>
                  <a:cubicBezTo>
                    <a:pt x="421990" y="91202"/>
                    <a:pt x="422942" y="90249"/>
                    <a:pt x="424847" y="89297"/>
                  </a:cubicBezTo>
                  <a:cubicBezTo>
                    <a:pt x="427705" y="85487"/>
                    <a:pt x="430562" y="82629"/>
                    <a:pt x="431515" y="78819"/>
                  </a:cubicBezTo>
                  <a:cubicBezTo>
                    <a:pt x="440087" y="56912"/>
                    <a:pt x="419132" y="30242"/>
                    <a:pt x="354362" y="15002"/>
                  </a:cubicBezTo>
                  <a:cubicBezTo>
                    <a:pt x="274352" y="-4048"/>
                    <a:pt x="153385" y="-6906"/>
                    <a:pt x="67660" y="17859"/>
                  </a:cubicBezTo>
                  <a:cubicBezTo>
                    <a:pt x="19082" y="32147"/>
                    <a:pt x="-920" y="52149"/>
                    <a:pt x="32" y="72152"/>
                  </a:cubicBezTo>
                  <a:cubicBezTo>
                    <a:pt x="32" y="77867"/>
                    <a:pt x="1937" y="82629"/>
                    <a:pt x="4795" y="88344"/>
                  </a:cubicBezTo>
                  <a:lnTo>
                    <a:pt x="4795" y="88344"/>
                  </a:lnTo>
                  <a:cubicBezTo>
                    <a:pt x="10510" y="97869"/>
                    <a:pt x="20035" y="107394"/>
                    <a:pt x="33370" y="115014"/>
                  </a:cubicBezTo>
                  <a:cubicBezTo>
                    <a:pt x="40037" y="118824"/>
                    <a:pt x="46705" y="122634"/>
                    <a:pt x="55277" y="125492"/>
                  </a:cubicBezTo>
                  <a:lnTo>
                    <a:pt x="55277" y="125492"/>
                  </a:lnTo>
                  <a:cubicBezTo>
                    <a:pt x="69565" y="131207"/>
                    <a:pt x="84805" y="135969"/>
                    <a:pt x="102902" y="138827"/>
                  </a:cubicBezTo>
                  <a:cubicBezTo>
                    <a:pt x="150527" y="148352"/>
                    <a:pt x="208630" y="152162"/>
                    <a:pt x="258160" y="149304"/>
                  </a:cubicBezTo>
                  <a:cubicBezTo>
                    <a:pt x="330550" y="145494"/>
                    <a:pt x="324835" y="123587"/>
                    <a:pt x="309595" y="114062"/>
                  </a:cubicBezTo>
                  <a:cubicBezTo>
                    <a:pt x="305785" y="112157"/>
                    <a:pt x="287687" y="102632"/>
                    <a:pt x="275305" y="93107"/>
                  </a:cubicBezTo>
                  <a:cubicBezTo>
                    <a:pt x="264827" y="86439"/>
                    <a:pt x="271495" y="78819"/>
                    <a:pt x="281020" y="82629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975" name="Google Shape;975;p9"/>
            <p:cNvSpPr/>
            <p:nvPr/>
          </p:nvSpPr>
          <p:spPr bwMode="auto">
            <a:xfrm>
              <a:off x="5892166" y="3782374"/>
              <a:ext cx="786764" cy="50482"/>
            </a:xfrm>
            <a:custGeom>
              <a:avLst/>
              <a:gdLst/>
              <a:ahLst/>
              <a:cxnLst/>
              <a:rect l="l" t="t" r="r" b="b"/>
              <a:pathLst>
                <a:path w="786764" h="50482" fill="norm" stroke="1" extrusionOk="0">
                  <a:moveTo>
                    <a:pt x="64770" y="0"/>
                  </a:moveTo>
                  <a:cubicBezTo>
                    <a:pt x="65723" y="952"/>
                    <a:pt x="65723" y="2857"/>
                    <a:pt x="65723" y="4763"/>
                  </a:cubicBezTo>
                  <a:cubicBezTo>
                    <a:pt x="66675" y="8572"/>
                    <a:pt x="66675" y="13335"/>
                    <a:pt x="65723" y="17145"/>
                  </a:cubicBezTo>
                  <a:cubicBezTo>
                    <a:pt x="60007" y="40957"/>
                    <a:pt x="28575" y="47625"/>
                    <a:pt x="0" y="50482"/>
                  </a:cubicBezTo>
                  <a:lnTo>
                    <a:pt x="725805" y="50482"/>
                  </a:lnTo>
                  <a:cubicBezTo>
                    <a:pt x="746760" y="36195"/>
                    <a:pt x="766763" y="20955"/>
                    <a:pt x="786765" y="4763"/>
                  </a:cubicBezTo>
                  <a:lnTo>
                    <a:pt x="81915" y="4763"/>
                  </a:lnTo>
                  <a:cubicBezTo>
                    <a:pt x="78105" y="2857"/>
                    <a:pt x="72390" y="1905"/>
                    <a:pt x="64770" y="0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976" name="Google Shape;976;p9"/>
            <p:cNvSpPr/>
            <p:nvPr/>
          </p:nvSpPr>
          <p:spPr bwMode="auto">
            <a:xfrm>
              <a:off x="5514024" y="3787137"/>
              <a:ext cx="279082" cy="45719"/>
            </a:xfrm>
            <a:custGeom>
              <a:avLst/>
              <a:gdLst/>
              <a:ahLst/>
              <a:cxnLst/>
              <a:rect l="l" t="t" r="r" b="b"/>
              <a:pathLst>
                <a:path w="279082" h="45719" fill="norm" stroke="1" extrusionOk="0">
                  <a:moveTo>
                    <a:pt x="206692" y="35242"/>
                  </a:moveTo>
                  <a:cubicBezTo>
                    <a:pt x="187642" y="31432"/>
                    <a:pt x="171450" y="26670"/>
                    <a:pt x="157163" y="20955"/>
                  </a:cubicBezTo>
                  <a:lnTo>
                    <a:pt x="156210" y="20955"/>
                  </a:lnTo>
                  <a:lnTo>
                    <a:pt x="155257" y="20955"/>
                  </a:lnTo>
                  <a:cubicBezTo>
                    <a:pt x="146685" y="17145"/>
                    <a:pt x="139065" y="13335"/>
                    <a:pt x="131445" y="9525"/>
                  </a:cubicBezTo>
                  <a:cubicBezTo>
                    <a:pt x="126682" y="6667"/>
                    <a:pt x="121920" y="3810"/>
                    <a:pt x="118110" y="0"/>
                  </a:cubicBezTo>
                  <a:lnTo>
                    <a:pt x="0" y="0"/>
                  </a:lnTo>
                  <a:cubicBezTo>
                    <a:pt x="20002" y="16192"/>
                    <a:pt x="40005" y="31432"/>
                    <a:pt x="60960" y="45720"/>
                  </a:cubicBezTo>
                  <a:lnTo>
                    <a:pt x="279082" y="45720"/>
                  </a:lnTo>
                  <a:cubicBezTo>
                    <a:pt x="253365" y="42863"/>
                    <a:pt x="228600" y="40005"/>
                    <a:pt x="206692" y="35242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977" name="Google Shape;977;p9"/>
            <p:cNvSpPr/>
            <p:nvPr/>
          </p:nvSpPr>
          <p:spPr bwMode="auto">
            <a:xfrm>
              <a:off x="5295902" y="3529966"/>
              <a:ext cx="984884" cy="45719"/>
            </a:xfrm>
            <a:custGeom>
              <a:avLst/>
              <a:gdLst/>
              <a:ahLst/>
              <a:cxnLst/>
              <a:rect l="l" t="t" r="r" b="b"/>
              <a:pathLst>
                <a:path w="984884" h="45719" fill="norm" stroke="1" extrusionOk="0">
                  <a:moveTo>
                    <a:pt x="950595" y="44767"/>
                  </a:moveTo>
                  <a:cubicBezTo>
                    <a:pt x="947738" y="36195"/>
                    <a:pt x="948690" y="26670"/>
                    <a:pt x="953453" y="19050"/>
                  </a:cubicBezTo>
                  <a:cubicBezTo>
                    <a:pt x="956310" y="14288"/>
                    <a:pt x="960120" y="11430"/>
                    <a:pt x="966788" y="7620"/>
                  </a:cubicBezTo>
                  <a:cubicBezTo>
                    <a:pt x="971550" y="4763"/>
                    <a:pt x="978218" y="2857"/>
                    <a:pt x="984885" y="0"/>
                  </a:cubicBezTo>
                  <a:lnTo>
                    <a:pt x="0" y="0"/>
                  </a:lnTo>
                  <a:cubicBezTo>
                    <a:pt x="8573" y="15240"/>
                    <a:pt x="18098" y="30480"/>
                    <a:pt x="28575" y="45720"/>
                  </a:cubicBezTo>
                  <a:lnTo>
                    <a:pt x="951547" y="45720"/>
                  </a:lnTo>
                  <a:cubicBezTo>
                    <a:pt x="950595" y="45720"/>
                    <a:pt x="950595" y="45720"/>
                    <a:pt x="950595" y="44767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978" name="Google Shape;978;p9"/>
            <p:cNvSpPr/>
            <p:nvPr/>
          </p:nvSpPr>
          <p:spPr bwMode="auto">
            <a:xfrm>
              <a:off x="6517960" y="3529966"/>
              <a:ext cx="381000" cy="45719"/>
            </a:xfrm>
            <a:custGeom>
              <a:avLst/>
              <a:gdLst/>
              <a:ahLst/>
              <a:cxnLst/>
              <a:rect l="l" t="t" r="r" b="b"/>
              <a:pathLst>
                <a:path w="381000" h="45719" fill="norm" stroke="1" extrusionOk="0">
                  <a:moveTo>
                    <a:pt x="74295" y="15240"/>
                  </a:moveTo>
                  <a:cubicBezTo>
                    <a:pt x="111442" y="24765"/>
                    <a:pt x="139065" y="35242"/>
                    <a:pt x="159067" y="45720"/>
                  </a:cubicBezTo>
                  <a:lnTo>
                    <a:pt x="352425" y="45720"/>
                  </a:lnTo>
                  <a:cubicBezTo>
                    <a:pt x="361950" y="30480"/>
                    <a:pt x="371475" y="15240"/>
                    <a:pt x="381000" y="0"/>
                  </a:cubicBezTo>
                  <a:lnTo>
                    <a:pt x="0" y="0"/>
                  </a:lnTo>
                  <a:cubicBezTo>
                    <a:pt x="25717" y="4763"/>
                    <a:pt x="51435" y="9525"/>
                    <a:pt x="74295" y="15240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979" name="Google Shape;979;p9"/>
            <p:cNvSpPr/>
            <p:nvPr/>
          </p:nvSpPr>
          <p:spPr bwMode="auto">
            <a:xfrm>
              <a:off x="6681789" y="3615689"/>
              <a:ext cx="161925" cy="45719"/>
            </a:xfrm>
            <a:custGeom>
              <a:avLst/>
              <a:gdLst/>
              <a:ahLst/>
              <a:cxnLst/>
              <a:rect l="l" t="t" r="r" b="b"/>
              <a:pathLst>
                <a:path w="161925" h="45719" fill="norm" stroke="1" extrusionOk="0">
                  <a:moveTo>
                    <a:pt x="28575" y="7620"/>
                  </a:moveTo>
                  <a:cubicBezTo>
                    <a:pt x="27622" y="17145"/>
                    <a:pt x="21908" y="26670"/>
                    <a:pt x="13335" y="35242"/>
                  </a:cubicBezTo>
                  <a:lnTo>
                    <a:pt x="10478" y="38100"/>
                  </a:lnTo>
                  <a:cubicBezTo>
                    <a:pt x="7620" y="40957"/>
                    <a:pt x="3810" y="43815"/>
                    <a:pt x="0" y="45720"/>
                  </a:cubicBezTo>
                  <a:lnTo>
                    <a:pt x="125730" y="45720"/>
                  </a:lnTo>
                  <a:cubicBezTo>
                    <a:pt x="138113" y="30480"/>
                    <a:pt x="150495" y="16192"/>
                    <a:pt x="161925" y="0"/>
                  </a:cubicBezTo>
                  <a:lnTo>
                    <a:pt x="29528" y="0"/>
                  </a:lnTo>
                  <a:cubicBezTo>
                    <a:pt x="28575" y="2857"/>
                    <a:pt x="28575" y="4763"/>
                    <a:pt x="28575" y="7620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980" name="Google Shape;980;p9"/>
            <p:cNvSpPr/>
            <p:nvPr/>
          </p:nvSpPr>
          <p:spPr bwMode="auto">
            <a:xfrm>
              <a:off x="5352096" y="3615689"/>
              <a:ext cx="815339" cy="45719"/>
            </a:xfrm>
            <a:custGeom>
              <a:avLst/>
              <a:gdLst/>
              <a:ahLst/>
              <a:cxnLst/>
              <a:rect l="l" t="t" r="r" b="b"/>
              <a:pathLst>
                <a:path w="815339" h="45719" fill="norm" stroke="1" extrusionOk="0">
                  <a:moveTo>
                    <a:pt x="344805" y="45720"/>
                  </a:moveTo>
                  <a:cubicBezTo>
                    <a:pt x="384810" y="35242"/>
                    <a:pt x="432435" y="30480"/>
                    <a:pt x="483870" y="30480"/>
                  </a:cubicBezTo>
                  <a:cubicBezTo>
                    <a:pt x="535305" y="30480"/>
                    <a:pt x="587693" y="36195"/>
                    <a:pt x="628650" y="45720"/>
                  </a:cubicBezTo>
                  <a:lnTo>
                    <a:pt x="805815" y="45720"/>
                  </a:lnTo>
                  <a:cubicBezTo>
                    <a:pt x="802005" y="35242"/>
                    <a:pt x="802957" y="26670"/>
                    <a:pt x="803910" y="20955"/>
                  </a:cubicBezTo>
                  <a:cubicBezTo>
                    <a:pt x="805815" y="12382"/>
                    <a:pt x="809625" y="5715"/>
                    <a:pt x="815340" y="0"/>
                  </a:cubicBezTo>
                  <a:lnTo>
                    <a:pt x="0" y="0"/>
                  </a:lnTo>
                  <a:cubicBezTo>
                    <a:pt x="11430" y="15240"/>
                    <a:pt x="23813" y="30480"/>
                    <a:pt x="36195" y="45720"/>
                  </a:cubicBezTo>
                  <a:lnTo>
                    <a:pt x="344805" y="45720"/>
                  </a:ln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981" name="Google Shape;981;p9"/>
            <p:cNvSpPr/>
            <p:nvPr/>
          </p:nvSpPr>
          <p:spPr bwMode="auto">
            <a:xfrm>
              <a:off x="5422584" y="3701413"/>
              <a:ext cx="196214" cy="45719"/>
            </a:xfrm>
            <a:custGeom>
              <a:avLst/>
              <a:gdLst/>
              <a:ahLst/>
              <a:cxnLst/>
              <a:rect l="l" t="t" r="r" b="b"/>
              <a:pathLst>
                <a:path w="196214" h="45719" fill="norm" stroke="1" extrusionOk="0">
                  <a:moveTo>
                    <a:pt x="181927" y="36195"/>
                  </a:moveTo>
                  <a:cubicBezTo>
                    <a:pt x="181927" y="25717"/>
                    <a:pt x="184785" y="12382"/>
                    <a:pt x="196215" y="0"/>
                  </a:cubicBezTo>
                  <a:lnTo>
                    <a:pt x="0" y="0"/>
                  </a:lnTo>
                  <a:cubicBezTo>
                    <a:pt x="14288" y="15240"/>
                    <a:pt x="30480" y="30480"/>
                    <a:pt x="45720" y="45720"/>
                  </a:cubicBezTo>
                  <a:lnTo>
                    <a:pt x="182880" y="45720"/>
                  </a:lnTo>
                  <a:cubicBezTo>
                    <a:pt x="181927" y="41910"/>
                    <a:pt x="181927" y="39052"/>
                    <a:pt x="181927" y="36195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982" name="Google Shape;982;p9"/>
            <p:cNvSpPr/>
            <p:nvPr/>
          </p:nvSpPr>
          <p:spPr bwMode="auto">
            <a:xfrm>
              <a:off x="6060758" y="3701413"/>
              <a:ext cx="711517" cy="45719"/>
            </a:xfrm>
            <a:custGeom>
              <a:avLst/>
              <a:gdLst/>
              <a:ahLst/>
              <a:cxnLst/>
              <a:rect l="l" t="t" r="r" b="b"/>
              <a:pathLst>
                <a:path w="711517" h="45719" fill="norm" stroke="1" extrusionOk="0">
                  <a:moveTo>
                    <a:pt x="472440" y="14288"/>
                  </a:moveTo>
                  <a:lnTo>
                    <a:pt x="465772" y="15240"/>
                  </a:lnTo>
                  <a:cubicBezTo>
                    <a:pt x="410527" y="26670"/>
                    <a:pt x="353377" y="32385"/>
                    <a:pt x="300038" y="32385"/>
                  </a:cubicBezTo>
                  <a:cubicBezTo>
                    <a:pt x="246697" y="32385"/>
                    <a:pt x="179070" y="26670"/>
                    <a:pt x="135255" y="0"/>
                  </a:cubicBezTo>
                  <a:lnTo>
                    <a:pt x="0" y="0"/>
                  </a:lnTo>
                  <a:cubicBezTo>
                    <a:pt x="2858" y="3810"/>
                    <a:pt x="6667" y="7620"/>
                    <a:pt x="8572" y="11430"/>
                  </a:cubicBezTo>
                  <a:cubicBezTo>
                    <a:pt x="14288" y="21907"/>
                    <a:pt x="15240" y="34290"/>
                    <a:pt x="12383" y="45720"/>
                  </a:cubicBezTo>
                  <a:lnTo>
                    <a:pt x="665797" y="45720"/>
                  </a:lnTo>
                  <a:cubicBezTo>
                    <a:pt x="681990" y="31432"/>
                    <a:pt x="697230" y="16192"/>
                    <a:pt x="711518" y="0"/>
                  </a:cubicBezTo>
                  <a:lnTo>
                    <a:pt x="529590" y="0"/>
                  </a:lnTo>
                  <a:cubicBezTo>
                    <a:pt x="510540" y="4763"/>
                    <a:pt x="492442" y="9525"/>
                    <a:pt x="472440" y="14288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983" name="Google Shape;983;p9"/>
            <p:cNvSpPr/>
            <p:nvPr/>
          </p:nvSpPr>
          <p:spPr bwMode="auto">
            <a:xfrm>
              <a:off x="6172093" y="3539491"/>
              <a:ext cx="520239" cy="177164"/>
            </a:xfrm>
            <a:custGeom>
              <a:avLst/>
              <a:gdLst/>
              <a:ahLst/>
              <a:cxnLst/>
              <a:rect l="l" t="t" r="r" b="b"/>
              <a:pathLst>
                <a:path w="520239" h="177164" fill="norm" stroke="1" extrusionOk="0">
                  <a:moveTo>
                    <a:pt x="167746" y="80010"/>
                  </a:moveTo>
                  <a:cubicBezTo>
                    <a:pt x="158221" y="80010"/>
                    <a:pt x="146791" y="78105"/>
                    <a:pt x="134408" y="76200"/>
                  </a:cubicBezTo>
                  <a:cubicBezTo>
                    <a:pt x="121073" y="74295"/>
                    <a:pt x="105833" y="71438"/>
                    <a:pt x="90593" y="71438"/>
                  </a:cubicBezTo>
                  <a:cubicBezTo>
                    <a:pt x="86783" y="71438"/>
                    <a:pt x="82973" y="71438"/>
                    <a:pt x="79163" y="71438"/>
                  </a:cubicBezTo>
                  <a:cubicBezTo>
                    <a:pt x="60113" y="71438"/>
                    <a:pt x="42968" y="73342"/>
                    <a:pt x="29633" y="77152"/>
                  </a:cubicBezTo>
                  <a:cubicBezTo>
                    <a:pt x="10583" y="81915"/>
                    <a:pt x="-17992" y="106680"/>
                    <a:pt x="15346" y="134302"/>
                  </a:cubicBezTo>
                  <a:cubicBezTo>
                    <a:pt x="42968" y="161925"/>
                    <a:pt x="103928" y="177165"/>
                    <a:pt x="188701" y="177165"/>
                  </a:cubicBezTo>
                  <a:cubicBezTo>
                    <a:pt x="241088" y="177165"/>
                    <a:pt x="297286" y="171450"/>
                    <a:pt x="351578" y="160020"/>
                  </a:cubicBezTo>
                  <a:lnTo>
                    <a:pt x="357293" y="159067"/>
                  </a:lnTo>
                  <a:cubicBezTo>
                    <a:pt x="426826" y="144780"/>
                    <a:pt x="483023" y="122872"/>
                    <a:pt x="506836" y="101917"/>
                  </a:cubicBezTo>
                  <a:lnTo>
                    <a:pt x="509693" y="99060"/>
                  </a:lnTo>
                  <a:cubicBezTo>
                    <a:pt x="515408" y="93345"/>
                    <a:pt x="519218" y="87630"/>
                    <a:pt x="520171" y="81915"/>
                  </a:cubicBezTo>
                  <a:cubicBezTo>
                    <a:pt x="521123" y="72390"/>
                    <a:pt x="513503" y="48577"/>
                    <a:pt x="415396" y="23813"/>
                  </a:cubicBezTo>
                  <a:cubicBezTo>
                    <a:pt x="357293" y="9525"/>
                    <a:pt x="279188" y="0"/>
                    <a:pt x="211561" y="0"/>
                  </a:cubicBezTo>
                  <a:lnTo>
                    <a:pt x="207751" y="0"/>
                  </a:lnTo>
                  <a:cubicBezTo>
                    <a:pt x="146791" y="0"/>
                    <a:pt x="113453" y="6667"/>
                    <a:pt x="99166" y="15240"/>
                  </a:cubicBezTo>
                  <a:cubicBezTo>
                    <a:pt x="96308" y="17145"/>
                    <a:pt x="93451" y="19050"/>
                    <a:pt x="92498" y="20955"/>
                  </a:cubicBezTo>
                  <a:cubicBezTo>
                    <a:pt x="91546" y="22860"/>
                    <a:pt x="90593" y="26670"/>
                    <a:pt x="91546" y="30480"/>
                  </a:cubicBezTo>
                  <a:cubicBezTo>
                    <a:pt x="101071" y="53340"/>
                    <a:pt x="140123" y="59055"/>
                    <a:pt x="175366" y="59055"/>
                  </a:cubicBezTo>
                  <a:cubicBezTo>
                    <a:pt x="195368" y="60007"/>
                    <a:pt x="194416" y="68580"/>
                    <a:pt x="190606" y="72390"/>
                  </a:cubicBezTo>
                  <a:cubicBezTo>
                    <a:pt x="183938" y="79057"/>
                    <a:pt x="174413" y="80010"/>
                    <a:pt x="167746" y="80010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984" name="Google Shape;984;p9"/>
            <p:cNvSpPr/>
            <p:nvPr/>
          </p:nvSpPr>
          <p:spPr bwMode="auto">
            <a:xfrm>
              <a:off x="6639878" y="3308983"/>
              <a:ext cx="231457" cy="38100"/>
            </a:xfrm>
            <a:custGeom>
              <a:avLst/>
              <a:gdLst/>
              <a:ahLst/>
              <a:cxnLst/>
              <a:rect l="l" t="t" r="r" b="b"/>
              <a:pathLst>
                <a:path w="231457" h="38100" fill="norm" stroke="1" extrusionOk="0">
                  <a:moveTo>
                    <a:pt x="231457" y="20003"/>
                  </a:moveTo>
                  <a:lnTo>
                    <a:pt x="1905" y="0"/>
                  </a:lnTo>
                  <a:cubicBezTo>
                    <a:pt x="952" y="5715"/>
                    <a:pt x="952" y="12383"/>
                    <a:pt x="0" y="18098"/>
                  </a:cubicBezTo>
                  <a:lnTo>
                    <a:pt x="229552" y="38100"/>
                  </a:lnTo>
                  <a:cubicBezTo>
                    <a:pt x="229552" y="32385"/>
                    <a:pt x="230505" y="25718"/>
                    <a:pt x="231457" y="20003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985" name="Google Shape;985;p9"/>
            <p:cNvSpPr/>
            <p:nvPr/>
          </p:nvSpPr>
          <p:spPr bwMode="auto">
            <a:xfrm>
              <a:off x="6636069" y="3126102"/>
              <a:ext cx="230504" cy="58102"/>
            </a:xfrm>
            <a:custGeom>
              <a:avLst/>
              <a:gdLst/>
              <a:ahLst/>
              <a:cxnLst/>
              <a:rect l="l" t="t" r="r" b="b"/>
              <a:pathLst>
                <a:path w="230504" h="58102" fill="norm" stroke="1" extrusionOk="0">
                  <a:moveTo>
                    <a:pt x="227648" y="0"/>
                  </a:moveTo>
                  <a:lnTo>
                    <a:pt x="0" y="40005"/>
                  </a:lnTo>
                  <a:cubicBezTo>
                    <a:pt x="953" y="45720"/>
                    <a:pt x="1905" y="52388"/>
                    <a:pt x="2858" y="58103"/>
                  </a:cubicBezTo>
                  <a:lnTo>
                    <a:pt x="230505" y="17145"/>
                  </a:lnTo>
                  <a:cubicBezTo>
                    <a:pt x="229553" y="12383"/>
                    <a:pt x="228600" y="6667"/>
                    <a:pt x="227648" y="0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986" name="Google Shape;986;p9"/>
            <p:cNvSpPr/>
            <p:nvPr/>
          </p:nvSpPr>
          <p:spPr bwMode="auto">
            <a:xfrm>
              <a:off x="6594158" y="2932748"/>
              <a:ext cx="217170" cy="114299"/>
            </a:xfrm>
            <a:custGeom>
              <a:avLst/>
              <a:gdLst/>
              <a:ahLst/>
              <a:cxnLst/>
              <a:rect l="l" t="t" r="r" b="b"/>
              <a:pathLst>
                <a:path w="217170" h="114299" fill="norm" stroke="1" extrusionOk="0">
                  <a:moveTo>
                    <a:pt x="0" y="98107"/>
                  </a:moveTo>
                  <a:cubicBezTo>
                    <a:pt x="2858" y="103823"/>
                    <a:pt x="4763" y="109537"/>
                    <a:pt x="7620" y="114300"/>
                  </a:cubicBezTo>
                  <a:lnTo>
                    <a:pt x="217170" y="16192"/>
                  </a:lnTo>
                  <a:cubicBezTo>
                    <a:pt x="214313" y="10477"/>
                    <a:pt x="212408" y="4763"/>
                    <a:pt x="209550" y="0"/>
                  </a:cubicBezTo>
                  <a:lnTo>
                    <a:pt x="0" y="98107"/>
                  </a:ln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987" name="Google Shape;987;p9"/>
            <p:cNvSpPr/>
            <p:nvPr/>
          </p:nvSpPr>
          <p:spPr bwMode="auto">
            <a:xfrm>
              <a:off x="6518908" y="2761295"/>
              <a:ext cx="188594" cy="163829"/>
            </a:xfrm>
            <a:custGeom>
              <a:avLst/>
              <a:gdLst/>
              <a:ahLst/>
              <a:cxnLst/>
              <a:rect l="l" t="t" r="r" b="b"/>
              <a:pathLst>
                <a:path w="188595" h="163829" fill="norm" stroke="1" extrusionOk="0">
                  <a:moveTo>
                    <a:pt x="188595" y="14288"/>
                  </a:moveTo>
                  <a:cubicBezTo>
                    <a:pt x="184785" y="9525"/>
                    <a:pt x="180975" y="4763"/>
                    <a:pt x="177165" y="0"/>
                  </a:cubicBezTo>
                  <a:lnTo>
                    <a:pt x="0" y="149542"/>
                  </a:lnTo>
                  <a:cubicBezTo>
                    <a:pt x="3810" y="154305"/>
                    <a:pt x="7620" y="159067"/>
                    <a:pt x="11430" y="163830"/>
                  </a:cubicBezTo>
                  <a:lnTo>
                    <a:pt x="188595" y="14288"/>
                  </a:ln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988" name="Google Shape;988;p9"/>
            <p:cNvSpPr/>
            <p:nvPr/>
          </p:nvSpPr>
          <p:spPr bwMode="auto">
            <a:xfrm>
              <a:off x="6419849" y="2628897"/>
              <a:ext cx="149542" cy="200025"/>
            </a:xfrm>
            <a:custGeom>
              <a:avLst/>
              <a:gdLst/>
              <a:ahLst/>
              <a:cxnLst/>
              <a:rect l="l" t="t" r="r" b="b"/>
              <a:pathLst>
                <a:path w="149542" h="200025" fill="norm" stroke="1" extrusionOk="0">
                  <a:moveTo>
                    <a:pt x="149542" y="10477"/>
                  </a:moveTo>
                  <a:cubicBezTo>
                    <a:pt x="144780" y="6667"/>
                    <a:pt x="140017" y="2858"/>
                    <a:pt x="135255" y="0"/>
                  </a:cubicBezTo>
                  <a:lnTo>
                    <a:pt x="0" y="188595"/>
                  </a:lnTo>
                  <a:cubicBezTo>
                    <a:pt x="4763" y="192405"/>
                    <a:pt x="9525" y="196215"/>
                    <a:pt x="14288" y="200025"/>
                  </a:cubicBezTo>
                  <a:lnTo>
                    <a:pt x="149542" y="10477"/>
                  </a:ln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989" name="Google Shape;989;p9"/>
            <p:cNvSpPr/>
            <p:nvPr/>
          </p:nvSpPr>
          <p:spPr bwMode="auto">
            <a:xfrm>
              <a:off x="6299832" y="2535555"/>
              <a:ext cx="100965" cy="222885"/>
            </a:xfrm>
            <a:custGeom>
              <a:avLst/>
              <a:gdLst/>
              <a:ahLst/>
              <a:cxnLst/>
              <a:rect l="l" t="t" r="r" b="b"/>
              <a:pathLst>
                <a:path w="100965" h="222885" fill="norm" stroke="1" extrusionOk="0">
                  <a:moveTo>
                    <a:pt x="17145" y="222885"/>
                  </a:moveTo>
                  <a:lnTo>
                    <a:pt x="100965" y="6668"/>
                  </a:lnTo>
                  <a:cubicBezTo>
                    <a:pt x="95250" y="4763"/>
                    <a:pt x="89535" y="1905"/>
                    <a:pt x="83820" y="0"/>
                  </a:cubicBezTo>
                  <a:lnTo>
                    <a:pt x="0" y="216218"/>
                  </a:lnTo>
                  <a:cubicBezTo>
                    <a:pt x="6668" y="218123"/>
                    <a:pt x="12383" y="220980"/>
                    <a:pt x="17145" y="222885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990" name="Google Shape;990;p9"/>
            <p:cNvSpPr/>
            <p:nvPr/>
          </p:nvSpPr>
          <p:spPr bwMode="auto">
            <a:xfrm>
              <a:off x="5330190" y="3309937"/>
              <a:ext cx="228600" cy="37147"/>
            </a:xfrm>
            <a:custGeom>
              <a:avLst/>
              <a:gdLst/>
              <a:ahLst/>
              <a:cxnLst/>
              <a:rect l="l" t="t" r="r" b="b"/>
              <a:pathLst>
                <a:path w="228600" h="37147" fill="norm" stroke="1" extrusionOk="0">
                  <a:moveTo>
                    <a:pt x="1905" y="37147"/>
                  </a:moveTo>
                  <a:lnTo>
                    <a:pt x="228600" y="18097"/>
                  </a:lnTo>
                  <a:cubicBezTo>
                    <a:pt x="227648" y="12383"/>
                    <a:pt x="226695" y="5715"/>
                    <a:pt x="226695" y="0"/>
                  </a:cubicBezTo>
                  <a:lnTo>
                    <a:pt x="0" y="19050"/>
                  </a:lnTo>
                  <a:cubicBezTo>
                    <a:pt x="0" y="24765"/>
                    <a:pt x="952" y="30480"/>
                    <a:pt x="1905" y="37147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991" name="Google Shape;991;p9"/>
            <p:cNvSpPr/>
            <p:nvPr/>
          </p:nvSpPr>
          <p:spPr bwMode="auto">
            <a:xfrm>
              <a:off x="5333999" y="3127056"/>
              <a:ext cx="227647" cy="58102"/>
            </a:xfrm>
            <a:custGeom>
              <a:avLst/>
              <a:gdLst/>
              <a:ahLst/>
              <a:cxnLst/>
              <a:rect l="l" t="t" r="r" b="b"/>
              <a:pathLst>
                <a:path w="227647" h="58102" fill="norm" stroke="1" extrusionOk="0">
                  <a:moveTo>
                    <a:pt x="227648" y="40005"/>
                  </a:moveTo>
                  <a:lnTo>
                    <a:pt x="2858" y="0"/>
                  </a:lnTo>
                  <a:cubicBezTo>
                    <a:pt x="1905" y="5715"/>
                    <a:pt x="952" y="12383"/>
                    <a:pt x="0" y="18097"/>
                  </a:cubicBezTo>
                  <a:lnTo>
                    <a:pt x="224790" y="58102"/>
                  </a:lnTo>
                  <a:cubicBezTo>
                    <a:pt x="225742" y="51435"/>
                    <a:pt x="226695" y="45720"/>
                    <a:pt x="227648" y="40005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992" name="Google Shape;992;p9"/>
            <p:cNvSpPr/>
            <p:nvPr/>
          </p:nvSpPr>
          <p:spPr bwMode="auto">
            <a:xfrm>
              <a:off x="5389244" y="2933696"/>
              <a:ext cx="215264" cy="113347"/>
            </a:xfrm>
            <a:custGeom>
              <a:avLst/>
              <a:gdLst/>
              <a:ahLst/>
              <a:cxnLst/>
              <a:rect l="l" t="t" r="r" b="b"/>
              <a:pathLst>
                <a:path w="215264" h="113347" fill="norm" stroke="1" extrusionOk="0">
                  <a:moveTo>
                    <a:pt x="0" y="16192"/>
                  </a:moveTo>
                  <a:lnTo>
                    <a:pt x="207645" y="113347"/>
                  </a:lnTo>
                  <a:cubicBezTo>
                    <a:pt x="209550" y="107633"/>
                    <a:pt x="212407" y="101917"/>
                    <a:pt x="215265" y="97155"/>
                  </a:cubicBezTo>
                  <a:lnTo>
                    <a:pt x="7620" y="0"/>
                  </a:lnTo>
                  <a:cubicBezTo>
                    <a:pt x="4763" y="4763"/>
                    <a:pt x="1905" y="10477"/>
                    <a:pt x="0" y="16192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993" name="Google Shape;993;p9"/>
            <p:cNvSpPr/>
            <p:nvPr/>
          </p:nvSpPr>
          <p:spPr bwMode="auto">
            <a:xfrm>
              <a:off x="5492111" y="2762249"/>
              <a:ext cx="187642" cy="161925"/>
            </a:xfrm>
            <a:custGeom>
              <a:avLst/>
              <a:gdLst/>
              <a:ahLst/>
              <a:cxnLst/>
              <a:rect l="l" t="t" r="r" b="b"/>
              <a:pathLst>
                <a:path w="187642" h="161925" fill="norm" stroke="1" extrusionOk="0">
                  <a:moveTo>
                    <a:pt x="187643" y="147638"/>
                  </a:moveTo>
                  <a:lnTo>
                    <a:pt x="11430" y="0"/>
                  </a:lnTo>
                  <a:cubicBezTo>
                    <a:pt x="7620" y="4763"/>
                    <a:pt x="3810" y="9525"/>
                    <a:pt x="0" y="14288"/>
                  </a:cubicBezTo>
                  <a:lnTo>
                    <a:pt x="175260" y="161925"/>
                  </a:lnTo>
                  <a:cubicBezTo>
                    <a:pt x="180023" y="157163"/>
                    <a:pt x="183833" y="152400"/>
                    <a:pt x="187643" y="147638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994" name="Google Shape;994;p9"/>
            <p:cNvSpPr/>
            <p:nvPr/>
          </p:nvSpPr>
          <p:spPr bwMode="auto">
            <a:xfrm>
              <a:off x="5621654" y="2635567"/>
              <a:ext cx="151447" cy="197167"/>
            </a:xfrm>
            <a:custGeom>
              <a:avLst/>
              <a:gdLst/>
              <a:ahLst/>
              <a:cxnLst/>
              <a:rect l="l" t="t" r="r" b="b"/>
              <a:pathLst>
                <a:path w="151447" h="197167" fill="norm" stroke="1" extrusionOk="0">
                  <a:moveTo>
                    <a:pt x="137160" y="197168"/>
                  </a:moveTo>
                  <a:cubicBezTo>
                    <a:pt x="141923" y="193358"/>
                    <a:pt x="146685" y="189548"/>
                    <a:pt x="151448" y="185738"/>
                  </a:cubicBezTo>
                  <a:lnTo>
                    <a:pt x="14288" y="0"/>
                  </a:lnTo>
                  <a:cubicBezTo>
                    <a:pt x="9525" y="3810"/>
                    <a:pt x="4763" y="7620"/>
                    <a:pt x="0" y="11430"/>
                  </a:cubicBezTo>
                  <a:lnTo>
                    <a:pt x="137160" y="197168"/>
                  </a:ln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995" name="Google Shape;995;p9"/>
            <p:cNvSpPr/>
            <p:nvPr/>
          </p:nvSpPr>
          <p:spPr bwMode="auto">
            <a:xfrm>
              <a:off x="5765485" y="2550792"/>
              <a:ext cx="109537" cy="219074"/>
            </a:xfrm>
            <a:custGeom>
              <a:avLst/>
              <a:gdLst/>
              <a:ahLst/>
              <a:cxnLst/>
              <a:rect l="l" t="t" r="r" b="b"/>
              <a:pathLst>
                <a:path w="109537" h="219075" fill="norm" stroke="1" extrusionOk="0">
                  <a:moveTo>
                    <a:pt x="109538" y="210502"/>
                  </a:moveTo>
                  <a:lnTo>
                    <a:pt x="16192" y="0"/>
                  </a:lnTo>
                  <a:cubicBezTo>
                    <a:pt x="10477" y="2857"/>
                    <a:pt x="4763" y="4763"/>
                    <a:pt x="0" y="7620"/>
                  </a:cubicBezTo>
                  <a:lnTo>
                    <a:pt x="93345" y="219075"/>
                  </a:lnTo>
                  <a:cubicBezTo>
                    <a:pt x="98107" y="215265"/>
                    <a:pt x="103822" y="212407"/>
                    <a:pt x="109538" y="210502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996" name="Google Shape;996;p9"/>
            <p:cNvSpPr/>
            <p:nvPr/>
          </p:nvSpPr>
          <p:spPr bwMode="auto">
            <a:xfrm>
              <a:off x="6642734" y="3220404"/>
              <a:ext cx="401955" cy="36194"/>
            </a:xfrm>
            <a:custGeom>
              <a:avLst/>
              <a:gdLst/>
              <a:ahLst/>
              <a:cxnLst/>
              <a:rect l="l" t="t" r="r" b="b"/>
              <a:pathLst>
                <a:path w="401955" h="36194" fill="norm" stroke="1" extrusionOk="0">
                  <a:moveTo>
                    <a:pt x="953" y="36195"/>
                  </a:moveTo>
                  <a:lnTo>
                    <a:pt x="401955" y="18097"/>
                  </a:lnTo>
                  <a:cubicBezTo>
                    <a:pt x="401955" y="12382"/>
                    <a:pt x="401955" y="5715"/>
                    <a:pt x="401003" y="0"/>
                  </a:cubicBezTo>
                  <a:lnTo>
                    <a:pt x="0" y="18097"/>
                  </a:lnTo>
                  <a:cubicBezTo>
                    <a:pt x="953" y="23813"/>
                    <a:pt x="953" y="29527"/>
                    <a:pt x="953" y="36195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997" name="Google Shape;997;p9"/>
            <p:cNvSpPr/>
            <p:nvPr/>
          </p:nvSpPr>
          <p:spPr bwMode="auto">
            <a:xfrm>
              <a:off x="6619873" y="2976561"/>
              <a:ext cx="388620" cy="138112"/>
            </a:xfrm>
            <a:custGeom>
              <a:avLst/>
              <a:gdLst/>
              <a:ahLst/>
              <a:cxnLst/>
              <a:rect l="l" t="t" r="r" b="b"/>
              <a:pathLst>
                <a:path w="388620" h="138112" fill="norm" stroke="1" extrusionOk="0">
                  <a:moveTo>
                    <a:pt x="4763" y="138113"/>
                  </a:moveTo>
                  <a:lnTo>
                    <a:pt x="388620" y="17145"/>
                  </a:lnTo>
                  <a:cubicBezTo>
                    <a:pt x="386715" y="11430"/>
                    <a:pt x="384810" y="5715"/>
                    <a:pt x="383858" y="0"/>
                  </a:cubicBezTo>
                  <a:lnTo>
                    <a:pt x="0" y="120967"/>
                  </a:lnTo>
                  <a:cubicBezTo>
                    <a:pt x="1905" y="126683"/>
                    <a:pt x="3810" y="132397"/>
                    <a:pt x="4763" y="138113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998" name="Google Shape;998;p9"/>
            <p:cNvSpPr/>
            <p:nvPr/>
          </p:nvSpPr>
          <p:spPr bwMode="auto">
            <a:xfrm>
              <a:off x="6560819" y="2752723"/>
              <a:ext cx="348614" cy="231457"/>
            </a:xfrm>
            <a:custGeom>
              <a:avLst/>
              <a:gdLst/>
              <a:ahLst/>
              <a:cxnLst/>
              <a:rect l="l" t="t" r="r" b="b"/>
              <a:pathLst>
                <a:path w="348614" h="231457" fill="norm" stroke="1" extrusionOk="0">
                  <a:moveTo>
                    <a:pt x="9525" y="231458"/>
                  </a:moveTo>
                  <a:lnTo>
                    <a:pt x="348615" y="15240"/>
                  </a:lnTo>
                  <a:cubicBezTo>
                    <a:pt x="345758" y="10477"/>
                    <a:pt x="341947" y="4763"/>
                    <a:pt x="339090" y="0"/>
                  </a:cubicBezTo>
                  <a:lnTo>
                    <a:pt x="0" y="216217"/>
                  </a:lnTo>
                  <a:cubicBezTo>
                    <a:pt x="2858" y="220980"/>
                    <a:pt x="5715" y="225742"/>
                    <a:pt x="9525" y="231458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999" name="Google Shape;999;p9"/>
            <p:cNvSpPr/>
            <p:nvPr/>
          </p:nvSpPr>
          <p:spPr bwMode="auto">
            <a:xfrm>
              <a:off x="6470332" y="2562224"/>
              <a:ext cx="284797" cy="309562"/>
            </a:xfrm>
            <a:custGeom>
              <a:avLst/>
              <a:gdLst/>
              <a:ahLst/>
              <a:cxnLst/>
              <a:rect l="l" t="t" r="r" b="b"/>
              <a:pathLst>
                <a:path w="284797" h="309562" fill="norm" stroke="1" extrusionOk="0">
                  <a:moveTo>
                    <a:pt x="284797" y="12383"/>
                  </a:moveTo>
                  <a:cubicBezTo>
                    <a:pt x="280035" y="8573"/>
                    <a:pt x="276225" y="3810"/>
                    <a:pt x="271463" y="0"/>
                  </a:cubicBezTo>
                  <a:lnTo>
                    <a:pt x="0" y="297180"/>
                  </a:lnTo>
                  <a:cubicBezTo>
                    <a:pt x="4763" y="300990"/>
                    <a:pt x="8572" y="305753"/>
                    <a:pt x="13335" y="309563"/>
                  </a:cubicBezTo>
                  <a:lnTo>
                    <a:pt x="284797" y="12383"/>
                  </a:ln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000" name="Google Shape;1000;p9"/>
            <p:cNvSpPr/>
            <p:nvPr/>
          </p:nvSpPr>
          <p:spPr bwMode="auto">
            <a:xfrm>
              <a:off x="6357939" y="2423157"/>
              <a:ext cx="205740" cy="364807"/>
            </a:xfrm>
            <a:custGeom>
              <a:avLst/>
              <a:gdLst/>
              <a:ahLst/>
              <a:cxnLst/>
              <a:rect l="l" t="t" r="r" b="b"/>
              <a:pathLst>
                <a:path w="205740" h="364807" fill="norm" stroke="1" extrusionOk="0">
                  <a:moveTo>
                    <a:pt x="205740" y="8573"/>
                  </a:moveTo>
                  <a:cubicBezTo>
                    <a:pt x="200025" y="5715"/>
                    <a:pt x="195263" y="2857"/>
                    <a:pt x="189547" y="0"/>
                  </a:cubicBezTo>
                  <a:lnTo>
                    <a:pt x="0" y="355282"/>
                  </a:lnTo>
                  <a:cubicBezTo>
                    <a:pt x="5715" y="358140"/>
                    <a:pt x="10478" y="360998"/>
                    <a:pt x="16192" y="364807"/>
                  </a:cubicBezTo>
                  <a:lnTo>
                    <a:pt x="205740" y="8573"/>
                  </a:ln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001" name="Google Shape;1001;p9"/>
            <p:cNvSpPr/>
            <p:nvPr/>
          </p:nvSpPr>
          <p:spPr bwMode="auto">
            <a:xfrm>
              <a:off x="5155881" y="3220404"/>
              <a:ext cx="398144" cy="35242"/>
            </a:xfrm>
            <a:custGeom>
              <a:avLst/>
              <a:gdLst/>
              <a:ahLst/>
              <a:cxnLst/>
              <a:rect l="l" t="t" r="r" b="b"/>
              <a:pathLst>
                <a:path w="398144" h="35242" fill="norm" stroke="1" extrusionOk="0">
                  <a:moveTo>
                    <a:pt x="398145" y="17145"/>
                  </a:moveTo>
                  <a:lnTo>
                    <a:pt x="953" y="0"/>
                  </a:lnTo>
                  <a:cubicBezTo>
                    <a:pt x="953" y="5715"/>
                    <a:pt x="953" y="12382"/>
                    <a:pt x="0" y="18097"/>
                  </a:cubicBezTo>
                  <a:lnTo>
                    <a:pt x="398145" y="35242"/>
                  </a:lnTo>
                  <a:cubicBezTo>
                    <a:pt x="398145" y="29527"/>
                    <a:pt x="398145" y="23813"/>
                    <a:pt x="398145" y="17145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002" name="Google Shape;1002;p9"/>
            <p:cNvSpPr/>
            <p:nvPr/>
          </p:nvSpPr>
          <p:spPr bwMode="auto">
            <a:xfrm>
              <a:off x="5193029" y="2977515"/>
              <a:ext cx="384809" cy="137160"/>
            </a:xfrm>
            <a:custGeom>
              <a:avLst/>
              <a:gdLst/>
              <a:ahLst/>
              <a:cxnLst/>
              <a:rect l="l" t="t" r="r" b="b"/>
              <a:pathLst>
                <a:path w="384809" h="137160" fill="norm" stroke="1" extrusionOk="0">
                  <a:moveTo>
                    <a:pt x="384810" y="120015"/>
                  </a:moveTo>
                  <a:lnTo>
                    <a:pt x="4763" y="0"/>
                  </a:lnTo>
                  <a:cubicBezTo>
                    <a:pt x="2857" y="5715"/>
                    <a:pt x="952" y="11430"/>
                    <a:pt x="0" y="17145"/>
                  </a:cubicBezTo>
                  <a:lnTo>
                    <a:pt x="381000" y="137160"/>
                  </a:lnTo>
                  <a:cubicBezTo>
                    <a:pt x="381953" y="131445"/>
                    <a:pt x="382905" y="125730"/>
                    <a:pt x="384810" y="120015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003" name="Google Shape;1003;p9"/>
            <p:cNvSpPr/>
            <p:nvPr/>
          </p:nvSpPr>
          <p:spPr bwMode="auto">
            <a:xfrm>
              <a:off x="5291140" y="2752723"/>
              <a:ext cx="346710" cy="230504"/>
            </a:xfrm>
            <a:custGeom>
              <a:avLst/>
              <a:gdLst/>
              <a:ahLst/>
              <a:cxnLst/>
              <a:rect l="l" t="t" r="r" b="b"/>
              <a:pathLst>
                <a:path w="346710" h="230504" fill="norm" stroke="1" extrusionOk="0">
                  <a:moveTo>
                    <a:pt x="346710" y="215265"/>
                  </a:moveTo>
                  <a:lnTo>
                    <a:pt x="9525" y="0"/>
                  </a:lnTo>
                  <a:cubicBezTo>
                    <a:pt x="6668" y="4763"/>
                    <a:pt x="2857" y="10477"/>
                    <a:pt x="0" y="15240"/>
                  </a:cubicBezTo>
                  <a:lnTo>
                    <a:pt x="337185" y="230505"/>
                  </a:lnTo>
                  <a:cubicBezTo>
                    <a:pt x="340042" y="224790"/>
                    <a:pt x="342900" y="220027"/>
                    <a:pt x="346710" y="215265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004" name="Google Shape;1004;p9"/>
            <p:cNvSpPr/>
            <p:nvPr/>
          </p:nvSpPr>
          <p:spPr bwMode="auto">
            <a:xfrm>
              <a:off x="5434011" y="2573652"/>
              <a:ext cx="288607" cy="302895"/>
            </a:xfrm>
            <a:custGeom>
              <a:avLst/>
              <a:gdLst/>
              <a:ahLst/>
              <a:cxnLst/>
              <a:rect l="l" t="t" r="r" b="b"/>
              <a:pathLst>
                <a:path w="288607" h="302895" fill="norm" stroke="1" extrusionOk="0">
                  <a:moveTo>
                    <a:pt x="288608" y="290513"/>
                  </a:moveTo>
                  <a:lnTo>
                    <a:pt x="13335" y="0"/>
                  </a:lnTo>
                  <a:cubicBezTo>
                    <a:pt x="8573" y="3810"/>
                    <a:pt x="4763" y="8573"/>
                    <a:pt x="0" y="12383"/>
                  </a:cubicBezTo>
                  <a:lnTo>
                    <a:pt x="275273" y="302895"/>
                  </a:lnTo>
                  <a:cubicBezTo>
                    <a:pt x="279083" y="299085"/>
                    <a:pt x="283845" y="294323"/>
                    <a:pt x="288608" y="290513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005" name="Google Shape;1005;p9"/>
            <p:cNvSpPr/>
            <p:nvPr/>
          </p:nvSpPr>
          <p:spPr bwMode="auto">
            <a:xfrm>
              <a:off x="5604510" y="2442208"/>
              <a:ext cx="217169" cy="356235"/>
            </a:xfrm>
            <a:custGeom>
              <a:avLst/>
              <a:gdLst/>
              <a:ahLst/>
              <a:cxnLst/>
              <a:rect l="l" t="t" r="r" b="b"/>
              <a:pathLst>
                <a:path w="217169" h="356235" fill="norm" stroke="1" extrusionOk="0">
                  <a:moveTo>
                    <a:pt x="0" y="9525"/>
                  </a:moveTo>
                  <a:lnTo>
                    <a:pt x="201930" y="356235"/>
                  </a:lnTo>
                  <a:cubicBezTo>
                    <a:pt x="206692" y="353378"/>
                    <a:pt x="212407" y="349567"/>
                    <a:pt x="217170" y="346710"/>
                  </a:cubicBezTo>
                  <a:lnTo>
                    <a:pt x="16192" y="0"/>
                  </a:lnTo>
                  <a:cubicBezTo>
                    <a:pt x="10477" y="2857"/>
                    <a:pt x="5715" y="5715"/>
                    <a:pt x="0" y="9525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006" name="Google Shape;1006;p9"/>
            <p:cNvSpPr/>
            <p:nvPr/>
          </p:nvSpPr>
          <p:spPr bwMode="auto">
            <a:xfrm>
              <a:off x="5412104" y="2451733"/>
              <a:ext cx="70485" cy="72007"/>
            </a:xfrm>
            <a:custGeom>
              <a:avLst/>
              <a:gdLst/>
              <a:ahLst/>
              <a:cxnLst/>
              <a:rect l="l" t="t" r="r" b="b"/>
              <a:pathLst>
                <a:path w="70485" h="72007" fill="norm" stroke="1" extrusionOk="0">
                  <a:moveTo>
                    <a:pt x="41910" y="11430"/>
                  </a:moveTo>
                  <a:lnTo>
                    <a:pt x="28575" y="0"/>
                  </a:lnTo>
                  <a:lnTo>
                    <a:pt x="6668" y="24765"/>
                  </a:lnTo>
                  <a:cubicBezTo>
                    <a:pt x="1905" y="29527"/>
                    <a:pt x="0" y="35242"/>
                    <a:pt x="0" y="41910"/>
                  </a:cubicBezTo>
                  <a:cubicBezTo>
                    <a:pt x="0" y="48577"/>
                    <a:pt x="2858" y="54292"/>
                    <a:pt x="7620" y="58102"/>
                  </a:cubicBezTo>
                  <a:cubicBezTo>
                    <a:pt x="13335" y="62865"/>
                    <a:pt x="21908" y="67627"/>
                    <a:pt x="32385" y="69532"/>
                  </a:cubicBezTo>
                  <a:cubicBezTo>
                    <a:pt x="42863" y="72390"/>
                    <a:pt x="55245" y="72390"/>
                    <a:pt x="69533" y="71438"/>
                  </a:cubicBezTo>
                  <a:lnTo>
                    <a:pt x="70485" y="63817"/>
                  </a:lnTo>
                  <a:cubicBezTo>
                    <a:pt x="61913" y="63817"/>
                    <a:pt x="53340" y="62865"/>
                    <a:pt x="46673" y="60960"/>
                  </a:cubicBezTo>
                  <a:cubicBezTo>
                    <a:pt x="40005" y="59055"/>
                    <a:pt x="34290" y="56198"/>
                    <a:pt x="30480" y="52388"/>
                  </a:cubicBezTo>
                  <a:cubicBezTo>
                    <a:pt x="26670" y="49530"/>
                    <a:pt x="24765" y="44767"/>
                    <a:pt x="23813" y="40005"/>
                  </a:cubicBezTo>
                  <a:cubicBezTo>
                    <a:pt x="22860" y="35242"/>
                    <a:pt x="24765" y="31432"/>
                    <a:pt x="27623" y="27623"/>
                  </a:cubicBezTo>
                  <a:lnTo>
                    <a:pt x="41910" y="11430"/>
                  </a:ln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007" name="Google Shape;1007;p9"/>
            <p:cNvSpPr/>
            <p:nvPr/>
          </p:nvSpPr>
          <p:spPr bwMode="auto">
            <a:xfrm>
              <a:off x="5534023" y="2244085"/>
              <a:ext cx="77033" cy="27621"/>
            </a:xfrm>
            <a:custGeom>
              <a:avLst/>
              <a:gdLst/>
              <a:ahLst/>
              <a:cxnLst/>
              <a:rect l="l" t="t" r="r" b="b"/>
              <a:pathLst>
                <a:path w="77033" h="27622" fill="norm" stroke="1" extrusionOk="0">
                  <a:moveTo>
                    <a:pt x="24765" y="15240"/>
                  </a:moveTo>
                  <a:cubicBezTo>
                    <a:pt x="27623" y="13335"/>
                    <a:pt x="30480" y="12383"/>
                    <a:pt x="34290" y="12383"/>
                  </a:cubicBezTo>
                  <a:cubicBezTo>
                    <a:pt x="37148" y="12383"/>
                    <a:pt x="40005" y="12383"/>
                    <a:pt x="42863" y="13335"/>
                  </a:cubicBezTo>
                  <a:lnTo>
                    <a:pt x="75248" y="27623"/>
                  </a:lnTo>
                  <a:cubicBezTo>
                    <a:pt x="80010" y="24765"/>
                    <a:pt x="75248" y="20003"/>
                    <a:pt x="60960" y="12383"/>
                  </a:cubicBezTo>
                  <a:cubicBezTo>
                    <a:pt x="53340" y="8573"/>
                    <a:pt x="48577" y="6668"/>
                    <a:pt x="45720" y="5715"/>
                  </a:cubicBezTo>
                  <a:cubicBezTo>
                    <a:pt x="39052" y="2858"/>
                    <a:pt x="31433" y="953"/>
                    <a:pt x="23813" y="0"/>
                  </a:cubicBezTo>
                  <a:cubicBezTo>
                    <a:pt x="16192" y="0"/>
                    <a:pt x="10477" y="953"/>
                    <a:pt x="5715" y="3810"/>
                  </a:cubicBezTo>
                  <a:cubicBezTo>
                    <a:pt x="2858" y="5715"/>
                    <a:pt x="952" y="7620"/>
                    <a:pt x="0" y="9525"/>
                  </a:cubicBezTo>
                  <a:lnTo>
                    <a:pt x="17145" y="21908"/>
                  </a:lnTo>
                  <a:cubicBezTo>
                    <a:pt x="19050" y="18098"/>
                    <a:pt x="21908" y="16193"/>
                    <a:pt x="24765" y="15240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008" name="Google Shape;1008;p9"/>
            <p:cNvSpPr/>
            <p:nvPr/>
          </p:nvSpPr>
          <p:spPr bwMode="auto">
            <a:xfrm>
              <a:off x="5629272" y="2180187"/>
              <a:ext cx="80010" cy="46758"/>
            </a:xfrm>
            <a:custGeom>
              <a:avLst/>
              <a:gdLst/>
              <a:ahLst/>
              <a:cxnLst/>
              <a:rect l="l" t="t" r="r" b="b"/>
              <a:pathLst>
                <a:path w="80010" h="46758" fill="norm" stroke="1" extrusionOk="0">
                  <a:moveTo>
                    <a:pt x="20002" y="43901"/>
                  </a:moveTo>
                  <a:cubicBezTo>
                    <a:pt x="22860" y="41996"/>
                    <a:pt x="25717" y="41043"/>
                    <a:pt x="27623" y="40091"/>
                  </a:cubicBezTo>
                  <a:cubicBezTo>
                    <a:pt x="32385" y="38186"/>
                    <a:pt x="38100" y="37233"/>
                    <a:pt x="44767" y="37233"/>
                  </a:cubicBezTo>
                  <a:cubicBezTo>
                    <a:pt x="52388" y="37233"/>
                    <a:pt x="60008" y="39138"/>
                    <a:pt x="68580" y="41996"/>
                  </a:cubicBezTo>
                  <a:lnTo>
                    <a:pt x="80010" y="37233"/>
                  </a:lnTo>
                  <a:lnTo>
                    <a:pt x="50483" y="10563"/>
                  </a:lnTo>
                  <a:cubicBezTo>
                    <a:pt x="45720" y="5801"/>
                    <a:pt x="40958" y="2943"/>
                    <a:pt x="36195" y="1038"/>
                  </a:cubicBezTo>
                  <a:cubicBezTo>
                    <a:pt x="30480" y="-867"/>
                    <a:pt x="25717" y="86"/>
                    <a:pt x="20955" y="1991"/>
                  </a:cubicBezTo>
                  <a:cubicBezTo>
                    <a:pt x="15240" y="4848"/>
                    <a:pt x="11430" y="7706"/>
                    <a:pt x="9525" y="9611"/>
                  </a:cubicBezTo>
                  <a:lnTo>
                    <a:pt x="26670" y="21993"/>
                  </a:lnTo>
                  <a:cubicBezTo>
                    <a:pt x="26670" y="21041"/>
                    <a:pt x="27623" y="19136"/>
                    <a:pt x="28575" y="18183"/>
                  </a:cubicBezTo>
                  <a:cubicBezTo>
                    <a:pt x="30480" y="16278"/>
                    <a:pt x="32385" y="15326"/>
                    <a:pt x="34290" y="14373"/>
                  </a:cubicBezTo>
                  <a:cubicBezTo>
                    <a:pt x="37148" y="13421"/>
                    <a:pt x="40005" y="13421"/>
                    <a:pt x="43815" y="14373"/>
                  </a:cubicBezTo>
                  <a:cubicBezTo>
                    <a:pt x="47625" y="16278"/>
                    <a:pt x="51435" y="18183"/>
                    <a:pt x="55245" y="21993"/>
                  </a:cubicBezTo>
                  <a:lnTo>
                    <a:pt x="73342" y="35328"/>
                  </a:lnTo>
                  <a:lnTo>
                    <a:pt x="71438" y="36281"/>
                  </a:lnTo>
                  <a:cubicBezTo>
                    <a:pt x="54292" y="31518"/>
                    <a:pt x="40958" y="27708"/>
                    <a:pt x="31433" y="25803"/>
                  </a:cubicBezTo>
                  <a:cubicBezTo>
                    <a:pt x="20955" y="23898"/>
                    <a:pt x="13335" y="23898"/>
                    <a:pt x="9525" y="25803"/>
                  </a:cubicBezTo>
                  <a:cubicBezTo>
                    <a:pt x="7620" y="26756"/>
                    <a:pt x="5715" y="27708"/>
                    <a:pt x="3810" y="28661"/>
                  </a:cubicBezTo>
                  <a:cubicBezTo>
                    <a:pt x="1905" y="29613"/>
                    <a:pt x="952" y="30566"/>
                    <a:pt x="0" y="32471"/>
                  </a:cubicBezTo>
                  <a:lnTo>
                    <a:pt x="16192" y="46758"/>
                  </a:lnTo>
                  <a:cubicBezTo>
                    <a:pt x="16192" y="46758"/>
                    <a:pt x="18098" y="45806"/>
                    <a:pt x="20002" y="43901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009" name="Google Shape;1009;p9"/>
            <p:cNvSpPr/>
            <p:nvPr/>
          </p:nvSpPr>
          <p:spPr bwMode="auto">
            <a:xfrm>
              <a:off x="5366384" y="2163124"/>
              <a:ext cx="518291" cy="331470"/>
            </a:xfrm>
            <a:custGeom>
              <a:avLst/>
              <a:gdLst/>
              <a:ahLst/>
              <a:cxnLst/>
              <a:rect l="l" t="t" r="r" b="b"/>
              <a:pathLst>
                <a:path w="518291" h="331470" fill="norm" stroke="1" extrusionOk="0">
                  <a:moveTo>
                    <a:pt x="83820" y="260985"/>
                  </a:moveTo>
                  <a:cubicBezTo>
                    <a:pt x="84773" y="260985"/>
                    <a:pt x="85725" y="260985"/>
                    <a:pt x="86677" y="261938"/>
                  </a:cubicBezTo>
                  <a:cubicBezTo>
                    <a:pt x="87630" y="262890"/>
                    <a:pt x="89535" y="263843"/>
                    <a:pt x="90488" y="264795"/>
                  </a:cubicBezTo>
                  <a:cubicBezTo>
                    <a:pt x="93345" y="267653"/>
                    <a:pt x="94298" y="272415"/>
                    <a:pt x="92392" y="278130"/>
                  </a:cubicBezTo>
                  <a:cubicBezTo>
                    <a:pt x="90488" y="283845"/>
                    <a:pt x="87630" y="289560"/>
                    <a:pt x="81915" y="294323"/>
                  </a:cubicBezTo>
                  <a:cubicBezTo>
                    <a:pt x="93345" y="301943"/>
                    <a:pt x="105727" y="305753"/>
                    <a:pt x="118110" y="307658"/>
                  </a:cubicBezTo>
                  <a:cubicBezTo>
                    <a:pt x="129540" y="308610"/>
                    <a:pt x="139065" y="305753"/>
                    <a:pt x="145732" y="300038"/>
                  </a:cubicBezTo>
                  <a:cubicBezTo>
                    <a:pt x="148590" y="297180"/>
                    <a:pt x="151448" y="293370"/>
                    <a:pt x="152400" y="289560"/>
                  </a:cubicBezTo>
                  <a:cubicBezTo>
                    <a:pt x="154305" y="284798"/>
                    <a:pt x="156210" y="280988"/>
                    <a:pt x="156210" y="275273"/>
                  </a:cubicBezTo>
                  <a:lnTo>
                    <a:pt x="170498" y="289560"/>
                  </a:lnTo>
                  <a:lnTo>
                    <a:pt x="193357" y="284798"/>
                  </a:lnTo>
                  <a:lnTo>
                    <a:pt x="129540" y="218123"/>
                  </a:lnTo>
                  <a:cubicBezTo>
                    <a:pt x="139065" y="209550"/>
                    <a:pt x="148590" y="201930"/>
                    <a:pt x="158115" y="193358"/>
                  </a:cubicBezTo>
                  <a:lnTo>
                    <a:pt x="206692" y="255270"/>
                  </a:lnTo>
                  <a:lnTo>
                    <a:pt x="231457" y="253365"/>
                  </a:lnTo>
                  <a:lnTo>
                    <a:pt x="174307" y="180023"/>
                  </a:lnTo>
                  <a:cubicBezTo>
                    <a:pt x="184785" y="171450"/>
                    <a:pt x="196215" y="163830"/>
                    <a:pt x="206692" y="156210"/>
                  </a:cubicBezTo>
                  <a:lnTo>
                    <a:pt x="221932" y="180023"/>
                  </a:lnTo>
                  <a:lnTo>
                    <a:pt x="213360" y="185738"/>
                  </a:lnTo>
                  <a:cubicBezTo>
                    <a:pt x="212407" y="186690"/>
                    <a:pt x="211455" y="187643"/>
                    <a:pt x="211455" y="189548"/>
                  </a:cubicBezTo>
                  <a:cubicBezTo>
                    <a:pt x="210502" y="190500"/>
                    <a:pt x="211455" y="192405"/>
                    <a:pt x="212407" y="193358"/>
                  </a:cubicBezTo>
                  <a:cubicBezTo>
                    <a:pt x="215265" y="197168"/>
                    <a:pt x="220980" y="200025"/>
                    <a:pt x="231457" y="201930"/>
                  </a:cubicBezTo>
                  <a:cubicBezTo>
                    <a:pt x="241935" y="203835"/>
                    <a:pt x="248602" y="203835"/>
                    <a:pt x="252413" y="200978"/>
                  </a:cubicBezTo>
                  <a:cubicBezTo>
                    <a:pt x="254317" y="200025"/>
                    <a:pt x="255270" y="198120"/>
                    <a:pt x="255270" y="197168"/>
                  </a:cubicBezTo>
                  <a:cubicBezTo>
                    <a:pt x="255270" y="195263"/>
                    <a:pt x="255270" y="193358"/>
                    <a:pt x="254317" y="192405"/>
                  </a:cubicBezTo>
                  <a:lnTo>
                    <a:pt x="223838" y="145733"/>
                  </a:lnTo>
                  <a:cubicBezTo>
                    <a:pt x="231457" y="140970"/>
                    <a:pt x="239077" y="135255"/>
                    <a:pt x="246698" y="130493"/>
                  </a:cubicBezTo>
                  <a:lnTo>
                    <a:pt x="291465" y="199073"/>
                  </a:lnTo>
                  <a:lnTo>
                    <a:pt x="314325" y="197168"/>
                  </a:lnTo>
                  <a:lnTo>
                    <a:pt x="263842" y="119063"/>
                  </a:lnTo>
                  <a:cubicBezTo>
                    <a:pt x="286703" y="104775"/>
                    <a:pt x="310515" y="92393"/>
                    <a:pt x="335280" y="80010"/>
                  </a:cubicBezTo>
                  <a:lnTo>
                    <a:pt x="347663" y="105728"/>
                  </a:lnTo>
                  <a:lnTo>
                    <a:pt x="307657" y="125730"/>
                  </a:lnTo>
                  <a:cubicBezTo>
                    <a:pt x="305753" y="126683"/>
                    <a:pt x="303848" y="128588"/>
                    <a:pt x="302895" y="130493"/>
                  </a:cubicBezTo>
                  <a:cubicBezTo>
                    <a:pt x="301942" y="133350"/>
                    <a:pt x="301942" y="135255"/>
                    <a:pt x="302895" y="137160"/>
                  </a:cubicBezTo>
                  <a:cubicBezTo>
                    <a:pt x="305753" y="141923"/>
                    <a:pt x="310515" y="146685"/>
                    <a:pt x="317182" y="149543"/>
                  </a:cubicBezTo>
                  <a:cubicBezTo>
                    <a:pt x="323850" y="153353"/>
                    <a:pt x="329565" y="154305"/>
                    <a:pt x="333375" y="152400"/>
                  </a:cubicBezTo>
                  <a:cubicBezTo>
                    <a:pt x="334328" y="151448"/>
                    <a:pt x="335280" y="150495"/>
                    <a:pt x="335280" y="149543"/>
                  </a:cubicBezTo>
                  <a:cubicBezTo>
                    <a:pt x="336232" y="148590"/>
                    <a:pt x="336232" y="147638"/>
                    <a:pt x="335280" y="145733"/>
                  </a:cubicBezTo>
                  <a:lnTo>
                    <a:pt x="331470" y="139065"/>
                  </a:lnTo>
                  <a:cubicBezTo>
                    <a:pt x="330517" y="138113"/>
                    <a:pt x="330517" y="136208"/>
                    <a:pt x="331470" y="135255"/>
                  </a:cubicBezTo>
                  <a:cubicBezTo>
                    <a:pt x="331470" y="134303"/>
                    <a:pt x="332423" y="132398"/>
                    <a:pt x="333375" y="132398"/>
                  </a:cubicBezTo>
                  <a:lnTo>
                    <a:pt x="355282" y="120968"/>
                  </a:lnTo>
                  <a:lnTo>
                    <a:pt x="371475" y="153353"/>
                  </a:lnTo>
                  <a:lnTo>
                    <a:pt x="394335" y="154305"/>
                  </a:lnTo>
                  <a:lnTo>
                    <a:pt x="352425" y="71438"/>
                  </a:lnTo>
                  <a:cubicBezTo>
                    <a:pt x="378142" y="60008"/>
                    <a:pt x="403860" y="48578"/>
                    <a:pt x="431482" y="39053"/>
                  </a:cubicBezTo>
                  <a:lnTo>
                    <a:pt x="442913" y="69533"/>
                  </a:lnTo>
                  <a:cubicBezTo>
                    <a:pt x="436245" y="65723"/>
                    <a:pt x="429578" y="62865"/>
                    <a:pt x="422910" y="60960"/>
                  </a:cubicBezTo>
                  <a:cubicBezTo>
                    <a:pt x="417195" y="59055"/>
                    <a:pt x="411480" y="59055"/>
                    <a:pt x="408623" y="60960"/>
                  </a:cubicBezTo>
                  <a:cubicBezTo>
                    <a:pt x="401003" y="63818"/>
                    <a:pt x="395288" y="68580"/>
                    <a:pt x="391478" y="75248"/>
                  </a:cubicBezTo>
                  <a:cubicBezTo>
                    <a:pt x="387667" y="81915"/>
                    <a:pt x="387667" y="88583"/>
                    <a:pt x="389573" y="95250"/>
                  </a:cubicBezTo>
                  <a:cubicBezTo>
                    <a:pt x="392430" y="102870"/>
                    <a:pt x="399098" y="108585"/>
                    <a:pt x="408623" y="113348"/>
                  </a:cubicBezTo>
                  <a:cubicBezTo>
                    <a:pt x="418148" y="118110"/>
                    <a:pt x="427673" y="119063"/>
                    <a:pt x="434340" y="117158"/>
                  </a:cubicBezTo>
                  <a:cubicBezTo>
                    <a:pt x="437198" y="116205"/>
                    <a:pt x="441007" y="113348"/>
                    <a:pt x="443865" y="110490"/>
                  </a:cubicBezTo>
                  <a:cubicBezTo>
                    <a:pt x="446723" y="107633"/>
                    <a:pt x="450532" y="103823"/>
                    <a:pt x="453390" y="98108"/>
                  </a:cubicBezTo>
                  <a:lnTo>
                    <a:pt x="460057" y="116205"/>
                  </a:lnTo>
                  <a:lnTo>
                    <a:pt x="482917" y="120968"/>
                  </a:lnTo>
                  <a:lnTo>
                    <a:pt x="468630" y="80963"/>
                  </a:lnTo>
                  <a:cubicBezTo>
                    <a:pt x="470535" y="75248"/>
                    <a:pt x="473392" y="71438"/>
                    <a:pt x="476250" y="67628"/>
                  </a:cubicBezTo>
                  <a:cubicBezTo>
                    <a:pt x="480060" y="63818"/>
                    <a:pt x="482917" y="60960"/>
                    <a:pt x="486728" y="60008"/>
                  </a:cubicBezTo>
                  <a:cubicBezTo>
                    <a:pt x="488632" y="59055"/>
                    <a:pt x="490538" y="59055"/>
                    <a:pt x="492442" y="60960"/>
                  </a:cubicBezTo>
                  <a:cubicBezTo>
                    <a:pt x="494348" y="61913"/>
                    <a:pt x="496253" y="63818"/>
                    <a:pt x="497205" y="65723"/>
                  </a:cubicBezTo>
                  <a:cubicBezTo>
                    <a:pt x="499110" y="69533"/>
                    <a:pt x="499110" y="75248"/>
                    <a:pt x="499110" y="80963"/>
                  </a:cubicBezTo>
                  <a:cubicBezTo>
                    <a:pt x="498157" y="86678"/>
                    <a:pt x="497205" y="93345"/>
                    <a:pt x="495300" y="99060"/>
                  </a:cubicBezTo>
                  <a:lnTo>
                    <a:pt x="516255" y="104775"/>
                  </a:lnTo>
                  <a:cubicBezTo>
                    <a:pt x="519113" y="91440"/>
                    <a:pt x="519113" y="80010"/>
                    <a:pt x="515303" y="69533"/>
                  </a:cubicBezTo>
                  <a:cubicBezTo>
                    <a:pt x="512445" y="61913"/>
                    <a:pt x="506730" y="55245"/>
                    <a:pt x="498157" y="50483"/>
                  </a:cubicBezTo>
                  <a:cubicBezTo>
                    <a:pt x="489585" y="44768"/>
                    <a:pt x="481965" y="43815"/>
                    <a:pt x="476250" y="45720"/>
                  </a:cubicBezTo>
                  <a:cubicBezTo>
                    <a:pt x="473392" y="46673"/>
                    <a:pt x="470535" y="48578"/>
                    <a:pt x="467678" y="50483"/>
                  </a:cubicBezTo>
                  <a:cubicBezTo>
                    <a:pt x="464820" y="52388"/>
                    <a:pt x="461963" y="56198"/>
                    <a:pt x="459105" y="59055"/>
                  </a:cubicBezTo>
                  <a:lnTo>
                    <a:pt x="450532" y="34290"/>
                  </a:lnTo>
                  <a:cubicBezTo>
                    <a:pt x="470535" y="27623"/>
                    <a:pt x="490538" y="21908"/>
                    <a:pt x="511492" y="16193"/>
                  </a:cubicBezTo>
                  <a:lnTo>
                    <a:pt x="506730" y="12383"/>
                  </a:lnTo>
                  <a:lnTo>
                    <a:pt x="506730" y="12383"/>
                  </a:lnTo>
                  <a:lnTo>
                    <a:pt x="505778" y="11430"/>
                  </a:lnTo>
                  <a:lnTo>
                    <a:pt x="493395" y="0"/>
                  </a:lnTo>
                  <a:cubicBezTo>
                    <a:pt x="295275" y="52388"/>
                    <a:pt x="122873" y="168593"/>
                    <a:pt x="0" y="325755"/>
                  </a:cubicBezTo>
                  <a:lnTo>
                    <a:pt x="20955" y="331470"/>
                  </a:lnTo>
                  <a:cubicBezTo>
                    <a:pt x="40957" y="306705"/>
                    <a:pt x="61913" y="282893"/>
                    <a:pt x="83820" y="260985"/>
                  </a:cubicBezTo>
                  <a:close/>
                  <a:moveTo>
                    <a:pt x="436245" y="93345"/>
                  </a:moveTo>
                  <a:cubicBezTo>
                    <a:pt x="432435" y="97155"/>
                    <a:pt x="427673" y="100013"/>
                    <a:pt x="423863" y="101918"/>
                  </a:cubicBezTo>
                  <a:cubicBezTo>
                    <a:pt x="421005" y="102870"/>
                    <a:pt x="418148" y="102870"/>
                    <a:pt x="416242" y="101918"/>
                  </a:cubicBezTo>
                  <a:cubicBezTo>
                    <a:pt x="413385" y="100965"/>
                    <a:pt x="412432" y="99060"/>
                    <a:pt x="411480" y="97155"/>
                  </a:cubicBezTo>
                  <a:cubicBezTo>
                    <a:pt x="409575" y="92393"/>
                    <a:pt x="410528" y="88583"/>
                    <a:pt x="412432" y="84773"/>
                  </a:cubicBezTo>
                  <a:cubicBezTo>
                    <a:pt x="414338" y="80010"/>
                    <a:pt x="417195" y="77153"/>
                    <a:pt x="421957" y="76200"/>
                  </a:cubicBezTo>
                  <a:cubicBezTo>
                    <a:pt x="425767" y="75248"/>
                    <a:pt x="429578" y="74295"/>
                    <a:pt x="434340" y="75248"/>
                  </a:cubicBezTo>
                  <a:cubicBezTo>
                    <a:pt x="439103" y="75248"/>
                    <a:pt x="443865" y="77153"/>
                    <a:pt x="447675" y="79058"/>
                  </a:cubicBezTo>
                  <a:cubicBezTo>
                    <a:pt x="443865" y="83820"/>
                    <a:pt x="440055" y="89535"/>
                    <a:pt x="436245" y="93345"/>
                  </a:cubicBezTo>
                  <a:close/>
                  <a:moveTo>
                    <a:pt x="115252" y="231458"/>
                  </a:moveTo>
                  <a:lnTo>
                    <a:pt x="140970" y="258127"/>
                  </a:lnTo>
                  <a:cubicBezTo>
                    <a:pt x="140017" y="265748"/>
                    <a:pt x="138113" y="272415"/>
                    <a:pt x="136207" y="278130"/>
                  </a:cubicBezTo>
                  <a:cubicBezTo>
                    <a:pt x="134302" y="283845"/>
                    <a:pt x="131445" y="287655"/>
                    <a:pt x="128588" y="291465"/>
                  </a:cubicBezTo>
                  <a:cubicBezTo>
                    <a:pt x="125730" y="294323"/>
                    <a:pt x="121920" y="296228"/>
                    <a:pt x="118110" y="297180"/>
                  </a:cubicBezTo>
                  <a:cubicBezTo>
                    <a:pt x="114300" y="298133"/>
                    <a:pt x="110490" y="298133"/>
                    <a:pt x="106680" y="297180"/>
                  </a:cubicBezTo>
                  <a:cubicBezTo>
                    <a:pt x="106680" y="297180"/>
                    <a:pt x="105727" y="296228"/>
                    <a:pt x="105727" y="296228"/>
                  </a:cubicBezTo>
                  <a:cubicBezTo>
                    <a:pt x="105727" y="295275"/>
                    <a:pt x="105727" y="295275"/>
                    <a:pt x="105727" y="295275"/>
                  </a:cubicBezTo>
                  <a:cubicBezTo>
                    <a:pt x="110490" y="288608"/>
                    <a:pt x="113348" y="282893"/>
                    <a:pt x="115252" y="277178"/>
                  </a:cubicBezTo>
                  <a:cubicBezTo>
                    <a:pt x="117157" y="271463"/>
                    <a:pt x="116205" y="266700"/>
                    <a:pt x="114300" y="264795"/>
                  </a:cubicBezTo>
                  <a:cubicBezTo>
                    <a:pt x="112395" y="262890"/>
                    <a:pt x="109538" y="260985"/>
                    <a:pt x="104775" y="259080"/>
                  </a:cubicBezTo>
                  <a:cubicBezTo>
                    <a:pt x="100965" y="258127"/>
                    <a:pt x="96202" y="257175"/>
                    <a:pt x="91440" y="256223"/>
                  </a:cubicBezTo>
                  <a:cubicBezTo>
                    <a:pt x="98107" y="246698"/>
                    <a:pt x="106680" y="239077"/>
                    <a:pt x="115252" y="231458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010" name="Google Shape;1010;p9"/>
            <p:cNvSpPr/>
            <p:nvPr/>
          </p:nvSpPr>
          <p:spPr bwMode="auto">
            <a:xfrm>
              <a:off x="5730238" y="2140744"/>
              <a:ext cx="72130" cy="40481"/>
            </a:xfrm>
            <a:custGeom>
              <a:avLst/>
              <a:gdLst/>
              <a:ahLst/>
              <a:cxnLst/>
              <a:rect l="l" t="t" r="r" b="b"/>
              <a:pathLst>
                <a:path w="72130" h="40481" fill="norm" stroke="1" extrusionOk="0">
                  <a:moveTo>
                    <a:pt x="22860" y="17621"/>
                  </a:moveTo>
                  <a:cubicBezTo>
                    <a:pt x="25718" y="16669"/>
                    <a:pt x="29527" y="16669"/>
                    <a:pt x="32385" y="16669"/>
                  </a:cubicBezTo>
                  <a:cubicBezTo>
                    <a:pt x="35243" y="16669"/>
                    <a:pt x="38100" y="17621"/>
                    <a:pt x="40958" y="19526"/>
                  </a:cubicBezTo>
                  <a:lnTo>
                    <a:pt x="69533" y="40481"/>
                  </a:lnTo>
                  <a:cubicBezTo>
                    <a:pt x="75248" y="38576"/>
                    <a:pt x="71438" y="32861"/>
                    <a:pt x="59055" y="22384"/>
                  </a:cubicBezTo>
                  <a:cubicBezTo>
                    <a:pt x="52388" y="16669"/>
                    <a:pt x="48577" y="13811"/>
                    <a:pt x="45720" y="11906"/>
                  </a:cubicBezTo>
                  <a:cubicBezTo>
                    <a:pt x="40005" y="7144"/>
                    <a:pt x="33338" y="3334"/>
                    <a:pt x="25718" y="1429"/>
                  </a:cubicBezTo>
                  <a:cubicBezTo>
                    <a:pt x="19050" y="-476"/>
                    <a:pt x="12383" y="-476"/>
                    <a:pt x="7620" y="1429"/>
                  </a:cubicBezTo>
                  <a:cubicBezTo>
                    <a:pt x="4763" y="2381"/>
                    <a:pt x="1905" y="4286"/>
                    <a:pt x="0" y="5239"/>
                  </a:cubicBezTo>
                  <a:lnTo>
                    <a:pt x="14288" y="21431"/>
                  </a:lnTo>
                  <a:cubicBezTo>
                    <a:pt x="17145" y="20479"/>
                    <a:pt x="20002" y="18574"/>
                    <a:pt x="22860" y="17621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011" name="Google Shape;1011;p9"/>
            <p:cNvSpPr/>
            <p:nvPr/>
          </p:nvSpPr>
          <p:spPr bwMode="auto">
            <a:xfrm>
              <a:off x="6128206" y="2241837"/>
              <a:ext cx="60187" cy="55030"/>
            </a:xfrm>
            <a:custGeom>
              <a:avLst/>
              <a:gdLst/>
              <a:ahLst/>
              <a:cxnLst/>
              <a:rect l="l" t="t" r="r" b="b"/>
              <a:pathLst>
                <a:path w="60187" h="55030" fill="norm" stroke="1" extrusionOk="0">
                  <a:moveTo>
                    <a:pt x="19230" y="17489"/>
                  </a:moveTo>
                  <a:cubicBezTo>
                    <a:pt x="23041" y="15584"/>
                    <a:pt x="27803" y="14631"/>
                    <a:pt x="32566" y="14631"/>
                  </a:cubicBezTo>
                  <a:lnTo>
                    <a:pt x="43996" y="15584"/>
                  </a:lnTo>
                  <a:lnTo>
                    <a:pt x="36375" y="1296"/>
                  </a:lnTo>
                  <a:lnTo>
                    <a:pt x="25898" y="344"/>
                  </a:lnTo>
                  <a:cubicBezTo>
                    <a:pt x="19230" y="-609"/>
                    <a:pt x="13516" y="344"/>
                    <a:pt x="8753" y="4154"/>
                  </a:cubicBezTo>
                  <a:cubicBezTo>
                    <a:pt x="3991" y="7011"/>
                    <a:pt x="1133" y="10821"/>
                    <a:pt x="180" y="16536"/>
                  </a:cubicBezTo>
                  <a:cubicBezTo>
                    <a:pt x="-772" y="25109"/>
                    <a:pt x="2086" y="33681"/>
                    <a:pt x="7800" y="41301"/>
                  </a:cubicBezTo>
                  <a:cubicBezTo>
                    <a:pt x="14468" y="48921"/>
                    <a:pt x="22088" y="53684"/>
                    <a:pt x="30661" y="54636"/>
                  </a:cubicBezTo>
                  <a:cubicBezTo>
                    <a:pt x="36375" y="55589"/>
                    <a:pt x="42091" y="54636"/>
                    <a:pt x="46853" y="53684"/>
                  </a:cubicBezTo>
                  <a:cubicBezTo>
                    <a:pt x="51616" y="52731"/>
                    <a:pt x="56378" y="50826"/>
                    <a:pt x="60188" y="47969"/>
                  </a:cubicBezTo>
                  <a:lnTo>
                    <a:pt x="52568" y="31776"/>
                  </a:lnTo>
                  <a:cubicBezTo>
                    <a:pt x="47805" y="34634"/>
                    <a:pt x="43043" y="37491"/>
                    <a:pt x="37328" y="39396"/>
                  </a:cubicBezTo>
                  <a:cubicBezTo>
                    <a:pt x="31613" y="41301"/>
                    <a:pt x="26850" y="41301"/>
                    <a:pt x="22088" y="41301"/>
                  </a:cubicBezTo>
                  <a:cubicBezTo>
                    <a:pt x="19230" y="41301"/>
                    <a:pt x="16373" y="39396"/>
                    <a:pt x="14468" y="36539"/>
                  </a:cubicBezTo>
                  <a:cubicBezTo>
                    <a:pt x="12563" y="33681"/>
                    <a:pt x="11611" y="30824"/>
                    <a:pt x="11611" y="27014"/>
                  </a:cubicBezTo>
                  <a:cubicBezTo>
                    <a:pt x="12563" y="23204"/>
                    <a:pt x="15421" y="20346"/>
                    <a:pt x="19230" y="17489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012" name="Google Shape;1012;p9"/>
            <p:cNvSpPr/>
            <p:nvPr/>
          </p:nvSpPr>
          <p:spPr bwMode="auto">
            <a:xfrm>
              <a:off x="6304220" y="2196423"/>
              <a:ext cx="62287" cy="78143"/>
            </a:xfrm>
            <a:custGeom>
              <a:avLst/>
              <a:gdLst/>
              <a:ahLst/>
              <a:cxnLst/>
              <a:rect l="l" t="t" r="r" b="b"/>
              <a:pathLst>
                <a:path w="62287" h="78143" fill="norm" stroke="1" extrusionOk="0">
                  <a:moveTo>
                    <a:pt x="23235" y="22899"/>
                  </a:moveTo>
                  <a:cubicBezTo>
                    <a:pt x="27045" y="20041"/>
                    <a:pt x="31808" y="19089"/>
                    <a:pt x="36570" y="20994"/>
                  </a:cubicBezTo>
                  <a:lnTo>
                    <a:pt x="57525" y="26709"/>
                  </a:lnTo>
                  <a:lnTo>
                    <a:pt x="62288" y="9564"/>
                  </a:lnTo>
                  <a:lnTo>
                    <a:pt x="30855" y="991"/>
                  </a:lnTo>
                  <a:cubicBezTo>
                    <a:pt x="24188" y="-914"/>
                    <a:pt x="18473" y="39"/>
                    <a:pt x="12758" y="2896"/>
                  </a:cubicBezTo>
                  <a:cubicBezTo>
                    <a:pt x="7043" y="5754"/>
                    <a:pt x="3233" y="10516"/>
                    <a:pt x="1328" y="16231"/>
                  </a:cubicBezTo>
                  <a:cubicBezTo>
                    <a:pt x="-577" y="23851"/>
                    <a:pt x="-577" y="33376"/>
                    <a:pt x="2280" y="43854"/>
                  </a:cubicBezTo>
                  <a:cubicBezTo>
                    <a:pt x="5138" y="54331"/>
                    <a:pt x="9900" y="65761"/>
                    <a:pt x="16568" y="78144"/>
                  </a:cubicBezTo>
                  <a:lnTo>
                    <a:pt x="24188" y="75286"/>
                  </a:lnTo>
                  <a:cubicBezTo>
                    <a:pt x="20378" y="67666"/>
                    <a:pt x="17520" y="60046"/>
                    <a:pt x="16568" y="52426"/>
                  </a:cubicBezTo>
                  <a:cubicBezTo>
                    <a:pt x="15615" y="44806"/>
                    <a:pt x="15615" y="39091"/>
                    <a:pt x="16568" y="33376"/>
                  </a:cubicBezTo>
                  <a:cubicBezTo>
                    <a:pt x="16568" y="29566"/>
                    <a:pt x="19425" y="25756"/>
                    <a:pt x="23235" y="22899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013" name="Google Shape;1013;p9"/>
            <p:cNvSpPr/>
            <p:nvPr/>
          </p:nvSpPr>
          <p:spPr bwMode="auto">
            <a:xfrm>
              <a:off x="6667143" y="2388355"/>
              <a:ext cx="87538" cy="98620"/>
            </a:xfrm>
            <a:custGeom>
              <a:avLst/>
              <a:gdLst/>
              <a:ahLst/>
              <a:cxnLst/>
              <a:rect l="l" t="t" r="r" b="b"/>
              <a:pathLst>
                <a:path w="87539" h="98620" fill="norm" stroke="1" extrusionOk="0">
                  <a:moveTo>
                    <a:pt x="52745" y="513"/>
                  </a:moveTo>
                  <a:cubicBezTo>
                    <a:pt x="45125" y="2418"/>
                    <a:pt x="41315" y="7180"/>
                    <a:pt x="39410" y="17658"/>
                  </a:cubicBezTo>
                  <a:cubicBezTo>
                    <a:pt x="37505" y="28135"/>
                    <a:pt x="38457" y="40518"/>
                    <a:pt x="43220" y="52900"/>
                  </a:cubicBezTo>
                  <a:cubicBezTo>
                    <a:pt x="34647" y="55758"/>
                    <a:pt x="26075" y="54805"/>
                    <a:pt x="18455" y="51948"/>
                  </a:cubicBezTo>
                  <a:cubicBezTo>
                    <a:pt x="20360" y="49090"/>
                    <a:pt x="20360" y="46233"/>
                    <a:pt x="20360" y="44328"/>
                  </a:cubicBezTo>
                  <a:cubicBezTo>
                    <a:pt x="20360" y="41470"/>
                    <a:pt x="20360" y="39565"/>
                    <a:pt x="19407" y="38613"/>
                  </a:cubicBezTo>
                  <a:cubicBezTo>
                    <a:pt x="17502" y="36708"/>
                    <a:pt x="14645" y="35755"/>
                    <a:pt x="11787" y="35755"/>
                  </a:cubicBezTo>
                  <a:cubicBezTo>
                    <a:pt x="8930" y="36708"/>
                    <a:pt x="5120" y="37660"/>
                    <a:pt x="3215" y="40518"/>
                  </a:cubicBezTo>
                  <a:cubicBezTo>
                    <a:pt x="357" y="43375"/>
                    <a:pt x="-595" y="47185"/>
                    <a:pt x="357" y="51948"/>
                  </a:cubicBezTo>
                  <a:cubicBezTo>
                    <a:pt x="1310" y="56710"/>
                    <a:pt x="4167" y="60520"/>
                    <a:pt x="7977" y="64330"/>
                  </a:cubicBezTo>
                  <a:lnTo>
                    <a:pt x="1310" y="95763"/>
                  </a:lnTo>
                  <a:lnTo>
                    <a:pt x="12740" y="98620"/>
                  </a:lnTo>
                  <a:lnTo>
                    <a:pt x="13692" y="67188"/>
                  </a:lnTo>
                  <a:cubicBezTo>
                    <a:pt x="27027" y="70998"/>
                    <a:pt x="39410" y="71950"/>
                    <a:pt x="50840" y="70045"/>
                  </a:cubicBezTo>
                  <a:cubicBezTo>
                    <a:pt x="62270" y="69093"/>
                    <a:pt x="70842" y="65283"/>
                    <a:pt x="76557" y="58615"/>
                  </a:cubicBezTo>
                  <a:cubicBezTo>
                    <a:pt x="87987" y="46233"/>
                    <a:pt x="93702" y="23373"/>
                    <a:pt x="77510" y="5275"/>
                  </a:cubicBezTo>
                  <a:cubicBezTo>
                    <a:pt x="72747" y="2418"/>
                    <a:pt x="65127" y="-1392"/>
                    <a:pt x="52745" y="513"/>
                  </a:cubicBezTo>
                  <a:close/>
                  <a:moveTo>
                    <a:pt x="70842" y="29088"/>
                  </a:moveTo>
                  <a:cubicBezTo>
                    <a:pt x="69890" y="33850"/>
                    <a:pt x="67985" y="37660"/>
                    <a:pt x="65127" y="41470"/>
                  </a:cubicBezTo>
                  <a:cubicBezTo>
                    <a:pt x="62270" y="44328"/>
                    <a:pt x="59412" y="47185"/>
                    <a:pt x="56555" y="48138"/>
                  </a:cubicBezTo>
                  <a:cubicBezTo>
                    <a:pt x="53697" y="50043"/>
                    <a:pt x="51792" y="50995"/>
                    <a:pt x="49887" y="50995"/>
                  </a:cubicBezTo>
                  <a:cubicBezTo>
                    <a:pt x="47982" y="44328"/>
                    <a:pt x="47982" y="37660"/>
                    <a:pt x="47982" y="32898"/>
                  </a:cubicBezTo>
                  <a:cubicBezTo>
                    <a:pt x="47982" y="27183"/>
                    <a:pt x="49887" y="23373"/>
                    <a:pt x="51792" y="21468"/>
                  </a:cubicBezTo>
                  <a:cubicBezTo>
                    <a:pt x="54650" y="18610"/>
                    <a:pt x="57507" y="16705"/>
                    <a:pt x="60365" y="16705"/>
                  </a:cubicBezTo>
                  <a:cubicBezTo>
                    <a:pt x="63222" y="15753"/>
                    <a:pt x="66080" y="16705"/>
                    <a:pt x="67985" y="18610"/>
                  </a:cubicBezTo>
                  <a:cubicBezTo>
                    <a:pt x="69890" y="21468"/>
                    <a:pt x="70842" y="25278"/>
                    <a:pt x="70842" y="29088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014" name="Google Shape;1014;p9"/>
            <p:cNvSpPr/>
            <p:nvPr/>
          </p:nvSpPr>
          <p:spPr bwMode="auto">
            <a:xfrm>
              <a:off x="6644398" y="2477449"/>
              <a:ext cx="71922" cy="76930"/>
            </a:xfrm>
            <a:custGeom>
              <a:avLst/>
              <a:gdLst/>
              <a:ahLst/>
              <a:cxnLst/>
              <a:rect l="l" t="t" r="r" b="b"/>
              <a:pathLst>
                <a:path w="71922" h="76930" fill="norm" stroke="1" extrusionOk="0">
                  <a:moveTo>
                    <a:pt x="47868" y="60008"/>
                  </a:moveTo>
                  <a:cubicBezTo>
                    <a:pt x="41200" y="59055"/>
                    <a:pt x="36438" y="56198"/>
                    <a:pt x="31675" y="50483"/>
                  </a:cubicBezTo>
                  <a:cubicBezTo>
                    <a:pt x="24055" y="40958"/>
                    <a:pt x="17388" y="32385"/>
                    <a:pt x="13578" y="23813"/>
                  </a:cubicBezTo>
                  <a:cubicBezTo>
                    <a:pt x="9768" y="15240"/>
                    <a:pt x="7863" y="7620"/>
                    <a:pt x="7863" y="952"/>
                  </a:cubicBezTo>
                  <a:lnTo>
                    <a:pt x="243" y="0"/>
                  </a:lnTo>
                  <a:cubicBezTo>
                    <a:pt x="-710" y="10477"/>
                    <a:pt x="1195" y="20955"/>
                    <a:pt x="5005" y="32385"/>
                  </a:cubicBezTo>
                  <a:cubicBezTo>
                    <a:pt x="8815" y="43815"/>
                    <a:pt x="15483" y="54293"/>
                    <a:pt x="23103" y="63818"/>
                  </a:cubicBezTo>
                  <a:cubicBezTo>
                    <a:pt x="28818" y="70485"/>
                    <a:pt x="36438" y="75248"/>
                    <a:pt x="44058" y="76200"/>
                  </a:cubicBezTo>
                  <a:cubicBezTo>
                    <a:pt x="51678" y="78105"/>
                    <a:pt x="58345" y="76200"/>
                    <a:pt x="64060" y="71438"/>
                  </a:cubicBezTo>
                  <a:cubicBezTo>
                    <a:pt x="68823" y="67627"/>
                    <a:pt x="71680" y="60960"/>
                    <a:pt x="71680" y="52388"/>
                  </a:cubicBezTo>
                  <a:cubicBezTo>
                    <a:pt x="72633" y="43815"/>
                    <a:pt x="70728" y="37148"/>
                    <a:pt x="66918" y="32385"/>
                  </a:cubicBezTo>
                  <a:cubicBezTo>
                    <a:pt x="65013" y="29527"/>
                    <a:pt x="62155" y="27623"/>
                    <a:pt x="58345" y="26670"/>
                  </a:cubicBezTo>
                  <a:cubicBezTo>
                    <a:pt x="54535" y="24765"/>
                    <a:pt x="50725" y="23813"/>
                    <a:pt x="45963" y="23813"/>
                  </a:cubicBezTo>
                  <a:lnTo>
                    <a:pt x="45010" y="41910"/>
                  </a:lnTo>
                  <a:cubicBezTo>
                    <a:pt x="48820" y="41910"/>
                    <a:pt x="51678" y="41910"/>
                    <a:pt x="55488" y="42863"/>
                  </a:cubicBezTo>
                  <a:cubicBezTo>
                    <a:pt x="59298" y="43815"/>
                    <a:pt x="61203" y="44768"/>
                    <a:pt x="63108" y="46673"/>
                  </a:cubicBezTo>
                  <a:cubicBezTo>
                    <a:pt x="65013" y="48577"/>
                    <a:pt x="65013" y="49530"/>
                    <a:pt x="65013" y="51435"/>
                  </a:cubicBezTo>
                  <a:cubicBezTo>
                    <a:pt x="65013" y="53340"/>
                    <a:pt x="65013" y="55245"/>
                    <a:pt x="63108" y="56198"/>
                  </a:cubicBezTo>
                  <a:cubicBezTo>
                    <a:pt x="59298" y="60008"/>
                    <a:pt x="54535" y="60960"/>
                    <a:pt x="47868" y="60008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015" name="Google Shape;1015;p9"/>
            <p:cNvSpPr/>
            <p:nvPr/>
          </p:nvSpPr>
          <p:spPr bwMode="auto">
            <a:xfrm>
              <a:off x="5945504" y="2138362"/>
              <a:ext cx="782002" cy="306704"/>
            </a:xfrm>
            <a:custGeom>
              <a:avLst/>
              <a:gdLst/>
              <a:ahLst/>
              <a:cxnLst/>
              <a:rect l="l" t="t" r="r" b="b"/>
              <a:pathLst>
                <a:path w="782002" h="306704" fill="norm" stroke="1" extrusionOk="0">
                  <a:moveTo>
                    <a:pt x="26670" y="97155"/>
                  </a:moveTo>
                  <a:cubicBezTo>
                    <a:pt x="37148" y="103823"/>
                    <a:pt x="46673" y="107632"/>
                    <a:pt x="56198" y="106680"/>
                  </a:cubicBezTo>
                  <a:cubicBezTo>
                    <a:pt x="62865" y="105727"/>
                    <a:pt x="68580" y="102870"/>
                    <a:pt x="73342" y="97155"/>
                  </a:cubicBezTo>
                  <a:cubicBezTo>
                    <a:pt x="78105" y="91440"/>
                    <a:pt x="80010" y="84773"/>
                    <a:pt x="79058" y="77152"/>
                  </a:cubicBezTo>
                  <a:cubicBezTo>
                    <a:pt x="79058" y="74295"/>
                    <a:pt x="78105" y="71438"/>
                    <a:pt x="77153" y="68580"/>
                  </a:cubicBezTo>
                  <a:cubicBezTo>
                    <a:pt x="76200" y="65723"/>
                    <a:pt x="74295" y="63818"/>
                    <a:pt x="72390" y="60960"/>
                  </a:cubicBezTo>
                  <a:cubicBezTo>
                    <a:pt x="77153" y="63818"/>
                    <a:pt x="80963" y="65723"/>
                    <a:pt x="84773" y="67627"/>
                  </a:cubicBezTo>
                  <a:cubicBezTo>
                    <a:pt x="88583" y="69532"/>
                    <a:pt x="92392" y="69532"/>
                    <a:pt x="96203" y="69532"/>
                  </a:cubicBezTo>
                  <a:cubicBezTo>
                    <a:pt x="100013" y="68580"/>
                    <a:pt x="102870" y="67627"/>
                    <a:pt x="104775" y="66675"/>
                  </a:cubicBezTo>
                  <a:lnTo>
                    <a:pt x="107633" y="98107"/>
                  </a:lnTo>
                  <a:lnTo>
                    <a:pt x="128588" y="107632"/>
                  </a:lnTo>
                  <a:lnTo>
                    <a:pt x="120015" y="15240"/>
                  </a:lnTo>
                  <a:cubicBezTo>
                    <a:pt x="132398" y="14288"/>
                    <a:pt x="143828" y="14288"/>
                    <a:pt x="156210" y="14288"/>
                  </a:cubicBezTo>
                  <a:cubicBezTo>
                    <a:pt x="158115" y="14288"/>
                    <a:pt x="160020" y="14288"/>
                    <a:pt x="161925" y="14288"/>
                  </a:cubicBezTo>
                  <a:lnTo>
                    <a:pt x="160020" y="51435"/>
                  </a:lnTo>
                  <a:lnTo>
                    <a:pt x="153353" y="51435"/>
                  </a:lnTo>
                  <a:cubicBezTo>
                    <a:pt x="151448" y="51435"/>
                    <a:pt x="150495" y="51435"/>
                    <a:pt x="149542" y="53340"/>
                  </a:cubicBezTo>
                  <a:cubicBezTo>
                    <a:pt x="148590" y="54293"/>
                    <a:pt x="147638" y="55245"/>
                    <a:pt x="147638" y="57150"/>
                  </a:cubicBezTo>
                  <a:cubicBezTo>
                    <a:pt x="147638" y="60960"/>
                    <a:pt x="151448" y="66675"/>
                    <a:pt x="158115" y="74295"/>
                  </a:cubicBezTo>
                  <a:cubicBezTo>
                    <a:pt x="165735" y="81915"/>
                    <a:pt x="170498" y="86677"/>
                    <a:pt x="174308" y="86677"/>
                  </a:cubicBezTo>
                  <a:cubicBezTo>
                    <a:pt x="175260" y="86677"/>
                    <a:pt x="176213" y="85725"/>
                    <a:pt x="177165" y="84773"/>
                  </a:cubicBezTo>
                  <a:cubicBezTo>
                    <a:pt x="178117" y="82868"/>
                    <a:pt x="179070" y="81915"/>
                    <a:pt x="179070" y="80010"/>
                  </a:cubicBezTo>
                  <a:lnTo>
                    <a:pt x="179070" y="71438"/>
                  </a:lnTo>
                  <a:lnTo>
                    <a:pt x="212408" y="73343"/>
                  </a:lnTo>
                  <a:lnTo>
                    <a:pt x="211455" y="98107"/>
                  </a:lnTo>
                  <a:lnTo>
                    <a:pt x="231458" y="112395"/>
                  </a:lnTo>
                  <a:lnTo>
                    <a:pt x="236220" y="19050"/>
                  </a:lnTo>
                  <a:cubicBezTo>
                    <a:pt x="264795" y="21907"/>
                    <a:pt x="292417" y="25718"/>
                    <a:pt x="320040" y="30480"/>
                  </a:cubicBezTo>
                  <a:lnTo>
                    <a:pt x="317183" y="45720"/>
                  </a:lnTo>
                  <a:lnTo>
                    <a:pt x="288608" y="40957"/>
                  </a:lnTo>
                  <a:cubicBezTo>
                    <a:pt x="281940" y="40005"/>
                    <a:pt x="275273" y="40957"/>
                    <a:pt x="269558" y="44768"/>
                  </a:cubicBezTo>
                  <a:cubicBezTo>
                    <a:pt x="263842" y="48577"/>
                    <a:pt x="260985" y="53340"/>
                    <a:pt x="260033" y="59055"/>
                  </a:cubicBezTo>
                  <a:cubicBezTo>
                    <a:pt x="258128" y="67627"/>
                    <a:pt x="259080" y="77152"/>
                    <a:pt x="262890" y="87630"/>
                  </a:cubicBezTo>
                  <a:cubicBezTo>
                    <a:pt x="265748" y="98107"/>
                    <a:pt x="271463" y="108585"/>
                    <a:pt x="278130" y="119063"/>
                  </a:cubicBezTo>
                  <a:lnTo>
                    <a:pt x="285750" y="116205"/>
                  </a:lnTo>
                  <a:cubicBezTo>
                    <a:pt x="280988" y="109538"/>
                    <a:pt x="277178" y="102870"/>
                    <a:pt x="275273" y="96202"/>
                  </a:cubicBezTo>
                  <a:cubicBezTo>
                    <a:pt x="273367" y="88582"/>
                    <a:pt x="273367" y="81915"/>
                    <a:pt x="274320" y="75248"/>
                  </a:cubicBezTo>
                  <a:cubicBezTo>
                    <a:pt x="275273" y="70485"/>
                    <a:pt x="277178" y="66675"/>
                    <a:pt x="281940" y="63818"/>
                  </a:cubicBezTo>
                  <a:cubicBezTo>
                    <a:pt x="285750" y="60960"/>
                    <a:pt x="290513" y="60007"/>
                    <a:pt x="295275" y="60960"/>
                  </a:cubicBezTo>
                  <a:lnTo>
                    <a:pt x="315278" y="64770"/>
                  </a:lnTo>
                  <a:lnTo>
                    <a:pt x="307658" y="111443"/>
                  </a:lnTo>
                  <a:lnTo>
                    <a:pt x="325755" y="128588"/>
                  </a:lnTo>
                  <a:lnTo>
                    <a:pt x="340995" y="36195"/>
                  </a:lnTo>
                  <a:cubicBezTo>
                    <a:pt x="393383" y="46673"/>
                    <a:pt x="444817" y="61913"/>
                    <a:pt x="494348" y="81915"/>
                  </a:cubicBezTo>
                  <a:lnTo>
                    <a:pt x="483870" y="109538"/>
                  </a:lnTo>
                  <a:cubicBezTo>
                    <a:pt x="481013" y="101918"/>
                    <a:pt x="477203" y="95250"/>
                    <a:pt x="472440" y="89535"/>
                  </a:cubicBezTo>
                  <a:cubicBezTo>
                    <a:pt x="467678" y="83820"/>
                    <a:pt x="461963" y="80010"/>
                    <a:pt x="457200" y="78105"/>
                  </a:cubicBezTo>
                  <a:cubicBezTo>
                    <a:pt x="448628" y="75248"/>
                    <a:pt x="441008" y="74295"/>
                    <a:pt x="433388" y="77152"/>
                  </a:cubicBezTo>
                  <a:cubicBezTo>
                    <a:pt x="425767" y="80010"/>
                    <a:pt x="421005" y="84773"/>
                    <a:pt x="418148" y="91440"/>
                  </a:cubicBezTo>
                  <a:cubicBezTo>
                    <a:pt x="415290" y="100013"/>
                    <a:pt x="416242" y="109538"/>
                    <a:pt x="421958" y="120968"/>
                  </a:cubicBezTo>
                  <a:cubicBezTo>
                    <a:pt x="427673" y="132398"/>
                    <a:pt x="434340" y="140018"/>
                    <a:pt x="441960" y="142875"/>
                  </a:cubicBezTo>
                  <a:cubicBezTo>
                    <a:pt x="446723" y="144780"/>
                    <a:pt x="451485" y="144780"/>
                    <a:pt x="456248" y="144780"/>
                  </a:cubicBezTo>
                  <a:cubicBezTo>
                    <a:pt x="461010" y="144780"/>
                    <a:pt x="466725" y="142875"/>
                    <a:pt x="471488" y="140970"/>
                  </a:cubicBezTo>
                  <a:lnTo>
                    <a:pt x="464820" y="158115"/>
                  </a:lnTo>
                  <a:lnTo>
                    <a:pt x="479108" y="178118"/>
                  </a:lnTo>
                  <a:lnTo>
                    <a:pt x="511492" y="90488"/>
                  </a:lnTo>
                  <a:cubicBezTo>
                    <a:pt x="523875" y="96202"/>
                    <a:pt x="537210" y="101918"/>
                    <a:pt x="549593" y="107632"/>
                  </a:cubicBezTo>
                  <a:lnTo>
                    <a:pt x="532448" y="140970"/>
                  </a:lnTo>
                  <a:lnTo>
                    <a:pt x="526733" y="138113"/>
                  </a:lnTo>
                  <a:cubicBezTo>
                    <a:pt x="524828" y="137160"/>
                    <a:pt x="523875" y="137160"/>
                    <a:pt x="522923" y="138113"/>
                  </a:cubicBezTo>
                  <a:cubicBezTo>
                    <a:pt x="521017" y="138113"/>
                    <a:pt x="520065" y="139065"/>
                    <a:pt x="519113" y="140970"/>
                  </a:cubicBezTo>
                  <a:cubicBezTo>
                    <a:pt x="517208" y="143827"/>
                    <a:pt x="518160" y="150495"/>
                    <a:pt x="521970" y="160973"/>
                  </a:cubicBezTo>
                  <a:cubicBezTo>
                    <a:pt x="524828" y="171450"/>
                    <a:pt x="528638" y="177165"/>
                    <a:pt x="531495" y="179070"/>
                  </a:cubicBezTo>
                  <a:cubicBezTo>
                    <a:pt x="532448" y="180023"/>
                    <a:pt x="533400" y="180023"/>
                    <a:pt x="535305" y="179070"/>
                  </a:cubicBezTo>
                  <a:cubicBezTo>
                    <a:pt x="537210" y="178118"/>
                    <a:pt x="538163" y="177165"/>
                    <a:pt x="539115" y="175260"/>
                  </a:cubicBezTo>
                  <a:lnTo>
                    <a:pt x="542925" y="167640"/>
                  </a:lnTo>
                  <a:lnTo>
                    <a:pt x="572453" y="183833"/>
                  </a:lnTo>
                  <a:lnTo>
                    <a:pt x="561023" y="205740"/>
                  </a:lnTo>
                  <a:lnTo>
                    <a:pt x="572453" y="226695"/>
                  </a:lnTo>
                  <a:lnTo>
                    <a:pt x="616268" y="143827"/>
                  </a:lnTo>
                  <a:cubicBezTo>
                    <a:pt x="626745" y="150495"/>
                    <a:pt x="638175" y="156210"/>
                    <a:pt x="648653" y="162877"/>
                  </a:cubicBezTo>
                  <a:lnTo>
                    <a:pt x="604838" y="230505"/>
                  </a:lnTo>
                  <a:lnTo>
                    <a:pt x="614363" y="253365"/>
                  </a:lnTo>
                  <a:lnTo>
                    <a:pt x="665798" y="174308"/>
                  </a:lnTo>
                  <a:cubicBezTo>
                    <a:pt x="687705" y="189548"/>
                    <a:pt x="709613" y="204788"/>
                    <a:pt x="729615" y="221933"/>
                  </a:cubicBezTo>
                  <a:lnTo>
                    <a:pt x="711518" y="244793"/>
                  </a:lnTo>
                  <a:lnTo>
                    <a:pt x="676275" y="217170"/>
                  </a:lnTo>
                  <a:cubicBezTo>
                    <a:pt x="674370" y="215265"/>
                    <a:pt x="672465" y="215265"/>
                    <a:pt x="669608" y="215265"/>
                  </a:cubicBezTo>
                  <a:cubicBezTo>
                    <a:pt x="666750" y="215265"/>
                    <a:pt x="664845" y="216218"/>
                    <a:pt x="663893" y="218123"/>
                  </a:cubicBezTo>
                  <a:cubicBezTo>
                    <a:pt x="660083" y="222885"/>
                    <a:pt x="658178" y="228600"/>
                    <a:pt x="658178" y="236220"/>
                  </a:cubicBezTo>
                  <a:cubicBezTo>
                    <a:pt x="658178" y="243840"/>
                    <a:pt x="660083" y="249555"/>
                    <a:pt x="662940" y="251460"/>
                  </a:cubicBezTo>
                  <a:cubicBezTo>
                    <a:pt x="663893" y="252413"/>
                    <a:pt x="664845" y="252413"/>
                    <a:pt x="665798" y="252413"/>
                  </a:cubicBezTo>
                  <a:cubicBezTo>
                    <a:pt x="666750" y="252413"/>
                    <a:pt x="667703" y="252413"/>
                    <a:pt x="668655" y="250508"/>
                  </a:cubicBezTo>
                  <a:lnTo>
                    <a:pt x="673418" y="243840"/>
                  </a:lnTo>
                  <a:cubicBezTo>
                    <a:pt x="674370" y="242888"/>
                    <a:pt x="675323" y="241935"/>
                    <a:pt x="677228" y="241935"/>
                  </a:cubicBezTo>
                  <a:cubicBezTo>
                    <a:pt x="678180" y="240983"/>
                    <a:pt x="680085" y="241935"/>
                    <a:pt x="681038" y="241935"/>
                  </a:cubicBezTo>
                  <a:lnTo>
                    <a:pt x="700088" y="257175"/>
                  </a:lnTo>
                  <a:lnTo>
                    <a:pt x="678180" y="285750"/>
                  </a:lnTo>
                  <a:lnTo>
                    <a:pt x="686753" y="306705"/>
                  </a:lnTo>
                  <a:lnTo>
                    <a:pt x="743903" y="233363"/>
                  </a:lnTo>
                  <a:cubicBezTo>
                    <a:pt x="752475" y="240030"/>
                    <a:pt x="761048" y="247650"/>
                    <a:pt x="768668" y="255270"/>
                  </a:cubicBezTo>
                  <a:lnTo>
                    <a:pt x="782003" y="240983"/>
                  </a:lnTo>
                  <a:cubicBezTo>
                    <a:pt x="616268" y="91440"/>
                    <a:pt x="396240" y="0"/>
                    <a:pt x="155258" y="0"/>
                  </a:cubicBezTo>
                  <a:cubicBezTo>
                    <a:pt x="127635" y="0"/>
                    <a:pt x="100013" y="952"/>
                    <a:pt x="72390" y="3810"/>
                  </a:cubicBezTo>
                  <a:lnTo>
                    <a:pt x="84773" y="22860"/>
                  </a:lnTo>
                  <a:cubicBezTo>
                    <a:pt x="89535" y="22860"/>
                    <a:pt x="93345" y="21907"/>
                    <a:pt x="98108" y="21907"/>
                  </a:cubicBezTo>
                  <a:lnTo>
                    <a:pt x="100965" y="48577"/>
                  </a:lnTo>
                  <a:cubicBezTo>
                    <a:pt x="99060" y="51435"/>
                    <a:pt x="97155" y="53340"/>
                    <a:pt x="94298" y="55245"/>
                  </a:cubicBezTo>
                  <a:cubicBezTo>
                    <a:pt x="91440" y="57150"/>
                    <a:pt x="88583" y="58102"/>
                    <a:pt x="85725" y="58102"/>
                  </a:cubicBezTo>
                  <a:cubicBezTo>
                    <a:pt x="80010" y="59055"/>
                    <a:pt x="75248" y="59055"/>
                    <a:pt x="72390" y="58102"/>
                  </a:cubicBezTo>
                  <a:cubicBezTo>
                    <a:pt x="68580" y="58102"/>
                    <a:pt x="65723" y="57150"/>
                    <a:pt x="64770" y="56198"/>
                  </a:cubicBezTo>
                  <a:cubicBezTo>
                    <a:pt x="67628" y="53340"/>
                    <a:pt x="69533" y="50482"/>
                    <a:pt x="71438" y="46673"/>
                  </a:cubicBezTo>
                  <a:cubicBezTo>
                    <a:pt x="73342" y="42863"/>
                    <a:pt x="73342" y="39052"/>
                    <a:pt x="73342" y="36195"/>
                  </a:cubicBezTo>
                  <a:cubicBezTo>
                    <a:pt x="72390" y="28575"/>
                    <a:pt x="67628" y="22860"/>
                    <a:pt x="59055" y="16193"/>
                  </a:cubicBezTo>
                  <a:cubicBezTo>
                    <a:pt x="50483" y="10477"/>
                    <a:pt x="40958" y="7620"/>
                    <a:pt x="32385" y="8573"/>
                  </a:cubicBezTo>
                  <a:cubicBezTo>
                    <a:pt x="27623" y="8573"/>
                    <a:pt x="23813" y="10477"/>
                    <a:pt x="19050" y="13335"/>
                  </a:cubicBezTo>
                  <a:cubicBezTo>
                    <a:pt x="14288" y="15240"/>
                    <a:pt x="10478" y="19050"/>
                    <a:pt x="6667" y="22860"/>
                  </a:cubicBezTo>
                  <a:lnTo>
                    <a:pt x="18098" y="36195"/>
                  </a:lnTo>
                  <a:cubicBezTo>
                    <a:pt x="21908" y="32385"/>
                    <a:pt x="26670" y="28575"/>
                    <a:pt x="31433" y="25718"/>
                  </a:cubicBezTo>
                  <a:cubicBezTo>
                    <a:pt x="36195" y="22860"/>
                    <a:pt x="40958" y="21907"/>
                    <a:pt x="44767" y="20955"/>
                  </a:cubicBezTo>
                  <a:cubicBezTo>
                    <a:pt x="48578" y="20955"/>
                    <a:pt x="51435" y="20955"/>
                    <a:pt x="54292" y="22860"/>
                  </a:cubicBezTo>
                  <a:cubicBezTo>
                    <a:pt x="57150" y="24765"/>
                    <a:pt x="59055" y="27623"/>
                    <a:pt x="59055" y="30480"/>
                  </a:cubicBezTo>
                  <a:cubicBezTo>
                    <a:pt x="59055" y="35243"/>
                    <a:pt x="59055" y="40005"/>
                    <a:pt x="57150" y="43815"/>
                  </a:cubicBezTo>
                  <a:cubicBezTo>
                    <a:pt x="56198" y="47625"/>
                    <a:pt x="53340" y="49530"/>
                    <a:pt x="48578" y="50482"/>
                  </a:cubicBezTo>
                  <a:cubicBezTo>
                    <a:pt x="45720" y="49530"/>
                    <a:pt x="42863" y="50482"/>
                    <a:pt x="39053" y="50482"/>
                  </a:cubicBezTo>
                  <a:cubicBezTo>
                    <a:pt x="35242" y="51435"/>
                    <a:pt x="31433" y="53340"/>
                    <a:pt x="27623" y="55245"/>
                  </a:cubicBezTo>
                  <a:lnTo>
                    <a:pt x="37148" y="71438"/>
                  </a:lnTo>
                  <a:cubicBezTo>
                    <a:pt x="44767" y="69532"/>
                    <a:pt x="51435" y="66675"/>
                    <a:pt x="59055" y="60960"/>
                  </a:cubicBezTo>
                  <a:cubicBezTo>
                    <a:pt x="60960" y="61913"/>
                    <a:pt x="61913" y="63818"/>
                    <a:pt x="62865" y="65723"/>
                  </a:cubicBezTo>
                  <a:cubicBezTo>
                    <a:pt x="63817" y="66675"/>
                    <a:pt x="64770" y="69532"/>
                    <a:pt x="64770" y="71438"/>
                  </a:cubicBezTo>
                  <a:cubicBezTo>
                    <a:pt x="65723" y="77152"/>
                    <a:pt x="63817" y="81915"/>
                    <a:pt x="60960" y="86677"/>
                  </a:cubicBezTo>
                  <a:cubicBezTo>
                    <a:pt x="57150" y="91440"/>
                    <a:pt x="52388" y="93345"/>
                    <a:pt x="46673" y="94298"/>
                  </a:cubicBezTo>
                  <a:cubicBezTo>
                    <a:pt x="40005" y="95250"/>
                    <a:pt x="32385" y="93345"/>
                    <a:pt x="25717" y="88582"/>
                  </a:cubicBezTo>
                  <a:cubicBezTo>
                    <a:pt x="18098" y="83820"/>
                    <a:pt x="12383" y="77152"/>
                    <a:pt x="6667" y="68580"/>
                  </a:cubicBezTo>
                  <a:lnTo>
                    <a:pt x="0" y="73343"/>
                  </a:lnTo>
                  <a:cubicBezTo>
                    <a:pt x="7620" y="80010"/>
                    <a:pt x="16192" y="89535"/>
                    <a:pt x="26670" y="97155"/>
                  </a:cubicBezTo>
                  <a:close/>
                  <a:moveTo>
                    <a:pt x="457200" y="121920"/>
                  </a:moveTo>
                  <a:cubicBezTo>
                    <a:pt x="449580" y="122873"/>
                    <a:pt x="443865" y="121920"/>
                    <a:pt x="438150" y="120015"/>
                  </a:cubicBezTo>
                  <a:cubicBezTo>
                    <a:pt x="434340" y="118110"/>
                    <a:pt x="431483" y="116205"/>
                    <a:pt x="428625" y="112395"/>
                  </a:cubicBezTo>
                  <a:cubicBezTo>
                    <a:pt x="426720" y="108585"/>
                    <a:pt x="426720" y="105727"/>
                    <a:pt x="427673" y="102870"/>
                  </a:cubicBezTo>
                  <a:cubicBezTo>
                    <a:pt x="429578" y="98107"/>
                    <a:pt x="433388" y="95250"/>
                    <a:pt x="441008" y="93345"/>
                  </a:cubicBezTo>
                  <a:cubicBezTo>
                    <a:pt x="448628" y="91440"/>
                    <a:pt x="456248" y="92393"/>
                    <a:pt x="462915" y="94298"/>
                  </a:cubicBezTo>
                  <a:cubicBezTo>
                    <a:pt x="466725" y="95250"/>
                    <a:pt x="469583" y="98107"/>
                    <a:pt x="472440" y="101918"/>
                  </a:cubicBezTo>
                  <a:cubicBezTo>
                    <a:pt x="475298" y="105727"/>
                    <a:pt x="478155" y="110490"/>
                    <a:pt x="480060" y="115252"/>
                  </a:cubicBezTo>
                  <a:cubicBezTo>
                    <a:pt x="472440" y="118110"/>
                    <a:pt x="464820" y="120968"/>
                    <a:pt x="457200" y="121920"/>
                  </a:cubicBezTo>
                  <a:close/>
                  <a:moveTo>
                    <a:pt x="567690" y="110490"/>
                  </a:moveTo>
                  <a:cubicBezTo>
                    <a:pt x="578168" y="115252"/>
                    <a:pt x="587693" y="120968"/>
                    <a:pt x="597218" y="126682"/>
                  </a:cubicBezTo>
                  <a:lnTo>
                    <a:pt x="579120" y="160020"/>
                  </a:lnTo>
                  <a:lnTo>
                    <a:pt x="549593" y="143827"/>
                  </a:lnTo>
                  <a:lnTo>
                    <a:pt x="567690" y="110490"/>
                  </a:lnTo>
                  <a:close/>
                  <a:moveTo>
                    <a:pt x="181928" y="13335"/>
                  </a:moveTo>
                  <a:cubicBezTo>
                    <a:pt x="193358" y="13335"/>
                    <a:pt x="204788" y="14288"/>
                    <a:pt x="215265" y="15240"/>
                  </a:cubicBezTo>
                  <a:lnTo>
                    <a:pt x="213360" y="53340"/>
                  </a:lnTo>
                  <a:lnTo>
                    <a:pt x="180023" y="51435"/>
                  </a:lnTo>
                  <a:lnTo>
                    <a:pt x="181928" y="13335"/>
                  </a:ln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016" name="Google Shape;1016;p9"/>
            <p:cNvSpPr/>
            <p:nvPr/>
          </p:nvSpPr>
          <p:spPr bwMode="auto">
            <a:xfrm>
              <a:off x="6714169" y="2412683"/>
              <a:ext cx="92392" cy="111442"/>
            </a:xfrm>
            <a:custGeom>
              <a:avLst/>
              <a:gdLst/>
              <a:ahLst/>
              <a:cxnLst/>
              <a:rect l="l" t="t" r="r" b="b"/>
              <a:pathLst>
                <a:path w="92392" h="111442" fill="norm" stroke="1" extrusionOk="0">
                  <a:moveTo>
                    <a:pt x="0" y="89535"/>
                  </a:moveTo>
                  <a:lnTo>
                    <a:pt x="6668" y="111442"/>
                  </a:lnTo>
                  <a:lnTo>
                    <a:pt x="72390" y="46672"/>
                  </a:lnTo>
                  <a:cubicBezTo>
                    <a:pt x="77153" y="52388"/>
                    <a:pt x="81915" y="58102"/>
                    <a:pt x="86678" y="62865"/>
                  </a:cubicBezTo>
                  <a:lnTo>
                    <a:pt x="92393" y="39052"/>
                  </a:lnTo>
                  <a:cubicBezTo>
                    <a:pt x="80963" y="25717"/>
                    <a:pt x="68580" y="12382"/>
                    <a:pt x="56198" y="0"/>
                  </a:cubicBezTo>
                  <a:lnTo>
                    <a:pt x="41910" y="14288"/>
                  </a:lnTo>
                  <a:cubicBezTo>
                    <a:pt x="47625" y="20002"/>
                    <a:pt x="52388" y="25717"/>
                    <a:pt x="58103" y="31432"/>
                  </a:cubicBezTo>
                  <a:lnTo>
                    <a:pt x="0" y="89535"/>
                  </a:ln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017" name="Google Shape;1017;p9"/>
            <p:cNvSpPr/>
            <p:nvPr/>
          </p:nvSpPr>
          <p:spPr bwMode="auto">
            <a:xfrm>
              <a:off x="6755132" y="2518406"/>
              <a:ext cx="25717" cy="25717"/>
            </a:xfrm>
            <a:custGeom>
              <a:avLst/>
              <a:gdLst/>
              <a:ahLst/>
              <a:cxnLst/>
              <a:rect l="l" t="t" r="r" b="b"/>
              <a:pathLst>
                <a:path w="25717" h="25717" fill="norm" stroke="1" extrusionOk="0">
                  <a:moveTo>
                    <a:pt x="0" y="0"/>
                  </a:moveTo>
                  <a:lnTo>
                    <a:pt x="25717" y="0"/>
                  </a:lnTo>
                  <a:lnTo>
                    <a:pt x="25717" y="25717"/>
                  </a:lnTo>
                  <a:lnTo>
                    <a:pt x="0" y="25717"/>
                  </a:ln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018" name="Google Shape;1018;p9"/>
            <p:cNvSpPr/>
            <p:nvPr/>
          </p:nvSpPr>
          <p:spPr bwMode="auto">
            <a:xfrm>
              <a:off x="6782749" y="2489835"/>
              <a:ext cx="25717" cy="25717"/>
            </a:xfrm>
            <a:custGeom>
              <a:avLst/>
              <a:gdLst/>
              <a:ahLst/>
              <a:cxnLst/>
              <a:rect l="l" t="t" r="r" b="b"/>
              <a:pathLst>
                <a:path w="25717" h="25717" fill="norm" stroke="1" extrusionOk="0">
                  <a:moveTo>
                    <a:pt x="0" y="0"/>
                  </a:moveTo>
                  <a:lnTo>
                    <a:pt x="25718" y="0"/>
                  </a:lnTo>
                  <a:lnTo>
                    <a:pt x="25718" y="25717"/>
                  </a:lnTo>
                  <a:lnTo>
                    <a:pt x="0" y="25717"/>
                  </a:ln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grpSp>
          <p:nvGrpSpPr>
            <p:cNvPr id="1019" name="Google Shape;1019;p9"/>
            <p:cNvGrpSpPr/>
            <p:nvPr/>
          </p:nvGrpSpPr>
          <p:grpSpPr bwMode="auto">
            <a:xfrm>
              <a:off x="4819650" y="4612031"/>
              <a:ext cx="2558414" cy="385762"/>
              <a:chOff x="4819650" y="4612005"/>
              <a:chExt cx="2558414" cy="385762"/>
            </a:xfrm>
          </p:grpSpPr>
          <p:sp>
            <p:nvSpPr>
              <p:cNvPr id="1020" name="Google Shape;1020;p9"/>
              <p:cNvSpPr/>
              <p:nvPr/>
            </p:nvSpPr>
            <p:spPr bwMode="auto">
              <a:xfrm>
                <a:off x="4819650" y="4699634"/>
                <a:ext cx="1013460" cy="262890"/>
              </a:xfrm>
              <a:custGeom>
                <a:avLst/>
                <a:gdLst/>
                <a:ahLst/>
                <a:cxnLst/>
                <a:rect l="l" t="t" r="r" b="b"/>
                <a:pathLst>
                  <a:path w="1013460" h="262890" fill="norm" stroke="1" extrusionOk="0">
                    <a:moveTo>
                      <a:pt x="942975" y="182880"/>
                    </a:moveTo>
                    <a:lnTo>
                      <a:pt x="978218" y="201930"/>
                    </a:lnTo>
                    <a:lnTo>
                      <a:pt x="978218" y="38100"/>
                    </a:lnTo>
                    <a:lnTo>
                      <a:pt x="1013460" y="38100"/>
                    </a:lnTo>
                    <a:lnTo>
                      <a:pt x="996315" y="6668"/>
                    </a:lnTo>
                    <a:lnTo>
                      <a:pt x="827723" y="6668"/>
                    </a:lnTo>
                    <a:lnTo>
                      <a:pt x="819150" y="6668"/>
                    </a:lnTo>
                    <a:lnTo>
                      <a:pt x="731520" y="6668"/>
                    </a:lnTo>
                    <a:lnTo>
                      <a:pt x="723900" y="6668"/>
                    </a:lnTo>
                    <a:lnTo>
                      <a:pt x="537210" y="6668"/>
                    </a:lnTo>
                    <a:lnTo>
                      <a:pt x="529590" y="6668"/>
                    </a:lnTo>
                    <a:lnTo>
                      <a:pt x="441960" y="6668"/>
                    </a:lnTo>
                    <a:lnTo>
                      <a:pt x="434340" y="6668"/>
                    </a:lnTo>
                    <a:lnTo>
                      <a:pt x="202883" y="6668"/>
                    </a:lnTo>
                    <a:lnTo>
                      <a:pt x="195263" y="6668"/>
                    </a:lnTo>
                    <a:lnTo>
                      <a:pt x="122873" y="6668"/>
                    </a:lnTo>
                    <a:lnTo>
                      <a:pt x="141923" y="38100"/>
                    </a:lnTo>
                    <a:lnTo>
                      <a:pt x="149543" y="38100"/>
                    </a:lnTo>
                    <a:lnTo>
                      <a:pt x="149543" y="110490"/>
                    </a:lnTo>
                    <a:lnTo>
                      <a:pt x="110490" y="93345"/>
                    </a:lnTo>
                    <a:cubicBezTo>
                      <a:pt x="114300" y="89535"/>
                      <a:pt x="117157" y="84772"/>
                      <a:pt x="119063" y="79058"/>
                    </a:cubicBezTo>
                    <a:cubicBezTo>
                      <a:pt x="120968" y="73343"/>
                      <a:pt x="121920" y="67628"/>
                      <a:pt x="121920" y="61913"/>
                    </a:cubicBezTo>
                    <a:cubicBezTo>
                      <a:pt x="121920" y="48578"/>
                      <a:pt x="115253" y="34290"/>
                      <a:pt x="102870" y="20955"/>
                    </a:cubicBezTo>
                    <a:cubicBezTo>
                      <a:pt x="89535" y="6668"/>
                      <a:pt x="76200" y="0"/>
                      <a:pt x="63818" y="0"/>
                    </a:cubicBezTo>
                    <a:cubicBezTo>
                      <a:pt x="51435" y="0"/>
                      <a:pt x="40958" y="3810"/>
                      <a:pt x="31433" y="11430"/>
                    </a:cubicBezTo>
                    <a:cubicBezTo>
                      <a:pt x="22860" y="19050"/>
                      <a:pt x="19050" y="28575"/>
                      <a:pt x="19050" y="39053"/>
                    </a:cubicBezTo>
                    <a:cubicBezTo>
                      <a:pt x="19050" y="47625"/>
                      <a:pt x="22860" y="57150"/>
                      <a:pt x="31433" y="66675"/>
                    </a:cubicBezTo>
                    <a:cubicBezTo>
                      <a:pt x="39053" y="75247"/>
                      <a:pt x="50482" y="82868"/>
                      <a:pt x="63818" y="90488"/>
                    </a:cubicBezTo>
                    <a:cubicBezTo>
                      <a:pt x="51435" y="99060"/>
                      <a:pt x="29528" y="110490"/>
                      <a:pt x="0" y="123825"/>
                    </a:cubicBezTo>
                    <a:lnTo>
                      <a:pt x="27622" y="147638"/>
                    </a:lnTo>
                    <a:cubicBezTo>
                      <a:pt x="60960" y="131445"/>
                      <a:pt x="84773" y="117158"/>
                      <a:pt x="100013" y="104775"/>
                    </a:cubicBezTo>
                    <a:lnTo>
                      <a:pt x="131445" y="120015"/>
                    </a:lnTo>
                    <a:lnTo>
                      <a:pt x="40005" y="176213"/>
                    </a:lnTo>
                    <a:lnTo>
                      <a:pt x="65723" y="197168"/>
                    </a:lnTo>
                    <a:lnTo>
                      <a:pt x="151448" y="139065"/>
                    </a:lnTo>
                    <a:lnTo>
                      <a:pt x="151448" y="183833"/>
                    </a:lnTo>
                    <a:lnTo>
                      <a:pt x="186690" y="202883"/>
                    </a:lnTo>
                    <a:lnTo>
                      <a:pt x="186690" y="39053"/>
                    </a:lnTo>
                    <a:lnTo>
                      <a:pt x="214313" y="39053"/>
                    </a:lnTo>
                    <a:lnTo>
                      <a:pt x="221933" y="39053"/>
                    </a:lnTo>
                    <a:lnTo>
                      <a:pt x="395288" y="39053"/>
                    </a:lnTo>
                    <a:lnTo>
                      <a:pt x="395288" y="66675"/>
                    </a:lnTo>
                    <a:lnTo>
                      <a:pt x="354330" y="66675"/>
                    </a:lnTo>
                    <a:cubicBezTo>
                      <a:pt x="340043" y="66675"/>
                      <a:pt x="327660" y="71438"/>
                      <a:pt x="318135" y="81915"/>
                    </a:cubicBezTo>
                    <a:cubicBezTo>
                      <a:pt x="308610" y="92393"/>
                      <a:pt x="302895" y="103822"/>
                      <a:pt x="302895" y="118110"/>
                    </a:cubicBezTo>
                    <a:cubicBezTo>
                      <a:pt x="302895" y="134303"/>
                      <a:pt x="311468" y="152400"/>
                      <a:pt x="329565" y="171450"/>
                    </a:cubicBezTo>
                    <a:cubicBezTo>
                      <a:pt x="347663" y="190500"/>
                      <a:pt x="364808" y="199072"/>
                      <a:pt x="381000" y="199072"/>
                    </a:cubicBezTo>
                    <a:cubicBezTo>
                      <a:pt x="381953" y="199072"/>
                      <a:pt x="383858" y="199072"/>
                      <a:pt x="387668" y="197168"/>
                    </a:cubicBezTo>
                    <a:lnTo>
                      <a:pt x="392430" y="195263"/>
                    </a:lnTo>
                    <a:cubicBezTo>
                      <a:pt x="387668" y="210503"/>
                      <a:pt x="381953" y="222885"/>
                      <a:pt x="373380" y="231458"/>
                    </a:cubicBezTo>
                    <a:cubicBezTo>
                      <a:pt x="365760" y="240983"/>
                      <a:pt x="357188" y="245745"/>
                      <a:pt x="347663" y="245745"/>
                    </a:cubicBezTo>
                    <a:cubicBezTo>
                      <a:pt x="342900" y="245745"/>
                      <a:pt x="339090" y="243840"/>
                      <a:pt x="337185" y="240983"/>
                    </a:cubicBezTo>
                    <a:cubicBezTo>
                      <a:pt x="334328" y="238125"/>
                      <a:pt x="332423" y="234315"/>
                      <a:pt x="332423" y="230505"/>
                    </a:cubicBezTo>
                    <a:cubicBezTo>
                      <a:pt x="332423" y="225743"/>
                      <a:pt x="334328" y="221933"/>
                      <a:pt x="339090" y="218122"/>
                    </a:cubicBezTo>
                    <a:cubicBezTo>
                      <a:pt x="343853" y="214313"/>
                      <a:pt x="349568" y="211455"/>
                      <a:pt x="356235" y="209550"/>
                    </a:cubicBezTo>
                    <a:lnTo>
                      <a:pt x="324803" y="190500"/>
                    </a:lnTo>
                    <a:cubicBezTo>
                      <a:pt x="320040" y="191453"/>
                      <a:pt x="316230" y="193358"/>
                      <a:pt x="312420" y="197168"/>
                    </a:cubicBezTo>
                    <a:cubicBezTo>
                      <a:pt x="308610" y="200025"/>
                      <a:pt x="306705" y="202883"/>
                      <a:pt x="305753" y="206693"/>
                    </a:cubicBezTo>
                    <a:cubicBezTo>
                      <a:pt x="292418" y="206693"/>
                      <a:pt x="282893" y="204788"/>
                      <a:pt x="276225" y="200978"/>
                    </a:cubicBezTo>
                    <a:cubicBezTo>
                      <a:pt x="282893" y="199072"/>
                      <a:pt x="288608" y="194310"/>
                      <a:pt x="291465" y="188595"/>
                    </a:cubicBezTo>
                    <a:cubicBezTo>
                      <a:pt x="295275" y="182880"/>
                      <a:pt x="297180" y="176213"/>
                      <a:pt x="297180" y="169545"/>
                    </a:cubicBezTo>
                    <a:cubicBezTo>
                      <a:pt x="297180" y="160020"/>
                      <a:pt x="294323" y="152400"/>
                      <a:pt x="287655" y="145733"/>
                    </a:cubicBezTo>
                    <a:cubicBezTo>
                      <a:pt x="281940" y="139065"/>
                      <a:pt x="274320" y="136208"/>
                      <a:pt x="265748" y="136208"/>
                    </a:cubicBezTo>
                    <a:cubicBezTo>
                      <a:pt x="255270" y="136208"/>
                      <a:pt x="245745" y="139065"/>
                      <a:pt x="238125" y="145733"/>
                    </a:cubicBezTo>
                    <a:cubicBezTo>
                      <a:pt x="230505" y="152400"/>
                      <a:pt x="226695" y="160972"/>
                      <a:pt x="226695" y="171450"/>
                    </a:cubicBezTo>
                    <a:cubicBezTo>
                      <a:pt x="226695" y="184785"/>
                      <a:pt x="234315" y="196215"/>
                      <a:pt x="248602" y="205740"/>
                    </a:cubicBezTo>
                    <a:cubicBezTo>
                      <a:pt x="263843" y="215265"/>
                      <a:pt x="280988" y="220028"/>
                      <a:pt x="301943" y="220028"/>
                    </a:cubicBezTo>
                    <a:cubicBezTo>
                      <a:pt x="299085" y="229553"/>
                      <a:pt x="303848" y="239078"/>
                      <a:pt x="317183" y="248603"/>
                    </a:cubicBezTo>
                    <a:cubicBezTo>
                      <a:pt x="330518" y="258128"/>
                      <a:pt x="345758" y="262890"/>
                      <a:pt x="361950" y="262890"/>
                    </a:cubicBezTo>
                    <a:cubicBezTo>
                      <a:pt x="371475" y="262890"/>
                      <a:pt x="381000" y="259080"/>
                      <a:pt x="390525" y="252413"/>
                    </a:cubicBezTo>
                    <a:cubicBezTo>
                      <a:pt x="400050" y="244793"/>
                      <a:pt x="406718" y="235268"/>
                      <a:pt x="412433" y="222885"/>
                    </a:cubicBezTo>
                    <a:lnTo>
                      <a:pt x="427673" y="256222"/>
                    </a:lnTo>
                    <a:lnTo>
                      <a:pt x="448628" y="246697"/>
                    </a:lnTo>
                    <a:lnTo>
                      <a:pt x="419100" y="198120"/>
                    </a:lnTo>
                    <a:cubicBezTo>
                      <a:pt x="424815" y="196215"/>
                      <a:pt x="428625" y="193358"/>
                      <a:pt x="431483" y="189547"/>
                    </a:cubicBezTo>
                    <a:cubicBezTo>
                      <a:pt x="435293" y="184785"/>
                      <a:pt x="436245" y="180022"/>
                      <a:pt x="436245" y="174308"/>
                    </a:cubicBezTo>
                    <a:cubicBezTo>
                      <a:pt x="436245" y="166688"/>
                      <a:pt x="433388" y="159068"/>
                      <a:pt x="426720" y="150495"/>
                    </a:cubicBezTo>
                    <a:cubicBezTo>
                      <a:pt x="420053" y="142875"/>
                      <a:pt x="413385" y="139065"/>
                      <a:pt x="407670" y="139065"/>
                    </a:cubicBezTo>
                    <a:cubicBezTo>
                      <a:pt x="401003" y="139065"/>
                      <a:pt x="394335" y="140970"/>
                      <a:pt x="389573" y="144780"/>
                    </a:cubicBezTo>
                    <a:cubicBezTo>
                      <a:pt x="384810" y="148590"/>
                      <a:pt x="381953" y="153353"/>
                      <a:pt x="381953" y="159068"/>
                    </a:cubicBezTo>
                    <a:cubicBezTo>
                      <a:pt x="381953" y="163830"/>
                      <a:pt x="383858" y="169545"/>
                      <a:pt x="387668" y="176213"/>
                    </a:cubicBezTo>
                    <a:cubicBezTo>
                      <a:pt x="381000" y="180022"/>
                      <a:pt x="375285" y="181928"/>
                      <a:pt x="370523" y="181928"/>
                    </a:cubicBezTo>
                    <a:cubicBezTo>
                      <a:pt x="359093" y="181928"/>
                      <a:pt x="349568" y="178118"/>
                      <a:pt x="341948" y="169545"/>
                    </a:cubicBezTo>
                    <a:cubicBezTo>
                      <a:pt x="334328" y="160972"/>
                      <a:pt x="329565" y="150495"/>
                      <a:pt x="329565" y="137160"/>
                    </a:cubicBezTo>
                    <a:cubicBezTo>
                      <a:pt x="329565" y="127635"/>
                      <a:pt x="332423" y="119063"/>
                      <a:pt x="339090" y="111443"/>
                    </a:cubicBezTo>
                    <a:cubicBezTo>
                      <a:pt x="344805" y="103822"/>
                      <a:pt x="352425" y="100965"/>
                      <a:pt x="360998" y="100965"/>
                    </a:cubicBezTo>
                    <a:lnTo>
                      <a:pt x="428625" y="100965"/>
                    </a:lnTo>
                    <a:lnTo>
                      <a:pt x="428625" y="42863"/>
                    </a:lnTo>
                    <a:lnTo>
                      <a:pt x="451485" y="42863"/>
                    </a:lnTo>
                    <a:lnTo>
                      <a:pt x="459105" y="42863"/>
                    </a:lnTo>
                    <a:lnTo>
                      <a:pt x="483870" y="42863"/>
                    </a:lnTo>
                    <a:lnTo>
                      <a:pt x="483870" y="182880"/>
                    </a:lnTo>
                    <a:lnTo>
                      <a:pt x="519113" y="206693"/>
                    </a:lnTo>
                    <a:lnTo>
                      <a:pt x="519113" y="42863"/>
                    </a:lnTo>
                    <a:lnTo>
                      <a:pt x="546735" y="42863"/>
                    </a:lnTo>
                    <a:lnTo>
                      <a:pt x="554355" y="42863"/>
                    </a:lnTo>
                    <a:lnTo>
                      <a:pt x="679133" y="42863"/>
                    </a:lnTo>
                    <a:lnTo>
                      <a:pt x="679133" y="95250"/>
                    </a:lnTo>
                    <a:cubicBezTo>
                      <a:pt x="670560" y="84772"/>
                      <a:pt x="660083" y="76200"/>
                      <a:pt x="649605" y="69533"/>
                    </a:cubicBezTo>
                    <a:cubicBezTo>
                      <a:pt x="638175" y="62865"/>
                      <a:pt x="626745" y="60008"/>
                      <a:pt x="617220" y="60008"/>
                    </a:cubicBezTo>
                    <a:cubicBezTo>
                      <a:pt x="601980" y="60008"/>
                      <a:pt x="588645" y="63818"/>
                      <a:pt x="579120" y="72390"/>
                    </a:cubicBezTo>
                    <a:cubicBezTo>
                      <a:pt x="568643" y="80963"/>
                      <a:pt x="562928" y="91440"/>
                      <a:pt x="562928" y="104775"/>
                    </a:cubicBezTo>
                    <a:cubicBezTo>
                      <a:pt x="562928" y="120015"/>
                      <a:pt x="570548" y="135255"/>
                      <a:pt x="586740" y="149543"/>
                    </a:cubicBezTo>
                    <a:cubicBezTo>
                      <a:pt x="602933" y="164783"/>
                      <a:pt x="618173" y="172403"/>
                      <a:pt x="633413" y="172403"/>
                    </a:cubicBezTo>
                    <a:cubicBezTo>
                      <a:pt x="641985" y="172403"/>
                      <a:pt x="649605" y="170497"/>
                      <a:pt x="658178" y="166688"/>
                    </a:cubicBezTo>
                    <a:cubicBezTo>
                      <a:pt x="665798" y="162878"/>
                      <a:pt x="673418" y="158115"/>
                      <a:pt x="680085" y="150495"/>
                    </a:cubicBezTo>
                    <a:lnTo>
                      <a:pt x="680085" y="181928"/>
                    </a:lnTo>
                    <a:lnTo>
                      <a:pt x="715328" y="205740"/>
                    </a:lnTo>
                    <a:lnTo>
                      <a:pt x="715328" y="41910"/>
                    </a:lnTo>
                    <a:lnTo>
                      <a:pt x="742950" y="41910"/>
                    </a:lnTo>
                    <a:lnTo>
                      <a:pt x="750570" y="41910"/>
                    </a:lnTo>
                    <a:lnTo>
                      <a:pt x="775335" y="41910"/>
                    </a:lnTo>
                    <a:lnTo>
                      <a:pt x="775335" y="181928"/>
                    </a:lnTo>
                    <a:lnTo>
                      <a:pt x="810578" y="205740"/>
                    </a:lnTo>
                    <a:lnTo>
                      <a:pt x="810578" y="41910"/>
                    </a:lnTo>
                    <a:lnTo>
                      <a:pt x="838200" y="41910"/>
                    </a:lnTo>
                    <a:lnTo>
                      <a:pt x="845820" y="41910"/>
                    </a:lnTo>
                    <a:lnTo>
                      <a:pt x="942975" y="41910"/>
                    </a:lnTo>
                    <a:lnTo>
                      <a:pt x="942975" y="92393"/>
                    </a:lnTo>
                    <a:lnTo>
                      <a:pt x="864870" y="92393"/>
                    </a:lnTo>
                    <a:cubicBezTo>
                      <a:pt x="860108" y="92393"/>
                      <a:pt x="857250" y="94297"/>
                      <a:pt x="854393" y="97155"/>
                    </a:cubicBezTo>
                    <a:cubicBezTo>
                      <a:pt x="851535" y="100013"/>
                      <a:pt x="849630" y="103822"/>
                      <a:pt x="849630" y="107633"/>
                    </a:cubicBezTo>
                    <a:cubicBezTo>
                      <a:pt x="849630" y="117158"/>
                      <a:pt x="853440" y="127635"/>
                      <a:pt x="862013" y="138113"/>
                    </a:cubicBezTo>
                    <a:cubicBezTo>
                      <a:pt x="870585" y="148590"/>
                      <a:pt x="878205" y="154305"/>
                      <a:pt x="884873" y="154305"/>
                    </a:cubicBezTo>
                    <a:cubicBezTo>
                      <a:pt x="886778" y="154305"/>
                      <a:pt x="888683" y="153353"/>
                      <a:pt x="889635" y="152400"/>
                    </a:cubicBezTo>
                    <a:cubicBezTo>
                      <a:pt x="891540" y="151447"/>
                      <a:pt x="892493" y="149543"/>
                      <a:pt x="892493" y="146685"/>
                    </a:cubicBezTo>
                    <a:lnTo>
                      <a:pt x="892493" y="133350"/>
                    </a:lnTo>
                    <a:cubicBezTo>
                      <a:pt x="892493" y="130493"/>
                      <a:pt x="893445" y="128588"/>
                      <a:pt x="895350" y="126683"/>
                    </a:cubicBezTo>
                    <a:cubicBezTo>
                      <a:pt x="896303" y="124778"/>
                      <a:pt x="898208" y="123825"/>
                      <a:pt x="900113" y="123825"/>
                    </a:cubicBezTo>
                    <a:lnTo>
                      <a:pt x="942975" y="123825"/>
                    </a:lnTo>
                    <a:lnTo>
                      <a:pt x="942975" y="182880"/>
                    </a:lnTo>
                    <a:close/>
                    <a:moveTo>
                      <a:pt x="90488" y="68580"/>
                    </a:moveTo>
                    <a:cubicBezTo>
                      <a:pt x="87630" y="75247"/>
                      <a:pt x="82868" y="79058"/>
                      <a:pt x="78105" y="81915"/>
                    </a:cubicBezTo>
                    <a:cubicBezTo>
                      <a:pt x="71438" y="80010"/>
                      <a:pt x="65723" y="75247"/>
                      <a:pt x="60960" y="69533"/>
                    </a:cubicBezTo>
                    <a:cubicBezTo>
                      <a:pt x="56197" y="63818"/>
                      <a:pt x="54293" y="57150"/>
                      <a:pt x="54293" y="50483"/>
                    </a:cubicBezTo>
                    <a:cubicBezTo>
                      <a:pt x="54293" y="44768"/>
                      <a:pt x="56197" y="40005"/>
                      <a:pt x="60960" y="35243"/>
                    </a:cubicBezTo>
                    <a:cubicBezTo>
                      <a:pt x="65723" y="30480"/>
                      <a:pt x="71438" y="28575"/>
                      <a:pt x="78105" y="28575"/>
                    </a:cubicBezTo>
                    <a:cubicBezTo>
                      <a:pt x="82868" y="28575"/>
                      <a:pt x="87630" y="30480"/>
                      <a:pt x="90488" y="33338"/>
                    </a:cubicBezTo>
                    <a:cubicBezTo>
                      <a:pt x="94298" y="37147"/>
                      <a:pt x="95250" y="40958"/>
                      <a:pt x="95250" y="45720"/>
                    </a:cubicBezTo>
                    <a:cubicBezTo>
                      <a:pt x="96203" y="54293"/>
                      <a:pt x="94298" y="61913"/>
                      <a:pt x="90488" y="68580"/>
                    </a:cubicBezTo>
                    <a:close/>
                    <a:moveTo>
                      <a:pt x="251460" y="181928"/>
                    </a:moveTo>
                    <a:cubicBezTo>
                      <a:pt x="247650" y="178118"/>
                      <a:pt x="246698" y="174308"/>
                      <a:pt x="246698" y="169545"/>
                    </a:cubicBezTo>
                    <a:cubicBezTo>
                      <a:pt x="246698" y="164783"/>
                      <a:pt x="248602" y="160020"/>
                      <a:pt x="251460" y="157163"/>
                    </a:cubicBezTo>
                    <a:cubicBezTo>
                      <a:pt x="255270" y="153353"/>
                      <a:pt x="259080" y="152400"/>
                      <a:pt x="263843" y="152400"/>
                    </a:cubicBezTo>
                    <a:cubicBezTo>
                      <a:pt x="268605" y="152400"/>
                      <a:pt x="273368" y="154305"/>
                      <a:pt x="276225" y="157163"/>
                    </a:cubicBezTo>
                    <a:cubicBezTo>
                      <a:pt x="280035" y="160972"/>
                      <a:pt x="280988" y="164783"/>
                      <a:pt x="280988" y="169545"/>
                    </a:cubicBezTo>
                    <a:cubicBezTo>
                      <a:pt x="280988" y="174308"/>
                      <a:pt x="279083" y="179070"/>
                      <a:pt x="276225" y="181928"/>
                    </a:cubicBezTo>
                    <a:cubicBezTo>
                      <a:pt x="272415" y="185738"/>
                      <a:pt x="268605" y="186690"/>
                      <a:pt x="263843" y="186690"/>
                    </a:cubicBezTo>
                    <a:cubicBezTo>
                      <a:pt x="259080" y="186690"/>
                      <a:pt x="254318" y="184785"/>
                      <a:pt x="251460" y="181928"/>
                    </a:cubicBezTo>
                    <a:close/>
                    <a:moveTo>
                      <a:pt x="648653" y="133350"/>
                    </a:moveTo>
                    <a:cubicBezTo>
                      <a:pt x="637223" y="139065"/>
                      <a:pt x="626745" y="141922"/>
                      <a:pt x="616268" y="141922"/>
                    </a:cubicBezTo>
                    <a:cubicBezTo>
                      <a:pt x="608648" y="141922"/>
                      <a:pt x="601980" y="139065"/>
                      <a:pt x="597218" y="135255"/>
                    </a:cubicBezTo>
                    <a:cubicBezTo>
                      <a:pt x="592455" y="130493"/>
                      <a:pt x="589598" y="125730"/>
                      <a:pt x="589598" y="120015"/>
                    </a:cubicBezTo>
                    <a:cubicBezTo>
                      <a:pt x="589598" y="111443"/>
                      <a:pt x="594360" y="103822"/>
                      <a:pt x="605790" y="96203"/>
                    </a:cubicBezTo>
                    <a:cubicBezTo>
                      <a:pt x="617220" y="88583"/>
                      <a:pt x="628650" y="85725"/>
                      <a:pt x="641985" y="85725"/>
                    </a:cubicBezTo>
                    <a:cubicBezTo>
                      <a:pt x="648653" y="85725"/>
                      <a:pt x="655320" y="87630"/>
                      <a:pt x="662940" y="92393"/>
                    </a:cubicBezTo>
                    <a:cubicBezTo>
                      <a:pt x="670560" y="96203"/>
                      <a:pt x="677228" y="101918"/>
                      <a:pt x="682943" y="109538"/>
                    </a:cubicBezTo>
                    <a:cubicBezTo>
                      <a:pt x="671513" y="119063"/>
                      <a:pt x="660083" y="127635"/>
                      <a:pt x="648653" y="133350"/>
                    </a:cubicBez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  <a:defRPr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</a:endParaRPr>
              </a:p>
            </p:txBody>
          </p:sp>
          <p:sp>
            <p:nvSpPr>
              <p:cNvPr id="1021" name="Google Shape;1021;p9"/>
              <p:cNvSpPr/>
              <p:nvPr/>
            </p:nvSpPr>
            <p:spPr bwMode="auto">
              <a:xfrm>
                <a:off x="5744527" y="4910136"/>
                <a:ext cx="119062" cy="87630"/>
              </a:xfrm>
              <a:custGeom>
                <a:avLst/>
                <a:gdLst/>
                <a:ahLst/>
                <a:cxnLst/>
                <a:rect l="l" t="t" r="r" b="b"/>
                <a:pathLst>
                  <a:path w="119062" h="87630" fill="norm" stroke="1" extrusionOk="0">
                    <a:moveTo>
                      <a:pt x="54293" y="13335"/>
                    </a:moveTo>
                    <a:cubicBezTo>
                      <a:pt x="42863" y="3810"/>
                      <a:pt x="34290" y="0"/>
                      <a:pt x="27623" y="0"/>
                    </a:cubicBezTo>
                    <a:cubicBezTo>
                      <a:pt x="21908" y="0"/>
                      <a:pt x="17145" y="953"/>
                      <a:pt x="12383" y="1905"/>
                    </a:cubicBezTo>
                    <a:cubicBezTo>
                      <a:pt x="8573" y="2857"/>
                      <a:pt x="4763" y="5715"/>
                      <a:pt x="0" y="9525"/>
                    </a:cubicBezTo>
                    <a:lnTo>
                      <a:pt x="13335" y="30480"/>
                    </a:lnTo>
                    <a:cubicBezTo>
                      <a:pt x="17145" y="27622"/>
                      <a:pt x="20002" y="25718"/>
                      <a:pt x="22860" y="24765"/>
                    </a:cubicBezTo>
                    <a:cubicBezTo>
                      <a:pt x="26670" y="22860"/>
                      <a:pt x="29527" y="22860"/>
                      <a:pt x="33338" y="22860"/>
                    </a:cubicBezTo>
                    <a:cubicBezTo>
                      <a:pt x="41910" y="22860"/>
                      <a:pt x="60008" y="37147"/>
                      <a:pt x="86677" y="65722"/>
                    </a:cubicBezTo>
                    <a:lnTo>
                      <a:pt x="107633" y="87630"/>
                    </a:lnTo>
                    <a:lnTo>
                      <a:pt x="119063" y="78105"/>
                    </a:lnTo>
                    <a:cubicBezTo>
                      <a:pt x="103823" y="60007"/>
                      <a:pt x="82868" y="39053"/>
                      <a:pt x="54293" y="13335"/>
                    </a:cubicBez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  <a:defRPr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</a:endParaRPr>
              </a:p>
            </p:txBody>
          </p:sp>
          <p:sp>
            <p:nvSpPr>
              <p:cNvPr id="1022" name="Google Shape;1022;p9"/>
              <p:cNvSpPr/>
              <p:nvPr/>
            </p:nvSpPr>
            <p:spPr bwMode="auto">
              <a:xfrm>
                <a:off x="5934075" y="4693919"/>
                <a:ext cx="635317" cy="209550"/>
              </a:xfrm>
              <a:custGeom>
                <a:avLst/>
                <a:gdLst/>
                <a:ahLst/>
                <a:cxnLst/>
                <a:rect l="l" t="t" r="r" b="b"/>
                <a:pathLst>
                  <a:path w="635317" h="209550" fill="norm" stroke="1" extrusionOk="0">
                    <a:moveTo>
                      <a:pt x="577215" y="13335"/>
                    </a:moveTo>
                    <a:lnTo>
                      <a:pt x="441008" y="13335"/>
                    </a:lnTo>
                    <a:lnTo>
                      <a:pt x="433388" y="13335"/>
                    </a:lnTo>
                    <a:lnTo>
                      <a:pt x="330517" y="13335"/>
                    </a:lnTo>
                    <a:lnTo>
                      <a:pt x="349567" y="44768"/>
                    </a:lnTo>
                    <a:lnTo>
                      <a:pt x="388620" y="44768"/>
                    </a:lnTo>
                    <a:lnTo>
                      <a:pt x="388620" y="110490"/>
                    </a:lnTo>
                    <a:lnTo>
                      <a:pt x="334328" y="110490"/>
                    </a:lnTo>
                    <a:lnTo>
                      <a:pt x="334328" y="54293"/>
                    </a:lnTo>
                    <a:cubicBezTo>
                      <a:pt x="334328" y="41910"/>
                      <a:pt x="328613" y="30480"/>
                      <a:pt x="316230" y="18098"/>
                    </a:cubicBezTo>
                    <a:cubicBezTo>
                      <a:pt x="303847" y="5715"/>
                      <a:pt x="291465" y="0"/>
                      <a:pt x="280035" y="0"/>
                    </a:cubicBezTo>
                    <a:cubicBezTo>
                      <a:pt x="269558" y="0"/>
                      <a:pt x="260985" y="2858"/>
                      <a:pt x="254317" y="9525"/>
                    </a:cubicBezTo>
                    <a:cubicBezTo>
                      <a:pt x="246697" y="17145"/>
                      <a:pt x="243840" y="24765"/>
                      <a:pt x="243840" y="35243"/>
                    </a:cubicBezTo>
                    <a:cubicBezTo>
                      <a:pt x="243840" y="38100"/>
                      <a:pt x="243840" y="41910"/>
                      <a:pt x="244792" y="44768"/>
                    </a:cubicBezTo>
                    <a:lnTo>
                      <a:pt x="227647" y="14288"/>
                    </a:lnTo>
                    <a:lnTo>
                      <a:pt x="0" y="14288"/>
                    </a:lnTo>
                    <a:lnTo>
                      <a:pt x="17145" y="45720"/>
                    </a:lnTo>
                    <a:lnTo>
                      <a:pt x="159067" y="45720"/>
                    </a:lnTo>
                    <a:lnTo>
                      <a:pt x="159067" y="71438"/>
                    </a:lnTo>
                    <a:cubicBezTo>
                      <a:pt x="154305" y="71438"/>
                      <a:pt x="149542" y="73343"/>
                      <a:pt x="143828" y="78105"/>
                    </a:cubicBezTo>
                    <a:cubicBezTo>
                      <a:pt x="138113" y="82868"/>
                      <a:pt x="132397" y="88583"/>
                      <a:pt x="126683" y="97155"/>
                    </a:cubicBezTo>
                    <a:cubicBezTo>
                      <a:pt x="119063" y="88583"/>
                      <a:pt x="111442" y="81915"/>
                      <a:pt x="103822" y="77153"/>
                    </a:cubicBezTo>
                    <a:cubicBezTo>
                      <a:pt x="96203" y="72390"/>
                      <a:pt x="88583" y="70485"/>
                      <a:pt x="81915" y="70485"/>
                    </a:cubicBezTo>
                    <a:cubicBezTo>
                      <a:pt x="69533" y="70485"/>
                      <a:pt x="58103" y="75248"/>
                      <a:pt x="48578" y="84773"/>
                    </a:cubicBezTo>
                    <a:cubicBezTo>
                      <a:pt x="39053" y="94298"/>
                      <a:pt x="35242" y="104775"/>
                      <a:pt x="35242" y="117158"/>
                    </a:cubicBezTo>
                    <a:cubicBezTo>
                      <a:pt x="35242" y="130493"/>
                      <a:pt x="40958" y="144780"/>
                      <a:pt x="52388" y="160020"/>
                    </a:cubicBezTo>
                    <a:cubicBezTo>
                      <a:pt x="63817" y="175260"/>
                      <a:pt x="80010" y="191453"/>
                      <a:pt x="100965" y="206693"/>
                    </a:cubicBezTo>
                    <a:lnTo>
                      <a:pt x="110490" y="195263"/>
                    </a:lnTo>
                    <a:cubicBezTo>
                      <a:pt x="97155" y="183833"/>
                      <a:pt x="86678" y="172403"/>
                      <a:pt x="79058" y="161925"/>
                    </a:cubicBezTo>
                    <a:cubicBezTo>
                      <a:pt x="71438" y="150495"/>
                      <a:pt x="68580" y="140018"/>
                      <a:pt x="68580" y="131445"/>
                    </a:cubicBezTo>
                    <a:cubicBezTo>
                      <a:pt x="68580" y="121920"/>
                      <a:pt x="71438" y="114300"/>
                      <a:pt x="76200" y="107633"/>
                    </a:cubicBezTo>
                    <a:cubicBezTo>
                      <a:pt x="80963" y="100965"/>
                      <a:pt x="87630" y="98108"/>
                      <a:pt x="95250" y="98108"/>
                    </a:cubicBezTo>
                    <a:cubicBezTo>
                      <a:pt x="100013" y="98108"/>
                      <a:pt x="103822" y="99060"/>
                      <a:pt x="107633" y="101918"/>
                    </a:cubicBezTo>
                    <a:cubicBezTo>
                      <a:pt x="111442" y="103823"/>
                      <a:pt x="115253" y="107633"/>
                      <a:pt x="118110" y="112395"/>
                    </a:cubicBezTo>
                    <a:cubicBezTo>
                      <a:pt x="110490" y="128588"/>
                      <a:pt x="105728" y="139065"/>
                      <a:pt x="104775" y="143828"/>
                    </a:cubicBezTo>
                    <a:lnTo>
                      <a:pt x="136208" y="157163"/>
                    </a:lnTo>
                    <a:cubicBezTo>
                      <a:pt x="140017" y="140018"/>
                      <a:pt x="146685" y="124778"/>
                      <a:pt x="155258" y="113348"/>
                    </a:cubicBezTo>
                    <a:cubicBezTo>
                      <a:pt x="163830" y="101918"/>
                      <a:pt x="173355" y="96203"/>
                      <a:pt x="182880" y="96203"/>
                    </a:cubicBezTo>
                    <a:cubicBezTo>
                      <a:pt x="188595" y="96203"/>
                      <a:pt x="193358" y="98108"/>
                      <a:pt x="197167" y="100965"/>
                    </a:cubicBezTo>
                    <a:cubicBezTo>
                      <a:pt x="200978" y="103823"/>
                      <a:pt x="202883" y="107633"/>
                      <a:pt x="202883" y="111443"/>
                    </a:cubicBezTo>
                    <a:cubicBezTo>
                      <a:pt x="203835" y="120015"/>
                      <a:pt x="199072" y="129540"/>
                      <a:pt x="190500" y="140018"/>
                    </a:cubicBezTo>
                    <a:cubicBezTo>
                      <a:pt x="181928" y="151448"/>
                      <a:pt x="170497" y="161925"/>
                      <a:pt x="156210" y="171450"/>
                    </a:cubicBezTo>
                    <a:lnTo>
                      <a:pt x="185738" y="199073"/>
                    </a:lnTo>
                    <a:cubicBezTo>
                      <a:pt x="198120" y="185738"/>
                      <a:pt x="207645" y="172403"/>
                      <a:pt x="214313" y="160020"/>
                    </a:cubicBezTo>
                    <a:cubicBezTo>
                      <a:pt x="220980" y="147638"/>
                      <a:pt x="224790" y="135255"/>
                      <a:pt x="224790" y="124778"/>
                    </a:cubicBezTo>
                    <a:cubicBezTo>
                      <a:pt x="224790" y="112395"/>
                      <a:pt x="221933" y="101918"/>
                      <a:pt x="216217" y="92393"/>
                    </a:cubicBezTo>
                    <a:cubicBezTo>
                      <a:pt x="211455" y="82868"/>
                      <a:pt x="203835" y="77153"/>
                      <a:pt x="195263" y="73343"/>
                    </a:cubicBezTo>
                    <a:lnTo>
                      <a:pt x="195263" y="45720"/>
                    </a:lnTo>
                    <a:lnTo>
                      <a:pt x="243840" y="45720"/>
                    </a:lnTo>
                    <a:cubicBezTo>
                      <a:pt x="245745" y="55245"/>
                      <a:pt x="250508" y="62865"/>
                      <a:pt x="259080" y="70485"/>
                    </a:cubicBezTo>
                    <a:cubicBezTo>
                      <a:pt x="270510" y="80963"/>
                      <a:pt x="283845" y="87630"/>
                      <a:pt x="300038" y="90488"/>
                    </a:cubicBezTo>
                    <a:lnTo>
                      <a:pt x="300038" y="111443"/>
                    </a:lnTo>
                    <a:lnTo>
                      <a:pt x="288608" y="111443"/>
                    </a:lnTo>
                    <a:cubicBezTo>
                      <a:pt x="284797" y="111443"/>
                      <a:pt x="281940" y="112395"/>
                      <a:pt x="279083" y="114300"/>
                    </a:cubicBezTo>
                    <a:cubicBezTo>
                      <a:pt x="276225" y="116205"/>
                      <a:pt x="275272" y="119063"/>
                      <a:pt x="275272" y="122873"/>
                    </a:cubicBezTo>
                    <a:cubicBezTo>
                      <a:pt x="275272" y="130493"/>
                      <a:pt x="281940" y="140018"/>
                      <a:pt x="294322" y="152400"/>
                    </a:cubicBezTo>
                    <a:cubicBezTo>
                      <a:pt x="306705" y="163830"/>
                      <a:pt x="316230" y="169545"/>
                      <a:pt x="323850" y="169545"/>
                    </a:cubicBezTo>
                    <a:cubicBezTo>
                      <a:pt x="327660" y="169545"/>
                      <a:pt x="330517" y="167640"/>
                      <a:pt x="332422" y="164783"/>
                    </a:cubicBezTo>
                    <a:cubicBezTo>
                      <a:pt x="334328" y="161925"/>
                      <a:pt x="335280" y="158115"/>
                      <a:pt x="335280" y="154305"/>
                    </a:cubicBezTo>
                    <a:lnTo>
                      <a:pt x="335280" y="142875"/>
                    </a:lnTo>
                    <a:lnTo>
                      <a:pt x="389572" y="142875"/>
                    </a:lnTo>
                    <a:lnTo>
                      <a:pt x="389572" y="189548"/>
                    </a:lnTo>
                    <a:lnTo>
                      <a:pt x="424815" y="208598"/>
                    </a:lnTo>
                    <a:lnTo>
                      <a:pt x="424815" y="44768"/>
                    </a:lnTo>
                    <a:lnTo>
                      <a:pt x="452438" y="44768"/>
                    </a:lnTo>
                    <a:lnTo>
                      <a:pt x="460058" y="44768"/>
                    </a:lnTo>
                    <a:lnTo>
                      <a:pt x="566738" y="44768"/>
                    </a:lnTo>
                    <a:lnTo>
                      <a:pt x="566738" y="72390"/>
                    </a:lnTo>
                    <a:lnTo>
                      <a:pt x="514350" y="72390"/>
                    </a:lnTo>
                    <a:cubicBezTo>
                      <a:pt x="501967" y="72390"/>
                      <a:pt x="491490" y="76200"/>
                      <a:pt x="481965" y="83820"/>
                    </a:cubicBezTo>
                    <a:cubicBezTo>
                      <a:pt x="473392" y="91440"/>
                      <a:pt x="469583" y="100965"/>
                      <a:pt x="469583" y="111443"/>
                    </a:cubicBezTo>
                    <a:cubicBezTo>
                      <a:pt x="469583" y="126683"/>
                      <a:pt x="473392" y="142875"/>
                      <a:pt x="481965" y="159068"/>
                    </a:cubicBezTo>
                    <a:cubicBezTo>
                      <a:pt x="489585" y="175260"/>
                      <a:pt x="501967" y="192405"/>
                      <a:pt x="518160" y="208598"/>
                    </a:cubicBezTo>
                    <a:lnTo>
                      <a:pt x="529590" y="200978"/>
                    </a:lnTo>
                    <a:cubicBezTo>
                      <a:pt x="519113" y="191453"/>
                      <a:pt x="511492" y="180975"/>
                      <a:pt x="505778" y="169545"/>
                    </a:cubicBezTo>
                    <a:cubicBezTo>
                      <a:pt x="501015" y="158115"/>
                      <a:pt x="498158" y="146685"/>
                      <a:pt x="498158" y="135255"/>
                    </a:cubicBezTo>
                    <a:cubicBezTo>
                      <a:pt x="498158" y="126683"/>
                      <a:pt x="501015" y="119063"/>
                      <a:pt x="507683" y="113348"/>
                    </a:cubicBezTo>
                    <a:cubicBezTo>
                      <a:pt x="513397" y="106680"/>
                      <a:pt x="521017" y="103823"/>
                      <a:pt x="529590" y="103823"/>
                    </a:cubicBezTo>
                    <a:lnTo>
                      <a:pt x="564833" y="103823"/>
                    </a:lnTo>
                    <a:lnTo>
                      <a:pt x="564833" y="185738"/>
                    </a:lnTo>
                    <a:lnTo>
                      <a:pt x="600075" y="209550"/>
                    </a:lnTo>
                    <a:lnTo>
                      <a:pt x="600075" y="45720"/>
                    </a:lnTo>
                    <a:lnTo>
                      <a:pt x="635318" y="45720"/>
                    </a:lnTo>
                    <a:lnTo>
                      <a:pt x="618172" y="14288"/>
                    </a:lnTo>
                    <a:lnTo>
                      <a:pt x="577215" y="14288"/>
                    </a:lnTo>
                    <a:close/>
                    <a:moveTo>
                      <a:pt x="299085" y="75248"/>
                    </a:moveTo>
                    <a:cubicBezTo>
                      <a:pt x="292417" y="73343"/>
                      <a:pt x="287655" y="69533"/>
                      <a:pt x="283845" y="63818"/>
                    </a:cubicBezTo>
                    <a:cubicBezTo>
                      <a:pt x="280035" y="58103"/>
                      <a:pt x="278130" y="51435"/>
                      <a:pt x="278130" y="42863"/>
                    </a:cubicBezTo>
                    <a:cubicBezTo>
                      <a:pt x="278130" y="37148"/>
                      <a:pt x="280035" y="31433"/>
                      <a:pt x="281940" y="27623"/>
                    </a:cubicBezTo>
                    <a:cubicBezTo>
                      <a:pt x="284797" y="23813"/>
                      <a:pt x="287655" y="20955"/>
                      <a:pt x="291465" y="20955"/>
                    </a:cubicBezTo>
                    <a:cubicBezTo>
                      <a:pt x="294322" y="20955"/>
                      <a:pt x="296228" y="22860"/>
                      <a:pt x="297180" y="25718"/>
                    </a:cubicBezTo>
                    <a:cubicBezTo>
                      <a:pt x="299085" y="28575"/>
                      <a:pt x="299085" y="32385"/>
                      <a:pt x="299085" y="36195"/>
                    </a:cubicBezTo>
                    <a:lnTo>
                      <a:pt x="299085" y="75248"/>
                    </a:ln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  <a:defRPr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</a:endParaRPr>
              </a:p>
            </p:txBody>
          </p:sp>
          <p:sp>
            <p:nvSpPr>
              <p:cNvPr id="1023" name="Google Shape;1023;p9"/>
              <p:cNvSpPr/>
              <p:nvPr/>
            </p:nvSpPr>
            <p:spPr bwMode="auto">
              <a:xfrm>
                <a:off x="6413182" y="4612005"/>
                <a:ext cx="104075" cy="94352"/>
              </a:xfrm>
              <a:custGeom>
                <a:avLst/>
                <a:gdLst/>
                <a:ahLst/>
                <a:cxnLst/>
                <a:rect l="l" t="t" r="r" b="b"/>
                <a:pathLst>
                  <a:path w="104075" h="94352" fill="norm" stroke="1" extrusionOk="0">
                    <a:moveTo>
                      <a:pt x="89535" y="60007"/>
                    </a:moveTo>
                    <a:cubicBezTo>
                      <a:pt x="81915" y="47625"/>
                      <a:pt x="76200" y="40005"/>
                      <a:pt x="72390" y="36195"/>
                    </a:cubicBezTo>
                    <a:cubicBezTo>
                      <a:pt x="64770" y="25717"/>
                      <a:pt x="55245" y="16192"/>
                      <a:pt x="44767" y="9525"/>
                    </a:cubicBezTo>
                    <a:cubicBezTo>
                      <a:pt x="34290" y="2857"/>
                      <a:pt x="23813" y="0"/>
                      <a:pt x="14288" y="0"/>
                    </a:cubicBezTo>
                    <a:cubicBezTo>
                      <a:pt x="8572" y="952"/>
                      <a:pt x="3810" y="1905"/>
                      <a:pt x="0" y="2857"/>
                    </a:cubicBezTo>
                    <a:lnTo>
                      <a:pt x="15240" y="36195"/>
                    </a:lnTo>
                    <a:cubicBezTo>
                      <a:pt x="20002" y="34290"/>
                      <a:pt x="25717" y="33338"/>
                      <a:pt x="31433" y="33338"/>
                    </a:cubicBezTo>
                    <a:cubicBezTo>
                      <a:pt x="37147" y="33338"/>
                      <a:pt x="42863" y="34290"/>
                      <a:pt x="47625" y="37147"/>
                    </a:cubicBezTo>
                    <a:cubicBezTo>
                      <a:pt x="52388" y="39052"/>
                      <a:pt x="57150" y="41910"/>
                      <a:pt x="60008" y="45720"/>
                    </a:cubicBezTo>
                    <a:lnTo>
                      <a:pt x="97155" y="94297"/>
                    </a:lnTo>
                    <a:cubicBezTo>
                      <a:pt x="108585" y="95250"/>
                      <a:pt x="105727" y="83820"/>
                      <a:pt x="89535" y="60007"/>
                    </a:cubicBez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  <a:defRPr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</a:endParaRPr>
              </a:p>
            </p:txBody>
          </p:sp>
          <p:sp>
            <p:nvSpPr>
              <p:cNvPr id="1024" name="Google Shape;1024;p9"/>
              <p:cNvSpPr/>
              <p:nvPr/>
            </p:nvSpPr>
            <p:spPr bwMode="auto">
              <a:xfrm>
                <a:off x="6671309" y="4707255"/>
                <a:ext cx="676275" cy="234314"/>
              </a:xfrm>
              <a:custGeom>
                <a:avLst/>
                <a:gdLst/>
                <a:ahLst/>
                <a:cxnLst/>
                <a:rect l="l" t="t" r="r" b="b"/>
                <a:pathLst>
                  <a:path w="676275" h="234314" fill="norm" stroke="1" extrusionOk="0">
                    <a:moveTo>
                      <a:pt x="605790" y="171450"/>
                    </a:moveTo>
                    <a:lnTo>
                      <a:pt x="641033" y="195263"/>
                    </a:lnTo>
                    <a:lnTo>
                      <a:pt x="641033" y="31432"/>
                    </a:lnTo>
                    <a:lnTo>
                      <a:pt x="676275" y="31432"/>
                    </a:lnTo>
                    <a:lnTo>
                      <a:pt x="659130" y="0"/>
                    </a:lnTo>
                    <a:lnTo>
                      <a:pt x="467678" y="0"/>
                    </a:lnTo>
                    <a:lnTo>
                      <a:pt x="460058" y="0"/>
                    </a:lnTo>
                    <a:lnTo>
                      <a:pt x="299085" y="0"/>
                    </a:lnTo>
                    <a:lnTo>
                      <a:pt x="291465" y="0"/>
                    </a:lnTo>
                    <a:lnTo>
                      <a:pt x="203835" y="0"/>
                    </a:lnTo>
                    <a:lnTo>
                      <a:pt x="196215" y="0"/>
                    </a:lnTo>
                    <a:lnTo>
                      <a:pt x="0" y="0"/>
                    </a:lnTo>
                    <a:lnTo>
                      <a:pt x="17145" y="31432"/>
                    </a:lnTo>
                    <a:lnTo>
                      <a:pt x="151448" y="31432"/>
                    </a:lnTo>
                    <a:lnTo>
                      <a:pt x="151448" y="59055"/>
                    </a:lnTo>
                    <a:lnTo>
                      <a:pt x="43815" y="59055"/>
                    </a:lnTo>
                    <a:lnTo>
                      <a:pt x="38100" y="70485"/>
                    </a:lnTo>
                    <a:cubicBezTo>
                      <a:pt x="54293" y="75247"/>
                      <a:pt x="67628" y="82867"/>
                      <a:pt x="78105" y="92392"/>
                    </a:cubicBezTo>
                    <a:cubicBezTo>
                      <a:pt x="87630" y="102870"/>
                      <a:pt x="93345" y="113347"/>
                      <a:pt x="93345" y="124777"/>
                    </a:cubicBezTo>
                    <a:cubicBezTo>
                      <a:pt x="93345" y="129540"/>
                      <a:pt x="91440" y="134302"/>
                      <a:pt x="86678" y="138113"/>
                    </a:cubicBezTo>
                    <a:cubicBezTo>
                      <a:pt x="80963" y="142875"/>
                      <a:pt x="75248" y="144780"/>
                      <a:pt x="68580" y="146685"/>
                    </a:cubicBezTo>
                    <a:cubicBezTo>
                      <a:pt x="66675" y="142875"/>
                      <a:pt x="63818" y="140017"/>
                      <a:pt x="60008" y="137160"/>
                    </a:cubicBezTo>
                    <a:cubicBezTo>
                      <a:pt x="56198" y="134302"/>
                      <a:pt x="52388" y="133350"/>
                      <a:pt x="49530" y="133350"/>
                    </a:cubicBezTo>
                    <a:cubicBezTo>
                      <a:pt x="44768" y="133350"/>
                      <a:pt x="40005" y="135255"/>
                      <a:pt x="37148" y="139065"/>
                    </a:cubicBezTo>
                    <a:cubicBezTo>
                      <a:pt x="33338" y="142875"/>
                      <a:pt x="32385" y="147638"/>
                      <a:pt x="32385" y="153352"/>
                    </a:cubicBezTo>
                    <a:cubicBezTo>
                      <a:pt x="32385" y="160972"/>
                      <a:pt x="36195" y="168592"/>
                      <a:pt x="44768" y="173355"/>
                    </a:cubicBezTo>
                    <a:cubicBezTo>
                      <a:pt x="52388" y="179070"/>
                      <a:pt x="62865" y="181927"/>
                      <a:pt x="73343" y="181927"/>
                    </a:cubicBezTo>
                    <a:lnTo>
                      <a:pt x="97155" y="234315"/>
                    </a:lnTo>
                    <a:lnTo>
                      <a:pt x="114300" y="224790"/>
                    </a:lnTo>
                    <a:lnTo>
                      <a:pt x="82868" y="180022"/>
                    </a:lnTo>
                    <a:cubicBezTo>
                      <a:pt x="93345" y="178117"/>
                      <a:pt x="102870" y="173355"/>
                      <a:pt x="110490" y="166688"/>
                    </a:cubicBezTo>
                    <a:cubicBezTo>
                      <a:pt x="118110" y="160020"/>
                      <a:pt x="120968" y="152400"/>
                      <a:pt x="120968" y="142875"/>
                    </a:cubicBezTo>
                    <a:cubicBezTo>
                      <a:pt x="120968" y="133350"/>
                      <a:pt x="118110" y="123825"/>
                      <a:pt x="112395" y="114300"/>
                    </a:cubicBezTo>
                    <a:cubicBezTo>
                      <a:pt x="107633" y="104775"/>
                      <a:pt x="100013" y="97155"/>
                      <a:pt x="89535" y="90488"/>
                    </a:cubicBezTo>
                    <a:lnTo>
                      <a:pt x="151448" y="90488"/>
                    </a:lnTo>
                    <a:lnTo>
                      <a:pt x="151448" y="176213"/>
                    </a:lnTo>
                    <a:lnTo>
                      <a:pt x="186690" y="195263"/>
                    </a:lnTo>
                    <a:lnTo>
                      <a:pt x="186690" y="31432"/>
                    </a:lnTo>
                    <a:lnTo>
                      <a:pt x="214313" y="31432"/>
                    </a:lnTo>
                    <a:lnTo>
                      <a:pt x="221933" y="31432"/>
                    </a:lnTo>
                    <a:lnTo>
                      <a:pt x="246698" y="31432"/>
                    </a:lnTo>
                    <a:lnTo>
                      <a:pt x="246698" y="171450"/>
                    </a:lnTo>
                    <a:lnTo>
                      <a:pt x="281940" y="195263"/>
                    </a:lnTo>
                    <a:lnTo>
                      <a:pt x="281940" y="31432"/>
                    </a:lnTo>
                    <a:lnTo>
                      <a:pt x="309563" y="31432"/>
                    </a:lnTo>
                    <a:lnTo>
                      <a:pt x="317183" y="31432"/>
                    </a:lnTo>
                    <a:lnTo>
                      <a:pt x="415290" y="31432"/>
                    </a:lnTo>
                    <a:lnTo>
                      <a:pt x="415290" y="81915"/>
                    </a:lnTo>
                    <a:lnTo>
                      <a:pt x="337185" y="81915"/>
                    </a:lnTo>
                    <a:cubicBezTo>
                      <a:pt x="332423" y="81915"/>
                      <a:pt x="329565" y="83820"/>
                      <a:pt x="326708" y="86677"/>
                    </a:cubicBezTo>
                    <a:cubicBezTo>
                      <a:pt x="323850" y="89535"/>
                      <a:pt x="321945" y="93345"/>
                      <a:pt x="321945" y="97155"/>
                    </a:cubicBezTo>
                    <a:cubicBezTo>
                      <a:pt x="321945" y="106680"/>
                      <a:pt x="325755" y="117157"/>
                      <a:pt x="334328" y="127635"/>
                    </a:cubicBezTo>
                    <a:cubicBezTo>
                      <a:pt x="342900" y="138113"/>
                      <a:pt x="350520" y="143827"/>
                      <a:pt x="357188" y="143827"/>
                    </a:cubicBezTo>
                    <a:cubicBezTo>
                      <a:pt x="359093" y="143827"/>
                      <a:pt x="360998" y="142875"/>
                      <a:pt x="361950" y="141922"/>
                    </a:cubicBezTo>
                    <a:cubicBezTo>
                      <a:pt x="363855" y="140970"/>
                      <a:pt x="364808" y="139065"/>
                      <a:pt x="364808" y="136207"/>
                    </a:cubicBezTo>
                    <a:lnTo>
                      <a:pt x="364808" y="122872"/>
                    </a:lnTo>
                    <a:cubicBezTo>
                      <a:pt x="364808" y="120015"/>
                      <a:pt x="365760" y="118110"/>
                      <a:pt x="367665" y="116205"/>
                    </a:cubicBezTo>
                    <a:cubicBezTo>
                      <a:pt x="368618" y="114300"/>
                      <a:pt x="370523" y="113347"/>
                      <a:pt x="372428" y="113347"/>
                    </a:cubicBezTo>
                    <a:lnTo>
                      <a:pt x="415290" y="113347"/>
                    </a:lnTo>
                    <a:lnTo>
                      <a:pt x="415290" y="175260"/>
                    </a:lnTo>
                    <a:lnTo>
                      <a:pt x="450533" y="194310"/>
                    </a:lnTo>
                    <a:lnTo>
                      <a:pt x="450533" y="30480"/>
                    </a:lnTo>
                    <a:lnTo>
                      <a:pt x="478155" y="30480"/>
                    </a:lnTo>
                    <a:lnTo>
                      <a:pt x="485775" y="30480"/>
                    </a:lnTo>
                    <a:lnTo>
                      <a:pt x="513397" y="30480"/>
                    </a:lnTo>
                    <a:lnTo>
                      <a:pt x="513397" y="96202"/>
                    </a:lnTo>
                    <a:lnTo>
                      <a:pt x="501968" y="96202"/>
                    </a:lnTo>
                    <a:cubicBezTo>
                      <a:pt x="499110" y="96202"/>
                      <a:pt x="497205" y="97155"/>
                      <a:pt x="495300" y="99060"/>
                    </a:cubicBezTo>
                    <a:cubicBezTo>
                      <a:pt x="493395" y="100965"/>
                      <a:pt x="492443" y="102870"/>
                      <a:pt x="492443" y="105727"/>
                    </a:cubicBezTo>
                    <a:cubicBezTo>
                      <a:pt x="492443" y="111442"/>
                      <a:pt x="499110" y="120967"/>
                      <a:pt x="512445" y="134302"/>
                    </a:cubicBezTo>
                    <a:cubicBezTo>
                      <a:pt x="525780" y="147638"/>
                      <a:pt x="535305" y="154305"/>
                      <a:pt x="541020" y="154305"/>
                    </a:cubicBezTo>
                    <a:cubicBezTo>
                      <a:pt x="542925" y="154305"/>
                      <a:pt x="544830" y="153352"/>
                      <a:pt x="545783" y="151447"/>
                    </a:cubicBezTo>
                    <a:cubicBezTo>
                      <a:pt x="547688" y="148590"/>
                      <a:pt x="548640" y="145732"/>
                      <a:pt x="548640" y="142875"/>
                    </a:cubicBezTo>
                    <a:lnTo>
                      <a:pt x="548640" y="127635"/>
                    </a:lnTo>
                    <a:lnTo>
                      <a:pt x="606743" y="127635"/>
                    </a:lnTo>
                    <a:lnTo>
                      <a:pt x="606743" y="171450"/>
                    </a:lnTo>
                    <a:close/>
                    <a:moveTo>
                      <a:pt x="547688" y="97155"/>
                    </a:moveTo>
                    <a:lnTo>
                      <a:pt x="547688" y="31432"/>
                    </a:lnTo>
                    <a:lnTo>
                      <a:pt x="605790" y="31432"/>
                    </a:lnTo>
                    <a:lnTo>
                      <a:pt x="605790" y="97155"/>
                    </a:lnTo>
                    <a:lnTo>
                      <a:pt x="547688" y="97155"/>
                    </a:ln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  <a:defRPr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</a:endParaRPr>
              </a:p>
            </p:txBody>
          </p:sp>
          <p:sp>
            <p:nvSpPr>
              <p:cNvPr id="1025" name="Google Shape;1025;p9"/>
              <p:cNvSpPr/>
              <p:nvPr/>
            </p:nvSpPr>
            <p:spPr bwMode="auto">
              <a:xfrm>
                <a:off x="7259002" y="4910136"/>
                <a:ext cx="119062" cy="87630"/>
              </a:xfrm>
              <a:custGeom>
                <a:avLst/>
                <a:gdLst/>
                <a:ahLst/>
                <a:cxnLst/>
                <a:rect l="l" t="t" r="r" b="b"/>
                <a:pathLst>
                  <a:path w="119062" h="87630" fill="norm" stroke="1" extrusionOk="0">
                    <a:moveTo>
                      <a:pt x="54292" y="13335"/>
                    </a:moveTo>
                    <a:cubicBezTo>
                      <a:pt x="42863" y="3810"/>
                      <a:pt x="34290" y="0"/>
                      <a:pt x="27622" y="0"/>
                    </a:cubicBezTo>
                    <a:cubicBezTo>
                      <a:pt x="21907" y="0"/>
                      <a:pt x="17145" y="953"/>
                      <a:pt x="12382" y="1905"/>
                    </a:cubicBezTo>
                    <a:cubicBezTo>
                      <a:pt x="8572" y="2857"/>
                      <a:pt x="4763" y="5715"/>
                      <a:pt x="0" y="9525"/>
                    </a:cubicBezTo>
                    <a:lnTo>
                      <a:pt x="13335" y="30480"/>
                    </a:lnTo>
                    <a:cubicBezTo>
                      <a:pt x="17145" y="27622"/>
                      <a:pt x="20003" y="25718"/>
                      <a:pt x="22860" y="24765"/>
                    </a:cubicBezTo>
                    <a:cubicBezTo>
                      <a:pt x="26670" y="22860"/>
                      <a:pt x="29528" y="22860"/>
                      <a:pt x="33338" y="22860"/>
                    </a:cubicBezTo>
                    <a:cubicBezTo>
                      <a:pt x="41910" y="22860"/>
                      <a:pt x="60007" y="37147"/>
                      <a:pt x="86678" y="65722"/>
                    </a:cubicBezTo>
                    <a:lnTo>
                      <a:pt x="107632" y="87630"/>
                    </a:lnTo>
                    <a:lnTo>
                      <a:pt x="119063" y="78105"/>
                    </a:lnTo>
                    <a:cubicBezTo>
                      <a:pt x="103822" y="60007"/>
                      <a:pt x="81915" y="39053"/>
                      <a:pt x="54292" y="13335"/>
                    </a:cubicBez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  <a:defRPr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</a:endParaRPr>
              </a:p>
            </p:txBody>
          </p:sp>
        </p:grpSp>
        <p:sp>
          <p:nvSpPr>
            <p:cNvPr id="1026" name="Google Shape;1026;p9"/>
            <p:cNvSpPr/>
            <p:nvPr/>
          </p:nvSpPr>
          <p:spPr bwMode="auto">
            <a:xfrm>
              <a:off x="5888981" y="2284095"/>
              <a:ext cx="406654" cy="721042"/>
            </a:xfrm>
            <a:custGeom>
              <a:avLst/>
              <a:gdLst/>
              <a:ahLst/>
              <a:cxnLst/>
              <a:rect l="l" t="t" r="r" b="b"/>
              <a:pathLst>
                <a:path w="406654" h="721042" fill="norm" stroke="1" extrusionOk="0">
                  <a:moveTo>
                    <a:pt x="75573" y="576263"/>
                  </a:moveTo>
                  <a:cubicBezTo>
                    <a:pt x="75573" y="576263"/>
                    <a:pt x="75573" y="576263"/>
                    <a:pt x="75573" y="576263"/>
                  </a:cubicBezTo>
                  <a:cubicBezTo>
                    <a:pt x="67953" y="591503"/>
                    <a:pt x="69858" y="604838"/>
                    <a:pt x="74620" y="612458"/>
                  </a:cubicBezTo>
                  <a:cubicBezTo>
                    <a:pt x="80335" y="623888"/>
                    <a:pt x="91765" y="632460"/>
                    <a:pt x="108910" y="640080"/>
                  </a:cubicBezTo>
                  <a:cubicBezTo>
                    <a:pt x="108910" y="640080"/>
                    <a:pt x="108910" y="641033"/>
                    <a:pt x="108910" y="641033"/>
                  </a:cubicBezTo>
                  <a:cubicBezTo>
                    <a:pt x="108910" y="661035"/>
                    <a:pt x="127960" y="677228"/>
                    <a:pt x="160345" y="684848"/>
                  </a:cubicBezTo>
                  <a:cubicBezTo>
                    <a:pt x="162250" y="700088"/>
                    <a:pt x="177490" y="721043"/>
                    <a:pt x="210828" y="721043"/>
                  </a:cubicBezTo>
                  <a:cubicBezTo>
                    <a:pt x="214638" y="721043"/>
                    <a:pt x="219400" y="721043"/>
                    <a:pt x="226068" y="719138"/>
                  </a:cubicBezTo>
                  <a:cubicBezTo>
                    <a:pt x="244165" y="713423"/>
                    <a:pt x="256548" y="700088"/>
                    <a:pt x="257500" y="684848"/>
                  </a:cubicBezTo>
                  <a:cubicBezTo>
                    <a:pt x="289885" y="676275"/>
                    <a:pt x="308935" y="661035"/>
                    <a:pt x="308935" y="641033"/>
                  </a:cubicBezTo>
                  <a:cubicBezTo>
                    <a:pt x="308935" y="639128"/>
                    <a:pt x="308935" y="637223"/>
                    <a:pt x="307983" y="635318"/>
                  </a:cubicBezTo>
                  <a:cubicBezTo>
                    <a:pt x="329890" y="621983"/>
                    <a:pt x="342273" y="605790"/>
                    <a:pt x="342273" y="589598"/>
                  </a:cubicBezTo>
                  <a:cubicBezTo>
                    <a:pt x="342273" y="584835"/>
                    <a:pt x="340368" y="580073"/>
                    <a:pt x="338463" y="576263"/>
                  </a:cubicBezTo>
                  <a:cubicBezTo>
                    <a:pt x="371800" y="542925"/>
                    <a:pt x="389898" y="510540"/>
                    <a:pt x="399423" y="480060"/>
                  </a:cubicBezTo>
                  <a:lnTo>
                    <a:pt x="399423" y="480060"/>
                  </a:lnTo>
                  <a:cubicBezTo>
                    <a:pt x="400375" y="478155"/>
                    <a:pt x="400375" y="476250"/>
                    <a:pt x="401328" y="474345"/>
                  </a:cubicBezTo>
                  <a:cubicBezTo>
                    <a:pt x="404185" y="462915"/>
                    <a:pt x="406090" y="448628"/>
                    <a:pt x="406090" y="446722"/>
                  </a:cubicBezTo>
                  <a:cubicBezTo>
                    <a:pt x="407995" y="421005"/>
                    <a:pt x="405138" y="395288"/>
                    <a:pt x="396565" y="370522"/>
                  </a:cubicBezTo>
                  <a:lnTo>
                    <a:pt x="387993" y="350520"/>
                  </a:lnTo>
                  <a:cubicBezTo>
                    <a:pt x="380373" y="336233"/>
                    <a:pt x="370848" y="322897"/>
                    <a:pt x="360370" y="312420"/>
                  </a:cubicBezTo>
                  <a:cubicBezTo>
                    <a:pt x="357513" y="309563"/>
                    <a:pt x="354655" y="306705"/>
                    <a:pt x="351798" y="304800"/>
                  </a:cubicBezTo>
                  <a:lnTo>
                    <a:pt x="351798" y="304800"/>
                  </a:lnTo>
                  <a:lnTo>
                    <a:pt x="340368" y="294322"/>
                  </a:lnTo>
                  <a:cubicBezTo>
                    <a:pt x="337510" y="291465"/>
                    <a:pt x="334653" y="288608"/>
                    <a:pt x="331795" y="286703"/>
                  </a:cubicBezTo>
                  <a:cubicBezTo>
                    <a:pt x="292743" y="251460"/>
                    <a:pt x="264168" y="224790"/>
                    <a:pt x="272740" y="163830"/>
                  </a:cubicBezTo>
                  <a:cubicBezTo>
                    <a:pt x="283218" y="106680"/>
                    <a:pt x="265120" y="47625"/>
                    <a:pt x="241308" y="32385"/>
                  </a:cubicBezTo>
                  <a:cubicBezTo>
                    <a:pt x="239403" y="31432"/>
                    <a:pt x="238450" y="30480"/>
                    <a:pt x="236545" y="30480"/>
                  </a:cubicBezTo>
                  <a:cubicBezTo>
                    <a:pt x="235593" y="21907"/>
                    <a:pt x="234640" y="16193"/>
                    <a:pt x="233688" y="16193"/>
                  </a:cubicBezTo>
                  <a:cubicBezTo>
                    <a:pt x="227020" y="4763"/>
                    <a:pt x="217495" y="953"/>
                    <a:pt x="210828" y="0"/>
                  </a:cubicBezTo>
                  <a:cubicBezTo>
                    <a:pt x="208923" y="0"/>
                    <a:pt x="207970" y="0"/>
                    <a:pt x="206065" y="0"/>
                  </a:cubicBezTo>
                  <a:cubicBezTo>
                    <a:pt x="194635" y="0"/>
                    <a:pt x="174633" y="4763"/>
                    <a:pt x="166060" y="37148"/>
                  </a:cubicBezTo>
                  <a:cubicBezTo>
                    <a:pt x="160345" y="58103"/>
                    <a:pt x="161298" y="87630"/>
                    <a:pt x="161298" y="115253"/>
                  </a:cubicBezTo>
                  <a:cubicBezTo>
                    <a:pt x="161298" y="120968"/>
                    <a:pt x="161298" y="126682"/>
                    <a:pt x="161298" y="130493"/>
                  </a:cubicBezTo>
                  <a:cubicBezTo>
                    <a:pt x="159393" y="178118"/>
                    <a:pt x="114625" y="237172"/>
                    <a:pt x="81288" y="277178"/>
                  </a:cubicBezTo>
                  <a:cubicBezTo>
                    <a:pt x="81288" y="277178"/>
                    <a:pt x="55570" y="304800"/>
                    <a:pt x="33663" y="343853"/>
                  </a:cubicBezTo>
                  <a:cubicBezTo>
                    <a:pt x="14613" y="374333"/>
                    <a:pt x="-50157" y="493395"/>
                    <a:pt x="75573" y="576263"/>
                  </a:cubicBezTo>
                  <a:close/>
                  <a:moveTo>
                    <a:pt x="210828" y="696278"/>
                  </a:moveTo>
                  <a:cubicBezTo>
                    <a:pt x="197493" y="696278"/>
                    <a:pt x="186063" y="688658"/>
                    <a:pt x="186063" y="681038"/>
                  </a:cubicBezTo>
                  <a:cubicBezTo>
                    <a:pt x="186063" y="680085"/>
                    <a:pt x="186063" y="678180"/>
                    <a:pt x="187015" y="677228"/>
                  </a:cubicBezTo>
                  <a:cubicBezTo>
                    <a:pt x="190825" y="677228"/>
                    <a:pt x="194635" y="678180"/>
                    <a:pt x="198445" y="678180"/>
                  </a:cubicBezTo>
                  <a:cubicBezTo>
                    <a:pt x="202255" y="678180"/>
                    <a:pt x="206065" y="678180"/>
                    <a:pt x="210828" y="678180"/>
                  </a:cubicBezTo>
                  <a:cubicBezTo>
                    <a:pt x="218448" y="678180"/>
                    <a:pt x="227020" y="678180"/>
                    <a:pt x="233688" y="677228"/>
                  </a:cubicBezTo>
                  <a:cubicBezTo>
                    <a:pt x="234640" y="678180"/>
                    <a:pt x="234640" y="680085"/>
                    <a:pt x="234640" y="681038"/>
                  </a:cubicBezTo>
                  <a:cubicBezTo>
                    <a:pt x="235593" y="688658"/>
                    <a:pt x="224163" y="696278"/>
                    <a:pt x="210828" y="696278"/>
                  </a:cubicBezTo>
                  <a:close/>
                  <a:moveTo>
                    <a:pt x="236545" y="662940"/>
                  </a:moveTo>
                  <a:cubicBezTo>
                    <a:pt x="231783" y="663893"/>
                    <a:pt x="226068" y="663893"/>
                    <a:pt x="221305" y="664845"/>
                  </a:cubicBezTo>
                  <a:cubicBezTo>
                    <a:pt x="217495" y="664845"/>
                    <a:pt x="214638" y="664845"/>
                    <a:pt x="210828" y="664845"/>
                  </a:cubicBezTo>
                  <a:cubicBezTo>
                    <a:pt x="202255" y="664845"/>
                    <a:pt x="193683" y="663893"/>
                    <a:pt x="185110" y="662940"/>
                  </a:cubicBezTo>
                  <a:cubicBezTo>
                    <a:pt x="153678" y="659130"/>
                    <a:pt x="135580" y="647700"/>
                    <a:pt x="135580" y="639128"/>
                  </a:cubicBezTo>
                  <a:cubicBezTo>
                    <a:pt x="135580" y="638175"/>
                    <a:pt x="135580" y="638175"/>
                    <a:pt x="135580" y="637223"/>
                  </a:cubicBezTo>
                  <a:cubicBezTo>
                    <a:pt x="159393" y="641985"/>
                    <a:pt x="185110" y="642938"/>
                    <a:pt x="202255" y="642938"/>
                  </a:cubicBezTo>
                  <a:cubicBezTo>
                    <a:pt x="235593" y="642938"/>
                    <a:pt x="267025" y="639128"/>
                    <a:pt x="284170" y="633413"/>
                  </a:cubicBezTo>
                  <a:cubicBezTo>
                    <a:pt x="286075" y="635318"/>
                    <a:pt x="287028" y="637223"/>
                    <a:pt x="287028" y="639128"/>
                  </a:cubicBezTo>
                  <a:cubicBezTo>
                    <a:pt x="287028" y="647700"/>
                    <a:pt x="267978" y="659130"/>
                    <a:pt x="236545" y="662940"/>
                  </a:cubicBezTo>
                  <a:close/>
                  <a:moveTo>
                    <a:pt x="89860" y="304800"/>
                  </a:moveTo>
                  <a:lnTo>
                    <a:pt x="90813" y="302895"/>
                  </a:lnTo>
                  <a:cubicBezTo>
                    <a:pt x="132723" y="253365"/>
                    <a:pt x="181300" y="188595"/>
                    <a:pt x="184158" y="131445"/>
                  </a:cubicBezTo>
                  <a:cubicBezTo>
                    <a:pt x="184158" y="125730"/>
                    <a:pt x="184158" y="120015"/>
                    <a:pt x="184158" y="114300"/>
                  </a:cubicBezTo>
                  <a:cubicBezTo>
                    <a:pt x="184158" y="87630"/>
                    <a:pt x="183205" y="60960"/>
                    <a:pt x="187968" y="42863"/>
                  </a:cubicBezTo>
                  <a:cubicBezTo>
                    <a:pt x="191778" y="26670"/>
                    <a:pt x="198445" y="24765"/>
                    <a:pt x="202255" y="24765"/>
                  </a:cubicBezTo>
                  <a:cubicBezTo>
                    <a:pt x="203208" y="24765"/>
                    <a:pt x="204160" y="24765"/>
                    <a:pt x="204160" y="24765"/>
                  </a:cubicBezTo>
                  <a:cubicBezTo>
                    <a:pt x="207018" y="24765"/>
                    <a:pt x="208923" y="29528"/>
                    <a:pt x="209875" y="37148"/>
                  </a:cubicBezTo>
                  <a:cubicBezTo>
                    <a:pt x="209875" y="41910"/>
                    <a:pt x="209875" y="56198"/>
                    <a:pt x="208923" y="71438"/>
                  </a:cubicBezTo>
                  <a:cubicBezTo>
                    <a:pt x="207018" y="105728"/>
                    <a:pt x="205113" y="151447"/>
                    <a:pt x="209875" y="172403"/>
                  </a:cubicBezTo>
                  <a:cubicBezTo>
                    <a:pt x="215590" y="195263"/>
                    <a:pt x="226068" y="218122"/>
                    <a:pt x="235593" y="240030"/>
                  </a:cubicBezTo>
                  <a:cubicBezTo>
                    <a:pt x="248928" y="268605"/>
                    <a:pt x="261310" y="296228"/>
                    <a:pt x="262263" y="321945"/>
                  </a:cubicBezTo>
                  <a:cubicBezTo>
                    <a:pt x="264168" y="367665"/>
                    <a:pt x="241308" y="371475"/>
                    <a:pt x="225115" y="374333"/>
                  </a:cubicBezTo>
                  <a:cubicBezTo>
                    <a:pt x="217495" y="375285"/>
                    <a:pt x="208923" y="377190"/>
                    <a:pt x="208923" y="385763"/>
                  </a:cubicBezTo>
                  <a:cubicBezTo>
                    <a:pt x="208923" y="389572"/>
                    <a:pt x="211780" y="393383"/>
                    <a:pt x="216543" y="393383"/>
                  </a:cubicBezTo>
                  <a:cubicBezTo>
                    <a:pt x="218448" y="393383"/>
                    <a:pt x="220353" y="392430"/>
                    <a:pt x="224163" y="392430"/>
                  </a:cubicBezTo>
                  <a:cubicBezTo>
                    <a:pt x="228925" y="391478"/>
                    <a:pt x="237498" y="389572"/>
                    <a:pt x="246070" y="389572"/>
                  </a:cubicBezTo>
                  <a:cubicBezTo>
                    <a:pt x="251785" y="389572"/>
                    <a:pt x="256548" y="390525"/>
                    <a:pt x="261310" y="391478"/>
                  </a:cubicBezTo>
                  <a:cubicBezTo>
                    <a:pt x="275598" y="395288"/>
                    <a:pt x="286075" y="405765"/>
                    <a:pt x="290838" y="418147"/>
                  </a:cubicBezTo>
                  <a:cubicBezTo>
                    <a:pt x="294648" y="429578"/>
                    <a:pt x="294648" y="449580"/>
                    <a:pt x="273693" y="477203"/>
                  </a:cubicBezTo>
                  <a:cubicBezTo>
                    <a:pt x="269883" y="482918"/>
                    <a:pt x="259405" y="490538"/>
                    <a:pt x="238450" y="494347"/>
                  </a:cubicBezTo>
                  <a:cubicBezTo>
                    <a:pt x="231783" y="495300"/>
                    <a:pt x="231783" y="499110"/>
                    <a:pt x="231783" y="501968"/>
                  </a:cubicBezTo>
                  <a:cubicBezTo>
                    <a:pt x="231783" y="504825"/>
                    <a:pt x="234640" y="507683"/>
                    <a:pt x="239403" y="507683"/>
                  </a:cubicBezTo>
                  <a:cubicBezTo>
                    <a:pt x="241308" y="507683"/>
                    <a:pt x="243213" y="507683"/>
                    <a:pt x="245118" y="507683"/>
                  </a:cubicBezTo>
                  <a:cubicBezTo>
                    <a:pt x="277503" y="507683"/>
                    <a:pt x="302268" y="514350"/>
                    <a:pt x="313698" y="526733"/>
                  </a:cubicBezTo>
                  <a:cubicBezTo>
                    <a:pt x="319413" y="532448"/>
                    <a:pt x="321318" y="539115"/>
                    <a:pt x="321318" y="546735"/>
                  </a:cubicBezTo>
                  <a:cubicBezTo>
                    <a:pt x="320365" y="561023"/>
                    <a:pt x="301315" y="566738"/>
                    <a:pt x="287980" y="569595"/>
                  </a:cubicBezTo>
                  <a:cubicBezTo>
                    <a:pt x="278455" y="572453"/>
                    <a:pt x="272740" y="573405"/>
                    <a:pt x="272740" y="580073"/>
                  </a:cubicBezTo>
                  <a:lnTo>
                    <a:pt x="272740" y="582930"/>
                  </a:lnTo>
                  <a:lnTo>
                    <a:pt x="277503" y="586740"/>
                  </a:lnTo>
                  <a:lnTo>
                    <a:pt x="280360" y="586740"/>
                  </a:lnTo>
                  <a:cubicBezTo>
                    <a:pt x="282265" y="586740"/>
                    <a:pt x="284170" y="585788"/>
                    <a:pt x="287980" y="584835"/>
                  </a:cubicBezTo>
                  <a:cubicBezTo>
                    <a:pt x="296553" y="581978"/>
                    <a:pt x="304173" y="581025"/>
                    <a:pt x="309888" y="581025"/>
                  </a:cubicBezTo>
                  <a:cubicBezTo>
                    <a:pt x="312745" y="581025"/>
                    <a:pt x="314650" y="581025"/>
                    <a:pt x="315603" y="581978"/>
                  </a:cubicBezTo>
                  <a:cubicBezTo>
                    <a:pt x="320365" y="582930"/>
                    <a:pt x="320365" y="585788"/>
                    <a:pt x="320365" y="586740"/>
                  </a:cubicBezTo>
                  <a:cubicBezTo>
                    <a:pt x="320365" y="594360"/>
                    <a:pt x="308935" y="606743"/>
                    <a:pt x="283218" y="617220"/>
                  </a:cubicBezTo>
                  <a:lnTo>
                    <a:pt x="282265" y="617220"/>
                  </a:lnTo>
                  <a:lnTo>
                    <a:pt x="282265" y="617220"/>
                  </a:lnTo>
                  <a:cubicBezTo>
                    <a:pt x="269883" y="622935"/>
                    <a:pt x="241308" y="625793"/>
                    <a:pt x="210828" y="625793"/>
                  </a:cubicBezTo>
                  <a:cubicBezTo>
                    <a:pt x="163203" y="625793"/>
                    <a:pt x="107958" y="617220"/>
                    <a:pt x="98433" y="597218"/>
                  </a:cubicBezTo>
                  <a:cubicBezTo>
                    <a:pt x="96528" y="592455"/>
                    <a:pt x="96528" y="586740"/>
                    <a:pt x="101290" y="580073"/>
                  </a:cubicBezTo>
                  <a:cubicBezTo>
                    <a:pt x="102243" y="581025"/>
                    <a:pt x="104148" y="582930"/>
                    <a:pt x="106053" y="583883"/>
                  </a:cubicBezTo>
                  <a:cubicBezTo>
                    <a:pt x="137485" y="600075"/>
                    <a:pt x="178443" y="602933"/>
                    <a:pt x="201303" y="602933"/>
                  </a:cubicBezTo>
                  <a:cubicBezTo>
                    <a:pt x="216543" y="602933"/>
                    <a:pt x="227973" y="601980"/>
                    <a:pt x="232735" y="601028"/>
                  </a:cubicBezTo>
                  <a:cubicBezTo>
                    <a:pt x="238450" y="600075"/>
                    <a:pt x="247975" y="598170"/>
                    <a:pt x="247023" y="590550"/>
                  </a:cubicBezTo>
                  <a:cubicBezTo>
                    <a:pt x="247023" y="585788"/>
                    <a:pt x="243213" y="583883"/>
                    <a:pt x="236545" y="583883"/>
                  </a:cubicBezTo>
                  <a:cubicBezTo>
                    <a:pt x="235593" y="583883"/>
                    <a:pt x="234640" y="583883"/>
                    <a:pt x="232735" y="583883"/>
                  </a:cubicBezTo>
                  <a:cubicBezTo>
                    <a:pt x="227973" y="583883"/>
                    <a:pt x="221305" y="584835"/>
                    <a:pt x="212733" y="584835"/>
                  </a:cubicBezTo>
                  <a:cubicBezTo>
                    <a:pt x="183205" y="584835"/>
                    <a:pt x="153678" y="579120"/>
                    <a:pt x="120340" y="566738"/>
                  </a:cubicBezTo>
                  <a:cubicBezTo>
                    <a:pt x="104148" y="561975"/>
                    <a:pt x="71763" y="541973"/>
                    <a:pt x="65095" y="537210"/>
                  </a:cubicBezTo>
                  <a:cubicBezTo>
                    <a:pt x="40330" y="518160"/>
                    <a:pt x="26995" y="484822"/>
                    <a:pt x="26995" y="444818"/>
                  </a:cubicBezTo>
                  <a:cubicBezTo>
                    <a:pt x="24138" y="382905"/>
                    <a:pt x="69858" y="327660"/>
                    <a:pt x="89860" y="304800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027" name="Google Shape;1027;p9"/>
            <p:cNvSpPr/>
            <p:nvPr/>
          </p:nvSpPr>
          <p:spPr bwMode="auto">
            <a:xfrm>
              <a:off x="6256974" y="2756533"/>
              <a:ext cx="368616" cy="631507"/>
            </a:xfrm>
            <a:custGeom>
              <a:avLst/>
              <a:gdLst/>
              <a:ahLst/>
              <a:cxnLst/>
              <a:rect l="l" t="t" r="r" b="b"/>
              <a:pathLst>
                <a:path w="368617" h="631507" fill="norm" stroke="1" extrusionOk="0">
                  <a:moveTo>
                    <a:pt x="351473" y="631507"/>
                  </a:moveTo>
                  <a:lnTo>
                    <a:pt x="328613" y="625793"/>
                  </a:lnTo>
                  <a:cubicBezTo>
                    <a:pt x="339090" y="584835"/>
                    <a:pt x="344805" y="542925"/>
                    <a:pt x="344805" y="500062"/>
                  </a:cubicBezTo>
                  <a:cubicBezTo>
                    <a:pt x="344805" y="282893"/>
                    <a:pt x="206693" y="90488"/>
                    <a:pt x="0" y="22860"/>
                  </a:cubicBezTo>
                  <a:lnTo>
                    <a:pt x="7620" y="0"/>
                  </a:lnTo>
                  <a:cubicBezTo>
                    <a:pt x="223838" y="71438"/>
                    <a:pt x="368618" y="272415"/>
                    <a:pt x="368618" y="500062"/>
                  </a:cubicBezTo>
                  <a:cubicBezTo>
                    <a:pt x="368618" y="544830"/>
                    <a:pt x="362903" y="588645"/>
                    <a:pt x="351473" y="631507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028" name="Google Shape;1028;p9"/>
            <p:cNvSpPr/>
            <p:nvPr/>
          </p:nvSpPr>
          <p:spPr bwMode="auto">
            <a:xfrm>
              <a:off x="5572125" y="2767966"/>
              <a:ext cx="337185" cy="621030"/>
            </a:xfrm>
            <a:custGeom>
              <a:avLst/>
              <a:gdLst/>
              <a:ahLst/>
              <a:cxnLst/>
              <a:rect l="l" t="t" r="r" b="b"/>
              <a:pathLst>
                <a:path w="337185" h="621030" fill="norm" stroke="1" extrusionOk="0">
                  <a:moveTo>
                    <a:pt x="17145" y="621030"/>
                  </a:moveTo>
                  <a:cubicBezTo>
                    <a:pt x="5715" y="578168"/>
                    <a:pt x="0" y="533400"/>
                    <a:pt x="0" y="488632"/>
                  </a:cubicBezTo>
                  <a:cubicBezTo>
                    <a:pt x="0" y="273368"/>
                    <a:pt x="129540" y="80963"/>
                    <a:pt x="328613" y="0"/>
                  </a:cubicBezTo>
                  <a:lnTo>
                    <a:pt x="337185" y="21908"/>
                  </a:lnTo>
                  <a:cubicBezTo>
                    <a:pt x="146685" y="99060"/>
                    <a:pt x="22860" y="281940"/>
                    <a:pt x="22860" y="487680"/>
                  </a:cubicBezTo>
                  <a:cubicBezTo>
                    <a:pt x="22860" y="530543"/>
                    <a:pt x="28575" y="572453"/>
                    <a:pt x="39052" y="613410"/>
                  </a:cubicBezTo>
                  <a:lnTo>
                    <a:pt x="17145" y="621030"/>
                  </a:ln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grpSp>
          <p:nvGrpSpPr>
            <p:cNvPr id="1029" name="Google Shape;1029;p9"/>
            <p:cNvGrpSpPr/>
            <p:nvPr/>
          </p:nvGrpSpPr>
          <p:grpSpPr bwMode="auto">
            <a:xfrm>
              <a:off x="4910697" y="3818107"/>
              <a:ext cx="2376312" cy="776751"/>
              <a:chOff x="4910701" y="3818108"/>
              <a:chExt cx="2376312" cy="776751"/>
            </a:xfrm>
          </p:grpSpPr>
          <p:sp>
            <p:nvSpPr>
              <p:cNvPr id="1030" name="Google Shape;1030;p9"/>
              <p:cNvSpPr/>
              <p:nvPr/>
            </p:nvSpPr>
            <p:spPr bwMode="auto">
              <a:xfrm>
                <a:off x="5957887" y="4451032"/>
                <a:ext cx="25717" cy="33337"/>
              </a:xfrm>
              <a:custGeom>
                <a:avLst/>
                <a:gdLst/>
                <a:ahLst/>
                <a:cxnLst/>
                <a:rect l="l" t="t" r="r" b="b"/>
                <a:pathLst>
                  <a:path w="25717" h="33337" fill="norm" stroke="1" extrusionOk="0">
                    <a:moveTo>
                      <a:pt x="12383" y="0"/>
                    </a:moveTo>
                    <a:cubicBezTo>
                      <a:pt x="9525" y="0"/>
                      <a:pt x="6667" y="953"/>
                      <a:pt x="3810" y="3810"/>
                    </a:cubicBezTo>
                    <a:cubicBezTo>
                      <a:pt x="953" y="5715"/>
                      <a:pt x="0" y="9525"/>
                      <a:pt x="0" y="12383"/>
                    </a:cubicBezTo>
                    <a:cubicBezTo>
                      <a:pt x="0" y="17145"/>
                      <a:pt x="1905" y="21908"/>
                      <a:pt x="5715" y="25718"/>
                    </a:cubicBezTo>
                    <a:cubicBezTo>
                      <a:pt x="9525" y="29528"/>
                      <a:pt x="14288" y="32385"/>
                      <a:pt x="20955" y="33338"/>
                    </a:cubicBezTo>
                    <a:cubicBezTo>
                      <a:pt x="21908" y="31433"/>
                      <a:pt x="23813" y="30480"/>
                      <a:pt x="23813" y="27623"/>
                    </a:cubicBezTo>
                    <a:cubicBezTo>
                      <a:pt x="24765" y="25718"/>
                      <a:pt x="24765" y="22860"/>
                      <a:pt x="25717" y="19050"/>
                    </a:cubicBezTo>
                    <a:cubicBezTo>
                      <a:pt x="25717" y="14288"/>
                      <a:pt x="24765" y="9525"/>
                      <a:pt x="21908" y="6668"/>
                    </a:cubicBezTo>
                    <a:cubicBezTo>
                      <a:pt x="19050" y="2858"/>
                      <a:pt x="16192" y="953"/>
                      <a:pt x="12383" y="0"/>
                    </a:cubicBez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  <a:defRPr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</a:endParaRPr>
              </a:p>
            </p:txBody>
          </p:sp>
          <p:sp>
            <p:nvSpPr>
              <p:cNvPr id="1031" name="Google Shape;1031;p9"/>
              <p:cNvSpPr/>
              <p:nvPr/>
            </p:nvSpPr>
            <p:spPr bwMode="auto">
              <a:xfrm>
                <a:off x="6030277" y="4486275"/>
                <a:ext cx="53339" cy="31431"/>
              </a:xfrm>
              <a:custGeom>
                <a:avLst/>
                <a:gdLst/>
                <a:ahLst/>
                <a:cxnLst/>
                <a:rect l="l" t="t" r="r" b="b"/>
                <a:pathLst>
                  <a:path w="53339" h="31432" fill="norm" stroke="1" extrusionOk="0">
                    <a:moveTo>
                      <a:pt x="26670" y="0"/>
                    </a:moveTo>
                    <a:cubicBezTo>
                      <a:pt x="19050" y="0"/>
                      <a:pt x="13335" y="1905"/>
                      <a:pt x="8572" y="4763"/>
                    </a:cubicBezTo>
                    <a:cubicBezTo>
                      <a:pt x="2857" y="8572"/>
                      <a:pt x="952" y="13335"/>
                      <a:pt x="0" y="18097"/>
                    </a:cubicBezTo>
                    <a:cubicBezTo>
                      <a:pt x="0" y="21907"/>
                      <a:pt x="952" y="24765"/>
                      <a:pt x="4763" y="27622"/>
                    </a:cubicBezTo>
                    <a:cubicBezTo>
                      <a:pt x="7620" y="30480"/>
                      <a:pt x="11430" y="31432"/>
                      <a:pt x="15240" y="31432"/>
                    </a:cubicBezTo>
                    <a:cubicBezTo>
                      <a:pt x="20955" y="31432"/>
                      <a:pt x="27622" y="30480"/>
                      <a:pt x="33338" y="27622"/>
                    </a:cubicBezTo>
                    <a:cubicBezTo>
                      <a:pt x="39052" y="24765"/>
                      <a:pt x="45720" y="20955"/>
                      <a:pt x="53340" y="15240"/>
                    </a:cubicBezTo>
                    <a:cubicBezTo>
                      <a:pt x="49530" y="10478"/>
                      <a:pt x="44767" y="6668"/>
                      <a:pt x="40005" y="3810"/>
                    </a:cubicBezTo>
                    <a:cubicBezTo>
                      <a:pt x="36195" y="1905"/>
                      <a:pt x="31432" y="953"/>
                      <a:pt x="26670" y="0"/>
                    </a:cubicBez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  <a:defRPr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</a:endParaRPr>
              </a:p>
            </p:txBody>
          </p:sp>
          <p:sp>
            <p:nvSpPr>
              <p:cNvPr id="1032" name="Google Shape;1032;p9"/>
              <p:cNvSpPr/>
              <p:nvPr/>
            </p:nvSpPr>
            <p:spPr bwMode="auto">
              <a:xfrm rot="-4288464">
                <a:off x="5514870" y="4359989"/>
                <a:ext cx="37120" cy="36168"/>
              </a:xfrm>
              <a:custGeom>
                <a:avLst/>
                <a:gdLst/>
                <a:ahLst/>
                <a:cxnLst/>
                <a:rect l="l" t="t" r="r" b="b"/>
                <a:pathLst>
                  <a:path w="37147" h="36195" fill="norm" stroke="1" extrusionOk="0">
                    <a:moveTo>
                      <a:pt x="0" y="0"/>
                    </a:moveTo>
                    <a:lnTo>
                      <a:pt x="37148" y="0"/>
                    </a:lnTo>
                    <a:lnTo>
                      <a:pt x="37148" y="36195"/>
                    </a:lnTo>
                    <a:lnTo>
                      <a:pt x="0" y="36195"/>
                    </a:ln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  <a:defRPr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</a:endParaRPr>
              </a:p>
            </p:txBody>
          </p:sp>
          <p:sp>
            <p:nvSpPr>
              <p:cNvPr id="1033" name="Google Shape;1033;p9"/>
              <p:cNvSpPr/>
              <p:nvPr/>
            </p:nvSpPr>
            <p:spPr bwMode="auto">
              <a:xfrm>
                <a:off x="5833809" y="4470677"/>
                <a:ext cx="53593" cy="30258"/>
              </a:xfrm>
              <a:custGeom>
                <a:avLst/>
                <a:gdLst/>
                <a:ahLst/>
                <a:cxnLst/>
                <a:rect l="l" t="t" r="r" b="b"/>
                <a:pathLst>
                  <a:path w="53593" h="30258" fill="norm" stroke="1" extrusionOk="0">
                    <a:moveTo>
                      <a:pt x="28828" y="357"/>
                    </a:moveTo>
                    <a:cubicBezTo>
                      <a:pt x="21208" y="-595"/>
                      <a:pt x="15493" y="357"/>
                      <a:pt x="9778" y="3215"/>
                    </a:cubicBezTo>
                    <a:cubicBezTo>
                      <a:pt x="4063" y="6072"/>
                      <a:pt x="1206" y="10835"/>
                      <a:pt x="253" y="15597"/>
                    </a:cubicBezTo>
                    <a:cubicBezTo>
                      <a:pt x="-699" y="19407"/>
                      <a:pt x="1206" y="22265"/>
                      <a:pt x="3111" y="25122"/>
                    </a:cubicBezTo>
                    <a:cubicBezTo>
                      <a:pt x="5968" y="27980"/>
                      <a:pt x="8826" y="29885"/>
                      <a:pt x="13588" y="29885"/>
                    </a:cubicBezTo>
                    <a:cubicBezTo>
                      <a:pt x="19303" y="30837"/>
                      <a:pt x="25971" y="29885"/>
                      <a:pt x="32638" y="27980"/>
                    </a:cubicBezTo>
                    <a:cubicBezTo>
                      <a:pt x="39306" y="26075"/>
                      <a:pt x="45973" y="23217"/>
                      <a:pt x="53593" y="18455"/>
                    </a:cubicBezTo>
                    <a:cubicBezTo>
                      <a:pt x="49783" y="13692"/>
                      <a:pt x="45973" y="8930"/>
                      <a:pt x="42163" y="5120"/>
                    </a:cubicBezTo>
                    <a:cubicBezTo>
                      <a:pt x="37401" y="3215"/>
                      <a:pt x="32638" y="1310"/>
                      <a:pt x="28828" y="357"/>
                    </a:cubicBez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  <a:defRPr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</a:endParaRPr>
              </a:p>
            </p:txBody>
          </p:sp>
          <p:sp>
            <p:nvSpPr>
              <p:cNvPr id="1034" name="Google Shape;1034;p9"/>
              <p:cNvSpPr/>
              <p:nvPr/>
            </p:nvSpPr>
            <p:spPr bwMode="auto">
              <a:xfrm rot="-1451705">
                <a:off x="6823932" y="4289955"/>
                <a:ext cx="36210" cy="37162"/>
              </a:xfrm>
              <a:custGeom>
                <a:avLst/>
                <a:gdLst/>
                <a:ahLst/>
                <a:cxnLst/>
                <a:rect l="l" t="t" r="r" b="b"/>
                <a:pathLst>
                  <a:path w="36196" h="37148" fill="norm" stroke="1" extrusionOk="0">
                    <a:moveTo>
                      <a:pt x="0" y="0"/>
                    </a:moveTo>
                    <a:lnTo>
                      <a:pt x="36196" y="0"/>
                    </a:lnTo>
                    <a:lnTo>
                      <a:pt x="36196" y="37149"/>
                    </a:lnTo>
                    <a:lnTo>
                      <a:pt x="0" y="37149"/>
                    </a:ln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  <a:defRPr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</a:endParaRPr>
              </a:p>
            </p:txBody>
          </p:sp>
          <p:sp>
            <p:nvSpPr>
              <p:cNvPr id="1035" name="Google Shape;1035;p9"/>
              <p:cNvSpPr/>
              <p:nvPr/>
            </p:nvSpPr>
            <p:spPr bwMode="auto">
              <a:xfrm>
                <a:off x="6727133" y="4373310"/>
                <a:ext cx="54368" cy="46764"/>
              </a:xfrm>
              <a:custGeom>
                <a:avLst/>
                <a:gdLst/>
                <a:ahLst/>
                <a:cxnLst/>
                <a:rect l="l" t="t" r="r" b="b"/>
                <a:pathLst>
                  <a:path w="54368" h="46765" fill="norm" stroke="1" extrusionOk="0">
                    <a:moveTo>
                      <a:pt x="2279" y="24382"/>
                    </a:moveTo>
                    <a:cubicBezTo>
                      <a:pt x="374" y="28192"/>
                      <a:pt x="-579" y="31050"/>
                      <a:pt x="374" y="34859"/>
                    </a:cubicBezTo>
                    <a:cubicBezTo>
                      <a:pt x="2279" y="40575"/>
                      <a:pt x="6089" y="43432"/>
                      <a:pt x="11804" y="45337"/>
                    </a:cubicBezTo>
                    <a:cubicBezTo>
                      <a:pt x="17519" y="47242"/>
                      <a:pt x="24186" y="47242"/>
                      <a:pt x="29901" y="45337"/>
                    </a:cubicBezTo>
                    <a:cubicBezTo>
                      <a:pt x="39426" y="41527"/>
                      <a:pt x="46094" y="36765"/>
                      <a:pt x="49904" y="29145"/>
                    </a:cubicBezTo>
                    <a:cubicBezTo>
                      <a:pt x="54666" y="22477"/>
                      <a:pt x="55619" y="14857"/>
                      <a:pt x="52761" y="8190"/>
                    </a:cubicBezTo>
                    <a:cubicBezTo>
                      <a:pt x="50856" y="4380"/>
                      <a:pt x="47999" y="1522"/>
                      <a:pt x="42284" y="570"/>
                    </a:cubicBezTo>
                    <a:cubicBezTo>
                      <a:pt x="36569" y="-383"/>
                      <a:pt x="30854" y="-383"/>
                      <a:pt x="25139" y="2475"/>
                    </a:cubicBezTo>
                    <a:cubicBezTo>
                      <a:pt x="23234" y="5332"/>
                      <a:pt x="18471" y="9142"/>
                      <a:pt x="11804" y="13905"/>
                    </a:cubicBezTo>
                    <a:cubicBezTo>
                      <a:pt x="7994" y="16762"/>
                      <a:pt x="4184" y="20572"/>
                      <a:pt x="2279" y="24382"/>
                    </a:cubicBez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  <a:defRPr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</a:endParaRPr>
              </a:p>
            </p:txBody>
          </p:sp>
          <p:sp>
            <p:nvSpPr>
              <p:cNvPr id="1036" name="Google Shape;1036;p9"/>
              <p:cNvSpPr/>
              <p:nvPr/>
            </p:nvSpPr>
            <p:spPr bwMode="auto">
              <a:xfrm>
                <a:off x="6563677" y="4377690"/>
                <a:ext cx="48577" cy="69294"/>
              </a:xfrm>
              <a:custGeom>
                <a:avLst/>
                <a:gdLst/>
                <a:ahLst/>
                <a:cxnLst/>
                <a:rect l="l" t="t" r="r" b="b"/>
                <a:pathLst>
                  <a:path w="48577" h="69294" fill="norm" stroke="1" extrusionOk="0">
                    <a:moveTo>
                      <a:pt x="0" y="11430"/>
                    </a:moveTo>
                    <a:lnTo>
                      <a:pt x="15240" y="63817"/>
                    </a:lnTo>
                    <a:cubicBezTo>
                      <a:pt x="16192" y="65722"/>
                      <a:pt x="17145" y="67628"/>
                      <a:pt x="19050" y="68580"/>
                    </a:cubicBezTo>
                    <a:cubicBezTo>
                      <a:pt x="20955" y="69532"/>
                      <a:pt x="22860" y="69532"/>
                      <a:pt x="24765" y="68580"/>
                    </a:cubicBezTo>
                    <a:cubicBezTo>
                      <a:pt x="30480" y="66675"/>
                      <a:pt x="36195" y="62865"/>
                      <a:pt x="40005" y="58103"/>
                    </a:cubicBezTo>
                    <a:cubicBezTo>
                      <a:pt x="44767" y="52388"/>
                      <a:pt x="46672" y="46672"/>
                      <a:pt x="48577" y="39053"/>
                    </a:cubicBezTo>
                    <a:lnTo>
                      <a:pt x="37147" y="0"/>
                    </a:lnTo>
                    <a:lnTo>
                      <a:pt x="0" y="11430"/>
                    </a:ln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  <a:defRPr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</a:endParaRPr>
              </a:p>
            </p:txBody>
          </p:sp>
          <p:sp>
            <p:nvSpPr>
              <p:cNvPr id="1037" name="Google Shape;1037;p9"/>
              <p:cNvSpPr/>
              <p:nvPr/>
            </p:nvSpPr>
            <p:spPr bwMode="auto">
              <a:xfrm>
                <a:off x="6273165" y="4475797"/>
                <a:ext cx="53339" cy="33337"/>
              </a:xfrm>
              <a:custGeom>
                <a:avLst/>
                <a:gdLst/>
                <a:ahLst/>
                <a:cxnLst/>
                <a:rect l="l" t="t" r="r" b="b"/>
                <a:pathLst>
                  <a:path w="53339" h="33337" fill="norm" stroke="1" extrusionOk="0">
                    <a:moveTo>
                      <a:pt x="23813" y="0"/>
                    </a:moveTo>
                    <a:cubicBezTo>
                      <a:pt x="16192" y="953"/>
                      <a:pt x="10477" y="3810"/>
                      <a:pt x="6667" y="7620"/>
                    </a:cubicBezTo>
                    <a:cubicBezTo>
                      <a:pt x="1905" y="12383"/>
                      <a:pt x="0" y="17145"/>
                      <a:pt x="0" y="21908"/>
                    </a:cubicBezTo>
                    <a:cubicBezTo>
                      <a:pt x="0" y="25718"/>
                      <a:pt x="1905" y="28575"/>
                      <a:pt x="5715" y="30480"/>
                    </a:cubicBezTo>
                    <a:cubicBezTo>
                      <a:pt x="8572" y="32385"/>
                      <a:pt x="12382" y="33338"/>
                      <a:pt x="17145" y="33338"/>
                    </a:cubicBezTo>
                    <a:cubicBezTo>
                      <a:pt x="22860" y="32385"/>
                      <a:pt x="28575" y="30480"/>
                      <a:pt x="35242" y="26670"/>
                    </a:cubicBezTo>
                    <a:cubicBezTo>
                      <a:pt x="40957" y="22860"/>
                      <a:pt x="46672" y="18097"/>
                      <a:pt x="53340" y="12383"/>
                    </a:cubicBezTo>
                    <a:cubicBezTo>
                      <a:pt x="48577" y="8572"/>
                      <a:pt x="43815" y="4763"/>
                      <a:pt x="39052" y="2858"/>
                    </a:cubicBezTo>
                    <a:cubicBezTo>
                      <a:pt x="33338" y="953"/>
                      <a:pt x="28575" y="0"/>
                      <a:pt x="23813" y="0"/>
                    </a:cubicBez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  <a:defRPr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</a:endParaRPr>
              </a:p>
            </p:txBody>
          </p:sp>
          <p:sp>
            <p:nvSpPr>
              <p:cNvPr id="1038" name="Google Shape;1038;p9"/>
              <p:cNvSpPr/>
              <p:nvPr/>
            </p:nvSpPr>
            <p:spPr bwMode="auto">
              <a:xfrm>
                <a:off x="6383654" y="4415790"/>
                <a:ext cx="75247" cy="88024"/>
              </a:xfrm>
              <a:custGeom>
                <a:avLst/>
                <a:gdLst/>
                <a:ahLst/>
                <a:cxnLst/>
                <a:rect l="l" t="t" r="r" b="b"/>
                <a:pathLst>
                  <a:path w="75247" h="88024" fill="norm" stroke="1" extrusionOk="0">
                    <a:moveTo>
                      <a:pt x="39053" y="6667"/>
                    </a:moveTo>
                    <a:lnTo>
                      <a:pt x="44767" y="35242"/>
                    </a:lnTo>
                    <a:lnTo>
                      <a:pt x="7620" y="41910"/>
                    </a:lnTo>
                    <a:cubicBezTo>
                      <a:pt x="4763" y="41910"/>
                      <a:pt x="2858" y="43815"/>
                      <a:pt x="1905" y="45720"/>
                    </a:cubicBezTo>
                    <a:cubicBezTo>
                      <a:pt x="0" y="47625"/>
                      <a:pt x="0" y="49530"/>
                      <a:pt x="0" y="52388"/>
                    </a:cubicBezTo>
                    <a:cubicBezTo>
                      <a:pt x="0" y="54292"/>
                      <a:pt x="1905" y="56197"/>
                      <a:pt x="3810" y="58103"/>
                    </a:cubicBezTo>
                    <a:cubicBezTo>
                      <a:pt x="5715" y="60007"/>
                      <a:pt x="8573" y="60960"/>
                      <a:pt x="11430" y="61913"/>
                    </a:cubicBezTo>
                    <a:cubicBezTo>
                      <a:pt x="13335" y="60007"/>
                      <a:pt x="16192" y="58103"/>
                      <a:pt x="20003" y="56197"/>
                    </a:cubicBezTo>
                    <a:cubicBezTo>
                      <a:pt x="22860" y="55245"/>
                      <a:pt x="27623" y="53340"/>
                      <a:pt x="33338" y="52388"/>
                    </a:cubicBezTo>
                    <a:lnTo>
                      <a:pt x="45720" y="65722"/>
                    </a:lnTo>
                    <a:lnTo>
                      <a:pt x="34290" y="67628"/>
                    </a:lnTo>
                    <a:cubicBezTo>
                      <a:pt x="30480" y="68580"/>
                      <a:pt x="26670" y="70485"/>
                      <a:pt x="23813" y="72390"/>
                    </a:cubicBezTo>
                    <a:cubicBezTo>
                      <a:pt x="20955" y="75247"/>
                      <a:pt x="20003" y="78105"/>
                      <a:pt x="20955" y="80963"/>
                    </a:cubicBezTo>
                    <a:cubicBezTo>
                      <a:pt x="21908" y="83820"/>
                      <a:pt x="22860" y="85725"/>
                      <a:pt x="25717" y="86678"/>
                    </a:cubicBezTo>
                    <a:cubicBezTo>
                      <a:pt x="28575" y="87630"/>
                      <a:pt x="32385" y="88582"/>
                      <a:pt x="35242" y="87630"/>
                    </a:cubicBezTo>
                    <a:cubicBezTo>
                      <a:pt x="43815" y="85725"/>
                      <a:pt x="52388" y="81915"/>
                      <a:pt x="59055" y="75247"/>
                    </a:cubicBezTo>
                    <a:cubicBezTo>
                      <a:pt x="66675" y="68580"/>
                      <a:pt x="71438" y="60007"/>
                      <a:pt x="75248" y="49530"/>
                    </a:cubicBezTo>
                    <a:lnTo>
                      <a:pt x="65723" y="0"/>
                    </a:lnTo>
                    <a:lnTo>
                      <a:pt x="39053" y="6667"/>
                    </a:ln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  <a:defRPr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</a:endParaRPr>
              </a:p>
            </p:txBody>
          </p:sp>
          <p:sp>
            <p:nvSpPr>
              <p:cNvPr id="1039" name="Google Shape;1039;p9"/>
              <p:cNvSpPr/>
              <p:nvPr/>
            </p:nvSpPr>
            <p:spPr bwMode="auto">
              <a:xfrm>
                <a:off x="4910701" y="3818108"/>
                <a:ext cx="2376312" cy="776751"/>
              </a:xfrm>
              <a:custGeom>
                <a:avLst/>
                <a:gdLst/>
                <a:ahLst/>
                <a:cxnLst/>
                <a:rect l="l" t="t" r="r" b="b"/>
                <a:pathLst>
                  <a:path w="2376312" h="776751" fill="norm" stroke="1" extrusionOk="0">
                    <a:moveTo>
                      <a:pt x="2324489" y="401466"/>
                    </a:moveTo>
                    <a:cubicBezTo>
                      <a:pt x="2315916" y="384321"/>
                      <a:pt x="2307344" y="367176"/>
                      <a:pt x="2299724" y="350031"/>
                    </a:cubicBezTo>
                    <a:cubicBezTo>
                      <a:pt x="2316869" y="337649"/>
                      <a:pt x="2332109" y="325266"/>
                      <a:pt x="2348301" y="310979"/>
                    </a:cubicBezTo>
                    <a:cubicBezTo>
                      <a:pt x="2399736" y="264306"/>
                      <a:pt x="2369256" y="202394"/>
                      <a:pt x="2344491" y="152864"/>
                    </a:cubicBezTo>
                    <a:lnTo>
                      <a:pt x="2339729" y="142386"/>
                    </a:lnTo>
                    <a:cubicBezTo>
                      <a:pt x="2327346" y="116669"/>
                      <a:pt x="2329251" y="90951"/>
                      <a:pt x="2331156" y="69044"/>
                    </a:cubicBezTo>
                    <a:cubicBezTo>
                      <a:pt x="2333061" y="48089"/>
                      <a:pt x="2334966" y="28086"/>
                      <a:pt x="2321631" y="14751"/>
                    </a:cubicBezTo>
                    <a:cubicBezTo>
                      <a:pt x="2310201" y="2369"/>
                      <a:pt x="2288294" y="-1441"/>
                      <a:pt x="2253051" y="464"/>
                    </a:cubicBezTo>
                    <a:lnTo>
                      <a:pt x="2253051" y="464"/>
                    </a:lnTo>
                    <a:cubicBezTo>
                      <a:pt x="2253051" y="464"/>
                      <a:pt x="2252099" y="464"/>
                      <a:pt x="2252099" y="464"/>
                    </a:cubicBezTo>
                    <a:cubicBezTo>
                      <a:pt x="2175899" y="5226"/>
                      <a:pt x="2128274" y="68091"/>
                      <a:pt x="2118749" y="177629"/>
                    </a:cubicBezTo>
                    <a:cubicBezTo>
                      <a:pt x="2112081" y="180486"/>
                      <a:pt x="2106366" y="184296"/>
                      <a:pt x="2099699" y="187154"/>
                    </a:cubicBezTo>
                    <a:cubicBezTo>
                      <a:pt x="2052074" y="209061"/>
                      <a:pt x="1995876" y="226206"/>
                      <a:pt x="1943489" y="239541"/>
                    </a:cubicBezTo>
                    <a:lnTo>
                      <a:pt x="1943489" y="239541"/>
                    </a:lnTo>
                    <a:cubicBezTo>
                      <a:pt x="1932059" y="242399"/>
                      <a:pt x="1923486" y="244304"/>
                      <a:pt x="1915866" y="246209"/>
                    </a:cubicBezTo>
                    <a:cubicBezTo>
                      <a:pt x="1915866" y="246209"/>
                      <a:pt x="1915866" y="246209"/>
                      <a:pt x="1914914" y="246209"/>
                    </a:cubicBezTo>
                    <a:lnTo>
                      <a:pt x="1914914" y="246209"/>
                    </a:lnTo>
                    <a:cubicBezTo>
                      <a:pt x="1906341" y="249066"/>
                      <a:pt x="1900626" y="250971"/>
                      <a:pt x="1896816" y="253829"/>
                    </a:cubicBezTo>
                    <a:cubicBezTo>
                      <a:pt x="1866336" y="272879"/>
                      <a:pt x="1887291" y="351936"/>
                      <a:pt x="1896816" y="381464"/>
                    </a:cubicBezTo>
                    <a:cubicBezTo>
                      <a:pt x="1760609" y="478619"/>
                      <a:pt x="1504386" y="540531"/>
                      <a:pt x="1219589" y="540531"/>
                    </a:cubicBezTo>
                    <a:cubicBezTo>
                      <a:pt x="1209111" y="540531"/>
                      <a:pt x="1199586" y="540531"/>
                      <a:pt x="1189109" y="540531"/>
                    </a:cubicBezTo>
                    <a:lnTo>
                      <a:pt x="1189109" y="540531"/>
                    </a:lnTo>
                    <a:cubicBezTo>
                      <a:pt x="1189109" y="540531"/>
                      <a:pt x="1189109" y="540531"/>
                      <a:pt x="1188156" y="540531"/>
                    </a:cubicBezTo>
                    <a:cubicBezTo>
                      <a:pt x="1188156" y="540531"/>
                      <a:pt x="1188156" y="540531"/>
                      <a:pt x="1187204" y="540531"/>
                    </a:cubicBezTo>
                    <a:lnTo>
                      <a:pt x="1187204" y="540531"/>
                    </a:lnTo>
                    <a:cubicBezTo>
                      <a:pt x="1176726" y="540531"/>
                      <a:pt x="1167201" y="540531"/>
                      <a:pt x="1156724" y="540531"/>
                    </a:cubicBezTo>
                    <a:cubicBezTo>
                      <a:pt x="871926" y="540531"/>
                      <a:pt x="615704" y="479571"/>
                      <a:pt x="479496" y="381464"/>
                    </a:cubicBezTo>
                    <a:cubicBezTo>
                      <a:pt x="489021" y="351936"/>
                      <a:pt x="509976" y="272879"/>
                      <a:pt x="479496" y="253829"/>
                    </a:cubicBezTo>
                    <a:cubicBezTo>
                      <a:pt x="475686" y="250971"/>
                      <a:pt x="469019" y="249066"/>
                      <a:pt x="461399" y="246209"/>
                    </a:cubicBezTo>
                    <a:lnTo>
                      <a:pt x="461399" y="246209"/>
                    </a:lnTo>
                    <a:cubicBezTo>
                      <a:pt x="461399" y="246209"/>
                      <a:pt x="461399" y="246209"/>
                      <a:pt x="460446" y="246209"/>
                    </a:cubicBezTo>
                    <a:cubicBezTo>
                      <a:pt x="452826" y="244304"/>
                      <a:pt x="444254" y="241446"/>
                      <a:pt x="432824" y="239541"/>
                    </a:cubicBezTo>
                    <a:lnTo>
                      <a:pt x="432824" y="239541"/>
                    </a:lnTo>
                    <a:cubicBezTo>
                      <a:pt x="379484" y="226206"/>
                      <a:pt x="323286" y="208109"/>
                      <a:pt x="276614" y="187154"/>
                    </a:cubicBezTo>
                    <a:cubicBezTo>
                      <a:pt x="269946" y="184296"/>
                      <a:pt x="263279" y="181439"/>
                      <a:pt x="257564" y="177629"/>
                    </a:cubicBezTo>
                    <a:cubicBezTo>
                      <a:pt x="248039" y="68091"/>
                      <a:pt x="200414" y="6179"/>
                      <a:pt x="124214" y="464"/>
                    </a:cubicBezTo>
                    <a:cubicBezTo>
                      <a:pt x="124214" y="464"/>
                      <a:pt x="123261" y="464"/>
                      <a:pt x="123261" y="464"/>
                    </a:cubicBezTo>
                    <a:lnTo>
                      <a:pt x="123261" y="464"/>
                    </a:lnTo>
                    <a:cubicBezTo>
                      <a:pt x="87066" y="-1441"/>
                      <a:pt x="66111" y="3321"/>
                      <a:pt x="54681" y="14751"/>
                    </a:cubicBezTo>
                    <a:cubicBezTo>
                      <a:pt x="41346" y="28086"/>
                      <a:pt x="43251" y="48089"/>
                      <a:pt x="45156" y="69044"/>
                    </a:cubicBezTo>
                    <a:cubicBezTo>
                      <a:pt x="47061" y="91904"/>
                      <a:pt x="49919" y="116669"/>
                      <a:pt x="36584" y="142386"/>
                    </a:cubicBezTo>
                    <a:lnTo>
                      <a:pt x="31821" y="152864"/>
                    </a:lnTo>
                    <a:cubicBezTo>
                      <a:pt x="7056" y="202394"/>
                      <a:pt x="-23424" y="264306"/>
                      <a:pt x="28011" y="310979"/>
                    </a:cubicBezTo>
                    <a:cubicBezTo>
                      <a:pt x="43251" y="325266"/>
                      <a:pt x="59444" y="338601"/>
                      <a:pt x="76589" y="350031"/>
                    </a:cubicBezTo>
                    <a:cubicBezTo>
                      <a:pt x="69921" y="367176"/>
                      <a:pt x="60396" y="385274"/>
                      <a:pt x="51824" y="401466"/>
                    </a:cubicBezTo>
                    <a:cubicBezTo>
                      <a:pt x="36584" y="430041"/>
                      <a:pt x="21344" y="460521"/>
                      <a:pt x="13724" y="493859"/>
                    </a:cubicBezTo>
                    <a:cubicBezTo>
                      <a:pt x="10866" y="506241"/>
                      <a:pt x="4199" y="609111"/>
                      <a:pt x="25154" y="616731"/>
                    </a:cubicBezTo>
                    <a:cubicBezTo>
                      <a:pt x="28964" y="617684"/>
                      <a:pt x="36584" y="618636"/>
                      <a:pt x="42299" y="606254"/>
                    </a:cubicBezTo>
                    <a:cubicBezTo>
                      <a:pt x="64206" y="562439"/>
                      <a:pt x="100401" y="516719"/>
                      <a:pt x="123261" y="515766"/>
                    </a:cubicBezTo>
                    <a:cubicBezTo>
                      <a:pt x="127071" y="515766"/>
                      <a:pt x="133739" y="516719"/>
                      <a:pt x="140406" y="526244"/>
                    </a:cubicBezTo>
                    <a:cubicBezTo>
                      <a:pt x="146121" y="534816"/>
                      <a:pt x="150884" y="548151"/>
                      <a:pt x="155646" y="557676"/>
                    </a:cubicBezTo>
                    <a:cubicBezTo>
                      <a:pt x="162314" y="573869"/>
                      <a:pt x="165171" y="581489"/>
                      <a:pt x="173744" y="579584"/>
                    </a:cubicBezTo>
                    <a:cubicBezTo>
                      <a:pt x="182316" y="577679"/>
                      <a:pt x="182316" y="568154"/>
                      <a:pt x="182316" y="560534"/>
                    </a:cubicBezTo>
                    <a:cubicBezTo>
                      <a:pt x="182316" y="511004"/>
                      <a:pt x="196604" y="463379"/>
                      <a:pt x="211844" y="419564"/>
                    </a:cubicBezTo>
                    <a:cubicBezTo>
                      <a:pt x="247086" y="432899"/>
                      <a:pt x="281376" y="442424"/>
                      <a:pt x="315666" y="451949"/>
                    </a:cubicBezTo>
                    <a:cubicBezTo>
                      <a:pt x="316619" y="451949"/>
                      <a:pt x="317571" y="452901"/>
                      <a:pt x="318524" y="452901"/>
                    </a:cubicBezTo>
                    <a:lnTo>
                      <a:pt x="315666" y="455759"/>
                    </a:lnTo>
                    <a:cubicBezTo>
                      <a:pt x="305189" y="467189"/>
                      <a:pt x="289949" y="481476"/>
                      <a:pt x="289949" y="481476"/>
                    </a:cubicBezTo>
                    <a:cubicBezTo>
                      <a:pt x="279471" y="492906"/>
                      <a:pt x="273756" y="507194"/>
                      <a:pt x="275661" y="520529"/>
                    </a:cubicBezTo>
                    <a:cubicBezTo>
                      <a:pt x="276614" y="533864"/>
                      <a:pt x="284234" y="545294"/>
                      <a:pt x="296616" y="553866"/>
                    </a:cubicBezTo>
                    <a:cubicBezTo>
                      <a:pt x="492831" y="693884"/>
                      <a:pt x="814776" y="776751"/>
                      <a:pt x="1157676" y="776751"/>
                    </a:cubicBezTo>
                    <a:cubicBezTo>
                      <a:pt x="1167201" y="776751"/>
                      <a:pt x="1177679" y="776751"/>
                      <a:pt x="1189109" y="776751"/>
                    </a:cubicBezTo>
                    <a:cubicBezTo>
                      <a:pt x="1199586" y="776751"/>
                      <a:pt x="1210064" y="776751"/>
                      <a:pt x="1220541" y="776751"/>
                    </a:cubicBezTo>
                    <a:cubicBezTo>
                      <a:pt x="1563441" y="776751"/>
                      <a:pt x="1885386" y="692931"/>
                      <a:pt x="2081601" y="553866"/>
                    </a:cubicBezTo>
                    <a:cubicBezTo>
                      <a:pt x="2093984" y="545294"/>
                      <a:pt x="2100651" y="532911"/>
                      <a:pt x="2102556" y="520529"/>
                    </a:cubicBezTo>
                    <a:cubicBezTo>
                      <a:pt x="2103509" y="507194"/>
                      <a:pt x="2098746" y="492906"/>
                      <a:pt x="2088269" y="481476"/>
                    </a:cubicBezTo>
                    <a:cubicBezTo>
                      <a:pt x="2088269" y="481476"/>
                      <a:pt x="2073029" y="467189"/>
                      <a:pt x="2062551" y="455759"/>
                    </a:cubicBezTo>
                    <a:lnTo>
                      <a:pt x="2059694" y="452901"/>
                    </a:lnTo>
                    <a:cubicBezTo>
                      <a:pt x="2060646" y="452901"/>
                      <a:pt x="2061599" y="451949"/>
                      <a:pt x="2062551" y="451949"/>
                    </a:cubicBezTo>
                    <a:cubicBezTo>
                      <a:pt x="2096841" y="442424"/>
                      <a:pt x="2132084" y="431946"/>
                      <a:pt x="2166374" y="419564"/>
                    </a:cubicBezTo>
                    <a:cubicBezTo>
                      <a:pt x="2181614" y="463379"/>
                      <a:pt x="2195901" y="511004"/>
                      <a:pt x="2195901" y="560534"/>
                    </a:cubicBezTo>
                    <a:cubicBezTo>
                      <a:pt x="2195901" y="568154"/>
                      <a:pt x="2195901" y="577679"/>
                      <a:pt x="2204474" y="579584"/>
                    </a:cubicBezTo>
                    <a:cubicBezTo>
                      <a:pt x="2213046" y="581489"/>
                      <a:pt x="2215904" y="573869"/>
                      <a:pt x="2222571" y="557676"/>
                    </a:cubicBezTo>
                    <a:cubicBezTo>
                      <a:pt x="2226381" y="547199"/>
                      <a:pt x="2232096" y="534816"/>
                      <a:pt x="2237811" y="526244"/>
                    </a:cubicBezTo>
                    <a:cubicBezTo>
                      <a:pt x="2244479" y="516719"/>
                      <a:pt x="2250194" y="515766"/>
                      <a:pt x="2254956" y="515766"/>
                    </a:cubicBezTo>
                    <a:cubicBezTo>
                      <a:pt x="2277816" y="516719"/>
                      <a:pt x="2314011" y="563391"/>
                      <a:pt x="2335919" y="606254"/>
                    </a:cubicBezTo>
                    <a:cubicBezTo>
                      <a:pt x="2341634" y="618636"/>
                      <a:pt x="2349254" y="617684"/>
                      <a:pt x="2353064" y="616731"/>
                    </a:cubicBezTo>
                    <a:cubicBezTo>
                      <a:pt x="2374019" y="609111"/>
                      <a:pt x="2367351" y="506241"/>
                      <a:pt x="2364494" y="493859"/>
                    </a:cubicBezTo>
                    <a:cubicBezTo>
                      <a:pt x="2354969" y="459569"/>
                      <a:pt x="2339729" y="430041"/>
                      <a:pt x="2324489" y="401466"/>
                    </a:cubicBezTo>
                    <a:close/>
                    <a:moveTo>
                      <a:pt x="165171" y="538626"/>
                    </a:moveTo>
                    <a:cubicBezTo>
                      <a:pt x="162314" y="531006"/>
                      <a:pt x="158504" y="523386"/>
                      <a:pt x="153741" y="516719"/>
                    </a:cubicBezTo>
                    <a:cubicBezTo>
                      <a:pt x="143264" y="500526"/>
                      <a:pt x="130881" y="497669"/>
                      <a:pt x="121356" y="498621"/>
                    </a:cubicBezTo>
                    <a:cubicBezTo>
                      <a:pt x="87066" y="500526"/>
                      <a:pt x="48966" y="554819"/>
                      <a:pt x="29916" y="591966"/>
                    </a:cubicBezTo>
                    <a:cubicBezTo>
                      <a:pt x="26106" y="568154"/>
                      <a:pt x="26106" y="515766"/>
                      <a:pt x="29916" y="497669"/>
                    </a:cubicBezTo>
                    <a:cubicBezTo>
                      <a:pt x="37536" y="466236"/>
                      <a:pt x="51824" y="437661"/>
                      <a:pt x="67064" y="409086"/>
                    </a:cubicBezTo>
                    <a:cubicBezTo>
                      <a:pt x="75636" y="392894"/>
                      <a:pt x="84209" y="376701"/>
                      <a:pt x="90876" y="359556"/>
                    </a:cubicBezTo>
                    <a:cubicBezTo>
                      <a:pt x="122309" y="380511"/>
                      <a:pt x="156599" y="398609"/>
                      <a:pt x="194699" y="413849"/>
                    </a:cubicBezTo>
                    <a:cubicBezTo>
                      <a:pt x="181364" y="452901"/>
                      <a:pt x="168029" y="494811"/>
                      <a:pt x="165171" y="538626"/>
                    </a:cubicBezTo>
                    <a:close/>
                    <a:moveTo>
                      <a:pt x="103259" y="26181"/>
                    </a:moveTo>
                    <a:cubicBezTo>
                      <a:pt x="104211" y="23324"/>
                      <a:pt x="105164" y="16656"/>
                      <a:pt x="123261" y="16656"/>
                    </a:cubicBezTo>
                    <a:cubicBezTo>
                      <a:pt x="203271" y="22371"/>
                      <a:pt x="230894" y="97619"/>
                      <a:pt x="239466" y="166199"/>
                    </a:cubicBezTo>
                    <a:cubicBezTo>
                      <a:pt x="148979" y="115716"/>
                      <a:pt x="97544" y="50946"/>
                      <a:pt x="103259" y="26181"/>
                    </a:cubicBezTo>
                    <a:close/>
                    <a:moveTo>
                      <a:pt x="469019" y="345269"/>
                    </a:moveTo>
                    <a:cubicBezTo>
                      <a:pt x="467114" y="351936"/>
                      <a:pt x="465209" y="357651"/>
                      <a:pt x="464256" y="364319"/>
                    </a:cubicBezTo>
                    <a:cubicBezTo>
                      <a:pt x="462351" y="363366"/>
                      <a:pt x="461399" y="362414"/>
                      <a:pt x="459494" y="360509"/>
                    </a:cubicBezTo>
                    <a:cubicBezTo>
                      <a:pt x="441396" y="346221"/>
                      <a:pt x="431871" y="336696"/>
                      <a:pt x="435681" y="324314"/>
                    </a:cubicBezTo>
                    <a:cubicBezTo>
                      <a:pt x="438539" y="314789"/>
                      <a:pt x="444254" y="312884"/>
                      <a:pt x="452826" y="312884"/>
                    </a:cubicBezTo>
                    <a:cubicBezTo>
                      <a:pt x="456636" y="312884"/>
                      <a:pt x="460446" y="312884"/>
                      <a:pt x="465209" y="313836"/>
                    </a:cubicBezTo>
                    <a:cubicBezTo>
                      <a:pt x="469019" y="313836"/>
                      <a:pt x="471876" y="314789"/>
                      <a:pt x="475686" y="314789"/>
                    </a:cubicBezTo>
                    <a:moveTo>
                      <a:pt x="565221" y="589109"/>
                    </a:moveTo>
                    <a:cubicBezTo>
                      <a:pt x="560459" y="578631"/>
                      <a:pt x="559506" y="571011"/>
                      <a:pt x="561411" y="565296"/>
                    </a:cubicBezTo>
                    <a:cubicBezTo>
                      <a:pt x="561411" y="564344"/>
                      <a:pt x="563316" y="563391"/>
                      <a:pt x="564269" y="563391"/>
                    </a:cubicBezTo>
                    <a:cubicBezTo>
                      <a:pt x="566174" y="563391"/>
                      <a:pt x="568079" y="563391"/>
                      <a:pt x="569984" y="563391"/>
                    </a:cubicBezTo>
                    <a:lnTo>
                      <a:pt x="580461" y="567201"/>
                    </a:lnTo>
                    <a:lnTo>
                      <a:pt x="591891" y="531959"/>
                    </a:lnTo>
                    <a:lnTo>
                      <a:pt x="572841" y="525291"/>
                    </a:lnTo>
                    <a:lnTo>
                      <a:pt x="572841" y="526244"/>
                    </a:lnTo>
                    <a:lnTo>
                      <a:pt x="553791" y="518624"/>
                    </a:lnTo>
                    <a:lnTo>
                      <a:pt x="512834" y="615779"/>
                    </a:lnTo>
                    <a:lnTo>
                      <a:pt x="499499" y="597681"/>
                    </a:lnTo>
                    <a:lnTo>
                      <a:pt x="513786" y="564344"/>
                    </a:lnTo>
                    <a:cubicBezTo>
                      <a:pt x="511881" y="565296"/>
                      <a:pt x="509976" y="566249"/>
                      <a:pt x="507119" y="566249"/>
                    </a:cubicBezTo>
                    <a:cubicBezTo>
                      <a:pt x="505214" y="566249"/>
                      <a:pt x="503309" y="566249"/>
                      <a:pt x="501404" y="565296"/>
                    </a:cubicBezTo>
                    <a:cubicBezTo>
                      <a:pt x="499499" y="564344"/>
                      <a:pt x="498546" y="563391"/>
                      <a:pt x="496641" y="561486"/>
                    </a:cubicBezTo>
                    <a:cubicBezTo>
                      <a:pt x="494736" y="559581"/>
                      <a:pt x="492831" y="557676"/>
                      <a:pt x="491879" y="554819"/>
                    </a:cubicBezTo>
                    <a:cubicBezTo>
                      <a:pt x="491879" y="558629"/>
                      <a:pt x="490926" y="561486"/>
                      <a:pt x="489974" y="564344"/>
                    </a:cubicBezTo>
                    <a:cubicBezTo>
                      <a:pt x="487116" y="571011"/>
                      <a:pt x="482354" y="575774"/>
                      <a:pt x="475686" y="577679"/>
                    </a:cubicBezTo>
                    <a:cubicBezTo>
                      <a:pt x="469019" y="580536"/>
                      <a:pt x="463304" y="580536"/>
                      <a:pt x="456636" y="577679"/>
                    </a:cubicBezTo>
                    <a:cubicBezTo>
                      <a:pt x="447111" y="573869"/>
                      <a:pt x="440444" y="565296"/>
                      <a:pt x="435681" y="551961"/>
                    </a:cubicBezTo>
                    <a:cubicBezTo>
                      <a:pt x="430919" y="538626"/>
                      <a:pt x="429014" y="522434"/>
                      <a:pt x="429966" y="504336"/>
                    </a:cubicBezTo>
                    <a:lnTo>
                      <a:pt x="436634" y="503384"/>
                    </a:lnTo>
                    <a:cubicBezTo>
                      <a:pt x="435681" y="515766"/>
                      <a:pt x="438539" y="527196"/>
                      <a:pt x="442349" y="536721"/>
                    </a:cubicBezTo>
                    <a:cubicBezTo>
                      <a:pt x="446159" y="546246"/>
                      <a:pt x="452826" y="552914"/>
                      <a:pt x="460446" y="555771"/>
                    </a:cubicBezTo>
                    <a:cubicBezTo>
                      <a:pt x="465209" y="557676"/>
                      <a:pt x="469019" y="557676"/>
                      <a:pt x="473781" y="556724"/>
                    </a:cubicBezTo>
                    <a:cubicBezTo>
                      <a:pt x="478544" y="554819"/>
                      <a:pt x="481401" y="551961"/>
                      <a:pt x="483306" y="548151"/>
                    </a:cubicBezTo>
                    <a:cubicBezTo>
                      <a:pt x="484259" y="546246"/>
                      <a:pt x="484259" y="543389"/>
                      <a:pt x="484259" y="540531"/>
                    </a:cubicBezTo>
                    <a:cubicBezTo>
                      <a:pt x="484259" y="537674"/>
                      <a:pt x="483306" y="534816"/>
                      <a:pt x="482354" y="532911"/>
                    </a:cubicBezTo>
                    <a:cubicBezTo>
                      <a:pt x="476639" y="533864"/>
                      <a:pt x="469019" y="532911"/>
                      <a:pt x="459494" y="531006"/>
                    </a:cubicBezTo>
                    <a:lnTo>
                      <a:pt x="457589" y="511004"/>
                    </a:lnTo>
                    <a:cubicBezTo>
                      <a:pt x="465209" y="513861"/>
                      <a:pt x="472829" y="514814"/>
                      <a:pt x="480449" y="513861"/>
                    </a:cubicBezTo>
                    <a:cubicBezTo>
                      <a:pt x="487116" y="512909"/>
                      <a:pt x="491879" y="509099"/>
                      <a:pt x="494736" y="504336"/>
                    </a:cubicBezTo>
                    <a:cubicBezTo>
                      <a:pt x="495689" y="501479"/>
                      <a:pt x="495689" y="499574"/>
                      <a:pt x="494736" y="496716"/>
                    </a:cubicBezTo>
                    <a:cubicBezTo>
                      <a:pt x="493784" y="493859"/>
                      <a:pt x="491879" y="492906"/>
                      <a:pt x="489974" y="491954"/>
                    </a:cubicBezTo>
                    <a:cubicBezTo>
                      <a:pt x="484259" y="490049"/>
                      <a:pt x="478544" y="488144"/>
                      <a:pt x="472829" y="488144"/>
                    </a:cubicBezTo>
                    <a:cubicBezTo>
                      <a:pt x="467114" y="488144"/>
                      <a:pt x="461399" y="489096"/>
                      <a:pt x="456636" y="491954"/>
                    </a:cubicBezTo>
                    <a:lnTo>
                      <a:pt x="451874" y="471951"/>
                    </a:lnTo>
                    <a:cubicBezTo>
                      <a:pt x="456636" y="470046"/>
                      <a:pt x="462351" y="469094"/>
                      <a:pt x="468066" y="469094"/>
                    </a:cubicBezTo>
                    <a:cubicBezTo>
                      <a:pt x="473781" y="469094"/>
                      <a:pt x="479496" y="470999"/>
                      <a:pt x="486164" y="472904"/>
                    </a:cubicBezTo>
                    <a:cubicBezTo>
                      <a:pt x="491879" y="475761"/>
                      <a:pt x="497594" y="482429"/>
                      <a:pt x="501404" y="493859"/>
                    </a:cubicBezTo>
                    <a:cubicBezTo>
                      <a:pt x="505214" y="505289"/>
                      <a:pt x="506166" y="513861"/>
                      <a:pt x="504261" y="519576"/>
                    </a:cubicBezTo>
                    <a:cubicBezTo>
                      <a:pt x="503309" y="522434"/>
                      <a:pt x="501404" y="525291"/>
                      <a:pt x="498546" y="527196"/>
                    </a:cubicBezTo>
                    <a:cubicBezTo>
                      <a:pt x="495689" y="529101"/>
                      <a:pt x="492831" y="531006"/>
                      <a:pt x="489021" y="531959"/>
                    </a:cubicBezTo>
                    <a:cubicBezTo>
                      <a:pt x="490926" y="534816"/>
                      <a:pt x="491879" y="538626"/>
                      <a:pt x="492831" y="544341"/>
                    </a:cubicBezTo>
                    <a:cubicBezTo>
                      <a:pt x="494736" y="546246"/>
                      <a:pt x="497594" y="548151"/>
                      <a:pt x="500451" y="549104"/>
                    </a:cubicBezTo>
                    <a:cubicBezTo>
                      <a:pt x="504261" y="551009"/>
                      <a:pt x="508071" y="551009"/>
                      <a:pt x="511881" y="551009"/>
                    </a:cubicBezTo>
                    <a:cubicBezTo>
                      <a:pt x="515691" y="550056"/>
                      <a:pt x="519501" y="549104"/>
                      <a:pt x="522359" y="546246"/>
                    </a:cubicBezTo>
                    <a:lnTo>
                      <a:pt x="536646" y="511004"/>
                    </a:lnTo>
                    <a:lnTo>
                      <a:pt x="521406" y="504336"/>
                    </a:lnTo>
                    <a:lnTo>
                      <a:pt x="515691" y="486239"/>
                    </a:lnTo>
                    <a:lnTo>
                      <a:pt x="568079" y="508146"/>
                    </a:lnTo>
                    <a:lnTo>
                      <a:pt x="675711" y="544341"/>
                    </a:lnTo>
                    <a:lnTo>
                      <a:pt x="675711" y="545294"/>
                    </a:lnTo>
                    <a:lnTo>
                      <a:pt x="782391" y="573869"/>
                    </a:lnTo>
                    <a:lnTo>
                      <a:pt x="789059" y="590061"/>
                    </a:lnTo>
                    <a:lnTo>
                      <a:pt x="769056" y="585299"/>
                    </a:lnTo>
                    <a:lnTo>
                      <a:pt x="742386" y="686264"/>
                    </a:lnTo>
                    <a:lnTo>
                      <a:pt x="727146" y="670071"/>
                    </a:lnTo>
                    <a:lnTo>
                      <a:pt x="741434" y="616731"/>
                    </a:lnTo>
                    <a:lnTo>
                      <a:pt x="706191" y="607206"/>
                    </a:lnTo>
                    <a:cubicBezTo>
                      <a:pt x="703334" y="606254"/>
                      <a:pt x="700476" y="607206"/>
                      <a:pt x="697619" y="609111"/>
                    </a:cubicBezTo>
                    <a:cubicBezTo>
                      <a:pt x="694761" y="611969"/>
                      <a:pt x="692856" y="614826"/>
                      <a:pt x="691904" y="619589"/>
                    </a:cubicBezTo>
                    <a:cubicBezTo>
                      <a:pt x="689999" y="627209"/>
                      <a:pt x="689999" y="634829"/>
                      <a:pt x="691904" y="643401"/>
                    </a:cubicBezTo>
                    <a:cubicBezTo>
                      <a:pt x="693809" y="651974"/>
                      <a:pt x="697619" y="659594"/>
                      <a:pt x="702381" y="667214"/>
                    </a:cubicBezTo>
                    <a:lnTo>
                      <a:pt x="693809" y="671024"/>
                    </a:lnTo>
                    <a:cubicBezTo>
                      <a:pt x="686189" y="656736"/>
                      <a:pt x="680474" y="644354"/>
                      <a:pt x="677616" y="633876"/>
                    </a:cubicBezTo>
                    <a:cubicBezTo>
                      <a:pt x="673806" y="623399"/>
                      <a:pt x="673806" y="613874"/>
                      <a:pt x="674759" y="608159"/>
                    </a:cubicBezTo>
                    <a:cubicBezTo>
                      <a:pt x="676664" y="601491"/>
                      <a:pt x="680474" y="596729"/>
                      <a:pt x="685236" y="592919"/>
                    </a:cubicBezTo>
                    <a:cubicBezTo>
                      <a:pt x="690951" y="589109"/>
                      <a:pt x="695714" y="588156"/>
                      <a:pt x="701429" y="590061"/>
                    </a:cubicBezTo>
                    <a:lnTo>
                      <a:pt x="745244" y="601491"/>
                    </a:lnTo>
                    <a:lnTo>
                      <a:pt x="750959" y="580536"/>
                    </a:lnTo>
                    <a:lnTo>
                      <a:pt x="681426" y="562439"/>
                    </a:lnTo>
                    <a:lnTo>
                      <a:pt x="681426" y="562439"/>
                    </a:lnTo>
                    <a:lnTo>
                      <a:pt x="678569" y="561486"/>
                    </a:lnTo>
                    <a:lnTo>
                      <a:pt x="677616" y="561486"/>
                    </a:lnTo>
                    <a:lnTo>
                      <a:pt x="677616" y="561486"/>
                    </a:lnTo>
                    <a:lnTo>
                      <a:pt x="662376" y="556724"/>
                    </a:lnTo>
                    <a:lnTo>
                      <a:pt x="632849" y="645306"/>
                    </a:lnTo>
                    <a:lnTo>
                      <a:pt x="634754" y="646259"/>
                    </a:lnTo>
                    <a:lnTo>
                      <a:pt x="640469" y="661499"/>
                    </a:lnTo>
                    <a:lnTo>
                      <a:pt x="623324" y="656736"/>
                    </a:lnTo>
                    <a:cubicBezTo>
                      <a:pt x="619514" y="655784"/>
                      <a:pt x="614751" y="655784"/>
                      <a:pt x="610941" y="658641"/>
                    </a:cubicBezTo>
                    <a:cubicBezTo>
                      <a:pt x="607131" y="661499"/>
                      <a:pt x="604274" y="665309"/>
                      <a:pt x="603321" y="670071"/>
                    </a:cubicBezTo>
                    <a:cubicBezTo>
                      <a:pt x="602369" y="672929"/>
                      <a:pt x="602369" y="675786"/>
                      <a:pt x="604274" y="679596"/>
                    </a:cubicBezTo>
                    <a:cubicBezTo>
                      <a:pt x="606179" y="682454"/>
                      <a:pt x="608084" y="684359"/>
                      <a:pt x="610941" y="685311"/>
                    </a:cubicBezTo>
                    <a:cubicBezTo>
                      <a:pt x="615704" y="686264"/>
                      <a:pt x="620466" y="687216"/>
                      <a:pt x="625229" y="686264"/>
                    </a:cubicBezTo>
                    <a:cubicBezTo>
                      <a:pt x="630944" y="685311"/>
                      <a:pt x="635706" y="684359"/>
                      <a:pt x="640469" y="681501"/>
                    </a:cubicBezTo>
                    <a:lnTo>
                      <a:pt x="647136" y="698646"/>
                    </a:lnTo>
                    <a:cubicBezTo>
                      <a:pt x="642374" y="700551"/>
                      <a:pt x="637611" y="701504"/>
                      <a:pt x="631896" y="701504"/>
                    </a:cubicBezTo>
                    <a:cubicBezTo>
                      <a:pt x="626181" y="701504"/>
                      <a:pt x="620466" y="700551"/>
                      <a:pt x="613799" y="698646"/>
                    </a:cubicBezTo>
                    <a:cubicBezTo>
                      <a:pt x="607131" y="696741"/>
                      <a:pt x="602369" y="691026"/>
                      <a:pt x="598559" y="681501"/>
                    </a:cubicBezTo>
                    <a:cubicBezTo>
                      <a:pt x="594749" y="671976"/>
                      <a:pt x="593796" y="663404"/>
                      <a:pt x="595701" y="655784"/>
                    </a:cubicBezTo>
                    <a:cubicBezTo>
                      <a:pt x="597606" y="650069"/>
                      <a:pt x="600464" y="646259"/>
                      <a:pt x="606179" y="643401"/>
                    </a:cubicBezTo>
                    <a:cubicBezTo>
                      <a:pt x="609036" y="641496"/>
                      <a:pt x="612846" y="641496"/>
                      <a:pt x="616656" y="641496"/>
                    </a:cubicBezTo>
                    <a:lnTo>
                      <a:pt x="613799" y="638639"/>
                    </a:lnTo>
                    <a:lnTo>
                      <a:pt x="626181" y="601491"/>
                    </a:lnTo>
                    <a:lnTo>
                      <a:pt x="591891" y="590061"/>
                    </a:lnTo>
                    <a:lnTo>
                      <a:pt x="588081" y="601491"/>
                    </a:lnTo>
                    <a:cubicBezTo>
                      <a:pt x="587129" y="604349"/>
                      <a:pt x="586176" y="606254"/>
                      <a:pt x="584271" y="607206"/>
                    </a:cubicBezTo>
                    <a:cubicBezTo>
                      <a:pt x="582366" y="608159"/>
                      <a:pt x="580461" y="609111"/>
                      <a:pt x="578556" y="608159"/>
                    </a:cubicBezTo>
                    <a:moveTo>
                      <a:pt x="1193871" y="634829"/>
                    </a:moveTo>
                    <a:lnTo>
                      <a:pt x="1191966" y="739604"/>
                    </a:lnTo>
                    <a:lnTo>
                      <a:pt x="1172916" y="727221"/>
                    </a:lnTo>
                    <a:lnTo>
                      <a:pt x="1172916" y="703409"/>
                    </a:lnTo>
                    <a:cubicBezTo>
                      <a:pt x="1168154" y="707219"/>
                      <a:pt x="1163391" y="710076"/>
                      <a:pt x="1158629" y="711981"/>
                    </a:cubicBezTo>
                    <a:cubicBezTo>
                      <a:pt x="1153866" y="713886"/>
                      <a:pt x="1149104" y="714839"/>
                      <a:pt x="1144341" y="714839"/>
                    </a:cubicBezTo>
                    <a:cubicBezTo>
                      <a:pt x="1135769" y="714839"/>
                      <a:pt x="1126244" y="710076"/>
                      <a:pt x="1117671" y="701504"/>
                    </a:cubicBezTo>
                    <a:cubicBezTo>
                      <a:pt x="1109099" y="692931"/>
                      <a:pt x="1104336" y="684359"/>
                      <a:pt x="1104336" y="676739"/>
                    </a:cubicBezTo>
                    <a:cubicBezTo>
                      <a:pt x="1104336" y="670071"/>
                      <a:pt x="1107194" y="664356"/>
                      <a:pt x="1112909" y="659594"/>
                    </a:cubicBezTo>
                    <a:cubicBezTo>
                      <a:pt x="1118624" y="654831"/>
                      <a:pt x="1126244" y="652926"/>
                      <a:pt x="1133864" y="652926"/>
                    </a:cubicBezTo>
                    <a:cubicBezTo>
                      <a:pt x="1141484" y="652926"/>
                      <a:pt x="1148151" y="654831"/>
                      <a:pt x="1154819" y="659594"/>
                    </a:cubicBezTo>
                    <a:cubicBezTo>
                      <a:pt x="1161486" y="663404"/>
                      <a:pt x="1167201" y="669119"/>
                      <a:pt x="1172916" y="676739"/>
                    </a:cubicBezTo>
                    <a:lnTo>
                      <a:pt x="1173869" y="634829"/>
                    </a:lnTo>
                    <a:lnTo>
                      <a:pt x="1095764" y="632924"/>
                    </a:lnTo>
                    <a:lnTo>
                      <a:pt x="1095764" y="631971"/>
                    </a:lnTo>
                    <a:lnTo>
                      <a:pt x="1070999" y="630066"/>
                    </a:lnTo>
                    <a:cubicBezTo>
                      <a:pt x="1076714" y="634829"/>
                      <a:pt x="1080524" y="639591"/>
                      <a:pt x="1083381" y="646259"/>
                    </a:cubicBezTo>
                    <a:cubicBezTo>
                      <a:pt x="1086239" y="652926"/>
                      <a:pt x="1088144" y="658641"/>
                      <a:pt x="1087191" y="665309"/>
                    </a:cubicBezTo>
                    <a:cubicBezTo>
                      <a:pt x="1086239" y="672929"/>
                      <a:pt x="1083381" y="680549"/>
                      <a:pt x="1077666" y="688169"/>
                    </a:cubicBezTo>
                    <a:cubicBezTo>
                      <a:pt x="1071951" y="694836"/>
                      <a:pt x="1065284" y="700551"/>
                      <a:pt x="1056711" y="705314"/>
                    </a:cubicBezTo>
                    <a:lnTo>
                      <a:pt x="1079571" y="735794"/>
                    </a:lnTo>
                    <a:lnTo>
                      <a:pt x="1069094" y="743414"/>
                    </a:lnTo>
                    <a:lnTo>
                      <a:pt x="1049091" y="708171"/>
                    </a:lnTo>
                    <a:cubicBezTo>
                      <a:pt x="1048139" y="709124"/>
                      <a:pt x="1047186" y="709124"/>
                      <a:pt x="1045281" y="709124"/>
                    </a:cubicBezTo>
                    <a:cubicBezTo>
                      <a:pt x="1044329" y="709124"/>
                      <a:pt x="1042424" y="709124"/>
                      <a:pt x="1040519" y="709124"/>
                    </a:cubicBezTo>
                    <a:cubicBezTo>
                      <a:pt x="1036709" y="709124"/>
                      <a:pt x="1031946" y="706266"/>
                      <a:pt x="1028136" y="701504"/>
                    </a:cubicBezTo>
                    <a:cubicBezTo>
                      <a:pt x="1024326" y="696741"/>
                      <a:pt x="1022421" y="691979"/>
                      <a:pt x="1022421" y="688169"/>
                    </a:cubicBezTo>
                    <a:cubicBezTo>
                      <a:pt x="1022421" y="685311"/>
                      <a:pt x="1023374" y="682454"/>
                      <a:pt x="1026231" y="680549"/>
                    </a:cubicBezTo>
                    <a:cubicBezTo>
                      <a:pt x="1028136" y="678644"/>
                      <a:pt x="1030041" y="677691"/>
                      <a:pt x="1032899" y="677691"/>
                    </a:cubicBezTo>
                    <a:cubicBezTo>
                      <a:pt x="1035756" y="677691"/>
                      <a:pt x="1038614" y="678644"/>
                      <a:pt x="1041471" y="680549"/>
                    </a:cubicBezTo>
                    <a:cubicBezTo>
                      <a:pt x="1044329" y="682454"/>
                      <a:pt x="1046234" y="685311"/>
                      <a:pt x="1048139" y="688169"/>
                    </a:cubicBezTo>
                    <a:cubicBezTo>
                      <a:pt x="1050996" y="687216"/>
                      <a:pt x="1054806" y="685311"/>
                      <a:pt x="1057664" y="682454"/>
                    </a:cubicBezTo>
                    <a:cubicBezTo>
                      <a:pt x="1060521" y="679596"/>
                      <a:pt x="1063379" y="675786"/>
                      <a:pt x="1066236" y="671976"/>
                    </a:cubicBezTo>
                    <a:cubicBezTo>
                      <a:pt x="1053854" y="670071"/>
                      <a:pt x="1045281" y="665309"/>
                      <a:pt x="1038614" y="659594"/>
                    </a:cubicBezTo>
                    <a:cubicBezTo>
                      <a:pt x="1031946" y="652926"/>
                      <a:pt x="1028136" y="646259"/>
                      <a:pt x="1029089" y="638639"/>
                    </a:cubicBezTo>
                    <a:cubicBezTo>
                      <a:pt x="1029089" y="636734"/>
                      <a:pt x="1030041" y="634829"/>
                      <a:pt x="1030994" y="632924"/>
                    </a:cubicBezTo>
                    <a:cubicBezTo>
                      <a:pt x="1031946" y="631019"/>
                      <a:pt x="1033851" y="630066"/>
                      <a:pt x="1035756" y="628161"/>
                    </a:cubicBezTo>
                    <a:lnTo>
                      <a:pt x="1023374" y="627209"/>
                    </a:lnTo>
                    <a:lnTo>
                      <a:pt x="1023374" y="628161"/>
                    </a:lnTo>
                    <a:lnTo>
                      <a:pt x="1003371" y="625304"/>
                    </a:lnTo>
                    <a:lnTo>
                      <a:pt x="990036" y="729126"/>
                    </a:lnTo>
                    <a:lnTo>
                      <a:pt x="972891" y="714839"/>
                    </a:lnTo>
                    <a:lnTo>
                      <a:pt x="975749" y="691026"/>
                    </a:lnTo>
                    <a:cubicBezTo>
                      <a:pt x="970986" y="693884"/>
                      <a:pt x="966224" y="696741"/>
                      <a:pt x="960509" y="697694"/>
                    </a:cubicBezTo>
                    <a:cubicBezTo>
                      <a:pt x="955746" y="699599"/>
                      <a:pt x="950031" y="699599"/>
                      <a:pt x="946221" y="699599"/>
                    </a:cubicBezTo>
                    <a:cubicBezTo>
                      <a:pt x="937649" y="698646"/>
                      <a:pt x="929076" y="692931"/>
                      <a:pt x="921456" y="683406"/>
                    </a:cubicBezTo>
                    <a:cubicBezTo>
                      <a:pt x="913836" y="673881"/>
                      <a:pt x="910026" y="665309"/>
                      <a:pt x="910979" y="657689"/>
                    </a:cubicBezTo>
                    <a:cubicBezTo>
                      <a:pt x="911931" y="651021"/>
                      <a:pt x="915741" y="645306"/>
                      <a:pt x="921456" y="641496"/>
                    </a:cubicBezTo>
                    <a:cubicBezTo>
                      <a:pt x="928124" y="637686"/>
                      <a:pt x="935744" y="635781"/>
                      <a:pt x="943364" y="636734"/>
                    </a:cubicBezTo>
                    <a:cubicBezTo>
                      <a:pt x="950984" y="637686"/>
                      <a:pt x="957651" y="640544"/>
                      <a:pt x="963366" y="645306"/>
                    </a:cubicBezTo>
                    <a:cubicBezTo>
                      <a:pt x="970034" y="650069"/>
                      <a:pt x="974796" y="656736"/>
                      <a:pt x="979559" y="664356"/>
                    </a:cubicBezTo>
                    <a:lnTo>
                      <a:pt x="985274" y="623399"/>
                    </a:lnTo>
                    <a:lnTo>
                      <a:pt x="908121" y="613874"/>
                    </a:lnTo>
                    <a:lnTo>
                      <a:pt x="907169" y="612921"/>
                    </a:lnTo>
                    <a:lnTo>
                      <a:pt x="893834" y="610064"/>
                    </a:lnTo>
                    <a:lnTo>
                      <a:pt x="875736" y="712934"/>
                    </a:lnTo>
                    <a:lnTo>
                      <a:pt x="858591" y="697694"/>
                    </a:lnTo>
                    <a:lnTo>
                      <a:pt x="874784" y="606254"/>
                    </a:lnTo>
                    <a:lnTo>
                      <a:pt x="855734" y="603396"/>
                    </a:lnTo>
                    <a:lnTo>
                      <a:pt x="848114" y="587204"/>
                    </a:lnTo>
                    <a:lnTo>
                      <a:pt x="883356" y="593871"/>
                    </a:lnTo>
                    <a:cubicBezTo>
                      <a:pt x="881451" y="588156"/>
                      <a:pt x="880499" y="583394"/>
                      <a:pt x="879546" y="580536"/>
                    </a:cubicBezTo>
                    <a:cubicBezTo>
                      <a:pt x="878594" y="576726"/>
                      <a:pt x="878594" y="573869"/>
                      <a:pt x="878594" y="571011"/>
                    </a:cubicBezTo>
                    <a:cubicBezTo>
                      <a:pt x="880499" y="561486"/>
                      <a:pt x="885261" y="553866"/>
                      <a:pt x="893834" y="548151"/>
                    </a:cubicBezTo>
                    <a:cubicBezTo>
                      <a:pt x="902406" y="542436"/>
                      <a:pt x="911931" y="540531"/>
                      <a:pt x="922409" y="542436"/>
                    </a:cubicBezTo>
                    <a:cubicBezTo>
                      <a:pt x="930981" y="544341"/>
                      <a:pt x="939554" y="550056"/>
                      <a:pt x="948126" y="560534"/>
                    </a:cubicBezTo>
                    <a:cubicBezTo>
                      <a:pt x="957651" y="571964"/>
                      <a:pt x="967176" y="586251"/>
                      <a:pt x="975749" y="603396"/>
                    </a:cubicBezTo>
                    <a:lnTo>
                      <a:pt x="970034" y="606254"/>
                    </a:lnTo>
                    <a:cubicBezTo>
                      <a:pt x="964319" y="593871"/>
                      <a:pt x="957651" y="582441"/>
                      <a:pt x="949079" y="573869"/>
                    </a:cubicBezTo>
                    <a:cubicBezTo>
                      <a:pt x="941459" y="565296"/>
                      <a:pt x="932886" y="560534"/>
                      <a:pt x="924314" y="559581"/>
                    </a:cubicBezTo>
                    <a:cubicBezTo>
                      <a:pt x="916694" y="558629"/>
                      <a:pt x="909074" y="559581"/>
                      <a:pt x="902406" y="564344"/>
                    </a:cubicBezTo>
                    <a:cubicBezTo>
                      <a:pt x="895739" y="569106"/>
                      <a:pt x="891929" y="574821"/>
                      <a:pt x="890024" y="582441"/>
                    </a:cubicBezTo>
                    <a:cubicBezTo>
                      <a:pt x="889071" y="588156"/>
                      <a:pt x="889071" y="591966"/>
                      <a:pt x="889071" y="594824"/>
                    </a:cubicBezTo>
                    <a:lnTo>
                      <a:pt x="904311" y="597681"/>
                    </a:lnTo>
                    <a:lnTo>
                      <a:pt x="905264" y="598634"/>
                    </a:lnTo>
                    <a:lnTo>
                      <a:pt x="1013849" y="612921"/>
                    </a:lnTo>
                    <a:lnTo>
                      <a:pt x="1013849" y="612921"/>
                    </a:lnTo>
                    <a:lnTo>
                      <a:pt x="1092906" y="618636"/>
                    </a:lnTo>
                    <a:lnTo>
                      <a:pt x="1093859" y="619589"/>
                    </a:lnTo>
                    <a:lnTo>
                      <a:pt x="1204349" y="621494"/>
                    </a:lnTo>
                    <a:lnTo>
                      <a:pt x="1214826" y="635781"/>
                    </a:lnTo>
                    <a:lnTo>
                      <a:pt x="1193871" y="634829"/>
                    </a:lnTo>
                    <a:close/>
                    <a:moveTo>
                      <a:pt x="1911104" y="313836"/>
                    </a:moveTo>
                    <a:cubicBezTo>
                      <a:pt x="1915866" y="312884"/>
                      <a:pt x="1919676" y="312884"/>
                      <a:pt x="1923486" y="312884"/>
                    </a:cubicBezTo>
                    <a:cubicBezTo>
                      <a:pt x="1933011" y="312884"/>
                      <a:pt x="1937774" y="315741"/>
                      <a:pt x="1940631" y="324314"/>
                    </a:cubicBezTo>
                    <a:cubicBezTo>
                      <a:pt x="1945394" y="336696"/>
                      <a:pt x="1934916" y="346221"/>
                      <a:pt x="1916819" y="360509"/>
                    </a:cubicBezTo>
                    <a:cubicBezTo>
                      <a:pt x="1914914" y="361461"/>
                      <a:pt x="1913961" y="362414"/>
                      <a:pt x="1912056" y="364319"/>
                    </a:cubicBezTo>
                    <a:cubicBezTo>
                      <a:pt x="1911104" y="357651"/>
                      <a:pt x="1908246" y="351936"/>
                      <a:pt x="1907294" y="345269"/>
                    </a:cubicBezTo>
                    <a:cubicBezTo>
                      <a:pt x="1904436" y="334791"/>
                      <a:pt x="1900626" y="323361"/>
                      <a:pt x="1900626" y="314789"/>
                    </a:cubicBezTo>
                    <a:cubicBezTo>
                      <a:pt x="1903484" y="314789"/>
                      <a:pt x="1907294" y="313836"/>
                      <a:pt x="1911104" y="313836"/>
                    </a:cubicBezTo>
                    <a:close/>
                    <a:moveTo>
                      <a:pt x="1933964" y="540531"/>
                    </a:moveTo>
                    <a:cubicBezTo>
                      <a:pt x="1934916" y="543389"/>
                      <a:pt x="1935869" y="545294"/>
                      <a:pt x="1934916" y="547199"/>
                    </a:cubicBezTo>
                    <a:cubicBezTo>
                      <a:pt x="1933964" y="550056"/>
                      <a:pt x="1933011" y="551009"/>
                      <a:pt x="1931106" y="551961"/>
                    </a:cubicBezTo>
                    <a:cubicBezTo>
                      <a:pt x="1925391" y="554819"/>
                      <a:pt x="1917771" y="553866"/>
                      <a:pt x="1908246" y="549104"/>
                    </a:cubicBezTo>
                    <a:cubicBezTo>
                      <a:pt x="1898721" y="544341"/>
                      <a:pt x="1892054" y="539579"/>
                      <a:pt x="1889196" y="533864"/>
                    </a:cubicBezTo>
                    <a:cubicBezTo>
                      <a:pt x="1888244" y="532911"/>
                      <a:pt x="1889196" y="531006"/>
                      <a:pt x="1890149" y="530054"/>
                    </a:cubicBezTo>
                    <a:cubicBezTo>
                      <a:pt x="1891101" y="528149"/>
                      <a:pt x="1893006" y="527196"/>
                      <a:pt x="1894911" y="526244"/>
                    </a:cubicBezTo>
                    <a:lnTo>
                      <a:pt x="1904436" y="521481"/>
                    </a:lnTo>
                    <a:lnTo>
                      <a:pt x="1889196" y="488144"/>
                    </a:lnTo>
                    <a:lnTo>
                      <a:pt x="1871099" y="496716"/>
                    </a:lnTo>
                    <a:lnTo>
                      <a:pt x="1871099" y="496716"/>
                    </a:lnTo>
                    <a:lnTo>
                      <a:pt x="1867289" y="498621"/>
                    </a:lnTo>
                    <a:lnTo>
                      <a:pt x="1866336" y="499574"/>
                    </a:lnTo>
                    <a:lnTo>
                      <a:pt x="1866336" y="499574"/>
                    </a:lnTo>
                    <a:lnTo>
                      <a:pt x="1832999" y="511956"/>
                    </a:lnTo>
                    <a:cubicBezTo>
                      <a:pt x="1837761" y="514814"/>
                      <a:pt x="1841571" y="517671"/>
                      <a:pt x="1844429" y="520529"/>
                    </a:cubicBezTo>
                    <a:cubicBezTo>
                      <a:pt x="1847286" y="523386"/>
                      <a:pt x="1850144" y="527196"/>
                      <a:pt x="1851096" y="530054"/>
                    </a:cubicBezTo>
                    <a:cubicBezTo>
                      <a:pt x="1852049" y="532911"/>
                      <a:pt x="1852049" y="535769"/>
                      <a:pt x="1851096" y="539579"/>
                    </a:cubicBezTo>
                    <a:cubicBezTo>
                      <a:pt x="1850144" y="543389"/>
                      <a:pt x="1848239" y="546246"/>
                      <a:pt x="1846334" y="550056"/>
                    </a:cubicBezTo>
                    <a:cubicBezTo>
                      <a:pt x="1855859" y="548151"/>
                      <a:pt x="1865384" y="549104"/>
                      <a:pt x="1873004" y="551961"/>
                    </a:cubicBezTo>
                    <a:cubicBezTo>
                      <a:pt x="1880624" y="554819"/>
                      <a:pt x="1886339" y="560534"/>
                      <a:pt x="1889196" y="567201"/>
                    </a:cubicBezTo>
                    <a:cubicBezTo>
                      <a:pt x="1893006" y="575774"/>
                      <a:pt x="1892054" y="585299"/>
                      <a:pt x="1886339" y="593871"/>
                    </a:cubicBezTo>
                    <a:cubicBezTo>
                      <a:pt x="1880624" y="603396"/>
                      <a:pt x="1872051" y="610064"/>
                      <a:pt x="1861574" y="613874"/>
                    </a:cubicBezTo>
                    <a:cubicBezTo>
                      <a:pt x="1852049" y="617684"/>
                      <a:pt x="1840619" y="615779"/>
                      <a:pt x="1827284" y="609111"/>
                    </a:cubicBezTo>
                    <a:cubicBezTo>
                      <a:pt x="1813949" y="602444"/>
                      <a:pt x="1805376" y="593871"/>
                      <a:pt x="1801566" y="583394"/>
                    </a:cubicBezTo>
                    <a:cubicBezTo>
                      <a:pt x="1799661" y="578631"/>
                      <a:pt x="1800614" y="572916"/>
                      <a:pt x="1803471" y="567201"/>
                    </a:cubicBezTo>
                    <a:cubicBezTo>
                      <a:pt x="1807281" y="561486"/>
                      <a:pt x="1812044" y="556724"/>
                      <a:pt x="1818711" y="551961"/>
                    </a:cubicBezTo>
                    <a:cubicBezTo>
                      <a:pt x="1824426" y="549104"/>
                      <a:pt x="1828236" y="544341"/>
                      <a:pt x="1831094" y="539579"/>
                    </a:cubicBezTo>
                    <a:cubicBezTo>
                      <a:pt x="1833951" y="534816"/>
                      <a:pt x="1834904" y="531006"/>
                      <a:pt x="1832999" y="527196"/>
                    </a:cubicBezTo>
                    <a:cubicBezTo>
                      <a:pt x="1832046" y="524339"/>
                      <a:pt x="1830141" y="521481"/>
                      <a:pt x="1828236" y="519576"/>
                    </a:cubicBezTo>
                    <a:cubicBezTo>
                      <a:pt x="1826331" y="517671"/>
                      <a:pt x="1825379" y="515766"/>
                      <a:pt x="1822521" y="514814"/>
                    </a:cubicBezTo>
                    <a:lnTo>
                      <a:pt x="1772039" y="533864"/>
                    </a:lnTo>
                    <a:lnTo>
                      <a:pt x="1772039" y="533864"/>
                    </a:lnTo>
                    <a:lnTo>
                      <a:pt x="1757751" y="538626"/>
                    </a:lnTo>
                    <a:lnTo>
                      <a:pt x="1791089" y="637686"/>
                    </a:lnTo>
                    <a:lnTo>
                      <a:pt x="1769181" y="632924"/>
                    </a:lnTo>
                    <a:lnTo>
                      <a:pt x="1739654" y="545294"/>
                    </a:lnTo>
                    <a:lnTo>
                      <a:pt x="1726319" y="550056"/>
                    </a:lnTo>
                    <a:lnTo>
                      <a:pt x="1727271" y="551009"/>
                    </a:lnTo>
                    <a:lnTo>
                      <a:pt x="1708221" y="556724"/>
                    </a:lnTo>
                    <a:lnTo>
                      <a:pt x="1737749" y="657689"/>
                    </a:lnTo>
                    <a:lnTo>
                      <a:pt x="1715841" y="651974"/>
                    </a:lnTo>
                    <a:lnTo>
                      <a:pt x="1708221" y="627209"/>
                    </a:lnTo>
                    <a:cubicBezTo>
                      <a:pt x="1707269" y="630066"/>
                      <a:pt x="1705364" y="631971"/>
                      <a:pt x="1702506" y="633876"/>
                    </a:cubicBezTo>
                    <a:cubicBezTo>
                      <a:pt x="1699649" y="635781"/>
                      <a:pt x="1696791" y="637686"/>
                      <a:pt x="1693934" y="638639"/>
                    </a:cubicBezTo>
                    <a:cubicBezTo>
                      <a:pt x="1685361" y="641496"/>
                      <a:pt x="1675836" y="640544"/>
                      <a:pt x="1665359" y="635781"/>
                    </a:cubicBezTo>
                    <a:cubicBezTo>
                      <a:pt x="1654881" y="631971"/>
                      <a:pt x="1648214" y="626256"/>
                      <a:pt x="1646309" y="619589"/>
                    </a:cubicBezTo>
                    <a:lnTo>
                      <a:pt x="1633926" y="578631"/>
                    </a:lnTo>
                    <a:lnTo>
                      <a:pt x="1622496" y="582441"/>
                    </a:lnTo>
                    <a:lnTo>
                      <a:pt x="1621544" y="581489"/>
                    </a:lnTo>
                    <a:lnTo>
                      <a:pt x="1607256" y="585299"/>
                    </a:lnTo>
                    <a:lnTo>
                      <a:pt x="1632021" y="687216"/>
                    </a:lnTo>
                    <a:lnTo>
                      <a:pt x="1611066" y="680549"/>
                    </a:lnTo>
                    <a:lnTo>
                      <a:pt x="1589159" y="590061"/>
                    </a:lnTo>
                    <a:lnTo>
                      <a:pt x="1574871" y="593871"/>
                    </a:lnTo>
                    <a:lnTo>
                      <a:pt x="1575824" y="594824"/>
                    </a:lnTo>
                    <a:lnTo>
                      <a:pt x="1555821" y="598634"/>
                    </a:lnTo>
                    <a:lnTo>
                      <a:pt x="1574871" y="701504"/>
                    </a:lnTo>
                    <a:lnTo>
                      <a:pt x="1553916" y="692931"/>
                    </a:lnTo>
                    <a:lnTo>
                      <a:pt x="1551059" y="676739"/>
                    </a:lnTo>
                    <a:cubicBezTo>
                      <a:pt x="1548201" y="682454"/>
                      <a:pt x="1543439" y="686264"/>
                      <a:pt x="1537724" y="690074"/>
                    </a:cubicBezTo>
                    <a:cubicBezTo>
                      <a:pt x="1531056" y="693884"/>
                      <a:pt x="1524389" y="696741"/>
                      <a:pt x="1516769" y="697694"/>
                    </a:cubicBezTo>
                    <a:cubicBezTo>
                      <a:pt x="1508196" y="699599"/>
                      <a:pt x="1499624" y="697694"/>
                      <a:pt x="1490099" y="692931"/>
                    </a:cubicBezTo>
                    <a:cubicBezTo>
                      <a:pt x="1480574" y="688169"/>
                      <a:pt x="1474859" y="682454"/>
                      <a:pt x="1473906" y="676739"/>
                    </a:cubicBezTo>
                    <a:cubicBezTo>
                      <a:pt x="1473906" y="675786"/>
                      <a:pt x="1473906" y="673881"/>
                      <a:pt x="1474859" y="671976"/>
                    </a:cubicBezTo>
                    <a:cubicBezTo>
                      <a:pt x="1475811" y="670071"/>
                      <a:pt x="1476764" y="668166"/>
                      <a:pt x="1478669" y="666261"/>
                    </a:cubicBezTo>
                    <a:cubicBezTo>
                      <a:pt x="1472954" y="664356"/>
                      <a:pt x="1467239" y="661499"/>
                      <a:pt x="1463429" y="657689"/>
                    </a:cubicBezTo>
                    <a:cubicBezTo>
                      <a:pt x="1459619" y="653879"/>
                      <a:pt x="1456761" y="650069"/>
                      <a:pt x="1455809" y="646259"/>
                    </a:cubicBezTo>
                    <a:cubicBezTo>
                      <a:pt x="1454856" y="641496"/>
                      <a:pt x="1455809" y="636734"/>
                      <a:pt x="1459619" y="633876"/>
                    </a:cubicBezTo>
                    <a:cubicBezTo>
                      <a:pt x="1462476" y="630066"/>
                      <a:pt x="1466286" y="628161"/>
                      <a:pt x="1472001" y="626256"/>
                    </a:cubicBezTo>
                    <a:lnTo>
                      <a:pt x="1495814" y="621494"/>
                    </a:lnTo>
                    <a:lnTo>
                      <a:pt x="1493909" y="610064"/>
                    </a:lnTo>
                    <a:lnTo>
                      <a:pt x="1443426" y="619589"/>
                    </a:lnTo>
                    <a:lnTo>
                      <a:pt x="1443426" y="619589"/>
                    </a:lnTo>
                    <a:lnTo>
                      <a:pt x="1429139" y="621494"/>
                    </a:lnTo>
                    <a:lnTo>
                      <a:pt x="1441521" y="725316"/>
                    </a:lnTo>
                    <a:lnTo>
                      <a:pt x="1421519" y="715791"/>
                    </a:lnTo>
                    <a:lnTo>
                      <a:pt x="1418661" y="691979"/>
                    </a:lnTo>
                    <a:cubicBezTo>
                      <a:pt x="1414851" y="696741"/>
                      <a:pt x="1410089" y="699599"/>
                      <a:pt x="1405326" y="702456"/>
                    </a:cubicBezTo>
                    <a:cubicBezTo>
                      <a:pt x="1400564" y="705314"/>
                      <a:pt x="1395801" y="707219"/>
                      <a:pt x="1391991" y="707219"/>
                    </a:cubicBezTo>
                    <a:cubicBezTo>
                      <a:pt x="1383419" y="708171"/>
                      <a:pt x="1373894" y="705314"/>
                      <a:pt x="1363416" y="697694"/>
                    </a:cubicBezTo>
                    <a:cubicBezTo>
                      <a:pt x="1353891" y="690074"/>
                      <a:pt x="1348176" y="683406"/>
                      <a:pt x="1347224" y="674834"/>
                    </a:cubicBezTo>
                    <a:cubicBezTo>
                      <a:pt x="1346271" y="668166"/>
                      <a:pt x="1348176" y="661499"/>
                      <a:pt x="1353891" y="656736"/>
                    </a:cubicBezTo>
                    <a:cubicBezTo>
                      <a:pt x="1359606" y="651021"/>
                      <a:pt x="1366274" y="648164"/>
                      <a:pt x="1373894" y="647211"/>
                    </a:cubicBezTo>
                    <a:cubicBezTo>
                      <a:pt x="1381514" y="646259"/>
                      <a:pt x="1388181" y="647211"/>
                      <a:pt x="1395801" y="651021"/>
                    </a:cubicBezTo>
                    <a:cubicBezTo>
                      <a:pt x="1403421" y="653879"/>
                      <a:pt x="1410089" y="658641"/>
                      <a:pt x="1415804" y="665309"/>
                    </a:cubicBezTo>
                    <a:lnTo>
                      <a:pt x="1411041" y="624351"/>
                    </a:lnTo>
                    <a:lnTo>
                      <a:pt x="1333889" y="633876"/>
                    </a:lnTo>
                    <a:lnTo>
                      <a:pt x="1332936" y="632924"/>
                    </a:lnTo>
                    <a:lnTo>
                      <a:pt x="1318649" y="633876"/>
                    </a:lnTo>
                    <a:lnTo>
                      <a:pt x="1326269" y="738651"/>
                    </a:lnTo>
                    <a:lnTo>
                      <a:pt x="1306266" y="728174"/>
                    </a:lnTo>
                    <a:lnTo>
                      <a:pt x="1299599" y="635781"/>
                    </a:lnTo>
                    <a:lnTo>
                      <a:pt x="1280549" y="636734"/>
                    </a:lnTo>
                    <a:lnTo>
                      <a:pt x="1269119" y="623399"/>
                    </a:lnTo>
                    <a:lnTo>
                      <a:pt x="1304361" y="620541"/>
                    </a:lnTo>
                    <a:cubicBezTo>
                      <a:pt x="1301504" y="615779"/>
                      <a:pt x="1298646" y="611969"/>
                      <a:pt x="1297694" y="608159"/>
                    </a:cubicBezTo>
                    <a:cubicBezTo>
                      <a:pt x="1295789" y="604349"/>
                      <a:pt x="1294836" y="601491"/>
                      <a:pt x="1294836" y="599586"/>
                    </a:cubicBezTo>
                    <a:cubicBezTo>
                      <a:pt x="1293884" y="590061"/>
                      <a:pt x="1297694" y="581489"/>
                      <a:pt x="1304361" y="573869"/>
                    </a:cubicBezTo>
                    <a:cubicBezTo>
                      <a:pt x="1311029" y="566249"/>
                      <a:pt x="1319601" y="562439"/>
                      <a:pt x="1330079" y="561486"/>
                    </a:cubicBezTo>
                    <a:cubicBezTo>
                      <a:pt x="1338651" y="560534"/>
                      <a:pt x="1348176" y="564344"/>
                      <a:pt x="1359606" y="572916"/>
                    </a:cubicBezTo>
                    <a:cubicBezTo>
                      <a:pt x="1371989" y="581489"/>
                      <a:pt x="1384371" y="592919"/>
                      <a:pt x="1396754" y="608159"/>
                    </a:cubicBezTo>
                    <a:lnTo>
                      <a:pt x="1391991" y="611969"/>
                    </a:lnTo>
                    <a:cubicBezTo>
                      <a:pt x="1383419" y="600539"/>
                      <a:pt x="1373894" y="591966"/>
                      <a:pt x="1364369" y="585299"/>
                    </a:cubicBezTo>
                    <a:cubicBezTo>
                      <a:pt x="1354844" y="579584"/>
                      <a:pt x="1345319" y="576726"/>
                      <a:pt x="1337699" y="576726"/>
                    </a:cubicBezTo>
                    <a:cubicBezTo>
                      <a:pt x="1330079" y="577679"/>
                      <a:pt x="1322459" y="580536"/>
                      <a:pt x="1316744" y="587204"/>
                    </a:cubicBezTo>
                    <a:cubicBezTo>
                      <a:pt x="1311029" y="592919"/>
                      <a:pt x="1309124" y="599586"/>
                      <a:pt x="1309124" y="608159"/>
                    </a:cubicBezTo>
                    <a:cubicBezTo>
                      <a:pt x="1309124" y="613874"/>
                      <a:pt x="1310076" y="617684"/>
                      <a:pt x="1311029" y="619589"/>
                    </a:cubicBezTo>
                    <a:lnTo>
                      <a:pt x="1326269" y="618636"/>
                    </a:lnTo>
                    <a:lnTo>
                      <a:pt x="1327221" y="619589"/>
                    </a:lnTo>
                    <a:lnTo>
                      <a:pt x="1436759" y="607206"/>
                    </a:lnTo>
                    <a:lnTo>
                      <a:pt x="1437711" y="608159"/>
                    </a:lnTo>
                    <a:lnTo>
                      <a:pt x="1558679" y="585299"/>
                    </a:lnTo>
                    <a:lnTo>
                      <a:pt x="1558679" y="585299"/>
                    </a:lnTo>
                    <a:lnTo>
                      <a:pt x="1615829" y="571011"/>
                    </a:lnTo>
                    <a:lnTo>
                      <a:pt x="1616781" y="571964"/>
                    </a:lnTo>
                    <a:lnTo>
                      <a:pt x="1709174" y="545294"/>
                    </a:lnTo>
                    <a:lnTo>
                      <a:pt x="1744416" y="533864"/>
                    </a:lnTo>
                    <a:cubicBezTo>
                      <a:pt x="1737749" y="524339"/>
                      <a:pt x="1731081" y="516719"/>
                      <a:pt x="1722509" y="511956"/>
                    </a:cubicBezTo>
                    <a:cubicBezTo>
                      <a:pt x="1713936" y="507194"/>
                      <a:pt x="1706316" y="506241"/>
                      <a:pt x="1699649" y="509099"/>
                    </a:cubicBezTo>
                    <a:cubicBezTo>
                      <a:pt x="1694886" y="511004"/>
                      <a:pt x="1691076" y="513861"/>
                      <a:pt x="1689171" y="519576"/>
                    </a:cubicBezTo>
                    <a:cubicBezTo>
                      <a:pt x="1687266" y="524339"/>
                      <a:pt x="1687266" y="530054"/>
                      <a:pt x="1689171" y="535769"/>
                    </a:cubicBezTo>
                    <a:cubicBezTo>
                      <a:pt x="1690124" y="537674"/>
                      <a:pt x="1691076" y="540531"/>
                      <a:pt x="1692981" y="542436"/>
                    </a:cubicBezTo>
                    <a:cubicBezTo>
                      <a:pt x="1694886" y="544341"/>
                      <a:pt x="1696791" y="546246"/>
                      <a:pt x="1699649" y="548151"/>
                    </a:cubicBezTo>
                    <a:lnTo>
                      <a:pt x="1692981" y="550056"/>
                    </a:lnTo>
                    <a:cubicBezTo>
                      <a:pt x="1689171" y="548151"/>
                      <a:pt x="1685361" y="544341"/>
                      <a:pt x="1682504" y="540531"/>
                    </a:cubicBezTo>
                    <a:cubicBezTo>
                      <a:pt x="1679646" y="535769"/>
                      <a:pt x="1676789" y="531959"/>
                      <a:pt x="1675836" y="527196"/>
                    </a:cubicBezTo>
                    <a:cubicBezTo>
                      <a:pt x="1672979" y="519576"/>
                      <a:pt x="1673931" y="512909"/>
                      <a:pt x="1676789" y="505289"/>
                    </a:cubicBezTo>
                    <a:cubicBezTo>
                      <a:pt x="1679646" y="498621"/>
                      <a:pt x="1685361" y="493859"/>
                      <a:pt x="1692029" y="491001"/>
                    </a:cubicBezTo>
                    <a:cubicBezTo>
                      <a:pt x="1701554" y="488144"/>
                      <a:pt x="1712031" y="490049"/>
                      <a:pt x="1722509" y="497669"/>
                    </a:cubicBezTo>
                    <a:cubicBezTo>
                      <a:pt x="1733939" y="505289"/>
                      <a:pt x="1743464" y="516719"/>
                      <a:pt x="1752036" y="531006"/>
                    </a:cubicBezTo>
                    <a:lnTo>
                      <a:pt x="1765371" y="526244"/>
                    </a:lnTo>
                    <a:lnTo>
                      <a:pt x="1766324" y="526244"/>
                    </a:lnTo>
                    <a:lnTo>
                      <a:pt x="1859669" y="491001"/>
                    </a:lnTo>
                    <a:lnTo>
                      <a:pt x="1859669" y="491001"/>
                    </a:lnTo>
                    <a:lnTo>
                      <a:pt x="1962539" y="445281"/>
                    </a:lnTo>
                    <a:lnTo>
                      <a:pt x="1977779" y="453854"/>
                    </a:lnTo>
                    <a:lnTo>
                      <a:pt x="1959681" y="462426"/>
                    </a:lnTo>
                    <a:lnTo>
                      <a:pt x="2002544" y="557676"/>
                    </a:lnTo>
                    <a:lnTo>
                      <a:pt x="1980636" y="554819"/>
                    </a:lnTo>
                    <a:lnTo>
                      <a:pt x="1964444" y="518624"/>
                    </a:lnTo>
                    <a:lnTo>
                      <a:pt x="1932059" y="532911"/>
                    </a:lnTo>
                    <a:lnTo>
                      <a:pt x="1933964" y="540531"/>
                    </a:lnTo>
                    <a:close/>
                    <a:moveTo>
                      <a:pt x="2038739" y="575774"/>
                    </a:moveTo>
                    <a:lnTo>
                      <a:pt x="2006354" y="565296"/>
                    </a:lnTo>
                    <a:cubicBezTo>
                      <a:pt x="2004449" y="564344"/>
                      <a:pt x="2001591" y="564344"/>
                      <a:pt x="1999686" y="563391"/>
                    </a:cubicBezTo>
                    <a:cubicBezTo>
                      <a:pt x="1997781" y="563391"/>
                      <a:pt x="1995876" y="563391"/>
                      <a:pt x="1994924" y="563391"/>
                    </a:cubicBezTo>
                    <a:cubicBezTo>
                      <a:pt x="1993971" y="564344"/>
                      <a:pt x="1992066" y="565296"/>
                      <a:pt x="1991114" y="566249"/>
                    </a:cubicBezTo>
                    <a:cubicBezTo>
                      <a:pt x="1990161" y="567201"/>
                      <a:pt x="1988256" y="570059"/>
                      <a:pt x="1986351" y="572916"/>
                    </a:cubicBezTo>
                    <a:lnTo>
                      <a:pt x="1974921" y="566249"/>
                    </a:lnTo>
                    <a:cubicBezTo>
                      <a:pt x="1976826" y="564344"/>
                      <a:pt x="1978731" y="561486"/>
                      <a:pt x="1980636" y="559581"/>
                    </a:cubicBezTo>
                    <a:cubicBezTo>
                      <a:pt x="1982541" y="557676"/>
                      <a:pt x="1984446" y="556724"/>
                      <a:pt x="1985399" y="555771"/>
                    </a:cubicBezTo>
                    <a:cubicBezTo>
                      <a:pt x="1987304" y="554819"/>
                      <a:pt x="1988256" y="554819"/>
                      <a:pt x="1989209" y="554819"/>
                    </a:cubicBezTo>
                    <a:cubicBezTo>
                      <a:pt x="1990161" y="554819"/>
                      <a:pt x="1992066" y="554819"/>
                      <a:pt x="1993971" y="555771"/>
                    </a:cubicBezTo>
                    <a:lnTo>
                      <a:pt x="2041596" y="569106"/>
                    </a:lnTo>
                    <a:lnTo>
                      <a:pt x="2038739" y="575774"/>
                    </a:lnTo>
                    <a:close/>
                    <a:moveTo>
                      <a:pt x="2137799" y="166199"/>
                    </a:moveTo>
                    <a:cubicBezTo>
                      <a:pt x="2145419" y="97619"/>
                      <a:pt x="2173041" y="21419"/>
                      <a:pt x="2254004" y="16656"/>
                    </a:cubicBezTo>
                    <a:cubicBezTo>
                      <a:pt x="2271149" y="16656"/>
                      <a:pt x="2273054" y="24276"/>
                      <a:pt x="2274006" y="26181"/>
                    </a:cubicBezTo>
                    <a:cubicBezTo>
                      <a:pt x="2278769" y="50946"/>
                      <a:pt x="2227334" y="115716"/>
                      <a:pt x="2137799" y="166199"/>
                    </a:cubicBezTo>
                    <a:close/>
                    <a:moveTo>
                      <a:pt x="2346396" y="591014"/>
                    </a:moveTo>
                    <a:cubicBezTo>
                      <a:pt x="2327346" y="553866"/>
                      <a:pt x="2289246" y="499574"/>
                      <a:pt x="2254956" y="497669"/>
                    </a:cubicBezTo>
                    <a:cubicBezTo>
                      <a:pt x="2246384" y="496716"/>
                      <a:pt x="2233049" y="499574"/>
                      <a:pt x="2222571" y="515766"/>
                    </a:cubicBezTo>
                    <a:cubicBezTo>
                      <a:pt x="2218761" y="522434"/>
                      <a:pt x="2214951" y="530054"/>
                      <a:pt x="2211141" y="537674"/>
                    </a:cubicBezTo>
                    <a:cubicBezTo>
                      <a:pt x="2207331" y="493859"/>
                      <a:pt x="2194949" y="451949"/>
                      <a:pt x="2181614" y="412896"/>
                    </a:cubicBezTo>
                    <a:cubicBezTo>
                      <a:pt x="2219714" y="397656"/>
                      <a:pt x="2254004" y="379559"/>
                      <a:pt x="2285436" y="358604"/>
                    </a:cubicBezTo>
                    <a:cubicBezTo>
                      <a:pt x="2293056" y="375749"/>
                      <a:pt x="2300676" y="391941"/>
                      <a:pt x="2309249" y="408134"/>
                    </a:cubicBezTo>
                    <a:cubicBezTo>
                      <a:pt x="2323536" y="435756"/>
                      <a:pt x="2338776" y="465284"/>
                      <a:pt x="2346396" y="496716"/>
                    </a:cubicBezTo>
                    <a:cubicBezTo>
                      <a:pt x="2350206" y="515766"/>
                      <a:pt x="2350206" y="568154"/>
                      <a:pt x="2346396" y="591014"/>
                    </a:cubicBez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  <a:defRPr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</a:endParaRPr>
              </a:p>
            </p:txBody>
          </p:sp>
        </p:grpSp>
      </p:grpSp>
      <p:cxnSp>
        <p:nvCxnSpPr>
          <p:cNvPr id="721977193" name="Google Shape;1040;p9"/>
          <p:cNvCxnSpPr/>
          <p:nvPr/>
        </p:nvCxnSpPr>
        <p:spPr bwMode="auto">
          <a:xfrm>
            <a:off x="1419285" y="472722"/>
            <a:ext cx="0" cy="708300"/>
          </a:xfrm>
          <a:prstGeom prst="straightConnector1">
            <a:avLst/>
          </a:prstGeom>
          <a:noFill/>
          <a:ln w="9525" cap="flat" cmpd="sng">
            <a:solidFill>
              <a:srgbClr val="B8114F"/>
            </a:solidFill>
            <a:prstDash val="solid"/>
            <a:miter lim="800000"/>
            <a:headEnd type="none" w="sm" len="sm"/>
            <a:tailEnd type="none" w="sm" len="sm"/>
          </a:ln>
        </p:spPr>
      </p:cxnSp>
      <p:grpSp>
        <p:nvGrpSpPr>
          <p:cNvPr id="1048184867" name="Google Shape;1041;p9"/>
          <p:cNvGrpSpPr/>
          <p:nvPr/>
        </p:nvGrpSpPr>
        <p:grpSpPr bwMode="auto">
          <a:xfrm>
            <a:off x="-4232698" y="6251576"/>
            <a:ext cx="22234031" cy="490550"/>
            <a:chOff x="-9757307" y="6258187"/>
            <a:chExt cx="21948698" cy="484255"/>
          </a:xfrm>
        </p:grpSpPr>
        <p:sp>
          <p:nvSpPr>
            <p:cNvPr id="1042" name="Google Shape;1042;p9"/>
            <p:cNvSpPr/>
            <p:nvPr/>
          </p:nvSpPr>
          <p:spPr bwMode="auto">
            <a:xfrm>
              <a:off x="-9757307" y="6258187"/>
              <a:ext cx="10470371" cy="483649"/>
            </a:xfrm>
            <a:custGeom>
              <a:avLst/>
              <a:gdLst/>
              <a:ahLst/>
              <a:cxnLst/>
              <a:rect l="l" t="t" r="r" b="b"/>
              <a:pathLst>
                <a:path w="10470371" h="483649" fill="norm" stroke="1" extrusionOk="0">
                  <a:moveTo>
                    <a:pt x="10470372" y="483649"/>
                  </a:moveTo>
                  <a:lnTo>
                    <a:pt x="0" y="483649"/>
                  </a:lnTo>
                  <a:lnTo>
                    <a:pt x="0" y="0"/>
                  </a:lnTo>
                  <a:lnTo>
                    <a:pt x="9986722" y="0"/>
                  </a:lnTo>
                  <a:cubicBezTo>
                    <a:pt x="10120226" y="0"/>
                    <a:pt x="10228244" y="108017"/>
                    <a:pt x="10228244" y="241521"/>
                  </a:cubicBezTo>
                  <a:cubicBezTo>
                    <a:pt x="10228244" y="375025"/>
                    <a:pt x="10336868" y="483649"/>
                    <a:pt x="10470372" y="483649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043" name="Google Shape;1043;p9"/>
            <p:cNvSpPr/>
            <p:nvPr/>
          </p:nvSpPr>
          <p:spPr bwMode="auto">
            <a:xfrm>
              <a:off x="2107576" y="6258187"/>
              <a:ext cx="10083815" cy="484255"/>
            </a:xfrm>
            <a:custGeom>
              <a:avLst/>
              <a:gdLst/>
              <a:ahLst/>
              <a:cxnLst/>
              <a:rect l="l" t="t" r="r" b="b"/>
              <a:pathLst>
                <a:path w="10083815" h="484255" fill="norm" stroke="1" extrusionOk="0">
                  <a:moveTo>
                    <a:pt x="10083816" y="607"/>
                  </a:moveTo>
                  <a:lnTo>
                    <a:pt x="10083816" y="484256"/>
                  </a:lnTo>
                  <a:lnTo>
                    <a:pt x="0" y="484256"/>
                  </a:lnTo>
                  <a:cubicBezTo>
                    <a:pt x="66752" y="484256"/>
                    <a:pt x="127436" y="456948"/>
                    <a:pt x="171129" y="413256"/>
                  </a:cubicBezTo>
                  <a:cubicBezTo>
                    <a:pt x="214821" y="369564"/>
                    <a:pt x="242128" y="308880"/>
                    <a:pt x="242128" y="242128"/>
                  </a:cubicBezTo>
                  <a:cubicBezTo>
                    <a:pt x="242128" y="175376"/>
                    <a:pt x="269436" y="114692"/>
                    <a:pt x="313129" y="71000"/>
                  </a:cubicBezTo>
                  <a:cubicBezTo>
                    <a:pt x="356821" y="27308"/>
                    <a:pt x="417504" y="0"/>
                    <a:pt x="484257" y="0"/>
                  </a:cubicBezTo>
                  <a:lnTo>
                    <a:pt x="10083816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</p:grpSp>
      <p:grpSp>
        <p:nvGrpSpPr>
          <p:cNvPr id="751793678" name="Google Shape;1044;p9"/>
          <p:cNvGrpSpPr/>
          <p:nvPr/>
        </p:nvGrpSpPr>
        <p:grpSpPr bwMode="auto">
          <a:xfrm>
            <a:off x="6473371" y="6378004"/>
            <a:ext cx="344329" cy="344244"/>
            <a:chOff x="4719817" y="6336659"/>
            <a:chExt cx="344329" cy="344244"/>
          </a:xfrm>
        </p:grpSpPr>
        <p:sp>
          <p:nvSpPr>
            <p:cNvPr id="1045" name="Google Shape;1045;p9"/>
            <p:cNvSpPr/>
            <p:nvPr/>
          </p:nvSpPr>
          <p:spPr bwMode="auto">
            <a:xfrm>
              <a:off x="4719817" y="6336659"/>
              <a:ext cx="177727" cy="344244"/>
            </a:xfrm>
            <a:custGeom>
              <a:avLst/>
              <a:gdLst/>
              <a:ahLst/>
              <a:cxnLst/>
              <a:rect l="l" t="t" r="r" b="b"/>
              <a:pathLst>
                <a:path w="177727" h="344244" fill="norm" stroke="1" extrusionOk="0">
                  <a:moveTo>
                    <a:pt x="143455" y="324582"/>
                  </a:moveTo>
                  <a:cubicBezTo>
                    <a:pt x="135751" y="322500"/>
                    <a:pt x="128412" y="320522"/>
                    <a:pt x="120760" y="318492"/>
                  </a:cubicBezTo>
                  <a:cubicBezTo>
                    <a:pt x="118730" y="322032"/>
                    <a:pt x="116596" y="325727"/>
                    <a:pt x="114410" y="329371"/>
                  </a:cubicBezTo>
                  <a:cubicBezTo>
                    <a:pt x="111859" y="333639"/>
                    <a:pt x="109100" y="334368"/>
                    <a:pt x="104884" y="331922"/>
                  </a:cubicBezTo>
                  <a:cubicBezTo>
                    <a:pt x="92340" y="324738"/>
                    <a:pt x="79847" y="317503"/>
                    <a:pt x="67355" y="310268"/>
                  </a:cubicBezTo>
                  <a:cubicBezTo>
                    <a:pt x="62826" y="307613"/>
                    <a:pt x="62150" y="305011"/>
                    <a:pt x="64700" y="300482"/>
                  </a:cubicBezTo>
                  <a:cubicBezTo>
                    <a:pt x="66730" y="296839"/>
                    <a:pt x="68864" y="293247"/>
                    <a:pt x="70686" y="290020"/>
                  </a:cubicBezTo>
                  <a:cubicBezTo>
                    <a:pt x="65065" y="284450"/>
                    <a:pt x="59651" y="279141"/>
                    <a:pt x="53874" y="273415"/>
                  </a:cubicBezTo>
                  <a:cubicBezTo>
                    <a:pt x="50855" y="275133"/>
                    <a:pt x="47159" y="277319"/>
                    <a:pt x="43463" y="279401"/>
                  </a:cubicBezTo>
                  <a:cubicBezTo>
                    <a:pt x="39091" y="281848"/>
                    <a:pt x="36384" y="281223"/>
                    <a:pt x="33886" y="276903"/>
                  </a:cubicBezTo>
                  <a:cubicBezTo>
                    <a:pt x="26598" y="264306"/>
                    <a:pt x="19311" y="251710"/>
                    <a:pt x="12076" y="239061"/>
                  </a:cubicBezTo>
                  <a:cubicBezTo>
                    <a:pt x="9682" y="234845"/>
                    <a:pt x="10514" y="232086"/>
                    <a:pt x="14783" y="229588"/>
                  </a:cubicBezTo>
                  <a:cubicBezTo>
                    <a:pt x="18270" y="227506"/>
                    <a:pt x="21810" y="225528"/>
                    <a:pt x="25297" y="223498"/>
                  </a:cubicBezTo>
                  <a:cubicBezTo>
                    <a:pt x="25401" y="223445"/>
                    <a:pt x="25453" y="223289"/>
                    <a:pt x="25557" y="223185"/>
                  </a:cubicBezTo>
                  <a:cubicBezTo>
                    <a:pt x="23579" y="215898"/>
                    <a:pt x="21601" y="208559"/>
                    <a:pt x="19467" y="200699"/>
                  </a:cubicBezTo>
                  <a:cubicBezTo>
                    <a:pt x="15459" y="200699"/>
                    <a:pt x="11087" y="200751"/>
                    <a:pt x="6715" y="200699"/>
                  </a:cubicBezTo>
                  <a:cubicBezTo>
                    <a:pt x="1978" y="200647"/>
                    <a:pt x="52" y="198669"/>
                    <a:pt x="0" y="193880"/>
                  </a:cubicBezTo>
                  <a:cubicBezTo>
                    <a:pt x="0" y="179306"/>
                    <a:pt x="0" y="164731"/>
                    <a:pt x="0" y="150157"/>
                  </a:cubicBezTo>
                  <a:cubicBezTo>
                    <a:pt x="0" y="145368"/>
                    <a:pt x="1978" y="143390"/>
                    <a:pt x="6715" y="143390"/>
                  </a:cubicBezTo>
                  <a:cubicBezTo>
                    <a:pt x="10983" y="143338"/>
                    <a:pt x="15303" y="143390"/>
                    <a:pt x="19467" y="143390"/>
                  </a:cubicBezTo>
                  <a:cubicBezTo>
                    <a:pt x="21497" y="135738"/>
                    <a:pt x="23475" y="128451"/>
                    <a:pt x="25557" y="120695"/>
                  </a:cubicBezTo>
                  <a:cubicBezTo>
                    <a:pt x="22174" y="118717"/>
                    <a:pt x="18635" y="116687"/>
                    <a:pt x="15043" y="114605"/>
                  </a:cubicBezTo>
                  <a:cubicBezTo>
                    <a:pt x="10358" y="111898"/>
                    <a:pt x="9578" y="109192"/>
                    <a:pt x="12232" y="104611"/>
                  </a:cubicBezTo>
                  <a:cubicBezTo>
                    <a:pt x="19363" y="92171"/>
                    <a:pt x="26546" y="79782"/>
                    <a:pt x="33730" y="67394"/>
                  </a:cubicBezTo>
                  <a:cubicBezTo>
                    <a:pt x="36436" y="62709"/>
                    <a:pt x="39039" y="62085"/>
                    <a:pt x="43776" y="64792"/>
                  </a:cubicBezTo>
                  <a:cubicBezTo>
                    <a:pt x="47315" y="66769"/>
                    <a:pt x="50803" y="68852"/>
                    <a:pt x="53978" y="70673"/>
                  </a:cubicBezTo>
                  <a:cubicBezTo>
                    <a:pt x="59495" y="65104"/>
                    <a:pt x="64804" y="59690"/>
                    <a:pt x="70582" y="53861"/>
                  </a:cubicBezTo>
                  <a:cubicBezTo>
                    <a:pt x="68812" y="50790"/>
                    <a:pt x="66626" y="47042"/>
                    <a:pt x="64492" y="43242"/>
                  </a:cubicBezTo>
                  <a:cubicBezTo>
                    <a:pt x="62150" y="39078"/>
                    <a:pt x="62826" y="36423"/>
                    <a:pt x="66991" y="33977"/>
                  </a:cubicBezTo>
                  <a:cubicBezTo>
                    <a:pt x="79691" y="26585"/>
                    <a:pt x="92392" y="19246"/>
                    <a:pt x="105145" y="11959"/>
                  </a:cubicBezTo>
                  <a:cubicBezTo>
                    <a:pt x="109048" y="9721"/>
                    <a:pt x="111807" y="10501"/>
                    <a:pt x="114150" y="14405"/>
                  </a:cubicBezTo>
                  <a:cubicBezTo>
                    <a:pt x="116388" y="18049"/>
                    <a:pt x="118470" y="21797"/>
                    <a:pt x="120656" y="25596"/>
                  </a:cubicBezTo>
                  <a:cubicBezTo>
                    <a:pt x="128151" y="23566"/>
                    <a:pt x="135595" y="21588"/>
                    <a:pt x="143351" y="19506"/>
                  </a:cubicBezTo>
                  <a:cubicBezTo>
                    <a:pt x="143351" y="15394"/>
                    <a:pt x="143351" y="11074"/>
                    <a:pt x="143351" y="6806"/>
                  </a:cubicBezTo>
                  <a:cubicBezTo>
                    <a:pt x="143403" y="2017"/>
                    <a:pt x="145329" y="39"/>
                    <a:pt x="150065" y="39"/>
                  </a:cubicBezTo>
                  <a:cubicBezTo>
                    <a:pt x="157092" y="-13"/>
                    <a:pt x="164171" y="-13"/>
                    <a:pt x="171198" y="39"/>
                  </a:cubicBezTo>
                  <a:cubicBezTo>
                    <a:pt x="175675" y="91"/>
                    <a:pt x="177705" y="2121"/>
                    <a:pt x="177705" y="6650"/>
                  </a:cubicBezTo>
                  <a:cubicBezTo>
                    <a:pt x="177757" y="24816"/>
                    <a:pt x="177705" y="42982"/>
                    <a:pt x="177705" y="61148"/>
                  </a:cubicBezTo>
                  <a:cubicBezTo>
                    <a:pt x="177705" y="67134"/>
                    <a:pt x="176091" y="68747"/>
                    <a:pt x="170105" y="68904"/>
                  </a:cubicBezTo>
                  <a:cubicBezTo>
                    <a:pt x="125705" y="69997"/>
                    <a:pt x="87343" y="98573"/>
                    <a:pt x="73705" y="140631"/>
                  </a:cubicBezTo>
                  <a:cubicBezTo>
                    <a:pt x="54654" y="199346"/>
                    <a:pt x="91819" y="261912"/>
                    <a:pt x="152668" y="273363"/>
                  </a:cubicBezTo>
                  <a:cubicBezTo>
                    <a:pt x="158758" y="274508"/>
                    <a:pt x="164952" y="274873"/>
                    <a:pt x="171146" y="275341"/>
                  </a:cubicBezTo>
                  <a:cubicBezTo>
                    <a:pt x="175675" y="275706"/>
                    <a:pt x="177653" y="277475"/>
                    <a:pt x="177653" y="282004"/>
                  </a:cubicBezTo>
                  <a:cubicBezTo>
                    <a:pt x="177653" y="300534"/>
                    <a:pt x="177653" y="319065"/>
                    <a:pt x="177653" y="337595"/>
                  </a:cubicBezTo>
                  <a:cubicBezTo>
                    <a:pt x="177653" y="342124"/>
                    <a:pt x="175623" y="344206"/>
                    <a:pt x="171146" y="344206"/>
                  </a:cubicBezTo>
                  <a:cubicBezTo>
                    <a:pt x="163963" y="344258"/>
                    <a:pt x="156780" y="344258"/>
                    <a:pt x="149649" y="344206"/>
                  </a:cubicBezTo>
                  <a:cubicBezTo>
                    <a:pt x="145381" y="344154"/>
                    <a:pt x="143351" y="342124"/>
                    <a:pt x="143299" y="337803"/>
                  </a:cubicBezTo>
                  <a:cubicBezTo>
                    <a:pt x="143403" y="333223"/>
                    <a:pt x="143455" y="328798"/>
                    <a:pt x="143455" y="324582"/>
                  </a:cubicBezTo>
                  <a:close/>
                  <a:moveTo>
                    <a:pt x="106654" y="24347"/>
                  </a:moveTo>
                  <a:cubicBezTo>
                    <a:pt x="96608" y="30177"/>
                    <a:pt x="86874" y="35799"/>
                    <a:pt x="77037" y="41524"/>
                  </a:cubicBezTo>
                  <a:cubicBezTo>
                    <a:pt x="78286" y="43658"/>
                    <a:pt x="79223" y="45324"/>
                    <a:pt x="80160" y="46938"/>
                  </a:cubicBezTo>
                  <a:cubicBezTo>
                    <a:pt x="81097" y="48603"/>
                    <a:pt x="82086" y="50217"/>
                    <a:pt x="83023" y="51883"/>
                  </a:cubicBezTo>
                  <a:cubicBezTo>
                    <a:pt x="85209" y="55839"/>
                    <a:pt x="84688" y="57817"/>
                    <a:pt x="81461" y="60992"/>
                  </a:cubicBezTo>
                  <a:cubicBezTo>
                    <a:pt x="74642" y="67654"/>
                    <a:pt x="67876" y="74421"/>
                    <a:pt x="61213" y="81240"/>
                  </a:cubicBezTo>
                  <a:cubicBezTo>
                    <a:pt x="57986" y="84519"/>
                    <a:pt x="56060" y="85040"/>
                    <a:pt x="52104" y="82801"/>
                  </a:cubicBezTo>
                  <a:cubicBezTo>
                    <a:pt x="48720" y="80876"/>
                    <a:pt x="45337" y="78898"/>
                    <a:pt x="41693" y="76815"/>
                  </a:cubicBezTo>
                  <a:cubicBezTo>
                    <a:pt x="35916" y="86809"/>
                    <a:pt x="30294" y="96491"/>
                    <a:pt x="24568" y="106485"/>
                  </a:cubicBezTo>
                  <a:cubicBezTo>
                    <a:pt x="28108" y="108515"/>
                    <a:pt x="31491" y="110493"/>
                    <a:pt x="34875" y="112471"/>
                  </a:cubicBezTo>
                  <a:cubicBezTo>
                    <a:pt x="38779" y="114813"/>
                    <a:pt x="39403" y="116843"/>
                    <a:pt x="38206" y="121112"/>
                  </a:cubicBezTo>
                  <a:cubicBezTo>
                    <a:pt x="35603" y="130377"/>
                    <a:pt x="33157" y="139694"/>
                    <a:pt x="30763" y="149063"/>
                  </a:cubicBezTo>
                  <a:cubicBezTo>
                    <a:pt x="29722" y="153071"/>
                    <a:pt x="27952" y="154685"/>
                    <a:pt x="23788" y="154737"/>
                  </a:cubicBezTo>
                  <a:cubicBezTo>
                    <a:pt x="19780" y="154789"/>
                    <a:pt x="15772" y="154737"/>
                    <a:pt x="11816" y="154737"/>
                  </a:cubicBezTo>
                  <a:cubicBezTo>
                    <a:pt x="11816" y="166501"/>
                    <a:pt x="11816" y="177796"/>
                    <a:pt x="11816" y="189195"/>
                  </a:cubicBezTo>
                  <a:cubicBezTo>
                    <a:pt x="15928" y="189195"/>
                    <a:pt x="19728" y="189195"/>
                    <a:pt x="23527" y="189195"/>
                  </a:cubicBezTo>
                  <a:cubicBezTo>
                    <a:pt x="27952" y="189195"/>
                    <a:pt x="29722" y="190809"/>
                    <a:pt x="30763" y="194973"/>
                  </a:cubicBezTo>
                  <a:cubicBezTo>
                    <a:pt x="33105" y="204186"/>
                    <a:pt x="35499" y="213400"/>
                    <a:pt x="38102" y="222561"/>
                  </a:cubicBezTo>
                  <a:cubicBezTo>
                    <a:pt x="39351" y="227037"/>
                    <a:pt x="38779" y="229067"/>
                    <a:pt x="34719" y="231461"/>
                  </a:cubicBezTo>
                  <a:cubicBezTo>
                    <a:pt x="31387" y="233439"/>
                    <a:pt x="28004" y="235365"/>
                    <a:pt x="24568" y="237395"/>
                  </a:cubicBezTo>
                  <a:cubicBezTo>
                    <a:pt x="30346" y="247493"/>
                    <a:pt x="35916" y="257175"/>
                    <a:pt x="41433" y="266701"/>
                  </a:cubicBezTo>
                  <a:cubicBezTo>
                    <a:pt x="42110" y="266596"/>
                    <a:pt x="42370" y="266649"/>
                    <a:pt x="42526" y="266544"/>
                  </a:cubicBezTo>
                  <a:cubicBezTo>
                    <a:pt x="45649" y="264775"/>
                    <a:pt x="48720" y="262953"/>
                    <a:pt x="51844" y="261183"/>
                  </a:cubicBezTo>
                  <a:cubicBezTo>
                    <a:pt x="56060" y="258789"/>
                    <a:pt x="57882" y="259257"/>
                    <a:pt x="61265" y="262693"/>
                  </a:cubicBezTo>
                  <a:cubicBezTo>
                    <a:pt x="67823" y="269459"/>
                    <a:pt x="74486" y="276122"/>
                    <a:pt x="81253" y="282680"/>
                  </a:cubicBezTo>
                  <a:cubicBezTo>
                    <a:pt x="84844" y="286168"/>
                    <a:pt x="85313" y="287886"/>
                    <a:pt x="82762" y="292362"/>
                  </a:cubicBezTo>
                  <a:cubicBezTo>
                    <a:pt x="80888" y="295641"/>
                    <a:pt x="79015" y="298921"/>
                    <a:pt x="77037" y="302408"/>
                  </a:cubicBezTo>
                  <a:cubicBezTo>
                    <a:pt x="87083" y="308186"/>
                    <a:pt x="96764" y="313807"/>
                    <a:pt x="106654" y="319533"/>
                  </a:cubicBezTo>
                  <a:cubicBezTo>
                    <a:pt x="108736" y="315942"/>
                    <a:pt x="110662" y="312506"/>
                    <a:pt x="112692" y="309175"/>
                  </a:cubicBezTo>
                  <a:cubicBezTo>
                    <a:pt x="114982" y="305323"/>
                    <a:pt x="117012" y="304750"/>
                    <a:pt x="121385" y="305948"/>
                  </a:cubicBezTo>
                  <a:cubicBezTo>
                    <a:pt x="130546" y="308498"/>
                    <a:pt x="139759" y="310945"/>
                    <a:pt x="148972" y="313287"/>
                  </a:cubicBezTo>
                  <a:cubicBezTo>
                    <a:pt x="153240" y="314380"/>
                    <a:pt x="154854" y="316046"/>
                    <a:pt x="154906" y="320418"/>
                  </a:cubicBezTo>
                  <a:cubicBezTo>
                    <a:pt x="154906" y="324426"/>
                    <a:pt x="154906" y="328434"/>
                    <a:pt x="154906" y="332390"/>
                  </a:cubicBezTo>
                  <a:cubicBezTo>
                    <a:pt x="159018" y="332390"/>
                    <a:pt x="162558" y="332390"/>
                    <a:pt x="166201" y="332390"/>
                  </a:cubicBezTo>
                  <a:cubicBezTo>
                    <a:pt x="166201" y="317087"/>
                    <a:pt x="166201" y="301992"/>
                    <a:pt x="166201" y="286845"/>
                  </a:cubicBezTo>
                  <a:cubicBezTo>
                    <a:pt x="105769" y="283409"/>
                    <a:pt x="59651" y="234272"/>
                    <a:pt x="57465" y="176859"/>
                  </a:cubicBezTo>
                  <a:cubicBezTo>
                    <a:pt x="56372" y="148022"/>
                    <a:pt x="64752" y="122153"/>
                    <a:pt x="82971" y="99770"/>
                  </a:cubicBezTo>
                  <a:cubicBezTo>
                    <a:pt x="104364" y="73484"/>
                    <a:pt x="132420" y="59690"/>
                    <a:pt x="166201" y="57088"/>
                  </a:cubicBezTo>
                  <a:cubicBezTo>
                    <a:pt x="166201" y="41785"/>
                    <a:pt x="166201" y="26638"/>
                    <a:pt x="166201" y="11490"/>
                  </a:cubicBezTo>
                  <a:cubicBezTo>
                    <a:pt x="162349" y="11490"/>
                    <a:pt x="158758" y="11490"/>
                    <a:pt x="154906" y="11490"/>
                  </a:cubicBezTo>
                  <a:cubicBezTo>
                    <a:pt x="154906" y="15655"/>
                    <a:pt x="154906" y="19611"/>
                    <a:pt x="154906" y="23514"/>
                  </a:cubicBezTo>
                  <a:cubicBezTo>
                    <a:pt x="154854" y="27679"/>
                    <a:pt x="153240" y="29448"/>
                    <a:pt x="149232" y="30489"/>
                  </a:cubicBezTo>
                  <a:cubicBezTo>
                    <a:pt x="139915" y="32884"/>
                    <a:pt x="130598" y="35330"/>
                    <a:pt x="121281" y="37881"/>
                  </a:cubicBezTo>
                  <a:cubicBezTo>
                    <a:pt x="117012" y="39078"/>
                    <a:pt x="114982" y="38453"/>
                    <a:pt x="112640" y="34549"/>
                  </a:cubicBezTo>
                  <a:cubicBezTo>
                    <a:pt x="110714" y="31374"/>
                    <a:pt x="108840" y="28043"/>
                    <a:pt x="106654" y="24347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046" name="Google Shape;1046;p9"/>
            <p:cNvSpPr/>
            <p:nvPr/>
          </p:nvSpPr>
          <p:spPr bwMode="auto">
            <a:xfrm>
              <a:off x="4800186" y="6416806"/>
              <a:ext cx="183534" cy="183586"/>
            </a:xfrm>
            <a:custGeom>
              <a:avLst/>
              <a:gdLst/>
              <a:ahLst/>
              <a:cxnLst/>
              <a:rect l="l" t="t" r="r" b="b"/>
              <a:pathLst>
                <a:path w="183534" h="183586" fill="norm" stroke="1" extrusionOk="0">
                  <a:moveTo>
                    <a:pt x="183535" y="91715"/>
                  </a:moveTo>
                  <a:cubicBezTo>
                    <a:pt x="183535" y="142466"/>
                    <a:pt x="142518" y="183587"/>
                    <a:pt x="91871" y="183587"/>
                  </a:cubicBezTo>
                  <a:cubicBezTo>
                    <a:pt x="41121" y="183587"/>
                    <a:pt x="0" y="142570"/>
                    <a:pt x="0" y="91872"/>
                  </a:cubicBezTo>
                  <a:cubicBezTo>
                    <a:pt x="0" y="40965"/>
                    <a:pt x="41069" y="-52"/>
                    <a:pt x="92028" y="0"/>
                  </a:cubicBezTo>
                  <a:cubicBezTo>
                    <a:pt x="142518" y="104"/>
                    <a:pt x="183535" y="41173"/>
                    <a:pt x="183535" y="91715"/>
                  </a:cubicBezTo>
                  <a:close/>
                  <a:moveTo>
                    <a:pt x="58975" y="18999"/>
                  </a:moveTo>
                  <a:cubicBezTo>
                    <a:pt x="61577" y="24204"/>
                    <a:pt x="63972" y="29253"/>
                    <a:pt x="66678" y="34146"/>
                  </a:cubicBezTo>
                  <a:cubicBezTo>
                    <a:pt x="67355" y="35395"/>
                    <a:pt x="68708" y="36436"/>
                    <a:pt x="70010" y="37113"/>
                  </a:cubicBezTo>
                  <a:cubicBezTo>
                    <a:pt x="75735" y="40080"/>
                    <a:pt x="81513" y="42891"/>
                    <a:pt x="87239" y="45806"/>
                  </a:cubicBezTo>
                  <a:cubicBezTo>
                    <a:pt x="92132" y="48304"/>
                    <a:pt x="93016" y="51219"/>
                    <a:pt x="90206" y="55904"/>
                  </a:cubicBezTo>
                  <a:cubicBezTo>
                    <a:pt x="85937" y="63087"/>
                    <a:pt x="81201" y="70010"/>
                    <a:pt x="77453" y="77453"/>
                  </a:cubicBezTo>
                  <a:cubicBezTo>
                    <a:pt x="74122" y="84064"/>
                    <a:pt x="69801" y="87187"/>
                    <a:pt x="62254" y="86146"/>
                  </a:cubicBezTo>
                  <a:cubicBezTo>
                    <a:pt x="58350" y="85573"/>
                    <a:pt x="53249" y="84897"/>
                    <a:pt x="50490" y="86822"/>
                  </a:cubicBezTo>
                  <a:cubicBezTo>
                    <a:pt x="47888" y="88644"/>
                    <a:pt x="47575" y="93797"/>
                    <a:pt x="46274" y="97493"/>
                  </a:cubicBezTo>
                  <a:cubicBezTo>
                    <a:pt x="44608" y="102334"/>
                    <a:pt x="43359" y="103219"/>
                    <a:pt x="38154" y="103219"/>
                  </a:cubicBezTo>
                  <a:cubicBezTo>
                    <a:pt x="29722" y="103219"/>
                    <a:pt x="21237" y="103219"/>
                    <a:pt x="11868" y="103219"/>
                  </a:cubicBezTo>
                  <a:cubicBezTo>
                    <a:pt x="14158" y="110923"/>
                    <a:pt x="16240" y="118002"/>
                    <a:pt x="18426" y="125237"/>
                  </a:cubicBezTo>
                  <a:cubicBezTo>
                    <a:pt x="20196" y="124716"/>
                    <a:pt x="21081" y="124456"/>
                    <a:pt x="22018" y="124144"/>
                  </a:cubicBezTo>
                  <a:cubicBezTo>
                    <a:pt x="30867" y="121229"/>
                    <a:pt x="39663" y="118366"/>
                    <a:pt x="48460" y="115347"/>
                  </a:cubicBezTo>
                  <a:cubicBezTo>
                    <a:pt x="51323" y="114358"/>
                    <a:pt x="53717" y="114670"/>
                    <a:pt x="56112" y="116544"/>
                  </a:cubicBezTo>
                  <a:cubicBezTo>
                    <a:pt x="61317" y="120552"/>
                    <a:pt x="66730" y="124300"/>
                    <a:pt x="71831" y="128412"/>
                  </a:cubicBezTo>
                  <a:cubicBezTo>
                    <a:pt x="73861" y="130026"/>
                    <a:pt x="75111" y="129869"/>
                    <a:pt x="76985" y="128308"/>
                  </a:cubicBezTo>
                  <a:cubicBezTo>
                    <a:pt x="84168" y="122374"/>
                    <a:pt x="91455" y="116596"/>
                    <a:pt x="98794" y="110818"/>
                  </a:cubicBezTo>
                  <a:cubicBezTo>
                    <a:pt x="102282" y="108060"/>
                    <a:pt x="104832" y="108164"/>
                    <a:pt x="107955" y="111235"/>
                  </a:cubicBezTo>
                  <a:cubicBezTo>
                    <a:pt x="113317" y="116492"/>
                    <a:pt x="118730" y="121749"/>
                    <a:pt x="123883" y="127267"/>
                  </a:cubicBezTo>
                  <a:cubicBezTo>
                    <a:pt x="125132" y="128620"/>
                    <a:pt x="125965" y="130754"/>
                    <a:pt x="126069" y="132628"/>
                  </a:cubicBezTo>
                  <a:cubicBezTo>
                    <a:pt x="126382" y="137729"/>
                    <a:pt x="126173" y="142882"/>
                    <a:pt x="126173" y="148035"/>
                  </a:cubicBezTo>
                  <a:cubicBezTo>
                    <a:pt x="126173" y="152252"/>
                    <a:pt x="124976" y="153813"/>
                    <a:pt x="120916" y="154906"/>
                  </a:cubicBezTo>
                  <a:cubicBezTo>
                    <a:pt x="115086" y="156468"/>
                    <a:pt x="109257" y="157925"/>
                    <a:pt x="103427" y="159435"/>
                  </a:cubicBezTo>
                  <a:cubicBezTo>
                    <a:pt x="103427" y="163391"/>
                    <a:pt x="103427" y="167034"/>
                    <a:pt x="103427" y="171042"/>
                  </a:cubicBezTo>
                  <a:cubicBezTo>
                    <a:pt x="126382" y="167295"/>
                    <a:pt x="144287" y="155999"/>
                    <a:pt x="157821" y="137313"/>
                  </a:cubicBezTo>
                  <a:cubicBezTo>
                    <a:pt x="151887" y="131379"/>
                    <a:pt x="146109" y="125653"/>
                    <a:pt x="140384" y="119927"/>
                  </a:cubicBezTo>
                  <a:cubicBezTo>
                    <a:pt x="136896" y="116388"/>
                    <a:pt x="136688" y="114358"/>
                    <a:pt x="139447" y="110194"/>
                  </a:cubicBezTo>
                  <a:cubicBezTo>
                    <a:pt x="141997" y="106290"/>
                    <a:pt x="144600" y="102438"/>
                    <a:pt x="147150" y="98534"/>
                  </a:cubicBezTo>
                  <a:cubicBezTo>
                    <a:pt x="147671" y="97753"/>
                    <a:pt x="148452" y="96764"/>
                    <a:pt x="148295" y="96036"/>
                  </a:cubicBezTo>
                  <a:cubicBezTo>
                    <a:pt x="147306" y="91455"/>
                    <a:pt x="146109" y="86927"/>
                    <a:pt x="144964" y="82138"/>
                  </a:cubicBezTo>
                  <a:cubicBezTo>
                    <a:pt x="141112" y="83387"/>
                    <a:pt x="137833" y="84376"/>
                    <a:pt x="134606" y="85521"/>
                  </a:cubicBezTo>
                  <a:cubicBezTo>
                    <a:pt x="131379" y="86666"/>
                    <a:pt x="128828" y="85938"/>
                    <a:pt x="126746" y="83127"/>
                  </a:cubicBezTo>
                  <a:cubicBezTo>
                    <a:pt x="121385" y="75944"/>
                    <a:pt x="115867" y="68865"/>
                    <a:pt x="110766" y="61525"/>
                  </a:cubicBezTo>
                  <a:cubicBezTo>
                    <a:pt x="109569" y="59808"/>
                    <a:pt x="109048" y="56997"/>
                    <a:pt x="109413" y="54915"/>
                  </a:cubicBezTo>
                  <a:cubicBezTo>
                    <a:pt x="110766" y="48044"/>
                    <a:pt x="112692" y="41225"/>
                    <a:pt x="114462" y="34458"/>
                  </a:cubicBezTo>
                  <a:cubicBezTo>
                    <a:pt x="115711" y="29670"/>
                    <a:pt x="117064" y="28681"/>
                    <a:pt x="122009" y="28681"/>
                  </a:cubicBezTo>
                  <a:cubicBezTo>
                    <a:pt x="128047" y="28681"/>
                    <a:pt x="134033" y="28681"/>
                    <a:pt x="140644" y="28681"/>
                  </a:cubicBezTo>
                  <a:cubicBezTo>
                    <a:pt x="118730" y="10358"/>
                    <a:pt x="84220" y="6298"/>
                    <a:pt x="58975" y="18999"/>
                  </a:cubicBezTo>
                  <a:close/>
                  <a:moveTo>
                    <a:pt x="11399" y="91819"/>
                  </a:moveTo>
                  <a:cubicBezTo>
                    <a:pt x="19363" y="91819"/>
                    <a:pt x="26859" y="91872"/>
                    <a:pt x="34354" y="91715"/>
                  </a:cubicBezTo>
                  <a:cubicBezTo>
                    <a:pt x="35135" y="91715"/>
                    <a:pt x="36228" y="90466"/>
                    <a:pt x="36592" y="89581"/>
                  </a:cubicBezTo>
                  <a:cubicBezTo>
                    <a:pt x="37946" y="86146"/>
                    <a:pt x="39039" y="82606"/>
                    <a:pt x="40184" y="79119"/>
                  </a:cubicBezTo>
                  <a:cubicBezTo>
                    <a:pt x="41225" y="75996"/>
                    <a:pt x="43255" y="74538"/>
                    <a:pt x="46638" y="74590"/>
                  </a:cubicBezTo>
                  <a:cubicBezTo>
                    <a:pt x="52156" y="74694"/>
                    <a:pt x="57621" y="74642"/>
                    <a:pt x="63139" y="74590"/>
                  </a:cubicBezTo>
                  <a:cubicBezTo>
                    <a:pt x="64128" y="74590"/>
                    <a:pt x="65533" y="74382"/>
                    <a:pt x="65950" y="73705"/>
                  </a:cubicBezTo>
                  <a:cubicBezTo>
                    <a:pt x="69958" y="67303"/>
                    <a:pt x="73809" y="60745"/>
                    <a:pt x="77869" y="54030"/>
                  </a:cubicBezTo>
                  <a:cubicBezTo>
                    <a:pt x="72560" y="51375"/>
                    <a:pt x="67511" y="49189"/>
                    <a:pt x="62826" y="46378"/>
                  </a:cubicBezTo>
                  <a:cubicBezTo>
                    <a:pt x="60536" y="45025"/>
                    <a:pt x="58350" y="42891"/>
                    <a:pt x="56997" y="40548"/>
                  </a:cubicBezTo>
                  <a:cubicBezTo>
                    <a:pt x="53978" y="35343"/>
                    <a:pt x="51479" y="29774"/>
                    <a:pt x="48668" y="24152"/>
                  </a:cubicBezTo>
                  <a:cubicBezTo>
                    <a:pt x="24777" y="40600"/>
                    <a:pt x="12492" y="62775"/>
                    <a:pt x="11399" y="91819"/>
                  </a:cubicBezTo>
                  <a:close/>
                  <a:moveTo>
                    <a:pt x="24881" y="135543"/>
                  </a:moveTo>
                  <a:cubicBezTo>
                    <a:pt x="40288" y="160528"/>
                    <a:pt x="70426" y="173281"/>
                    <a:pt x="91819" y="171615"/>
                  </a:cubicBezTo>
                  <a:cubicBezTo>
                    <a:pt x="91819" y="166410"/>
                    <a:pt x="91819" y="161153"/>
                    <a:pt x="91819" y="155895"/>
                  </a:cubicBezTo>
                  <a:cubicBezTo>
                    <a:pt x="91819" y="151731"/>
                    <a:pt x="93016" y="150222"/>
                    <a:pt x="97181" y="149129"/>
                  </a:cubicBezTo>
                  <a:cubicBezTo>
                    <a:pt x="103010" y="147619"/>
                    <a:pt x="108840" y="146110"/>
                    <a:pt x="114774" y="144600"/>
                  </a:cubicBezTo>
                  <a:cubicBezTo>
                    <a:pt x="114774" y="142258"/>
                    <a:pt x="114878" y="140228"/>
                    <a:pt x="114722" y="138198"/>
                  </a:cubicBezTo>
                  <a:cubicBezTo>
                    <a:pt x="114618" y="136636"/>
                    <a:pt x="114618" y="134606"/>
                    <a:pt x="113733" y="133565"/>
                  </a:cubicBezTo>
                  <a:cubicBezTo>
                    <a:pt x="110402" y="129661"/>
                    <a:pt x="106758" y="126122"/>
                    <a:pt x="103115" y="122374"/>
                  </a:cubicBezTo>
                  <a:cubicBezTo>
                    <a:pt x="94942" y="128880"/>
                    <a:pt x="87239" y="135075"/>
                    <a:pt x="79483" y="141217"/>
                  </a:cubicBezTo>
                  <a:cubicBezTo>
                    <a:pt x="75631" y="144288"/>
                    <a:pt x="73861" y="144288"/>
                    <a:pt x="69958" y="141425"/>
                  </a:cubicBezTo>
                  <a:cubicBezTo>
                    <a:pt x="64232" y="137157"/>
                    <a:pt x="58506" y="132784"/>
                    <a:pt x="52728" y="128620"/>
                  </a:cubicBezTo>
                  <a:cubicBezTo>
                    <a:pt x="51792" y="127943"/>
                    <a:pt x="50282" y="127319"/>
                    <a:pt x="49345" y="127579"/>
                  </a:cubicBezTo>
                  <a:cubicBezTo>
                    <a:pt x="41173" y="130078"/>
                    <a:pt x="33209" y="132784"/>
                    <a:pt x="24881" y="135543"/>
                  </a:cubicBezTo>
                  <a:close/>
                  <a:moveTo>
                    <a:pt x="124976" y="40184"/>
                  </a:moveTo>
                  <a:cubicBezTo>
                    <a:pt x="123831" y="44869"/>
                    <a:pt x="122582" y="49241"/>
                    <a:pt x="121749" y="53665"/>
                  </a:cubicBezTo>
                  <a:cubicBezTo>
                    <a:pt x="121489" y="55071"/>
                    <a:pt x="121801" y="56945"/>
                    <a:pt x="122582" y="58142"/>
                  </a:cubicBezTo>
                  <a:cubicBezTo>
                    <a:pt x="125393" y="62306"/>
                    <a:pt x="128724" y="66054"/>
                    <a:pt x="131431" y="70270"/>
                  </a:cubicBezTo>
                  <a:cubicBezTo>
                    <a:pt x="133305" y="73185"/>
                    <a:pt x="135178" y="73601"/>
                    <a:pt x="138197" y="72248"/>
                  </a:cubicBezTo>
                  <a:cubicBezTo>
                    <a:pt x="140748" y="71051"/>
                    <a:pt x="143611" y="70374"/>
                    <a:pt x="146318" y="69541"/>
                  </a:cubicBezTo>
                  <a:cubicBezTo>
                    <a:pt x="151002" y="68084"/>
                    <a:pt x="153657" y="69437"/>
                    <a:pt x="154906" y="74174"/>
                  </a:cubicBezTo>
                  <a:cubicBezTo>
                    <a:pt x="156780" y="81201"/>
                    <a:pt x="158706" y="88176"/>
                    <a:pt x="160163" y="95307"/>
                  </a:cubicBezTo>
                  <a:cubicBezTo>
                    <a:pt x="160580" y="97285"/>
                    <a:pt x="159955" y="99835"/>
                    <a:pt x="159018" y="101657"/>
                  </a:cubicBezTo>
                  <a:cubicBezTo>
                    <a:pt x="157040" y="105301"/>
                    <a:pt x="154438" y="108632"/>
                    <a:pt x="152251" y="112172"/>
                  </a:cubicBezTo>
                  <a:cubicBezTo>
                    <a:pt x="151783" y="112953"/>
                    <a:pt x="151627" y="114618"/>
                    <a:pt x="152095" y="115139"/>
                  </a:cubicBezTo>
                  <a:cubicBezTo>
                    <a:pt x="155843" y="119147"/>
                    <a:pt x="159747" y="122946"/>
                    <a:pt x="163703" y="126902"/>
                  </a:cubicBezTo>
                  <a:cubicBezTo>
                    <a:pt x="177705" y="99315"/>
                    <a:pt x="173697" y="65481"/>
                    <a:pt x="154177" y="41589"/>
                  </a:cubicBezTo>
                  <a:cubicBezTo>
                    <a:pt x="153605" y="40913"/>
                    <a:pt x="152408" y="40340"/>
                    <a:pt x="151523" y="40288"/>
                  </a:cubicBezTo>
                  <a:cubicBezTo>
                    <a:pt x="142778" y="40132"/>
                    <a:pt x="134085" y="40184"/>
                    <a:pt x="124976" y="40184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047" name="Google Shape;1047;p9"/>
            <p:cNvSpPr/>
            <p:nvPr/>
          </p:nvSpPr>
          <p:spPr bwMode="auto">
            <a:xfrm>
              <a:off x="4909338" y="6611944"/>
              <a:ext cx="91573" cy="63200"/>
            </a:xfrm>
            <a:custGeom>
              <a:avLst/>
              <a:gdLst/>
              <a:ahLst/>
              <a:cxnLst/>
              <a:rect l="l" t="t" r="r" b="b"/>
              <a:pathLst>
                <a:path w="91573" h="63200" fill="norm" stroke="1" extrusionOk="0">
                  <a:moveTo>
                    <a:pt x="44400" y="40137"/>
                  </a:moveTo>
                  <a:cubicBezTo>
                    <a:pt x="48512" y="40137"/>
                    <a:pt x="52364" y="40345"/>
                    <a:pt x="56112" y="40032"/>
                  </a:cubicBezTo>
                  <a:cubicBezTo>
                    <a:pt x="57257" y="39928"/>
                    <a:pt x="58662" y="38627"/>
                    <a:pt x="59287" y="37534"/>
                  </a:cubicBezTo>
                  <a:cubicBezTo>
                    <a:pt x="63451" y="30507"/>
                    <a:pt x="71259" y="27124"/>
                    <a:pt x="78858" y="29258"/>
                  </a:cubicBezTo>
                  <a:cubicBezTo>
                    <a:pt x="86926" y="31548"/>
                    <a:pt x="91871" y="38419"/>
                    <a:pt x="91559" y="46955"/>
                  </a:cubicBezTo>
                  <a:cubicBezTo>
                    <a:pt x="91299" y="54451"/>
                    <a:pt x="85521" y="61113"/>
                    <a:pt x="77817" y="62831"/>
                  </a:cubicBezTo>
                  <a:cubicBezTo>
                    <a:pt x="70686" y="64393"/>
                    <a:pt x="63035" y="60905"/>
                    <a:pt x="59391" y="54138"/>
                  </a:cubicBezTo>
                  <a:cubicBezTo>
                    <a:pt x="58298" y="52161"/>
                    <a:pt x="57153" y="51484"/>
                    <a:pt x="55019" y="51536"/>
                  </a:cubicBezTo>
                  <a:cubicBezTo>
                    <a:pt x="50386" y="51692"/>
                    <a:pt x="45701" y="51484"/>
                    <a:pt x="41069" y="51640"/>
                  </a:cubicBezTo>
                  <a:cubicBezTo>
                    <a:pt x="37269" y="51744"/>
                    <a:pt x="35135" y="50078"/>
                    <a:pt x="34094" y="46435"/>
                  </a:cubicBezTo>
                  <a:cubicBezTo>
                    <a:pt x="30867" y="34879"/>
                    <a:pt x="27483" y="23324"/>
                    <a:pt x="24048" y="11508"/>
                  </a:cubicBezTo>
                  <a:cubicBezTo>
                    <a:pt x="16084" y="11508"/>
                    <a:pt x="8120" y="11508"/>
                    <a:pt x="0" y="11508"/>
                  </a:cubicBezTo>
                  <a:cubicBezTo>
                    <a:pt x="0" y="7656"/>
                    <a:pt x="0" y="4117"/>
                    <a:pt x="0" y="57"/>
                  </a:cubicBezTo>
                  <a:cubicBezTo>
                    <a:pt x="2967" y="57"/>
                    <a:pt x="6038" y="57"/>
                    <a:pt x="9057" y="57"/>
                  </a:cubicBezTo>
                  <a:cubicBezTo>
                    <a:pt x="15147" y="57"/>
                    <a:pt x="21237" y="161"/>
                    <a:pt x="27327" y="5"/>
                  </a:cubicBezTo>
                  <a:cubicBezTo>
                    <a:pt x="31127" y="-100"/>
                    <a:pt x="33261" y="1566"/>
                    <a:pt x="34302" y="5210"/>
                  </a:cubicBezTo>
                  <a:cubicBezTo>
                    <a:pt x="37581" y="16713"/>
                    <a:pt x="40965" y="28269"/>
                    <a:pt x="44400" y="40137"/>
                  </a:cubicBezTo>
                  <a:close/>
                  <a:moveTo>
                    <a:pt x="80108" y="45706"/>
                  </a:moveTo>
                  <a:cubicBezTo>
                    <a:pt x="80056" y="42739"/>
                    <a:pt x="77245" y="40032"/>
                    <a:pt x="74278" y="40137"/>
                  </a:cubicBezTo>
                  <a:cubicBezTo>
                    <a:pt x="71311" y="40189"/>
                    <a:pt x="68604" y="42999"/>
                    <a:pt x="68708" y="45966"/>
                  </a:cubicBezTo>
                  <a:cubicBezTo>
                    <a:pt x="68760" y="48933"/>
                    <a:pt x="71571" y="51640"/>
                    <a:pt x="74538" y="51536"/>
                  </a:cubicBezTo>
                  <a:cubicBezTo>
                    <a:pt x="77453" y="51484"/>
                    <a:pt x="80160" y="48673"/>
                    <a:pt x="80108" y="45706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048" name="Google Shape;1048;p9"/>
            <p:cNvSpPr/>
            <p:nvPr/>
          </p:nvSpPr>
          <p:spPr bwMode="auto">
            <a:xfrm>
              <a:off x="4909338" y="6347899"/>
              <a:ext cx="91562" cy="57560"/>
            </a:xfrm>
            <a:custGeom>
              <a:avLst/>
              <a:gdLst/>
              <a:ahLst/>
              <a:cxnLst/>
              <a:rect l="l" t="t" r="r" b="b"/>
              <a:pathLst>
                <a:path w="91562" h="57560" fill="norm" stroke="1" extrusionOk="0">
                  <a:moveTo>
                    <a:pt x="0" y="57455"/>
                  </a:moveTo>
                  <a:cubicBezTo>
                    <a:pt x="0" y="53499"/>
                    <a:pt x="0" y="49960"/>
                    <a:pt x="0" y="46004"/>
                  </a:cubicBezTo>
                  <a:cubicBezTo>
                    <a:pt x="5361" y="46004"/>
                    <a:pt x="10567" y="45900"/>
                    <a:pt x="15772" y="46056"/>
                  </a:cubicBezTo>
                  <a:cubicBezTo>
                    <a:pt x="18218" y="46160"/>
                    <a:pt x="19571" y="45431"/>
                    <a:pt x="20665" y="43089"/>
                  </a:cubicBezTo>
                  <a:cubicBezTo>
                    <a:pt x="24985" y="34032"/>
                    <a:pt x="29670" y="25183"/>
                    <a:pt x="33990" y="16178"/>
                  </a:cubicBezTo>
                  <a:cubicBezTo>
                    <a:pt x="35603" y="12847"/>
                    <a:pt x="37842" y="11389"/>
                    <a:pt x="41589" y="11545"/>
                  </a:cubicBezTo>
                  <a:cubicBezTo>
                    <a:pt x="46222" y="11754"/>
                    <a:pt x="50907" y="11754"/>
                    <a:pt x="55539" y="11493"/>
                  </a:cubicBezTo>
                  <a:cubicBezTo>
                    <a:pt x="56736" y="11441"/>
                    <a:pt x="58402" y="10452"/>
                    <a:pt x="58975" y="9411"/>
                  </a:cubicBezTo>
                  <a:cubicBezTo>
                    <a:pt x="63035" y="2228"/>
                    <a:pt x="70738" y="-1415"/>
                    <a:pt x="78286" y="511"/>
                  </a:cubicBezTo>
                  <a:cubicBezTo>
                    <a:pt x="86042" y="2488"/>
                    <a:pt x="91403" y="9047"/>
                    <a:pt x="91559" y="16751"/>
                  </a:cubicBezTo>
                  <a:cubicBezTo>
                    <a:pt x="91715" y="25079"/>
                    <a:pt x="86718" y="31794"/>
                    <a:pt x="78702" y="33980"/>
                  </a:cubicBezTo>
                  <a:cubicBezTo>
                    <a:pt x="71103" y="36062"/>
                    <a:pt x="63191" y="32731"/>
                    <a:pt x="59287" y="25495"/>
                  </a:cubicBezTo>
                  <a:cubicBezTo>
                    <a:pt x="58298" y="23622"/>
                    <a:pt x="57205" y="22945"/>
                    <a:pt x="55175" y="23049"/>
                  </a:cubicBezTo>
                  <a:cubicBezTo>
                    <a:pt x="51375" y="23257"/>
                    <a:pt x="46742" y="21956"/>
                    <a:pt x="43984" y="23674"/>
                  </a:cubicBezTo>
                  <a:cubicBezTo>
                    <a:pt x="41173" y="25391"/>
                    <a:pt x="40184" y="30024"/>
                    <a:pt x="38466" y="33407"/>
                  </a:cubicBezTo>
                  <a:cubicBezTo>
                    <a:pt x="35135" y="40018"/>
                    <a:pt x="31752" y="46576"/>
                    <a:pt x="28524" y="53239"/>
                  </a:cubicBezTo>
                  <a:cubicBezTo>
                    <a:pt x="27067" y="56310"/>
                    <a:pt x="24881" y="57611"/>
                    <a:pt x="21445" y="57559"/>
                  </a:cubicBezTo>
                  <a:cubicBezTo>
                    <a:pt x="14418" y="57351"/>
                    <a:pt x="7391" y="57455"/>
                    <a:pt x="0" y="57455"/>
                  </a:cubicBezTo>
                  <a:close/>
                  <a:moveTo>
                    <a:pt x="80108" y="17271"/>
                  </a:moveTo>
                  <a:cubicBezTo>
                    <a:pt x="80108" y="14304"/>
                    <a:pt x="77297" y="11598"/>
                    <a:pt x="74382" y="11598"/>
                  </a:cubicBezTo>
                  <a:cubicBezTo>
                    <a:pt x="71415" y="11598"/>
                    <a:pt x="68656" y="14408"/>
                    <a:pt x="68708" y="17323"/>
                  </a:cubicBezTo>
                  <a:cubicBezTo>
                    <a:pt x="68760" y="20290"/>
                    <a:pt x="71519" y="22997"/>
                    <a:pt x="74434" y="22997"/>
                  </a:cubicBezTo>
                  <a:cubicBezTo>
                    <a:pt x="77401" y="22997"/>
                    <a:pt x="80108" y="20238"/>
                    <a:pt x="80108" y="1727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049" name="Google Shape;1049;p9"/>
            <p:cNvSpPr/>
            <p:nvPr/>
          </p:nvSpPr>
          <p:spPr bwMode="auto">
            <a:xfrm>
              <a:off x="4966700" y="6399581"/>
              <a:ext cx="85885" cy="40233"/>
            </a:xfrm>
            <a:custGeom>
              <a:avLst/>
              <a:gdLst/>
              <a:ahLst/>
              <a:cxnLst/>
              <a:rect l="l" t="t" r="r" b="b"/>
              <a:pathLst>
                <a:path w="85885" h="40233" fill="norm" stroke="1" extrusionOk="0">
                  <a:moveTo>
                    <a:pt x="0" y="40180"/>
                  </a:moveTo>
                  <a:cubicBezTo>
                    <a:pt x="0" y="36276"/>
                    <a:pt x="0" y="32736"/>
                    <a:pt x="0" y="28728"/>
                  </a:cubicBezTo>
                  <a:cubicBezTo>
                    <a:pt x="2655" y="28728"/>
                    <a:pt x="5257" y="28416"/>
                    <a:pt x="7808" y="28780"/>
                  </a:cubicBezTo>
                  <a:cubicBezTo>
                    <a:pt x="12544" y="29561"/>
                    <a:pt x="15355" y="27635"/>
                    <a:pt x="17437" y="23575"/>
                  </a:cubicBezTo>
                  <a:cubicBezTo>
                    <a:pt x="18895" y="20712"/>
                    <a:pt x="21081" y="18266"/>
                    <a:pt x="22695" y="15507"/>
                  </a:cubicBezTo>
                  <a:cubicBezTo>
                    <a:pt x="24412" y="12644"/>
                    <a:pt x="26651" y="11395"/>
                    <a:pt x="30034" y="11499"/>
                  </a:cubicBezTo>
                  <a:cubicBezTo>
                    <a:pt x="36384" y="11707"/>
                    <a:pt x="42682" y="11447"/>
                    <a:pt x="49033" y="11603"/>
                  </a:cubicBezTo>
                  <a:cubicBezTo>
                    <a:pt x="51271" y="11655"/>
                    <a:pt x="52572" y="11135"/>
                    <a:pt x="53769" y="8949"/>
                  </a:cubicBezTo>
                  <a:cubicBezTo>
                    <a:pt x="57569" y="1870"/>
                    <a:pt x="65481" y="-1410"/>
                    <a:pt x="72925" y="568"/>
                  </a:cubicBezTo>
                  <a:cubicBezTo>
                    <a:pt x="80784" y="2702"/>
                    <a:pt x="85885" y="9313"/>
                    <a:pt x="85885" y="17381"/>
                  </a:cubicBezTo>
                  <a:cubicBezTo>
                    <a:pt x="85885" y="25345"/>
                    <a:pt x="80628" y="31955"/>
                    <a:pt x="72716" y="34038"/>
                  </a:cubicBezTo>
                  <a:cubicBezTo>
                    <a:pt x="65325" y="35963"/>
                    <a:pt x="57517" y="32528"/>
                    <a:pt x="53665" y="25397"/>
                  </a:cubicBezTo>
                  <a:cubicBezTo>
                    <a:pt x="52624" y="23523"/>
                    <a:pt x="51583" y="22898"/>
                    <a:pt x="49553" y="22951"/>
                  </a:cubicBezTo>
                  <a:cubicBezTo>
                    <a:pt x="43828" y="23055"/>
                    <a:pt x="37165" y="21233"/>
                    <a:pt x="32584" y="23523"/>
                  </a:cubicBezTo>
                  <a:cubicBezTo>
                    <a:pt x="28108" y="25813"/>
                    <a:pt x="25662" y="32216"/>
                    <a:pt x="22434" y="36848"/>
                  </a:cubicBezTo>
                  <a:cubicBezTo>
                    <a:pt x="20873" y="39087"/>
                    <a:pt x="18999" y="40284"/>
                    <a:pt x="16188" y="40232"/>
                  </a:cubicBezTo>
                  <a:cubicBezTo>
                    <a:pt x="10931" y="40128"/>
                    <a:pt x="5674" y="40180"/>
                    <a:pt x="0" y="40180"/>
                  </a:cubicBezTo>
                  <a:close/>
                  <a:moveTo>
                    <a:pt x="74382" y="17121"/>
                  </a:moveTo>
                  <a:cubicBezTo>
                    <a:pt x="74278" y="14154"/>
                    <a:pt x="71467" y="11447"/>
                    <a:pt x="68552" y="11551"/>
                  </a:cubicBezTo>
                  <a:cubicBezTo>
                    <a:pt x="65585" y="11655"/>
                    <a:pt x="62931" y="14466"/>
                    <a:pt x="62983" y="17381"/>
                  </a:cubicBezTo>
                  <a:cubicBezTo>
                    <a:pt x="63087" y="20348"/>
                    <a:pt x="65898" y="23055"/>
                    <a:pt x="68812" y="22951"/>
                  </a:cubicBezTo>
                  <a:cubicBezTo>
                    <a:pt x="71779" y="22846"/>
                    <a:pt x="74434" y="20036"/>
                    <a:pt x="74382" y="171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050" name="Google Shape;1050;p9"/>
            <p:cNvSpPr/>
            <p:nvPr/>
          </p:nvSpPr>
          <p:spPr bwMode="auto">
            <a:xfrm>
              <a:off x="4972425" y="6571723"/>
              <a:ext cx="74454" cy="51657"/>
            </a:xfrm>
            <a:custGeom>
              <a:avLst/>
              <a:gdLst/>
              <a:ahLst/>
              <a:cxnLst/>
              <a:rect l="l" t="t" r="r" b="b"/>
              <a:pathLst>
                <a:path w="74454" h="51657" fill="norm" stroke="1" extrusionOk="0">
                  <a:moveTo>
                    <a:pt x="0" y="11492"/>
                  </a:moveTo>
                  <a:cubicBezTo>
                    <a:pt x="0" y="7484"/>
                    <a:pt x="0" y="3945"/>
                    <a:pt x="0" y="93"/>
                  </a:cubicBezTo>
                  <a:cubicBezTo>
                    <a:pt x="6090" y="93"/>
                    <a:pt x="12076" y="-219"/>
                    <a:pt x="17958" y="301"/>
                  </a:cubicBezTo>
                  <a:cubicBezTo>
                    <a:pt x="19676" y="457"/>
                    <a:pt x="21810" y="2696"/>
                    <a:pt x="22643" y="4465"/>
                  </a:cubicBezTo>
                  <a:cubicBezTo>
                    <a:pt x="25714" y="11284"/>
                    <a:pt x="28316" y="18363"/>
                    <a:pt x="31179" y="25286"/>
                  </a:cubicBezTo>
                  <a:cubicBezTo>
                    <a:pt x="31804" y="26796"/>
                    <a:pt x="31752" y="29138"/>
                    <a:pt x="34406" y="28669"/>
                  </a:cubicBezTo>
                  <a:cubicBezTo>
                    <a:pt x="37165" y="28201"/>
                    <a:pt x="40288" y="30179"/>
                    <a:pt x="42370" y="26067"/>
                  </a:cubicBezTo>
                  <a:cubicBezTo>
                    <a:pt x="45806" y="19404"/>
                    <a:pt x="51896" y="16437"/>
                    <a:pt x="59339" y="17322"/>
                  </a:cubicBezTo>
                  <a:cubicBezTo>
                    <a:pt x="66366" y="18155"/>
                    <a:pt x="71155" y="22267"/>
                    <a:pt x="73497" y="28878"/>
                  </a:cubicBezTo>
                  <a:cubicBezTo>
                    <a:pt x="76464" y="37154"/>
                    <a:pt x="72300" y="46523"/>
                    <a:pt x="64284" y="50115"/>
                  </a:cubicBezTo>
                  <a:cubicBezTo>
                    <a:pt x="56216" y="53758"/>
                    <a:pt x="46638" y="50791"/>
                    <a:pt x="42370" y="42880"/>
                  </a:cubicBezTo>
                  <a:cubicBezTo>
                    <a:pt x="41121" y="40537"/>
                    <a:pt x="39768" y="39913"/>
                    <a:pt x="37373" y="40069"/>
                  </a:cubicBezTo>
                  <a:cubicBezTo>
                    <a:pt x="34771" y="40225"/>
                    <a:pt x="32116" y="40017"/>
                    <a:pt x="29513" y="40121"/>
                  </a:cubicBezTo>
                  <a:cubicBezTo>
                    <a:pt x="26026" y="40277"/>
                    <a:pt x="23944" y="38767"/>
                    <a:pt x="22695" y="35540"/>
                  </a:cubicBezTo>
                  <a:cubicBezTo>
                    <a:pt x="19884" y="28305"/>
                    <a:pt x="16917" y="21174"/>
                    <a:pt x="14158" y="13939"/>
                  </a:cubicBezTo>
                  <a:cubicBezTo>
                    <a:pt x="13377" y="11909"/>
                    <a:pt x="12336" y="11232"/>
                    <a:pt x="10254" y="11336"/>
                  </a:cubicBezTo>
                  <a:cubicBezTo>
                    <a:pt x="6975" y="11596"/>
                    <a:pt x="3644" y="11492"/>
                    <a:pt x="0" y="11492"/>
                  </a:cubicBezTo>
                  <a:close/>
                  <a:moveTo>
                    <a:pt x="57153" y="40121"/>
                  </a:moveTo>
                  <a:cubicBezTo>
                    <a:pt x="60120" y="40121"/>
                    <a:pt x="62879" y="37414"/>
                    <a:pt x="62879" y="34447"/>
                  </a:cubicBezTo>
                  <a:cubicBezTo>
                    <a:pt x="62879" y="31480"/>
                    <a:pt x="60172" y="28721"/>
                    <a:pt x="57205" y="28721"/>
                  </a:cubicBezTo>
                  <a:cubicBezTo>
                    <a:pt x="54238" y="28721"/>
                    <a:pt x="51479" y="31428"/>
                    <a:pt x="51479" y="34395"/>
                  </a:cubicBezTo>
                  <a:cubicBezTo>
                    <a:pt x="51479" y="37362"/>
                    <a:pt x="54238" y="40121"/>
                    <a:pt x="57153" y="401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051" name="Google Shape;1051;p9"/>
            <p:cNvSpPr/>
            <p:nvPr/>
          </p:nvSpPr>
          <p:spPr bwMode="auto">
            <a:xfrm>
              <a:off x="4995328" y="6491387"/>
              <a:ext cx="68819" cy="34505"/>
            </a:xfrm>
            <a:custGeom>
              <a:avLst/>
              <a:gdLst/>
              <a:ahLst/>
              <a:cxnLst/>
              <a:rect l="l" t="t" r="r" b="b"/>
              <a:pathLst>
                <a:path w="68819" h="34505" fill="norm" stroke="1" extrusionOk="0">
                  <a:moveTo>
                    <a:pt x="0" y="22964"/>
                  </a:moveTo>
                  <a:cubicBezTo>
                    <a:pt x="0" y="18956"/>
                    <a:pt x="0" y="15468"/>
                    <a:pt x="0" y="11512"/>
                  </a:cubicBezTo>
                  <a:cubicBezTo>
                    <a:pt x="1353" y="11512"/>
                    <a:pt x="2603" y="11512"/>
                    <a:pt x="3852" y="11512"/>
                  </a:cubicBezTo>
                  <a:cubicBezTo>
                    <a:pt x="13429" y="11512"/>
                    <a:pt x="22955" y="11460"/>
                    <a:pt x="32532" y="11564"/>
                  </a:cubicBezTo>
                  <a:cubicBezTo>
                    <a:pt x="34406" y="11564"/>
                    <a:pt x="35447" y="11044"/>
                    <a:pt x="36384" y="9326"/>
                  </a:cubicBezTo>
                  <a:cubicBezTo>
                    <a:pt x="40757" y="1258"/>
                    <a:pt x="49501" y="-1969"/>
                    <a:pt x="57725" y="1206"/>
                  </a:cubicBezTo>
                  <a:cubicBezTo>
                    <a:pt x="65481" y="4173"/>
                    <a:pt x="70114" y="12553"/>
                    <a:pt x="68500" y="20569"/>
                  </a:cubicBezTo>
                  <a:cubicBezTo>
                    <a:pt x="66782" y="29158"/>
                    <a:pt x="59183" y="35040"/>
                    <a:pt x="50282" y="34467"/>
                  </a:cubicBezTo>
                  <a:cubicBezTo>
                    <a:pt x="44244" y="34103"/>
                    <a:pt x="39559" y="31084"/>
                    <a:pt x="36749" y="25826"/>
                  </a:cubicBezTo>
                  <a:cubicBezTo>
                    <a:pt x="35499" y="23484"/>
                    <a:pt x="34094" y="23016"/>
                    <a:pt x="31752" y="23016"/>
                  </a:cubicBezTo>
                  <a:cubicBezTo>
                    <a:pt x="22434" y="23120"/>
                    <a:pt x="13117" y="23068"/>
                    <a:pt x="3800" y="23068"/>
                  </a:cubicBezTo>
                  <a:cubicBezTo>
                    <a:pt x="2603" y="22964"/>
                    <a:pt x="1457" y="22964"/>
                    <a:pt x="0" y="22964"/>
                  </a:cubicBezTo>
                  <a:close/>
                  <a:moveTo>
                    <a:pt x="57205" y="17394"/>
                  </a:moveTo>
                  <a:cubicBezTo>
                    <a:pt x="57309" y="14479"/>
                    <a:pt x="54654" y="11616"/>
                    <a:pt x="51687" y="11512"/>
                  </a:cubicBezTo>
                  <a:cubicBezTo>
                    <a:pt x="48773" y="11408"/>
                    <a:pt x="45910" y="14063"/>
                    <a:pt x="45806" y="17030"/>
                  </a:cubicBezTo>
                  <a:cubicBezTo>
                    <a:pt x="45701" y="19945"/>
                    <a:pt x="48356" y="22807"/>
                    <a:pt x="51323" y="22912"/>
                  </a:cubicBezTo>
                  <a:cubicBezTo>
                    <a:pt x="54238" y="23068"/>
                    <a:pt x="57101" y="20361"/>
                    <a:pt x="57205" y="17394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</p:grpSp>
      <p:grpSp>
        <p:nvGrpSpPr>
          <p:cNvPr id="2000516605" name="Google Shape;1052;p9"/>
          <p:cNvGrpSpPr/>
          <p:nvPr/>
        </p:nvGrpSpPr>
        <p:grpSpPr bwMode="auto">
          <a:xfrm>
            <a:off x="2740313" y="6376331"/>
            <a:ext cx="347590" cy="347590"/>
            <a:chOff x="590912" y="6333677"/>
            <a:chExt cx="347590" cy="347590"/>
          </a:xfrm>
        </p:grpSpPr>
        <p:sp>
          <p:nvSpPr>
            <p:cNvPr id="1053" name="Google Shape;1053;p9"/>
            <p:cNvSpPr/>
            <p:nvPr/>
          </p:nvSpPr>
          <p:spPr bwMode="auto">
            <a:xfrm>
              <a:off x="590912" y="6335150"/>
              <a:ext cx="347590" cy="346116"/>
            </a:xfrm>
            <a:custGeom>
              <a:avLst/>
              <a:gdLst/>
              <a:ahLst/>
              <a:cxnLst/>
              <a:rect l="l" t="t" r="r" b="b"/>
              <a:pathLst>
                <a:path w="347590" h="346117" fill="norm" stroke="1" extrusionOk="0">
                  <a:moveTo>
                    <a:pt x="347591" y="98395"/>
                  </a:moveTo>
                  <a:cubicBezTo>
                    <a:pt x="346440" y="105506"/>
                    <a:pt x="345290" y="112617"/>
                    <a:pt x="344192" y="119728"/>
                  </a:cubicBezTo>
                  <a:cubicBezTo>
                    <a:pt x="343669" y="123074"/>
                    <a:pt x="343303" y="126473"/>
                    <a:pt x="342780" y="129819"/>
                  </a:cubicBezTo>
                  <a:cubicBezTo>
                    <a:pt x="342100" y="134107"/>
                    <a:pt x="339434" y="136041"/>
                    <a:pt x="335094" y="135414"/>
                  </a:cubicBezTo>
                  <a:cubicBezTo>
                    <a:pt x="328401" y="134473"/>
                    <a:pt x="321656" y="133479"/>
                    <a:pt x="314964" y="132486"/>
                  </a:cubicBezTo>
                  <a:cubicBezTo>
                    <a:pt x="312192" y="132068"/>
                    <a:pt x="309735" y="132434"/>
                    <a:pt x="308114" y="134996"/>
                  </a:cubicBezTo>
                  <a:cubicBezTo>
                    <a:pt x="306388" y="137715"/>
                    <a:pt x="307225" y="140172"/>
                    <a:pt x="309003" y="142473"/>
                  </a:cubicBezTo>
                  <a:cubicBezTo>
                    <a:pt x="312977" y="147701"/>
                    <a:pt x="316898" y="152930"/>
                    <a:pt x="320820" y="158211"/>
                  </a:cubicBezTo>
                  <a:cubicBezTo>
                    <a:pt x="324114" y="162655"/>
                    <a:pt x="323695" y="165427"/>
                    <a:pt x="319251" y="168825"/>
                  </a:cubicBezTo>
                  <a:cubicBezTo>
                    <a:pt x="311042" y="174995"/>
                    <a:pt x="302781" y="181217"/>
                    <a:pt x="294519" y="187335"/>
                  </a:cubicBezTo>
                  <a:cubicBezTo>
                    <a:pt x="289970" y="190681"/>
                    <a:pt x="287251" y="190315"/>
                    <a:pt x="283905" y="185871"/>
                  </a:cubicBezTo>
                  <a:cubicBezTo>
                    <a:pt x="279984" y="180747"/>
                    <a:pt x="276114" y="175570"/>
                    <a:pt x="272297" y="170394"/>
                  </a:cubicBezTo>
                  <a:cubicBezTo>
                    <a:pt x="270572" y="168041"/>
                    <a:pt x="268480" y="166368"/>
                    <a:pt x="265448" y="167100"/>
                  </a:cubicBezTo>
                  <a:cubicBezTo>
                    <a:pt x="262206" y="167884"/>
                    <a:pt x="261160" y="170446"/>
                    <a:pt x="260742" y="173479"/>
                  </a:cubicBezTo>
                  <a:cubicBezTo>
                    <a:pt x="259853" y="179962"/>
                    <a:pt x="258912" y="186446"/>
                    <a:pt x="257971" y="192930"/>
                  </a:cubicBezTo>
                  <a:cubicBezTo>
                    <a:pt x="257291" y="197635"/>
                    <a:pt x="255043" y="199570"/>
                    <a:pt x="250337" y="198943"/>
                  </a:cubicBezTo>
                  <a:cubicBezTo>
                    <a:pt x="239566" y="197531"/>
                    <a:pt x="228847" y="196015"/>
                    <a:pt x="218128" y="194341"/>
                  </a:cubicBezTo>
                  <a:cubicBezTo>
                    <a:pt x="213318" y="193609"/>
                    <a:pt x="211749" y="191413"/>
                    <a:pt x="212377" y="186551"/>
                  </a:cubicBezTo>
                  <a:cubicBezTo>
                    <a:pt x="213109" y="180485"/>
                    <a:pt x="214050" y="174472"/>
                    <a:pt x="214886" y="168407"/>
                  </a:cubicBezTo>
                  <a:cubicBezTo>
                    <a:pt x="215043" y="167414"/>
                    <a:pt x="215461" y="166263"/>
                    <a:pt x="215200" y="165427"/>
                  </a:cubicBezTo>
                  <a:cubicBezTo>
                    <a:pt x="214520" y="163440"/>
                    <a:pt x="213893" y="161087"/>
                    <a:pt x="212429" y="159727"/>
                  </a:cubicBezTo>
                  <a:cubicBezTo>
                    <a:pt x="210546" y="157950"/>
                    <a:pt x="207932" y="158629"/>
                    <a:pt x="205841" y="160146"/>
                  </a:cubicBezTo>
                  <a:cubicBezTo>
                    <a:pt x="200664" y="163963"/>
                    <a:pt x="195488" y="167832"/>
                    <a:pt x="190364" y="171701"/>
                  </a:cubicBezTo>
                  <a:cubicBezTo>
                    <a:pt x="184769" y="175884"/>
                    <a:pt x="182416" y="175570"/>
                    <a:pt x="178285" y="170028"/>
                  </a:cubicBezTo>
                  <a:cubicBezTo>
                    <a:pt x="172325" y="162080"/>
                    <a:pt x="166312" y="154133"/>
                    <a:pt x="160351" y="146133"/>
                  </a:cubicBezTo>
                  <a:cubicBezTo>
                    <a:pt x="156900" y="141532"/>
                    <a:pt x="157318" y="138760"/>
                    <a:pt x="161920" y="135309"/>
                  </a:cubicBezTo>
                  <a:cubicBezTo>
                    <a:pt x="167044" y="131440"/>
                    <a:pt x="172220" y="127519"/>
                    <a:pt x="177397" y="123702"/>
                  </a:cubicBezTo>
                  <a:cubicBezTo>
                    <a:pt x="179802" y="121924"/>
                    <a:pt x="181266" y="119780"/>
                    <a:pt x="180429" y="116748"/>
                  </a:cubicBezTo>
                  <a:cubicBezTo>
                    <a:pt x="179645" y="113872"/>
                    <a:pt x="177397" y="112774"/>
                    <a:pt x="174573" y="112408"/>
                  </a:cubicBezTo>
                  <a:cubicBezTo>
                    <a:pt x="168194" y="111571"/>
                    <a:pt x="161815" y="110630"/>
                    <a:pt x="155436" y="109689"/>
                  </a:cubicBezTo>
                  <a:cubicBezTo>
                    <a:pt x="149684" y="108852"/>
                    <a:pt x="147959" y="106656"/>
                    <a:pt x="148743" y="100957"/>
                  </a:cubicBezTo>
                  <a:cubicBezTo>
                    <a:pt x="150155" y="90552"/>
                    <a:pt x="151671" y="80147"/>
                    <a:pt x="153292" y="69742"/>
                  </a:cubicBezTo>
                  <a:cubicBezTo>
                    <a:pt x="154024" y="64879"/>
                    <a:pt x="156534" y="63101"/>
                    <a:pt x="161344" y="63781"/>
                  </a:cubicBezTo>
                  <a:cubicBezTo>
                    <a:pt x="167933" y="64722"/>
                    <a:pt x="174573" y="65611"/>
                    <a:pt x="181161" y="66657"/>
                  </a:cubicBezTo>
                  <a:cubicBezTo>
                    <a:pt x="183985" y="67127"/>
                    <a:pt x="186390" y="66657"/>
                    <a:pt x="188011" y="64147"/>
                  </a:cubicBezTo>
                  <a:cubicBezTo>
                    <a:pt x="189736" y="61480"/>
                    <a:pt x="188900" y="59023"/>
                    <a:pt x="187122" y="56670"/>
                  </a:cubicBezTo>
                  <a:cubicBezTo>
                    <a:pt x="183200" y="51546"/>
                    <a:pt x="179279" y="46422"/>
                    <a:pt x="175567" y="41193"/>
                  </a:cubicBezTo>
                  <a:cubicBezTo>
                    <a:pt x="174312" y="39415"/>
                    <a:pt x="173527" y="37324"/>
                    <a:pt x="172534" y="35337"/>
                  </a:cubicBezTo>
                  <a:cubicBezTo>
                    <a:pt x="172638" y="34918"/>
                    <a:pt x="172795" y="34552"/>
                    <a:pt x="172900" y="34134"/>
                  </a:cubicBezTo>
                  <a:cubicBezTo>
                    <a:pt x="165580" y="35232"/>
                    <a:pt x="158155" y="35807"/>
                    <a:pt x="150992" y="37428"/>
                  </a:cubicBezTo>
                  <a:cubicBezTo>
                    <a:pt x="112352" y="46369"/>
                    <a:pt x="82077" y="78944"/>
                    <a:pt x="77110" y="118212"/>
                  </a:cubicBezTo>
                  <a:cubicBezTo>
                    <a:pt x="72195" y="157270"/>
                    <a:pt x="85999" y="188904"/>
                    <a:pt x="117789" y="212485"/>
                  </a:cubicBezTo>
                  <a:cubicBezTo>
                    <a:pt x="122286" y="215831"/>
                    <a:pt x="126940" y="219230"/>
                    <a:pt x="130757" y="223308"/>
                  </a:cubicBezTo>
                  <a:cubicBezTo>
                    <a:pt x="136770" y="229687"/>
                    <a:pt x="139593" y="237740"/>
                    <a:pt x="139855" y="246471"/>
                  </a:cubicBezTo>
                  <a:cubicBezTo>
                    <a:pt x="140064" y="254262"/>
                    <a:pt x="139907" y="262105"/>
                    <a:pt x="139959" y="269896"/>
                  </a:cubicBezTo>
                  <a:cubicBezTo>
                    <a:pt x="140011" y="277739"/>
                    <a:pt x="144508" y="282445"/>
                    <a:pt x="152351" y="282497"/>
                  </a:cubicBezTo>
                  <a:cubicBezTo>
                    <a:pt x="167201" y="282602"/>
                    <a:pt x="181998" y="282602"/>
                    <a:pt x="196847" y="282497"/>
                  </a:cubicBezTo>
                  <a:cubicBezTo>
                    <a:pt x="204743" y="282445"/>
                    <a:pt x="209187" y="277791"/>
                    <a:pt x="209187" y="269896"/>
                  </a:cubicBezTo>
                  <a:cubicBezTo>
                    <a:pt x="209239" y="262994"/>
                    <a:pt x="209082" y="256092"/>
                    <a:pt x="209239" y="249190"/>
                  </a:cubicBezTo>
                  <a:cubicBezTo>
                    <a:pt x="209448" y="235282"/>
                    <a:pt x="215095" y="224093"/>
                    <a:pt x="226494" y="215884"/>
                  </a:cubicBezTo>
                  <a:cubicBezTo>
                    <a:pt x="230991" y="212642"/>
                    <a:pt x="235435" y="209348"/>
                    <a:pt x="240193" y="205845"/>
                  </a:cubicBezTo>
                  <a:cubicBezTo>
                    <a:pt x="242546" y="208511"/>
                    <a:pt x="245004" y="211230"/>
                    <a:pt x="247827" y="214367"/>
                  </a:cubicBezTo>
                  <a:cubicBezTo>
                    <a:pt x="243435" y="217661"/>
                    <a:pt x="239513" y="221008"/>
                    <a:pt x="235174" y="223831"/>
                  </a:cubicBezTo>
                  <a:cubicBezTo>
                    <a:pt x="225030" y="230419"/>
                    <a:pt x="220376" y="239622"/>
                    <a:pt x="220742" y="251596"/>
                  </a:cubicBezTo>
                  <a:cubicBezTo>
                    <a:pt x="220952" y="257922"/>
                    <a:pt x="220795" y="264249"/>
                    <a:pt x="220742" y="270628"/>
                  </a:cubicBezTo>
                  <a:cubicBezTo>
                    <a:pt x="220690" y="278523"/>
                    <a:pt x="217448" y="284746"/>
                    <a:pt x="211279" y="289661"/>
                  </a:cubicBezTo>
                  <a:cubicBezTo>
                    <a:pt x="210180" y="290549"/>
                    <a:pt x="209344" y="292379"/>
                    <a:pt x="209292" y="293791"/>
                  </a:cubicBezTo>
                  <a:cubicBezTo>
                    <a:pt x="209135" y="303046"/>
                    <a:pt x="209239" y="312353"/>
                    <a:pt x="209187" y="321608"/>
                  </a:cubicBezTo>
                  <a:cubicBezTo>
                    <a:pt x="209135" y="336144"/>
                    <a:pt x="199462" y="345921"/>
                    <a:pt x="184978" y="346078"/>
                  </a:cubicBezTo>
                  <a:cubicBezTo>
                    <a:pt x="178076" y="346130"/>
                    <a:pt x="171174" y="346130"/>
                    <a:pt x="164273" y="346078"/>
                  </a:cubicBezTo>
                  <a:cubicBezTo>
                    <a:pt x="149841" y="345921"/>
                    <a:pt x="140116" y="336196"/>
                    <a:pt x="139959" y="321660"/>
                  </a:cubicBezTo>
                  <a:cubicBezTo>
                    <a:pt x="139907" y="312249"/>
                    <a:pt x="140011" y="302889"/>
                    <a:pt x="139855" y="293477"/>
                  </a:cubicBezTo>
                  <a:cubicBezTo>
                    <a:pt x="139855" y="292170"/>
                    <a:pt x="138966" y="290497"/>
                    <a:pt x="137972" y="289661"/>
                  </a:cubicBezTo>
                  <a:cubicBezTo>
                    <a:pt x="131750" y="284798"/>
                    <a:pt x="128613" y="278471"/>
                    <a:pt x="128456" y="270628"/>
                  </a:cubicBezTo>
                  <a:cubicBezTo>
                    <a:pt x="128351" y="265661"/>
                    <a:pt x="128456" y="260694"/>
                    <a:pt x="128456" y="254785"/>
                  </a:cubicBezTo>
                  <a:cubicBezTo>
                    <a:pt x="125685" y="257504"/>
                    <a:pt x="123436" y="259700"/>
                    <a:pt x="121188" y="261948"/>
                  </a:cubicBezTo>
                  <a:cubicBezTo>
                    <a:pt x="117005" y="266079"/>
                    <a:pt x="115123" y="266288"/>
                    <a:pt x="110312" y="262942"/>
                  </a:cubicBezTo>
                  <a:cubicBezTo>
                    <a:pt x="105763" y="259857"/>
                    <a:pt x="101267" y="256720"/>
                    <a:pt x="96299" y="253321"/>
                  </a:cubicBezTo>
                  <a:cubicBezTo>
                    <a:pt x="94940" y="259543"/>
                    <a:pt x="93737" y="265295"/>
                    <a:pt x="92483" y="270942"/>
                  </a:cubicBezTo>
                  <a:cubicBezTo>
                    <a:pt x="91489" y="275386"/>
                    <a:pt x="89711" y="276746"/>
                    <a:pt x="85162" y="276798"/>
                  </a:cubicBezTo>
                  <a:cubicBezTo>
                    <a:pt x="78365" y="276850"/>
                    <a:pt x="71568" y="276850"/>
                    <a:pt x="64770" y="276798"/>
                  </a:cubicBezTo>
                  <a:cubicBezTo>
                    <a:pt x="60431" y="276746"/>
                    <a:pt x="58653" y="275334"/>
                    <a:pt x="57712" y="271046"/>
                  </a:cubicBezTo>
                  <a:cubicBezTo>
                    <a:pt x="56457" y="265452"/>
                    <a:pt x="55254" y="259805"/>
                    <a:pt x="53999" y="254158"/>
                  </a:cubicBezTo>
                  <a:cubicBezTo>
                    <a:pt x="53999" y="254053"/>
                    <a:pt x="53842" y="254001"/>
                    <a:pt x="53372" y="253583"/>
                  </a:cubicBezTo>
                  <a:cubicBezTo>
                    <a:pt x="49241" y="256406"/>
                    <a:pt x="45006" y="259334"/>
                    <a:pt x="40771" y="262210"/>
                  </a:cubicBezTo>
                  <a:cubicBezTo>
                    <a:pt x="34601" y="266445"/>
                    <a:pt x="33398" y="266341"/>
                    <a:pt x="28065" y="261007"/>
                  </a:cubicBezTo>
                  <a:cubicBezTo>
                    <a:pt x="23673" y="256615"/>
                    <a:pt x="19281" y="252223"/>
                    <a:pt x="14889" y="247779"/>
                  </a:cubicBezTo>
                  <a:cubicBezTo>
                    <a:pt x="10758" y="243648"/>
                    <a:pt x="10601" y="241766"/>
                    <a:pt x="13948" y="236903"/>
                  </a:cubicBezTo>
                  <a:cubicBezTo>
                    <a:pt x="16980" y="232406"/>
                    <a:pt x="20065" y="227962"/>
                    <a:pt x="23464" y="222995"/>
                  </a:cubicBezTo>
                  <a:cubicBezTo>
                    <a:pt x="18287" y="221844"/>
                    <a:pt x="13529" y="220851"/>
                    <a:pt x="8771" y="219805"/>
                  </a:cubicBezTo>
                  <a:cubicBezTo>
                    <a:pt x="7673" y="219544"/>
                    <a:pt x="6575" y="219387"/>
                    <a:pt x="5477" y="219125"/>
                  </a:cubicBezTo>
                  <a:cubicBezTo>
                    <a:pt x="1660" y="218184"/>
                    <a:pt x="92" y="216354"/>
                    <a:pt x="39" y="212485"/>
                  </a:cubicBezTo>
                  <a:cubicBezTo>
                    <a:pt x="-13" y="205374"/>
                    <a:pt x="-13" y="198211"/>
                    <a:pt x="39" y="191100"/>
                  </a:cubicBezTo>
                  <a:cubicBezTo>
                    <a:pt x="92" y="187230"/>
                    <a:pt x="1660" y="185296"/>
                    <a:pt x="5477" y="184459"/>
                  </a:cubicBezTo>
                  <a:cubicBezTo>
                    <a:pt x="11281" y="183152"/>
                    <a:pt x="17085" y="181949"/>
                    <a:pt x="23464" y="180590"/>
                  </a:cubicBezTo>
                  <a:cubicBezTo>
                    <a:pt x="20065" y="175675"/>
                    <a:pt x="16980" y="171126"/>
                    <a:pt x="13843" y="166577"/>
                  </a:cubicBezTo>
                  <a:cubicBezTo>
                    <a:pt x="10549" y="161767"/>
                    <a:pt x="10706" y="159832"/>
                    <a:pt x="14836" y="155701"/>
                  </a:cubicBezTo>
                  <a:cubicBezTo>
                    <a:pt x="19699" y="150839"/>
                    <a:pt x="24562" y="145924"/>
                    <a:pt x="29477" y="141061"/>
                  </a:cubicBezTo>
                  <a:cubicBezTo>
                    <a:pt x="32875" y="137715"/>
                    <a:pt x="35019" y="137505"/>
                    <a:pt x="39045" y="140224"/>
                  </a:cubicBezTo>
                  <a:cubicBezTo>
                    <a:pt x="43803" y="143466"/>
                    <a:pt x="48509" y="146708"/>
                    <a:pt x="53790" y="150316"/>
                  </a:cubicBezTo>
                  <a:cubicBezTo>
                    <a:pt x="54941" y="144721"/>
                    <a:pt x="56143" y="139597"/>
                    <a:pt x="57084" y="134473"/>
                  </a:cubicBezTo>
                  <a:cubicBezTo>
                    <a:pt x="57921" y="129976"/>
                    <a:pt x="59437" y="126316"/>
                    <a:pt x="65032" y="126787"/>
                  </a:cubicBezTo>
                  <a:cubicBezTo>
                    <a:pt x="66078" y="113035"/>
                    <a:pt x="68901" y="100068"/>
                    <a:pt x="74548" y="87833"/>
                  </a:cubicBezTo>
                  <a:cubicBezTo>
                    <a:pt x="87358" y="59964"/>
                    <a:pt x="108116" y="40565"/>
                    <a:pt x="136822" y="29690"/>
                  </a:cubicBezTo>
                  <a:cubicBezTo>
                    <a:pt x="150992" y="24356"/>
                    <a:pt x="165684" y="22160"/>
                    <a:pt x="180743" y="23468"/>
                  </a:cubicBezTo>
                  <a:cubicBezTo>
                    <a:pt x="184246" y="23781"/>
                    <a:pt x="187017" y="22997"/>
                    <a:pt x="189736" y="20696"/>
                  </a:cubicBezTo>
                  <a:cubicBezTo>
                    <a:pt x="193449" y="17559"/>
                    <a:pt x="197475" y="14788"/>
                    <a:pt x="201344" y="11860"/>
                  </a:cubicBezTo>
                  <a:cubicBezTo>
                    <a:pt x="205998" y="8357"/>
                    <a:pt x="208769" y="8723"/>
                    <a:pt x="212220" y="13272"/>
                  </a:cubicBezTo>
                  <a:cubicBezTo>
                    <a:pt x="216089" y="18396"/>
                    <a:pt x="219958" y="23572"/>
                    <a:pt x="223827" y="28749"/>
                  </a:cubicBezTo>
                  <a:cubicBezTo>
                    <a:pt x="225501" y="30945"/>
                    <a:pt x="227435" y="32618"/>
                    <a:pt x="230363" y="31990"/>
                  </a:cubicBezTo>
                  <a:cubicBezTo>
                    <a:pt x="233448" y="31311"/>
                    <a:pt x="234703" y="29062"/>
                    <a:pt x="235121" y="26134"/>
                  </a:cubicBezTo>
                  <a:cubicBezTo>
                    <a:pt x="236063" y="19441"/>
                    <a:pt x="237004" y="12696"/>
                    <a:pt x="238102" y="6004"/>
                  </a:cubicBezTo>
                  <a:cubicBezTo>
                    <a:pt x="238886" y="1089"/>
                    <a:pt x="241291" y="-532"/>
                    <a:pt x="246154" y="148"/>
                  </a:cubicBezTo>
                  <a:cubicBezTo>
                    <a:pt x="256454" y="1612"/>
                    <a:pt x="266755" y="3076"/>
                    <a:pt x="277055" y="4487"/>
                  </a:cubicBezTo>
                  <a:cubicBezTo>
                    <a:pt x="282546" y="5272"/>
                    <a:pt x="284428" y="7677"/>
                    <a:pt x="283644" y="13324"/>
                  </a:cubicBezTo>
                  <a:cubicBezTo>
                    <a:pt x="282755" y="19703"/>
                    <a:pt x="281866" y="26082"/>
                    <a:pt x="280925" y="32461"/>
                  </a:cubicBezTo>
                  <a:cubicBezTo>
                    <a:pt x="280506" y="35389"/>
                    <a:pt x="280872" y="37951"/>
                    <a:pt x="283644" y="39520"/>
                  </a:cubicBezTo>
                  <a:cubicBezTo>
                    <a:pt x="286415" y="41141"/>
                    <a:pt x="288820" y="39990"/>
                    <a:pt x="291121" y="38265"/>
                  </a:cubicBezTo>
                  <a:cubicBezTo>
                    <a:pt x="296349" y="34291"/>
                    <a:pt x="301578" y="30369"/>
                    <a:pt x="306859" y="26448"/>
                  </a:cubicBezTo>
                  <a:cubicBezTo>
                    <a:pt x="310937" y="23415"/>
                    <a:pt x="313918" y="23834"/>
                    <a:pt x="317003" y="27964"/>
                  </a:cubicBezTo>
                  <a:cubicBezTo>
                    <a:pt x="323329" y="36330"/>
                    <a:pt x="329656" y="44748"/>
                    <a:pt x="335931" y="53219"/>
                  </a:cubicBezTo>
                  <a:cubicBezTo>
                    <a:pt x="339120" y="57506"/>
                    <a:pt x="338702" y="60225"/>
                    <a:pt x="334310" y="63572"/>
                  </a:cubicBezTo>
                  <a:cubicBezTo>
                    <a:pt x="329186" y="67493"/>
                    <a:pt x="324009" y="71310"/>
                    <a:pt x="318833" y="75179"/>
                  </a:cubicBezTo>
                  <a:cubicBezTo>
                    <a:pt x="316375" y="77009"/>
                    <a:pt x="314702" y="79153"/>
                    <a:pt x="315643" y="82395"/>
                  </a:cubicBezTo>
                  <a:cubicBezTo>
                    <a:pt x="316532" y="85480"/>
                    <a:pt x="318990" y="86369"/>
                    <a:pt x="321865" y="86735"/>
                  </a:cubicBezTo>
                  <a:cubicBezTo>
                    <a:pt x="328244" y="87571"/>
                    <a:pt x="334623" y="88617"/>
                    <a:pt x="341002" y="89401"/>
                  </a:cubicBezTo>
                  <a:cubicBezTo>
                    <a:pt x="343931" y="89767"/>
                    <a:pt x="345970" y="91231"/>
                    <a:pt x="347591" y="93480"/>
                  </a:cubicBezTo>
                  <a:cubicBezTo>
                    <a:pt x="347591" y="95258"/>
                    <a:pt x="347591" y="96826"/>
                    <a:pt x="347591" y="98395"/>
                  </a:cubicBezTo>
                  <a:close/>
                  <a:moveTo>
                    <a:pt x="332009" y="123283"/>
                  </a:moveTo>
                  <a:cubicBezTo>
                    <a:pt x="333107" y="115545"/>
                    <a:pt x="334205" y="108120"/>
                    <a:pt x="335303" y="100539"/>
                  </a:cubicBezTo>
                  <a:cubicBezTo>
                    <a:pt x="333369" y="100225"/>
                    <a:pt x="331800" y="99963"/>
                    <a:pt x="330284" y="99754"/>
                  </a:cubicBezTo>
                  <a:cubicBezTo>
                    <a:pt x="326048" y="99075"/>
                    <a:pt x="321761" y="98604"/>
                    <a:pt x="317578" y="97767"/>
                  </a:cubicBezTo>
                  <a:cubicBezTo>
                    <a:pt x="310728" y="96408"/>
                    <a:pt x="306232" y="92068"/>
                    <a:pt x="304454" y="85480"/>
                  </a:cubicBezTo>
                  <a:cubicBezTo>
                    <a:pt x="302624" y="78735"/>
                    <a:pt x="304402" y="72617"/>
                    <a:pt x="309839" y="68016"/>
                  </a:cubicBezTo>
                  <a:cubicBezTo>
                    <a:pt x="314388" y="64199"/>
                    <a:pt x="319251" y="60696"/>
                    <a:pt x="324166" y="56931"/>
                  </a:cubicBezTo>
                  <a:cubicBezTo>
                    <a:pt x="319460" y="50709"/>
                    <a:pt x="314964" y="44696"/>
                    <a:pt x="310415" y="38631"/>
                  </a:cubicBezTo>
                  <a:cubicBezTo>
                    <a:pt x="305186" y="42448"/>
                    <a:pt x="300375" y="46265"/>
                    <a:pt x="295251" y="49559"/>
                  </a:cubicBezTo>
                  <a:cubicBezTo>
                    <a:pt x="287356" y="54578"/>
                    <a:pt x="277108" y="52016"/>
                    <a:pt x="271984" y="44225"/>
                  </a:cubicBezTo>
                  <a:cubicBezTo>
                    <a:pt x="268794" y="39415"/>
                    <a:pt x="269003" y="34186"/>
                    <a:pt x="269788" y="28853"/>
                  </a:cubicBezTo>
                  <a:cubicBezTo>
                    <a:pt x="270415" y="24513"/>
                    <a:pt x="271042" y="20226"/>
                    <a:pt x="271670" y="15677"/>
                  </a:cubicBezTo>
                  <a:cubicBezTo>
                    <a:pt x="267644" y="15102"/>
                    <a:pt x="263984" y="14579"/>
                    <a:pt x="260271" y="14056"/>
                  </a:cubicBezTo>
                  <a:cubicBezTo>
                    <a:pt x="256507" y="13533"/>
                    <a:pt x="252794" y="13010"/>
                    <a:pt x="248873" y="12487"/>
                  </a:cubicBezTo>
                  <a:cubicBezTo>
                    <a:pt x="248036" y="18239"/>
                    <a:pt x="247670" y="23572"/>
                    <a:pt x="246363" y="28644"/>
                  </a:cubicBezTo>
                  <a:cubicBezTo>
                    <a:pt x="245422" y="32199"/>
                    <a:pt x="243853" y="36069"/>
                    <a:pt x="241396" y="38735"/>
                  </a:cubicBezTo>
                  <a:cubicBezTo>
                    <a:pt x="233971" y="46683"/>
                    <a:pt x="222154" y="45480"/>
                    <a:pt x="215148" y="36539"/>
                  </a:cubicBezTo>
                  <a:cubicBezTo>
                    <a:pt x="211854" y="32304"/>
                    <a:pt x="208664" y="27964"/>
                    <a:pt x="205370" y="23572"/>
                  </a:cubicBezTo>
                  <a:cubicBezTo>
                    <a:pt x="199043" y="28330"/>
                    <a:pt x="193030" y="32827"/>
                    <a:pt x="186965" y="37376"/>
                  </a:cubicBezTo>
                  <a:cubicBezTo>
                    <a:pt x="190521" y="42186"/>
                    <a:pt x="193867" y="46422"/>
                    <a:pt x="197004" y="50866"/>
                  </a:cubicBezTo>
                  <a:cubicBezTo>
                    <a:pt x="201396" y="57088"/>
                    <a:pt x="201867" y="63781"/>
                    <a:pt x="197893" y="70264"/>
                  </a:cubicBezTo>
                  <a:cubicBezTo>
                    <a:pt x="193919" y="76748"/>
                    <a:pt x="187749" y="79310"/>
                    <a:pt x="180168" y="78264"/>
                  </a:cubicBezTo>
                  <a:cubicBezTo>
                    <a:pt x="174939" y="77532"/>
                    <a:pt x="169658" y="76800"/>
                    <a:pt x="164063" y="76016"/>
                  </a:cubicBezTo>
                  <a:cubicBezTo>
                    <a:pt x="162965" y="83650"/>
                    <a:pt x="161920" y="91075"/>
                    <a:pt x="160822" y="98761"/>
                  </a:cubicBezTo>
                  <a:cubicBezTo>
                    <a:pt x="166259" y="99545"/>
                    <a:pt x="171384" y="100329"/>
                    <a:pt x="176508" y="101061"/>
                  </a:cubicBezTo>
                  <a:cubicBezTo>
                    <a:pt x="180638" y="101637"/>
                    <a:pt x="184351" y="103205"/>
                    <a:pt x="187331" y="106186"/>
                  </a:cubicBezTo>
                  <a:cubicBezTo>
                    <a:pt x="194338" y="113297"/>
                    <a:pt x="194076" y="124643"/>
                    <a:pt x="186442" y="131231"/>
                  </a:cubicBezTo>
                  <a:cubicBezTo>
                    <a:pt x="181946" y="135100"/>
                    <a:pt x="177031" y="138551"/>
                    <a:pt x="172063" y="142368"/>
                  </a:cubicBezTo>
                  <a:cubicBezTo>
                    <a:pt x="176717" y="148538"/>
                    <a:pt x="181214" y="154551"/>
                    <a:pt x="185867" y="160721"/>
                  </a:cubicBezTo>
                  <a:cubicBezTo>
                    <a:pt x="190311" y="157427"/>
                    <a:pt x="194494" y="154290"/>
                    <a:pt x="198625" y="151205"/>
                  </a:cubicBezTo>
                  <a:cubicBezTo>
                    <a:pt x="202913" y="148015"/>
                    <a:pt x="207618" y="146447"/>
                    <a:pt x="212952" y="147545"/>
                  </a:cubicBezTo>
                  <a:cubicBezTo>
                    <a:pt x="222834" y="149584"/>
                    <a:pt x="228272" y="158054"/>
                    <a:pt x="226651" y="168721"/>
                  </a:cubicBezTo>
                  <a:cubicBezTo>
                    <a:pt x="225919" y="173583"/>
                    <a:pt x="225239" y="178498"/>
                    <a:pt x="224507" y="183623"/>
                  </a:cubicBezTo>
                  <a:cubicBezTo>
                    <a:pt x="232298" y="184721"/>
                    <a:pt x="239618" y="185766"/>
                    <a:pt x="247252" y="186864"/>
                  </a:cubicBezTo>
                  <a:cubicBezTo>
                    <a:pt x="247932" y="181792"/>
                    <a:pt x="248664" y="177139"/>
                    <a:pt x="249239" y="172433"/>
                  </a:cubicBezTo>
                  <a:cubicBezTo>
                    <a:pt x="250337" y="163753"/>
                    <a:pt x="254834" y="158002"/>
                    <a:pt x="262206" y="155963"/>
                  </a:cubicBezTo>
                  <a:cubicBezTo>
                    <a:pt x="269578" y="153924"/>
                    <a:pt x="276271" y="156590"/>
                    <a:pt x="281657" y="163649"/>
                  </a:cubicBezTo>
                  <a:cubicBezTo>
                    <a:pt x="284637" y="167623"/>
                    <a:pt x="287617" y="171597"/>
                    <a:pt x="290755" y="175727"/>
                  </a:cubicBezTo>
                  <a:cubicBezTo>
                    <a:pt x="296977" y="171021"/>
                    <a:pt x="303042" y="166525"/>
                    <a:pt x="309212" y="161871"/>
                  </a:cubicBezTo>
                  <a:cubicBezTo>
                    <a:pt x="305866" y="157427"/>
                    <a:pt x="302624" y="153192"/>
                    <a:pt x="299539" y="148904"/>
                  </a:cubicBezTo>
                  <a:cubicBezTo>
                    <a:pt x="294885" y="142473"/>
                    <a:pt x="294467" y="135048"/>
                    <a:pt x="298284" y="128878"/>
                  </a:cubicBezTo>
                  <a:cubicBezTo>
                    <a:pt x="302101" y="122708"/>
                    <a:pt x="309055" y="119780"/>
                    <a:pt x="316794" y="120983"/>
                  </a:cubicBezTo>
                  <a:cubicBezTo>
                    <a:pt x="321604" y="121872"/>
                    <a:pt x="326519" y="122499"/>
                    <a:pt x="332009" y="123283"/>
                  </a:cubicBezTo>
                  <a:close/>
                  <a:moveTo>
                    <a:pt x="66078" y="149375"/>
                  </a:moveTo>
                  <a:cubicBezTo>
                    <a:pt x="65816" y="150107"/>
                    <a:pt x="65607" y="150473"/>
                    <a:pt x="65502" y="150943"/>
                  </a:cubicBezTo>
                  <a:cubicBezTo>
                    <a:pt x="62365" y="162446"/>
                    <a:pt x="54784" y="165218"/>
                    <a:pt x="44901" y="158473"/>
                  </a:cubicBezTo>
                  <a:cubicBezTo>
                    <a:pt x="41660" y="156276"/>
                    <a:pt x="38470" y="154028"/>
                    <a:pt x="35647" y="152146"/>
                  </a:cubicBezTo>
                  <a:cubicBezTo>
                    <a:pt x="31882" y="155806"/>
                    <a:pt x="28483" y="159100"/>
                    <a:pt x="24876" y="162551"/>
                  </a:cubicBezTo>
                  <a:cubicBezTo>
                    <a:pt x="27385" y="166211"/>
                    <a:pt x="30000" y="169923"/>
                    <a:pt x="32457" y="173688"/>
                  </a:cubicBezTo>
                  <a:cubicBezTo>
                    <a:pt x="37634" y="181583"/>
                    <a:pt x="34287" y="190106"/>
                    <a:pt x="25085" y="192250"/>
                  </a:cubicBezTo>
                  <a:cubicBezTo>
                    <a:pt x="20588" y="193296"/>
                    <a:pt x="16091" y="194237"/>
                    <a:pt x="11647" y="195178"/>
                  </a:cubicBezTo>
                  <a:cubicBezTo>
                    <a:pt x="11647" y="199936"/>
                    <a:pt x="11647" y="204380"/>
                    <a:pt x="11647" y="208929"/>
                  </a:cubicBezTo>
                  <a:cubicBezTo>
                    <a:pt x="15725" y="209766"/>
                    <a:pt x="19595" y="210550"/>
                    <a:pt x="23464" y="211387"/>
                  </a:cubicBezTo>
                  <a:cubicBezTo>
                    <a:pt x="34862" y="213897"/>
                    <a:pt x="38156" y="222210"/>
                    <a:pt x="31568" y="231779"/>
                  </a:cubicBezTo>
                  <a:cubicBezTo>
                    <a:pt x="29268" y="235073"/>
                    <a:pt x="27019" y="238419"/>
                    <a:pt x="25032" y="241295"/>
                  </a:cubicBezTo>
                  <a:cubicBezTo>
                    <a:pt x="28692" y="245112"/>
                    <a:pt x="31987" y="248511"/>
                    <a:pt x="35385" y="252066"/>
                  </a:cubicBezTo>
                  <a:cubicBezTo>
                    <a:pt x="39098" y="249556"/>
                    <a:pt x="42758" y="246942"/>
                    <a:pt x="46522" y="244485"/>
                  </a:cubicBezTo>
                  <a:cubicBezTo>
                    <a:pt x="54418" y="239308"/>
                    <a:pt x="62993" y="242707"/>
                    <a:pt x="65136" y="251805"/>
                  </a:cubicBezTo>
                  <a:cubicBezTo>
                    <a:pt x="66182" y="256301"/>
                    <a:pt x="67071" y="260798"/>
                    <a:pt x="68065" y="265295"/>
                  </a:cubicBezTo>
                  <a:cubicBezTo>
                    <a:pt x="72770" y="265295"/>
                    <a:pt x="77267" y="265295"/>
                    <a:pt x="81764" y="265295"/>
                  </a:cubicBezTo>
                  <a:cubicBezTo>
                    <a:pt x="82705" y="260903"/>
                    <a:pt x="83541" y="256720"/>
                    <a:pt x="84483" y="252537"/>
                  </a:cubicBezTo>
                  <a:cubicBezTo>
                    <a:pt x="86836" y="242236"/>
                    <a:pt x="95254" y="238994"/>
                    <a:pt x="103986" y="244903"/>
                  </a:cubicBezTo>
                  <a:cubicBezTo>
                    <a:pt x="107489" y="247308"/>
                    <a:pt x="110992" y="249713"/>
                    <a:pt x="114809" y="252328"/>
                  </a:cubicBezTo>
                  <a:cubicBezTo>
                    <a:pt x="118260" y="248772"/>
                    <a:pt x="121293" y="245269"/>
                    <a:pt x="124744" y="242184"/>
                  </a:cubicBezTo>
                  <a:cubicBezTo>
                    <a:pt x="126731" y="240354"/>
                    <a:pt x="126678" y="238942"/>
                    <a:pt x="125632" y="236694"/>
                  </a:cubicBezTo>
                  <a:cubicBezTo>
                    <a:pt x="121502" y="227648"/>
                    <a:pt x="112613" y="223884"/>
                    <a:pt x="105554" y="218080"/>
                  </a:cubicBezTo>
                  <a:cubicBezTo>
                    <a:pt x="95254" y="235491"/>
                    <a:pt x="78313" y="238733"/>
                    <a:pt x="66182" y="235648"/>
                  </a:cubicBezTo>
                  <a:cubicBezTo>
                    <a:pt x="51960" y="231988"/>
                    <a:pt x="40928" y="219805"/>
                    <a:pt x="40352" y="204746"/>
                  </a:cubicBezTo>
                  <a:cubicBezTo>
                    <a:pt x="39516" y="184041"/>
                    <a:pt x="50914" y="172172"/>
                    <a:pt x="70313" y="167414"/>
                  </a:cubicBezTo>
                  <a:cubicBezTo>
                    <a:pt x="68901" y="161348"/>
                    <a:pt x="67542" y="155544"/>
                    <a:pt x="66078" y="149375"/>
                  </a:cubicBezTo>
                  <a:close/>
                  <a:moveTo>
                    <a:pt x="76587" y="224877"/>
                  </a:moveTo>
                  <a:cubicBezTo>
                    <a:pt x="83907" y="224668"/>
                    <a:pt x="90862" y="220589"/>
                    <a:pt x="95411" y="212276"/>
                  </a:cubicBezTo>
                  <a:cubicBezTo>
                    <a:pt x="96456" y="210341"/>
                    <a:pt x="96195" y="209139"/>
                    <a:pt x="94731" y="207622"/>
                  </a:cubicBezTo>
                  <a:cubicBezTo>
                    <a:pt x="87672" y="200250"/>
                    <a:pt x="81816" y="191936"/>
                    <a:pt x="77215" y="182838"/>
                  </a:cubicBezTo>
                  <a:cubicBezTo>
                    <a:pt x="75071" y="178551"/>
                    <a:pt x="74705" y="178446"/>
                    <a:pt x="69842" y="179544"/>
                  </a:cubicBezTo>
                  <a:cubicBezTo>
                    <a:pt x="58391" y="182263"/>
                    <a:pt x="50914" y="192668"/>
                    <a:pt x="52065" y="204119"/>
                  </a:cubicBezTo>
                  <a:cubicBezTo>
                    <a:pt x="53267" y="215988"/>
                    <a:pt x="62574" y="224511"/>
                    <a:pt x="76587" y="224877"/>
                  </a:cubicBezTo>
                  <a:close/>
                  <a:moveTo>
                    <a:pt x="151410" y="317477"/>
                  </a:moveTo>
                  <a:cubicBezTo>
                    <a:pt x="151410" y="319046"/>
                    <a:pt x="151410" y="320248"/>
                    <a:pt x="151410" y="321503"/>
                  </a:cubicBezTo>
                  <a:cubicBezTo>
                    <a:pt x="151462" y="330078"/>
                    <a:pt x="156063" y="334627"/>
                    <a:pt x="164639" y="334680"/>
                  </a:cubicBezTo>
                  <a:cubicBezTo>
                    <a:pt x="169135" y="334680"/>
                    <a:pt x="173684" y="334680"/>
                    <a:pt x="178181" y="334680"/>
                  </a:cubicBezTo>
                  <a:cubicBezTo>
                    <a:pt x="181109" y="334680"/>
                    <a:pt x="184089" y="334836"/>
                    <a:pt x="186965" y="334575"/>
                  </a:cubicBezTo>
                  <a:cubicBezTo>
                    <a:pt x="194860" y="333843"/>
                    <a:pt x="198886" y="327046"/>
                    <a:pt x="197109" y="317477"/>
                  </a:cubicBezTo>
                  <a:cubicBezTo>
                    <a:pt x="182102" y="317477"/>
                    <a:pt x="166991" y="317477"/>
                    <a:pt x="151410" y="317477"/>
                  </a:cubicBezTo>
                  <a:close/>
                  <a:moveTo>
                    <a:pt x="197475" y="294575"/>
                  </a:moveTo>
                  <a:cubicBezTo>
                    <a:pt x="181946" y="294575"/>
                    <a:pt x="166782" y="294575"/>
                    <a:pt x="151671" y="294575"/>
                  </a:cubicBezTo>
                  <a:cubicBezTo>
                    <a:pt x="151671" y="298445"/>
                    <a:pt x="151671" y="302000"/>
                    <a:pt x="151671" y="305556"/>
                  </a:cubicBezTo>
                  <a:cubicBezTo>
                    <a:pt x="167096" y="305556"/>
                    <a:pt x="182259" y="305556"/>
                    <a:pt x="197475" y="305556"/>
                  </a:cubicBezTo>
                  <a:cubicBezTo>
                    <a:pt x="197475" y="301739"/>
                    <a:pt x="197475" y="298288"/>
                    <a:pt x="197475" y="294575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054" name="Google Shape;1054;p9"/>
            <p:cNvSpPr/>
            <p:nvPr/>
          </p:nvSpPr>
          <p:spPr bwMode="auto">
            <a:xfrm>
              <a:off x="655839" y="6333677"/>
              <a:ext cx="22901" cy="49097"/>
            </a:xfrm>
            <a:custGeom>
              <a:avLst/>
              <a:gdLst/>
              <a:ahLst/>
              <a:cxnLst/>
              <a:rect l="l" t="t" r="r" b="b"/>
              <a:pathLst>
                <a:path w="22901" h="49097" fill="norm" stroke="1" extrusionOk="0">
                  <a:moveTo>
                    <a:pt x="11085" y="52"/>
                  </a:moveTo>
                  <a:cubicBezTo>
                    <a:pt x="15006" y="15320"/>
                    <a:pt x="18876" y="30588"/>
                    <a:pt x="22902" y="46169"/>
                  </a:cubicBezTo>
                  <a:cubicBezTo>
                    <a:pt x="19189" y="47163"/>
                    <a:pt x="15738" y="48052"/>
                    <a:pt x="11765" y="49097"/>
                  </a:cubicBezTo>
                  <a:cubicBezTo>
                    <a:pt x="7843" y="33725"/>
                    <a:pt x="3922" y="18510"/>
                    <a:pt x="0" y="3190"/>
                  </a:cubicBezTo>
                  <a:cubicBezTo>
                    <a:pt x="3399" y="2091"/>
                    <a:pt x="6536" y="1046"/>
                    <a:pt x="9725" y="0"/>
                  </a:cubicBezTo>
                  <a:cubicBezTo>
                    <a:pt x="10144" y="52"/>
                    <a:pt x="10614" y="52"/>
                    <a:pt x="11085" y="52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055" name="Google Shape;1055;p9"/>
            <p:cNvSpPr/>
            <p:nvPr/>
          </p:nvSpPr>
          <p:spPr bwMode="auto">
            <a:xfrm>
              <a:off x="684819" y="6399349"/>
              <a:ext cx="86206" cy="177984"/>
            </a:xfrm>
            <a:custGeom>
              <a:avLst/>
              <a:gdLst/>
              <a:ahLst/>
              <a:cxnLst/>
              <a:rect l="l" t="t" r="r" b="b"/>
              <a:pathLst>
                <a:path w="86206" h="177984" fill="norm" stroke="1" extrusionOk="0">
                  <a:moveTo>
                    <a:pt x="86207" y="177985"/>
                  </a:moveTo>
                  <a:cubicBezTo>
                    <a:pt x="82442" y="177985"/>
                    <a:pt x="78834" y="177985"/>
                    <a:pt x="74965" y="177985"/>
                  </a:cubicBezTo>
                  <a:cubicBezTo>
                    <a:pt x="74704" y="175789"/>
                    <a:pt x="74547" y="173540"/>
                    <a:pt x="74129" y="171344"/>
                  </a:cubicBezTo>
                  <a:cubicBezTo>
                    <a:pt x="71410" y="158482"/>
                    <a:pt x="64037" y="149279"/>
                    <a:pt x="51959" y="144155"/>
                  </a:cubicBezTo>
                  <a:cubicBezTo>
                    <a:pt x="40142" y="139136"/>
                    <a:pt x="29685" y="132286"/>
                    <a:pt x="20900" y="122874"/>
                  </a:cubicBezTo>
                  <a:cubicBezTo>
                    <a:pt x="-9217" y="90666"/>
                    <a:pt x="-6446" y="36915"/>
                    <a:pt x="27018" y="8209"/>
                  </a:cubicBezTo>
                  <a:cubicBezTo>
                    <a:pt x="30260" y="5438"/>
                    <a:pt x="33763" y="2876"/>
                    <a:pt x="37423" y="0"/>
                  </a:cubicBezTo>
                  <a:cubicBezTo>
                    <a:pt x="39567" y="3399"/>
                    <a:pt x="41554" y="6484"/>
                    <a:pt x="43645" y="9778"/>
                  </a:cubicBezTo>
                  <a:cubicBezTo>
                    <a:pt x="41345" y="11555"/>
                    <a:pt x="39149" y="13072"/>
                    <a:pt x="37109" y="14797"/>
                  </a:cubicBezTo>
                  <a:cubicBezTo>
                    <a:pt x="-2890" y="47424"/>
                    <a:pt x="5267" y="110430"/>
                    <a:pt x="52273" y="131502"/>
                  </a:cubicBezTo>
                  <a:cubicBezTo>
                    <a:pt x="61893" y="135842"/>
                    <a:pt x="70835" y="140861"/>
                    <a:pt x="77109" y="149645"/>
                  </a:cubicBezTo>
                  <a:cubicBezTo>
                    <a:pt x="83070" y="158116"/>
                    <a:pt x="86207" y="167475"/>
                    <a:pt x="86207" y="177985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056" name="Google Shape;1056;p9"/>
            <p:cNvSpPr/>
            <p:nvPr/>
          </p:nvSpPr>
          <p:spPr bwMode="auto">
            <a:xfrm>
              <a:off x="606323" y="6365153"/>
              <a:ext cx="47058" cy="38221"/>
            </a:xfrm>
            <a:custGeom>
              <a:avLst/>
              <a:gdLst/>
              <a:ahLst/>
              <a:cxnLst/>
              <a:rect l="l" t="t" r="r" b="b"/>
              <a:pathLst>
                <a:path w="47058" h="38221" fill="norm" stroke="1" extrusionOk="0">
                  <a:moveTo>
                    <a:pt x="0" y="9359"/>
                  </a:moveTo>
                  <a:cubicBezTo>
                    <a:pt x="2353" y="6118"/>
                    <a:pt x="4392" y="3242"/>
                    <a:pt x="6693" y="0"/>
                  </a:cubicBezTo>
                  <a:cubicBezTo>
                    <a:pt x="20183" y="9621"/>
                    <a:pt x="33516" y="19137"/>
                    <a:pt x="47058" y="28810"/>
                  </a:cubicBezTo>
                  <a:cubicBezTo>
                    <a:pt x="44810" y="31947"/>
                    <a:pt x="42771" y="34875"/>
                    <a:pt x="40366" y="38222"/>
                  </a:cubicBezTo>
                  <a:cubicBezTo>
                    <a:pt x="26928" y="28601"/>
                    <a:pt x="13595" y="19085"/>
                    <a:pt x="0" y="9359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057" name="Google Shape;1057;p9"/>
            <p:cNvSpPr/>
            <p:nvPr/>
          </p:nvSpPr>
          <p:spPr bwMode="auto">
            <a:xfrm>
              <a:off x="596755" y="6421937"/>
              <a:ext cx="48888" cy="22692"/>
            </a:xfrm>
            <a:custGeom>
              <a:avLst/>
              <a:gdLst/>
              <a:ahLst/>
              <a:cxnLst/>
              <a:rect l="l" t="t" r="r" b="b"/>
              <a:pathLst>
                <a:path w="48888" h="22692" fill="norm" stroke="1" extrusionOk="0">
                  <a:moveTo>
                    <a:pt x="0" y="11503"/>
                  </a:moveTo>
                  <a:cubicBezTo>
                    <a:pt x="15582" y="7582"/>
                    <a:pt x="30692" y="3817"/>
                    <a:pt x="46117" y="0"/>
                  </a:cubicBezTo>
                  <a:cubicBezTo>
                    <a:pt x="47058" y="3765"/>
                    <a:pt x="47947" y="7320"/>
                    <a:pt x="48888" y="11189"/>
                  </a:cubicBezTo>
                  <a:cubicBezTo>
                    <a:pt x="33464" y="15059"/>
                    <a:pt x="18405" y="18823"/>
                    <a:pt x="2823" y="22693"/>
                  </a:cubicBezTo>
                  <a:cubicBezTo>
                    <a:pt x="1882" y="18980"/>
                    <a:pt x="993" y="15477"/>
                    <a:pt x="0" y="11503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058" name="Google Shape;1058;p9"/>
            <p:cNvSpPr/>
            <p:nvPr/>
          </p:nvSpPr>
          <p:spPr bwMode="auto">
            <a:xfrm>
              <a:off x="865614" y="6578850"/>
              <a:ext cx="41986" cy="37698"/>
            </a:xfrm>
            <a:custGeom>
              <a:avLst/>
              <a:gdLst/>
              <a:ahLst/>
              <a:cxnLst/>
              <a:rect l="l" t="t" r="r" b="b"/>
              <a:pathLst>
                <a:path w="41986" h="37698" fill="norm" stroke="1" extrusionOk="0">
                  <a:moveTo>
                    <a:pt x="34562" y="37699"/>
                  </a:moveTo>
                  <a:cubicBezTo>
                    <a:pt x="22902" y="27974"/>
                    <a:pt x="11555" y="18510"/>
                    <a:pt x="0" y="8889"/>
                  </a:cubicBezTo>
                  <a:cubicBezTo>
                    <a:pt x="2510" y="5856"/>
                    <a:pt x="4863" y="2980"/>
                    <a:pt x="7372" y="0"/>
                  </a:cubicBezTo>
                  <a:cubicBezTo>
                    <a:pt x="18928" y="9621"/>
                    <a:pt x="30274" y="19085"/>
                    <a:pt x="41986" y="28810"/>
                  </a:cubicBezTo>
                  <a:cubicBezTo>
                    <a:pt x="39529" y="31790"/>
                    <a:pt x="37176" y="34562"/>
                    <a:pt x="34562" y="37699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059" name="Google Shape;1059;p9"/>
            <p:cNvSpPr/>
            <p:nvPr/>
          </p:nvSpPr>
          <p:spPr bwMode="auto">
            <a:xfrm>
              <a:off x="840726" y="6595006"/>
              <a:ext cx="10927" cy="40104"/>
            </a:xfrm>
            <a:custGeom>
              <a:avLst/>
              <a:gdLst/>
              <a:ahLst/>
              <a:cxnLst/>
              <a:rect l="l" t="t" r="r" b="b"/>
              <a:pathLst>
                <a:path w="10927" h="40104" fill="norm" stroke="1" extrusionOk="0">
                  <a:moveTo>
                    <a:pt x="10928" y="40104"/>
                  </a:moveTo>
                  <a:cubicBezTo>
                    <a:pt x="7216" y="40104"/>
                    <a:pt x="3712" y="40104"/>
                    <a:pt x="0" y="40104"/>
                  </a:cubicBezTo>
                  <a:cubicBezTo>
                    <a:pt x="0" y="26719"/>
                    <a:pt x="0" y="13438"/>
                    <a:pt x="0" y="0"/>
                  </a:cubicBezTo>
                  <a:cubicBezTo>
                    <a:pt x="3660" y="0"/>
                    <a:pt x="7163" y="0"/>
                    <a:pt x="10928" y="0"/>
                  </a:cubicBezTo>
                  <a:cubicBezTo>
                    <a:pt x="10928" y="13281"/>
                    <a:pt x="10928" y="26562"/>
                    <a:pt x="10928" y="40104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060" name="Google Shape;1060;p9"/>
            <p:cNvSpPr/>
            <p:nvPr/>
          </p:nvSpPr>
          <p:spPr bwMode="auto">
            <a:xfrm>
              <a:off x="875287" y="6548942"/>
              <a:ext cx="39947" cy="11032"/>
            </a:xfrm>
            <a:custGeom>
              <a:avLst/>
              <a:gdLst/>
              <a:ahLst/>
              <a:cxnLst/>
              <a:rect l="l" t="t" r="r" b="b"/>
              <a:pathLst>
                <a:path w="39947" h="11032" fill="norm" stroke="1" extrusionOk="0">
                  <a:moveTo>
                    <a:pt x="0" y="11033"/>
                  </a:moveTo>
                  <a:cubicBezTo>
                    <a:pt x="0" y="7320"/>
                    <a:pt x="0" y="3765"/>
                    <a:pt x="0" y="0"/>
                  </a:cubicBezTo>
                  <a:cubicBezTo>
                    <a:pt x="13385" y="0"/>
                    <a:pt x="26562" y="0"/>
                    <a:pt x="39947" y="0"/>
                  </a:cubicBezTo>
                  <a:cubicBezTo>
                    <a:pt x="39947" y="3608"/>
                    <a:pt x="39947" y="7216"/>
                    <a:pt x="39947" y="11033"/>
                  </a:cubicBezTo>
                  <a:cubicBezTo>
                    <a:pt x="26719" y="11033"/>
                    <a:pt x="13438" y="11033"/>
                    <a:pt x="0" y="11033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061" name="Google Shape;1061;p9"/>
            <p:cNvSpPr/>
            <p:nvPr/>
          </p:nvSpPr>
          <p:spPr bwMode="auto">
            <a:xfrm>
              <a:off x="759942" y="6589150"/>
              <a:ext cx="11032" cy="16993"/>
            </a:xfrm>
            <a:custGeom>
              <a:avLst/>
              <a:gdLst/>
              <a:ahLst/>
              <a:cxnLst/>
              <a:rect l="l" t="t" r="r" b="b"/>
              <a:pathLst>
                <a:path w="11032" h="16993" fill="norm" stroke="1" extrusionOk="0">
                  <a:moveTo>
                    <a:pt x="0" y="0"/>
                  </a:moveTo>
                  <a:cubicBezTo>
                    <a:pt x="3817" y="0"/>
                    <a:pt x="7268" y="0"/>
                    <a:pt x="11033" y="0"/>
                  </a:cubicBezTo>
                  <a:cubicBezTo>
                    <a:pt x="11033" y="5647"/>
                    <a:pt x="11033" y="11189"/>
                    <a:pt x="11033" y="16993"/>
                  </a:cubicBezTo>
                  <a:cubicBezTo>
                    <a:pt x="7320" y="16993"/>
                    <a:pt x="3765" y="16993"/>
                    <a:pt x="0" y="16993"/>
                  </a:cubicBezTo>
                  <a:cubicBezTo>
                    <a:pt x="0" y="11294"/>
                    <a:pt x="0" y="5804"/>
                    <a:pt x="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062" name="Google Shape;1062;p9"/>
            <p:cNvSpPr/>
            <p:nvPr/>
          </p:nvSpPr>
          <p:spPr bwMode="auto">
            <a:xfrm>
              <a:off x="792726" y="6388682"/>
              <a:ext cx="92286" cy="92286"/>
            </a:xfrm>
            <a:custGeom>
              <a:avLst/>
              <a:gdLst/>
              <a:ahLst/>
              <a:cxnLst/>
              <a:rect l="l" t="t" r="r" b="b"/>
              <a:pathLst>
                <a:path w="92286" h="92286" fill="norm" stroke="1" extrusionOk="0">
                  <a:moveTo>
                    <a:pt x="0" y="46117"/>
                  </a:moveTo>
                  <a:cubicBezTo>
                    <a:pt x="52" y="20706"/>
                    <a:pt x="20810" y="-52"/>
                    <a:pt x="46274" y="0"/>
                  </a:cubicBezTo>
                  <a:cubicBezTo>
                    <a:pt x="71738" y="52"/>
                    <a:pt x="92339" y="20758"/>
                    <a:pt x="92286" y="46274"/>
                  </a:cubicBezTo>
                  <a:cubicBezTo>
                    <a:pt x="92234" y="71633"/>
                    <a:pt x="71633" y="92182"/>
                    <a:pt x="46274" y="92287"/>
                  </a:cubicBezTo>
                  <a:cubicBezTo>
                    <a:pt x="20915" y="92391"/>
                    <a:pt x="0" y="71476"/>
                    <a:pt x="0" y="46117"/>
                  </a:cubicBezTo>
                  <a:close/>
                  <a:moveTo>
                    <a:pt x="80731" y="46274"/>
                  </a:moveTo>
                  <a:cubicBezTo>
                    <a:pt x="80783" y="27242"/>
                    <a:pt x="65359" y="11660"/>
                    <a:pt x="46431" y="11556"/>
                  </a:cubicBezTo>
                  <a:cubicBezTo>
                    <a:pt x="27398" y="11451"/>
                    <a:pt x="11555" y="27189"/>
                    <a:pt x="11555" y="46169"/>
                  </a:cubicBezTo>
                  <a:cubicBezTo>
                    <a:pt x="11608" y="64941"/>
                    <a:pt x="27346" y="80731"/>
                    <a:pt x="46117" y="80783"/>
                  </a:cubicBezTo>
                  <a:cubicBezTo>
                    <a:pt x="64940" y="80836"/>
                    <a:pt x="80679" y="65097"/>
                    <a:pt x="80731" y="46274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</p:grpSp>
      <p:grpSp>
        <p:nvGrpSpPr>
          <p:cNvPr id="119094525" name="Google Shape;1063;p9"/>
          <p:cNvGrpSpPr/>
          <p:nvPr/>
        </p:nvGrpSpPr>
        <p:grpSpPr bwMode="auto">
          <a:xfrm>
            <a:off x="4512595" y="6338111"/>
            <a:ext cx="346984" cy="353720"/>
            <a:chOff x="2499198" y="6329527"/>
            <a:chExt cx="346984" cy="353720"/>
          </a:xfrm>
        </p:grpSpPr>
        <p:sp>
          <p:nvSpPr>
            <p:cNvPr id="1064" name="Google Shape;1064;p9"/>
            <p:cNvSpPr/>
            <p:nvPr/>
          </p:nvSpPr>
          <p:spPr bwMode="auto">
            <a:xfrm>
              <a:off x="2510141" y="6329527"/>
              <a:ext cx="325277" cy="353720"/>
            </a:xfrm>
            <a:custGeom>
              <a:avLst/>
              <a:gdLst/>
              <a:ahLst/>
              <a:cxnLst/>
              <a:rect l="l" t="t" r="r" b="b"/>
              <a:pathLst>
                <a:path w="325277" h="353721" fill="norm" stroke="1" extrusionOk="0">
                  <a:moveTo>
                    <a:pt x="252337" y="212965"/>
                  </a:moveTo>
                  <a:cubicBezTo>
                    <a:pt x="252337" y="217932"/>
                    <a:pt x="252232" y="222533"/>
                    <a:pt x="252441" y="227082"/>
                  </a:cubicBezTo>
                  <a:cubicBezTo>
                    <a:pt x="252494" y="228128"/>
                    <a:pt x="253330" y="229331"/>
                    <a:pt x="254167" y="230167"/>
                  </a:cubicBezTo>
                  <a:cubicBezTo>
                    <a:pt x="256834" y="232938"/>
                    <a:pt x="259605" y="235605"/>
                    <a:pt x="262533" y="238481"/>
                  </a:cubicBezTo>
                  <a:cubicBezTo>
                    <a:pt x="259448" y="241304"/>
                    <a:pt x="256677" y="243866"/>
                    <a:pt x="253592" y="246638"/>
                  </a:cubicBezTo>
                  <a:cubicBezTo>
                    <a:pt x="248206" y="241252"/>
                    <a:pt x="242507" y="235501"/>
                    <a:pt x="236755" y="229801"/>
                  </a:cubicBezTo>
                  <a:cubicBezTo>
                    <a:pt x="235762" y="228808"/>
                    <a:pt x="234821" y="227867"/>
                    <a:pt x="233827" y="226873"/>
                  </a:cubicBezTo>
                  <a:cubicBezTo>
                    <a:pt x="230376" y="223579"/>
                    <a:pt x="226455" y="223370"/>
                    <a:pt x="223631" y="226298"/>
                  </a:cubicBezTo>
                  <a:cubicBezTo>
                    <a:pt x="220912" y="229174"/>
                    <a:pt x="221069" y="232938"/>
                    <a:pt x="224311" y="236233"/>
                  </a:cubicBezTo>
                  <a:cubicBezTo>
                    <a:pt x="230429" y="242455"/>
                    <a:pt x="236651" y="248572"/>
                    <a:pt x="242821" y="254742"/>
                  </a:cubicBezTo>
                  <a:cubicBezTo>
                    <a:pt x="247474" y="259448"/>
                    <a:pt x="247579" y="261539"/>
                    <a:pt x="243343" y="266454"/>
                  </a:cubicBezTo>
                  <a:cubicBezTo>
                    <a:pt x="233618" y="277748"/>
                    <a:pt x="234193" y="293801"/>
                    <a:pt x="244964" y="304728"/>
                  </a:cubicBezTo>
                  <a:cubicBezTo>
                    <a:pt x="257827" y="317800"/>
                    <a:pt x="270846" y="330663"/>
                    <a:pt x="283814" y="343630"/>
                  </a:cubicBezTo>
                  <a:cubicBezTo>
                    <a:pt x="284598" y="344414"/>
                    <a:pt x="285330" y="345251"/>
                    <a:pt x="286062" y="345983"/>
                  </a:cubicBezTo>
                  <a:cubicBezTo>
                    <a:pt x="283186" y="348597"/>
                    <a:pt x="280363" y="351159"/>
                    <a:pt x="277591" y="353721"/>
                  </a:cubicBezTo>
                  <a:cubicBezTo>
                    <a:pt x="270010" y="346087"/>
                    <a:pt x="261748" y="337774"/>
                    <a:pt x="253539" y="329513"/>
                  </a:cubicBezTo>
                  <a:cubicBezTo>
                    <a:pt x="253173" y="329669"/>
                    <a:pt x="252755" y="329826"/>
                    <a:pt x="252389" y="329983"/>
                  </a:cubicBezTo>
                  <a:cubicBezTo>
                    <a:pt x="252389" y="334114"/>
                    <a:pt x="252389" y="338244"/>
                    <a:pt x="252389" y="342375"/>
                  </a:cubicBezTo>
                  <a:cubicBezTo>
                    <a:pt x="252389" y="348702"/>
                    <a:pt x="250507" y="350584"/>
                    <a:pt x="244128" y="350584"/>
                  </a:cubicBezTo>
                  <a:cubicBezTo>
                    <a:pt x="226664" y="350584"/>
                    <a:pt x="209200" y="350584"/>
                    <a:pt x="191736" y="350584"/>
                  </a:cubicBezTo>
                  <a:cubicBezTo>
                    <a:pt x="188651" y="350584"/>
                    <a:pt x="185671" y="350480"/>
                    <a:pt x="184050" y="347238"/>
                  </a:cubicBezTo>
                  <a:cubicBezTo>
                    <a:pt x="182481" y="343996"/>
                    <a:pt x="184102" y="341643"/>
                    <a:pt x="186037" y="339133"/>
                  </a:cubicBezTo>
                  <a:cubicBezTo>
                    <a:pt x="194351" y="328414"/>
                    <a:pt x="194664" y="314140"/>
                    <a:pt x="186926" y="303264"/>
                  </a:cubicBezTo>
                  <a:cubicBezTo>
                    <a:pt x="179240" y="292441"/>
                    <a:pt x="165279" y="287997"/>
                    <a:pt x="152730" y="292336"/>
                  </a:cubicBezTo>
                  <a:cubicBezTo>
                    <a:pt x="140234" y="296676"/>
                    <a:pt x="132077" y="308702"/>
                    <a:pt x="132704" y="322140"/>
                  </a:cubicBezTo>
                  <a:cubicBezTo>
                    <a:pt x="133018" y="328676"/>
                    <a:pt x="135319" y="334532"/>
                    <a:pt x="139502" y="339604"/>
                  </a:cubicBezTo>
                  <a:cubicBezTo>
                    <a:pt x="141384" y="341905"/>
                    <a:pt x="142482" y="344257"/>
                    <a:pt x="141175" y="347133"/>
                  </a:cubicBezTo>
                  <a:cubicBezTo>
                    <a:pt x="139815" y="350009"/>
                    <a:pt x="137306" y="350636"/>
                    <a:pt x="134325" y="350636"/>
                  </a:cubicBezTo>
                  <a:cubicBezTo>
                    <a:pt x="116391" y="350584"/>
                    <a:pt x="98404" y="350636"/>
                    <a:pt x="80470" y="350584"/>
                  </a:cubicBezTo>
                  <a:cubicBezTo>
                    <a:pt x="74875" y="350584"/>
                    <a:pt x="72836" y="348545"/>
                    <a:pt x="72836" y="342898"/>
                  </a:cubicBezTo>
                  <a:cubicBezTo>
                    <a:pt x="72836" y="329669"/>
                    <a:pt x="72836" y="316441"/>
                    <a:pt x="72836" y="303264"/>
                  </a:cubicBezTo>
                  <a:cubicBezTo>
                    <a:pt x="72836" y="301905"/>
                    <a:pt x="72836" y="300598"/>
                    <a:pt x="72836" y="298820"/>
                  </a:cubicBezTo>
                  <a:cubicBezTo>
                    <a:pt x="61542" y="303578"/>
                    <a:pt x="50509" y="304153"/>
                    <a:pt x="39424" y="299761"/>
                  </a:cubicBezTo>
                  <a:cubicBezTo>
                    <a:pt x="31320" y="296519"/>
                    <a:pt x="24836" y="291238"/>
                    <a:pt x="19974" y="283971"/>
                  </a:cubicBezTo>
                  <a:cubicBezTo>
                    <a:pt x="10301" y="269435"/>
                    <a:pt x="10719" y="250402"/>
                    <a:pt x="20967" y="236233"/>
                  </a:cubicBezTo>
                  <a:cubicBezTo>
                    <a:pt x="32366" y="220494"/>
                    <a:pt x="48836" y="216102"/>
                    <a:pt x="72627" y="222481"/>
                  </a:cubicBezTo>
                  <a:cubicBezTo>
                    <a:pt x="72627" y="199475"/>
                    <a:pt x="72627" y="176469"/>
                    <a:pt x="72627" y="153096"/>
                  </a:cubicBezTo>
                  <a:cubicBezTo>
                    <a:pt x="67293" y="153096"/>
                    <a:pt x="62117" y="153096"/>
                    <a:pt x="56940" y="153096"/>
                  </a:cubicBezTo>
                  <a:cubicBezTo>
                    <a:pt x="40941" y="153096"/>
                    <a:pt x="30954" y="143162"/>
                    <a:pt x="30954" y="127266"/>
                  </a:cubicBezTo>
                  <a:cubicBezTo>
                    <a:pt x="30954" y="112051"/>
                    <a:pt x="30902" y="96835"/>
                    <a:pt x="31006" y="81620"/>
                  </a:cubicBezTo>
                  <a:cubicBezTo>
                    <a:pt x="31006" y="78953"/>
                    <a:pt x="30379" y="77019"/>
                    <a:pt x="28392" y="75084"/>
                  </a:cubicBezTo>
                  <a:cubicBezTo>
                    <a:pt x="19817" y="66718"/>
                    <a:pt x="11399" y="58195"/>
                    <a:pt x="2928" y="49725"/>
                  </a:cubicBezTo>
                  <a:cubicBezTo>
                    <a:pt x="1987" y="48784"/>
                    <a:pt x="1046" y="47738"/>
                    <a:pt x="0" y="46640"/>
                  </a:cubicBezTo>
                  <a:cubicBezTo>
                    <a:pt x="2876" y="43869"/>
                    <a:pt x="5595" y="41254"/>
                    <a:pt x="8575" y="38379"/>
                  </a:cubicBezTo>
                  <a:cubicBezTo>
                    <a:pt x="13333" y="43137"/>
                    <a:pt x="18144" y="47999"/>
                    <a:pt x="23006" y="52810"/>
                  </a:cubicBezTo>
                  <a:cubicBezTo>
                    <a:pt x="28653" y="58457"/>
                    <a:pt x="34457" y="63947"/>
                    <a:pt x="39843" y="69855"/>
                  </a:cubicBezTo>
                  <a:cubicBezTo>
                    <a:pt x="41516" y="71685"/>
                    <a:pt x="42771" y="74614"/>
                    <a:pt x="42823" y="77019"/>
                  </a:cubicBezTo>
                  <a:cubicBezTo>
                    <a:pt x="43084" y="93855"/>
                    <a:pt x="42928" y="110692"/>
                    <a:pt x="42980" y="127528"/>
                  </a:cubicBezTo>
                  <a:cubicBezTo>
                    <a:pt x="42980" y="136364"/>
                    <a:pt x="47738" y="141070"/>
                    <a:pt x="56627" y="141123"/>
                  </a:cubicBezTo>
                  <a:cubicBezTo>
                    <a:pt x="61855" y="141123"/>
                    <a:pt x="67084" y="141123"/>
                    <a:pt x="72836" y="141123"/>
                  </a:cubicBezTo>
                  <a:cubicBezTo>
                    <a:pt x="72836" y="136051"/>
                    <a:pt x="72940" y="131136"/>
                    <a:pt x="72731" y="126221"/>
                  </a:cubicBezTo>
                  <a:cubicBezTo>
                    <a:pt x="72679" y="125227"/>
                    <a:pt x="71424" y="124234"/>
                    <a:pt x="70535" y="123345"/>
                  </a:cubicBezTo>
                  <a:cubicBezTo>
                    <a:pt x="67973" y="120835"/>
                    <a:pt x="65359" y="118325"/>
                    <a:pt x="62587" y="115711"/>
                  </a:cubicBezTo>
                  <a:cubicBezTo>
                    <a:pt x="65777" y="112783"/>
                    <a:pt x="68548" y="110221"/>
                    <a:pt x="71633" y="107397"/>
                  </a:cubicBezTo>
                  <a:cubicBezTo>
                    <a:pt x="78692" y="114508"/>
                    <a:pt x="86012" y="121776"/>
                    <a:pt x="93280" y="129097"/>
                  </a:cubicBezTo>
                  <a:cubicBezTo>
                    <a:pt x="94587" y="130404"/>
                    <a:pt x="95894" y="131763"/>
                    <a:pt x="97254" y="133070"/>
                  </a:cubicBezTo>
                  <a:cubicBezTo>
                    <a:pt x="100757" y="136469"/>
                    <a:pt x="104574" y="136783"/>
                    <a:pt x="107450" y="133907"/>
                  </a:cubicBezTo>
                  <a:cubicBezTo>
                    <a:pt x="110378" y="131031"/>
                    <a:pt x="110169" y="127110"/>
                    <a:pt x="106770" y="123711"/>
                  </a:cubicBezTo>
                  <a:cubicBezTo>
                    <a:pt x="98875" y="115763"/>
                    <a:pt x="90927" y="107816"/>
                    <a:pt x="82979" y="99868"/>
                  </a:cubicBezTo>
                  <a:cubicBezTo>
                    <a:pt x="77542" y="94430"/>
                    <a:pt x="77489" y="92966"/>
                    <a:pt x="82352" y="87058"/>
                  </a:cubicBezTo>
                  <a:cubicBezTo>
                    <a:pt x="91554" y="75868"/>
                    <a:pt x="90822" y="59973"/>
                    <a:pt x="80313" y="49359"/>
                  </a:cubicBezTo>
                  <a:cubicBezTo>
                    <a:pt x="67555" y="36392"/>
                    <a:pt x="54588" y="23581"/>
                    <a:pt x="41673" y="10771"/>
                  </a:cubicBezTo>
                  <a:cubicBezTo>
                    <a:pt x="40732" y="9830"/>
                    <a:pt x="39320" y="9307"/>
                    <a:pt x="37908" y="8523"/>
                  </a:cubicBezTo>
                  <a:cubicBezTo>
                    <a:pt x="41725" y="4967"/>
                    <a:pt x="44392" y="2405"/>
                    <a:pt x="47006" y="0"/>
                  </a:cubicBezTo>
                  <a:cubicBezTo>
                    <a:pt x="55110" y="8104"/>
                    <a:pt x="63320" y="16366"/>
                    <a:pt x="71581" y="24627"/>
                  </a:cubicBezTo>
                  <a:cubicBezTo>
                    <a:pt x="71999" y="24470"/>
                    <a:pt x="72417" y="24261"/>
                    <a:pt x="72836" y="24104"/>
                  </a:cubicBezTo>
                  <a:cubicBezTo>
                    <a:pt x="72836" y="20130"/>
                    <a:pt x="72836" y="16104"/>
                    <a:pt x="72836" y="12131"/>
                  </a:cubicBezTo>
                  <a:cubicBezTo>
                    <a:pt x="72836" y="5229"/>
                    <a:pt x="74561" y="3503"/>
                    <a:pt x="81411" y="3503"/>
                  </a:cubicBezTo>
                  <a:cubicBezTo>
                    <a:pt x="98718" y="3503"/>
                    <a:pt x="116077" y="3503"/>
                    <a:pt x="133384" y="3503"/>
                  </a:cubicBezTo>
                  <a:cubicBezTo>
                    <a:pt x="136469" y="3503"/>
                    <a:pt x="139449" y="3556"/>
                    <a:pt x="141070" y="6797"/>
                  </a:cubicBezTo>
                  <a:cubicBezTo>
                    <a:pt x="142691" y="9987"/>
                    <a:pt x="141070" y="12392"/>
                    <a:pt x="139136" y="14902"/>
                  </a:cubicBezTo>
                  <a:cubicBezTo>
                    <a:pt x="129358" y="27503"/>
                    <a:pt x="130770" y="44810"/>
                    <a:pt x="142377" y="55476"/>
                  </a:cubicBezTo>
                  <a:cubicBezTo>
                    <a:pt x="153776" y="65986"/>
                    <a:pt x="171501" y="65934"/>
                    <a:pt x="182847" y="55372"/>
                  </a:cubicBezTo>
                  <a:cubicBezTo>
                    <a:pt x="194403" y="44653"/>
                    <a:pt x="195762" y="27398"/>
                    <a:pt x="185880" y="14745"/>
                  </a:cubicBezTo>
                  <a:cubicBezTo>
                    <a:pt x="183998" y="12340"/>
                    <a:pt x="182534" y="10039"/>
                    <a:pt x="183945" y="6954"/>
                  </a:cubicBezTo>
                  <a:cubicBezTo>
                    <a:pt x="185462" y="3660"/>
                    <a:pt x="188390" y="3451"/>
                    <a:pt x="191527" y="3451"/>
                  </a:cubicBezTo>
                  <a:cubicBezTo>
                    <a:pt x="209096" y="3503"/>
                    <a:pt x="226664" y="3451"/>
                    <a:pt x="244285" y="3503"/>
                  </a:cubicBezTo>
                  <a:cubicBezTo>
                    <a:pt x="250402" y="3503"/>
                    <a:pt x="252337" y="5438"/>
                    <a:pt x="252337" y="11503"/>
                  </a:cubicBezTo>
                  <a:cubicBezTo>
                    <a:pt x="252337" y="24575"/>
                    <a:pt x="252337" y="37699"/>
                    <a:pt x="252337" y="50771"/>
                  </a:cubicBezTo>
                  <a:cubicBezTo>
                    <a:pt x="252337" y="52130"/>
                    <a:pt x="252337" y="53490"/>
                    <a:pt x="252337" y="55267"/>
                  </a:cubicBezTo>
                  <a:cubicBezTo>
                    <a:pt x="263735" y="50405"/>
                    <a:pt x="274873" y="49934"/>
                    <a:pt x="286062" y="54431"/>
                  </a:cubicBezTo>
                  <a:cubicBezTo>
                    <a:pt x="294166" y="57673"/>
                    <a:pt x="300598" y="63058"/>
                    <a:pt x="305356" y="70378"/>
                  </a:cubicBezTo>
                  <a:cubicBezTo>
                    <a:pt x="314872" y="84914"/>
                    <a:pt x="314401" y="103737"/>
                    <a:pt x="304205" y="117803"/>
                  </a:cubicBezTo>
                  <a:cubicBezTo>
                    <a:pt x="292755" y="133593"/>
                    <a:pt x="276075" y="138090"/>
                    <a:pt x="252546" y="131606"/>
                  </a:cubicBezTo>
                  <a:cubicBezTo>
                    <a:pt x="252546" y="154613"/>
                    <a:pt x="252546" y="177619"/>
                    <a:pt x="252546" y="200991"/>
                  </a:cubicBezTo>
                  <a:cubicBezTo>
                    <a:pt x="257932" y="200991"/>
                    <a:pt x="263265" y="200991"/>
                    <a:pt x="268598" y="200991"/>
                  </a:cubicBezTo>
                  <a:cubicBezTo>
                    <a:pt x="284284" y="201043"/>
                    <a:pt x="294219" y="211030"/>
                    <a:pt x="294219" y="226769"/>
                  </a:cubicBezTo>
                  <a:cubicBezTo>
                    <a:pt x="294219" y="241984"/>
                    <a:pt x="294323" y="257200"/>
                    <a:pt x="294166" y="272415"/>
                  </a:cubicBezTo>
                  <a:cubicBezTo>
                    <a:pt x="294114" y="275291"/>
                    <a:pt x="295055" y="277226"/>
                    <a:pt x="297042" y="279212"/>
                  </a:cubicBezTo>
                  <a:cubicBezTo>
                    <a:pt x="306454" y="288467"/>
                    <a:pt x="315761" y="297827"/>
                    <a:pt x="325277" y="307291"/>
                  </a:cubicBezTo>
                  <a:cubicBezTo>
                    <a:pt x="322244" y="310114"/>
                    <a:pt x="319473" y="312676"/>
                    <a:pt x="316336" y="315552"/>
                  </a:cubicBezTo>
                  <a:cubicBezTo>
                    <a:pt x="312362" y="311526"/>
                    <a:pt x="308075" y="307186"/>
                    <a:pt x="303735" y="302898"/>
                  </a:cubicBezTo>
                  <a:cubicBezTo>
                    <a:pt x="297670" y="296833"/>
                    <a:pt x="291604" y="290663"/>
                    <a:pt x="285434" y="284703"/>
                  </a:cubicBezTo>
                  <a:cubicBezTo>
                    <a:pt x="283134" y="282454"/>
                    <a:pt x="282088" y="280049"/>
                    <a:pt x="282088" y="276755"/>
                  </a:cubicBezTo>
                  <a:cubicBezTo>
                    <a:pt x="282193" y="260023"/>
                    <a:pt x="282140" y="243344"/>
                    <a:pt x="282140" y="226612"/>
                  </a:cubicBezTo>
                  <a:cubicBezTo>
                    <a:pt x="282140" y="217723"/>
                    <a:pt x="277382" y="213017"/>
                    <a:pt x="268546" y="213017"/>
                  </a:cubicBezTo>
                  <a:cubicBezTo>
                    <a:pt x="263422" y="212965"/>
                    <a:pt x="258193" y="212965"/>
                    <a:pt x="252337" y="212965"/>
                  </a:cubicBezTo>
                  <a:close/>
                  <a:moveTo>
                    <a:pt x="240363" y="171083"/>
                  </a:moveTo>
                  <a:cubicBezTo>
                    <a:pt x="240363" y="154194"/>
                    <a:pt x="240363" y="137881"/>
                    <a:pt x="240363" y="121567"/>
                  </a:cubicBezTo>
                  <a:cubicBezTo>
                    <a:pt x="240363" y="118639"/>
                    <a:pt x="240938" y="116077"/>
                    <a:pt x="243814" y="114718"/>
                  </a:cubicBezTo>
                  <a:cubicBezTo>
                    <a:pt x="246690" y="113358"/>
                    <a:pt x="249043" y="114456"/>
                    <a:pt x="251291" y="116391"/>
                  </a:cubicBezTo>
                  <a:cubicBezTo>
                    <a:pt x="256311" y="120574"/>
                    <a:pt x="262219" y="122874"/>
                    <a:pt x="268755" y="123188"/>
                  </a:cubicBezTo>
                  <a:cubicBezTo>
                    <a:pt x="282140" y="123816"/>
                    <a:pt x="294219" y="115659"/>
                    <a:pt x="298559" y="103162"/>
                  </a:cubicBezTo>
                  <a:cubicBezTo>
                    <a:pt x="302846" y="90718"/>
                    <a:pt x="298559" y="76914"/>
                    <a:pt x="287944" y="69176"/>
                  </a:cubicBezTo>
                  <a:cubicBezTo>
                    <a:pt x="277016" y="61176"/>
                    <a:pt x="262637" y="61437"/>
                    <a:pt x="251814" y="69855"/>
                  </a:cubicBezTo>
                  <a:cubicBezTo>
                    <a:pt x="249304" y="71790"/>
                    <a:pt x="246951" y="73411"/>
                    <a:pt x="243709" y="71842"/>
                  </a:cubicBezTo>
                  <a:cubicBezTo>
                    <a:pt x="240468" y="70274"/>
                    <a:pt x="240363" y="67293"/>
                    <a:pt x="240363" y="64156"/>
                  </a:cubicBezTo>
                  <a:cubicBezTo>
                    <a:pt x="240415" y="49307"/>
                    <a:pt x="240363" y="34457"/>
                    <a:pt x="240363" y="19660"/>
                  </a:cubicBezTo>
                  <a:cubicBezTo>
                    <a:pt x="240363" y="18353"/>
                    <a:pt x="240363" y="17046"/>
                    <a:pt x="240363" y="15791"/>
                  </a:cubicBezTo>
                  <a:cubicBezTo>
                    <a:pt x="226873" y="15791"/>
                    <a:pt x="213906" y="15791"/>
                    <a:pt x="200834" y="15791"/>
                  </a:cubicBezTo>
                  <a:cubicBezTo>
                    <a:pt x="207579" y="37281"/>
                    <a:pt x="203501" y="54222"/>
                    <a:pt x="188808" y="66091"/>
                  </a:cubicBezTo>
                  <a:cubicBezTo>
                    <a:pt x="175318" y="76966"/>
                    <a:pt x="156233" y="78849"/>
                    <a:pt x="141593" y="69542"/>
                  </a:cubicBezTo>
                  <a:cubicBezTo>
                    <a:pt x="121201" y="56627"/>
                    <a:pt x="116600" y="37960"/>
                    <a:pt x="124182" y="15791"/>
                  </a:cubicBezTo>
                  <a:cubicBezTo>
                    <a:pt x="111057" y="15791"/>
                    <a:pt x="98038" y="15791"/>
                    <a:pt x="84809" y="15791"/>
                  </a:cubicBezTo>
                  <a:cubicBezTo>
                    <a:pt x="84809" y="21647"/>
                    <a:pt x="84966" y="27242"/>
                    <a:pt x="84757" y="32836"/>
                  </a:cubicBezTo>
                  <a:cubicBezTo>
                    <a:pt x="84600" y="35869"/>
                    <a:pt x="85594" y="37908"/>
                    <a:pt x="87738" y="39947"/>
                  </a:cubicBezTo>
                  <a:cubicBezTo>
                    <a:pt x="97149" y="48888"/>
                    <a:pt x="101489" y="59921"/>
                    <a:pt x="100496" y="72940"/>
                  </a:cubicBezTo>
                  <a:cubicBezTo>
                    <a:pt x="99920" y="80313"/>
                    <a:pt x="97149" y="86901"/>
                    <a:pt x="92966" y="93123"/>
                  </a:cubicBezTo>
                  <a:cubicBezTo>
                    <a:pt x="100705" y="100809"/>
                    <a:pt x="108391" y="108234"/>
                    <a:pt x="115868" y="115920"/>
                  </a:cubicBezTo>
                  <a:cubicBezTo>
                    <a:pt x="123293" y="123554"/>
                    <a:pt x="123240" y="134848"/>
                    <a:pt x="116025" y="142168"/>
                  </a:cubicBezTo>
                  <a:cubicBezTo>
                    <a:pt x="108757" y="149645"/>
                    <a:pt x="97358" y="149698"/>
                    <a:pt x="89515" y="142273"/>
                  </a:cubicBezTo>
                  <a:cubicBezTo>
                    <a:pt x="88156" y="140966"/>
                    <a:pt x="87058" y="139345"/>
                    <a:pt x="85855" y="137881"/>
                  </a:cubicBezTo>
                  <a:cubicBezTo>
                    <a:pt x="85594" y="138142"/>
                    <a:pt x="85385" y="138404"/>
                    <a:pt x="85123" y="138717"/>
                  </a:cubicBezTo>
                  <a:cubicBezTo>
                    <a:pt x="85123" y="149488"/>
                    <a:pt x="85123" y="160207"/>
                    <a:pt x="85123" y="171083"/>
                  </a:cubicBezTo>
                  <a:cubicBezTo>
                    <a:pt x="92130" y="171083"/>
                    <a:pt x="98875" y="171083"/>
                    <a:pt x="105620" y="171083"/>
                  </a:cubicBezTo>
                  <a:cubicBezTo>
                    <a:pt x="115240" y="171083"/>
                    <a:pt x="124809" y="171135"/>
                    <a:pt x="134430" y="171083"/>
                  </a:cubicBezTo>
                  <a:cubicBezTo>
                    <a:pt x="137410" y="171083"/>
                    <a:pt x="139920" y="171710"/>
                    <a:pt x="141279" y="174586"/>
                  </a:cubicBezTo>
                  <a:cubicBezTo>
                    <a:pt x="142534" y="177305"/>
                    <a:pt x="141698" y="179658"/>
                    <a:pt x="139815" y="181802"/>
                  </a:cubicBezTo>
                  <a:cubicBezTo>
                    <a:pt x="139083" y="182638"/>
                    <a:pt x="138404" y="183527"/>
                    <a:pt x="137776" y="184468"/>
                  </a:cubicBezTo>
                  <a:cubicBezTo>
                    <a:pt x="131554" y="194351"/>
                    <a:pt x="130822" y="204651"/>
                    <a:pt x="136312" y="215004"/>
                  </a:cubicBezTo>
                  <a:cubicBezTo>
                    <a:pt x="141698" y="225200"/>
                    <a:pt x="150534" y="230638"/>
                    <a:pt x="162037" y="230847"/>
                  </a:cubicBezTo>
                  <a:cubicBezTo>
                    <a:pt x="174325" y="231056"/>
                    <a:pt x="183789" y="225409"/>
                    <a:pt x="189279" y="214481"/>
                  </a:cubicBezTo>
                  <a:cubicBezTo>
                    <a:pt x="195030" y="203083"/>
                    <a:pt x="193462" y="191998"/>
                    <a:pt x="185619" y="181906"/>
                  </a:cubicBezTo>
                  <a:cubicBezTo>
                    <a:pt x="183789" y="179553"/>
                    <a:pt x="182743" y="177201"/>
                    <a:pt x="184155" y="174377"/>
                  </a:cubicBezTo>
                  <a:cubicBezTo>
                    <a:pt x="185514" y="171658"/>
                    <a:pt x="187919" y="171031"/>
                    <a:pt x="190743" y="171083"/>
                  </a:cubicBezTo>
                  <a:cubicBezTo>
                    <a:pt x="198220" y="171135"/>
                    <a:pt x="205697" y="171083"/>
                    <a:pt x="213174" y="171083"/>
                  </a:cubicBezTo>
                  <a:cubicBezTo>
                    <a:pt x="222063" y="171083"/>
                    <a:pt x="231004" y="171083"/>
                    <a:pt x="240363" y="171083"/>
                  </a:cubicBezTo>
                  <a:close/>
                  <a:moveTo>
                    <a:pt x="240363" y="338506"/>
                  </a:moveTo>
                  <a:cubicBezTo>
                    <a:pt x="240363" y="332702"/>
                    <a:pt x="240154" y="327369"/>
                    <a:pt x="240415" y="322035"/>
                  </a:cubicBezTo>
                  <a:cubicBezTo>
                    <a:pt x="240572" y="318637"/>
                    <a:pt x="239579" y="316284"/>
                    <a:pt x="237121" y="313879"/>
                  </a:cubicBezTo>
                  <a:cubicBezTo>
                    <a:pt x="227814" y="304990"/>
                    <a:pt x="223684" y="294010"/>
                    <a:pt x="224677" y="281199"/>
                  </a:cubicBezTo>
                  <a:cubicBezTo>
                    <a:pt x="225252" y="273827"/>
                    <a:pt x="228023" y="267291"/>
                    <a:pt x="232102" y="261226"/>
                  </a:cubicBezTo>
                  <a:cubicBezTo>
                    <a:pt x="231317" y="260389"/>
                    <a:pt x="230742" y="259762"/>
                    <a:pt x="230115" y="259187"/>
                  </a:cubicBezTo>
                  <a:cubicBezTo>
                    <a:pt x="224991" y="254062"/>
                    <a:pt x="219762" y="249095"/>
                    <a:pt x="214847" y="243814"/>
                  </a:cubicBezTo>
                  <a:cubicBezTo>
                    <a:pt x="208311" y="236860"/>
                    <a:pt x="207997" y="226873"/>
                    <a:pt x="213697" y="219501"/>
                  </a:cubicBezTo>
                  <a:cubicBezTo>
                    <a:pt x="219344" y="212233"/>
                    <a:pt x="229278" y="210246"/>
                    <a:pt x="237592" y="214743"/>
                  </a:cubicBezTo>
                  <a:cubicBezTo>
                    <a:pt x="238429" y="215161"/>
                    <a:pt x="239265" y="215579"/>
                    <a:pt x="240154" y="216050"/>
                  </a:cubicBezTo>
                  <a:cubicBezTo>
                    <a:pt x="240154" y="204965"/>
                    <a:pt x="240154" y="194142"/>
                    <a:pt x="240154" y="183423"/>
                  </a:cubicBezTo>
                  <a:cubicBezTo>
                    <a:pt x="226925" y="183423"/>
                    <a:pt x="213958" y="183423"/>
                    <a:pt x="200886" y="183423"/>
                  </a:cubicBezTo>
                  <a:cubicBezTo>
                    <a:pt x="207631" y="205645"/>
                    <a:pt x="203292" y="222638"/>
                    <a:pt x="187972" y="234402"/>
                  </a:cubicBezTo>
                  <a:cubicBezTo>
                    <a:pt x="174168" y="245017"/>
                    <a:pt x="155083" y="245906"/>
                    <a:pt x="140286" y="236546"/>
                  </a:cubicBezTo>
                  <a:cubicBezTo>
                    <a:pt x="132913" y="231893"/>
                    <a:pt x="127476" y="225514"/>
                    <a:pt x="124077" y="217514"/>
                  </a:cubicBezTo>
                  <a:cubicBezTo>
                    <a:pt x="119267" y="206168"/>
                    <a:pt x="119685" y="194769"/>
                    <a:pt x="124495" y="183370"/>
                  </a:cubicBezTo>
                  <a:cubicBezTo>
                    <a:pt x="111110" y="183370"/>
                    <a:pt x="98090" y="183370"/>
                    <a:pt x="84757" y="183370"/>
                  </a:cubicBezTo>
                  <a:cubicBezTo>
                    <a:pt x="84757" y="185096"/>
                    <a:pt x="84757" y="186560"/>
                    <a:pt x="84757" y="188024"/>
                  </a:cubicBezTo>
                  <a:cubicBezTo>
                    <a:pt x="84757" y="202873"/>
                    <a:pt x="84705" y="217671"/>
                    <a:pt x="84757" y="232520"/>
                  </a:cubicBezTo>
                  <a:cubicBezTo>
                    <a:pt x="84757" y="235448"/>
                    <a:pt x="84287" y="238063"/>
                    <a:pt x="81411" y="239474"/>
                  </a:cubicBezTo>
                  <a:cubicBezTo>
                    <a:pt x="78587" y="240886"/>
                    <a:pt x="76130" y="239997"/>
                    <a:pt x="73881" y="237958"/>
                  </a:cubicBezTo>
                  <a:cubicBezTo>
                    <a:pt x="73149" y="237278"/>
                    <a:pt x="72313" y="236703"/>
                    <a:pt x="71476" y="236180"/>
                  </a:cubicBezTo>
                  <a:cubicBezTo>
                    <a:pt x="61646" y="229906"/>
                    <a:pt x="51346" y="229122"/>
                    <a:pt x="40993" y="234507"/>
                  </a:cubicBezTo>
                  <a:cubicBezTo>
                    <a:pt x="30640" y="239893"/>
                    <a:pt x="25098" y="248834"/>
                    <a:pt x="24941" y="260494"/>
                  </a:cubicBezTo>
                  <a:cubicBezTo>
                    <a:pt x="24784" y="272781"/>
                    <a:pt x="30483" y="282193"/>
                    <a:pt x="41464" y="287683"/>
                  </a:cubicBezTo>
                  <a:cubicBezTo>
                    <a:pt x="52601" y="293225"/>
                    <a:pt x="63476" y="291866"/>
                    <a:pt x="73411" y="284337"/>
                  </a:cubicBezTo>
                  <a:cubicBezTo>
                    <a:pt x="75816" y="282507"/>
                    <a:pt x="78169" y="280990"/>
                    <a:pt x="81202" y="282402"/>
                  </a:cubicBezTo>
                  <a:cubicBezTo>
                    <a:pt x="84496" y="283918"/>
                    <a:pt x="84757" y="286846"/>
                    <a:pt x="84705" y="289984"/>
                  </a:cubicBezTo>
                  <a:cubicBezTo>
                    <a:pt x="84653" y="302689"/>
                    <a:pt x="84705" y="315395"/>
                    <a:pt x="84705" y="328153"/>
                  </a:cubicBezTo>
                  <a:cubicBezTo>
                    <a:pt x="84705" y="331604"/>
                    <a:pt x="84705" y="335055"/>
                    <a:pt x="84705" y="338663"/>
                  </a:cubicBezTo>
                  <a:cubicBezTo>
                    <a:pt x="98090" y="338663"/>
                    <a:pt x="111110" y="338663"/>
                    <a:pt x="124234" y="338663"/>
                  </a:cubicBezTo>
                  <a:cubicBezTo>
                    <a:pt x="116914" y="318637"/>
                    <a:pt x="120208" y="301121"/>
                    <a:pt x="137044" y="287840"/>
                  </a:cubicBezTo>
                  <a:cubicBezTo>
                    <a:pt x="151057" y="276807"/>
                    <a:pt x="167161" y="275395"/>
                    <a:pt x="182586" y="284389"/>
                  </a:cubicBezTo>
                  <a:cubicBezTo>
                    <a:pt x="203867" y="296833"/>
                    <a:pt x="208520" y="315918"/>
                    <a:pt x="200886" y="338663"/>
                  </a:cubicBezTo>
                  <a:cubicBezTo>
                    <a:pt x="214115" y="338506"/>
                    <a:pt x="227082" y="338506"/>
                    <a:pt x="240363" y="338506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065" name="Google Shape;1065;p9"/>
            <p:cNvSpPr/>
            <p:nvPr/>
          </p:nvSpPr>
          <p:spPr bwMode="auto">
            <a:xfrm>
              <a:off x="2499198" y="6500819"/>
              <a:ext cx="71777" cy="125750"/>
            </a:xfrm>
            <a:custGeom>
              <a:avLst/>
              <a:gdLst/>
              <a:ahLst/>
              <a:cxnLst/>
              <a:rect l="l" t="t" r="r" b="b"/>
              <a:pathLst>
                <a:path w="71777" h="125750" fill="norm" stroke="1" extrusionOk="0">
                  <a:moveTo>
                    <a:pt x="59779" y="0"/>
                  </a:moveTo>
                  <a:cubicBezTo>
                    <a:pt x="64015" y="0"/>
                    <a:pt x="67675" y="0"/>
                    <a:pt x="71596" y="0"/>
                  </a:cubicBezTo>
                  <a:cubicBezTo>
                    <a:pt x="71596" y="7216"/>
                    <a:pt x="72067" y="14327"/>
                    <a:pt x="71492" y="21333"/>
                  </a:cubicBezTo>
                  <a:cubicBezTo>
                    <a:pt x="70812" y="29176"/>
                    <a:pt x="65008" y="34771"/>
                    <a:pt x="56590" y="36444"/>
                  </a:cubicBezTo>
                  <a:cubicBezTo>
                    <a:pt x="39858" y="39790"/>
                    <a:pt x="26839" y="48470"/>
                    <a:pt x="18734" y="63476"/>
                  </a:cubicBezTo>
                  <a:cubicBezTo>
                    <a:pt x="9166" y="81149"/>
                    <a:pt x="9584" y="98979"/>
                    <a:pt x="19257" y="116600"/>
                  </a:cubicBezTo>
                  <a:cubicBezTo>
                    <a:pt x="19675" y="117384"/>
                    <a:pt x="20094" y="118116"/>
                    <a:pt x="20721" y="119267"/>
                  </a:cubicBezTo>
                  <a:cubicBezTo>
                    <a:pt x="17532" y="121358"/>
                    <a:pt x="14342" y="123450"/>
                    <a:pt x="10943" y="125750"/>
                  </a:cubicBezTo>
                  <a:cubicBezTo>
                    <a:pt x="5453" y="117750"/>
                    <a:pt x="2107" y="109123"/>
                    <a:pt x="748" y="99816"/>
                  </a:cubicBezTo>
                  <a:cubicBezTo>
                    <a:pt x="-4429" y="64208"/>
                    <a:pt x="17741" y="32575"/>
                    <a:pt x="52930" y="25045"/>
                  </a:cubicBezTo>
                  <a:cubicBezTo>
                    <a:pt x="58420" y="23895"/>
                    <a:pt x="59727" y="22222"/>
                    <a:pt x="59727" y="16627"/>
                  </a:cubicBezTo>
                  <a:cubicBezTo>
                    <a:pt x="59779" y="11189"/>
                    <a:pt x="59779" y="5699"/>
                    <a:pt x="59779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066" name="Google Shape;1066;p9"/>
            <p:cNvSpPr/>
            <p:nvPr/>
          </p:nvSpPr>
          <p:spPr bwMode="auto">
            <a:xfrm>
              <a:off x="2791340" y="6358756"/>
              <a:ext cx="54842" cy="116547"/>
            </a:xfrm>
            <a:custGeom>
              <a:avLst/>
              <a:gdLst/>
              <a:ahLst/>
              <a:cxnLst/>
              <a:rect l="l" t="t" r="r" b="b"/>
              <a:pathLst>
                <a:path w="54842" h="116547" fill="norm" stroke="1" extrusionOk="0">
                  <a:moveTo>
                    <a:pt x="0" y="11033"/>
                  </a:moveTo>
                  <a:cubicBezTo>
                    <a:pt x="732" y="7216"/>
                    <a:pt x="1464" y="3608"/>
                    <a:pt x="2144" y="0"/>
                  </a:cubicBezTo>
                  <a:cubicBezTo>
                    <a:pt x="21385" y="366"/>
                    <a:pt x="45124" y="21961"/>
                    <a:pt x="52130" y="45281"/>
                  </a:cubicBezTo>
                  <a:cubicBezTo>
                    <a:pt x="60025" y="71581"/>
                    <a:pt x="50248" y="101489"/>
                    <a:pt x="28496" y="116548"/>
                  </a:cubicBezTo>
                  <a:cubicBezTo>
                    <a:pt x="26248" y="113567"/>
                    <a:pt x="23947" y="110535"/>
                    <a:pt x="21595" y="107345"/>
                  </a:cubicBezTo>
                  <a:cubicBezTo>
                    <a:pt x="38797" y="92705"/>
                    <a:pt x="46483" y="74561"/>
                    <a:pt x="41464" y="52392"/>
                  </a:cubicBezTo>
                  <a:cubicBezTo>
                    <a:pt x="36496" y="30379"/>
                    <a:pt x="22013" y="17150"/>
                    <a:pt x="0" y="11033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067" name="Google Shape;1067;p9"/>
            <p:cNvSpPr/>
            <p:nvPr/>
          </p:nvSpPr>
          <p:spPr bwMode="auto">
            <a:xfrm>
              <a:off x="2516572" y="6627092"/>
              <a:ext cx="15999" cy="15999"/>
            </a:xfrm>
            <a:custGeom>
              <a:avLst/>
              <a:gdLst/>
              <a:ahLst/>
              <a:cxnLst/>
              <a:rect l="l" t="t" r="r" b="b"/>
              <a:pathLst>
                <a:path w="15999" h="15999" fill="norm" stroke="1" extrusionOk="0">
                  <a:moveTo>
                    <a:pt x="0" y="8209"/>
                  </a:moveTo>
                  <a:cubicBezTo>
                    <a:pt x="3242" y="5229"/>
                    <a:pt x="6065" y="2614"/>
                    <a:pt x="8889" y="0"/>
                  </a:cubicBezTo>
                  <a:cubicBezTo>
                    <a:pt x="11346" y="2196"/>
                    <a:pt x="13490" y="4183"/>
                    <a:pt x="16000" y="6484"/>
                  </a:cubicBezTo>
                  <a:cubicBezTo>
                    <a:pt x="13699" y="9516"/>
                    <a:pt x="11451" y="12549"/>
                    <a:pt x="8836" y="16000"/>
                  </a:cubicBezTo>
                  <a:cubicBezTo>
                    <a:pt x="5908" y="13438"/>
                    <a:pt x="3190" y="11033"/>
                    <a:pt x="0" y="8209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</p:grpSp>
      <p:grpSp>
        <p:nvGrpSpPr>
          <p:cNvPr id="910936755" name="Google Shape;1068;p9"/>
          <p:cNvGrpSpPr/>
          <p:nvPr/>
        </p:nvGrpSpPr>
        <p:grpSpPr bwMode="auto">
          <a:xfrm>
            <a:off x="8360775" y="6348026"/>
            <a:ext cx="346443" cy="346143"/>
            <a:chOff x="6401236" y="6334616"/>
            <a:chExt cx="346443" cy="346143"/>
          </a:xfrm>
        </p:grpSpPr>
        <p:sp>
          <p:nvSpPr>
            <p:cNvPr id="1069" name="Google Shape;1069;p9"/>
            <p:cNvSpPr/>
            <p:nvPr/>
          </p:nvSpPr>
          <p:spPr bwMode="auto">
            <a:xfrm>
              <a:off x="6401236" y="6334616"/>
              <a:ext cx="346443" cy="346143"/>
            </a:xfrm>
            <a:custGeom>
              <a:avLst/>
              <a:gdLst/>
              <a:ahLst/>
              <a:cxnLst/>
              <a:rect l="l" t="t" r="r" b="b"/>
              <a:pathLst>
                <a:path w="346443" h="346144" fill="norm" stroke="1" extrusionOk="0">
                  <a:moveTo>
                    <a:pt x="0" y="155947"/>
                  </a:moveTo>
                  <a:cubicBezTo>
                    <a:pt x="3696" y="155999"/>
                    <a:pt x="7443" y="155999"/>
                    <a:pt x="11139" y="156051"/>
                  </a:cubicBezTo>
                  <a:cubicBezTo>
                    <a:pt x="14210" y="156103"/>
                    <a:pt x="16344" y="154698"/>
                    <a:pt x="17489" y="151939"/>
                  </a:cubicBezTo>
                  <a:cubicBezTo>
                    <a:pt x="18635" y="149129"/>
                    <a:pt x="17958" y="146630"/>
                    <a:pt x="15876" y="144496"/>
                  </a:cubicBezTo>
                  <a:cubicBezTo>
                    <a:pt x="13325" y="141945"/>
                    <a:pt x="10671" y="139499"/>
                    <a:pt x="8224" y="137209"/>
                  </a:cubicBezTo>
                  <a:cubicBezTo>
                    <a:pt x="21549" y="123883"/>
                    <a:pt x="34614" y="110870"/>
                    <a:pt x="48044" y="97389"/>
                  </a:cubicBezTo>
                  <a:cubicBezTo>
                    <a:pt x="50178" y="99627"/>
                    <a:pt x="52572" y="102126"/>
                    <a:pt x="54967" y="104624"/>
                  </a:cubicBezTo>
                  <a:cubicBezTo>
                    <a:pt x="57205" y="106967"/>
                    <a:pt x="59755" y="108008"/>
                    <a:pt x="62879" y="106602"/>
                  </a:cubicBezTo>
                  <a:cubicBezTo>
                    <a:pt x="65950" y="105249"/>
                    <a:pt x="67095" y="102802"/>
                    <a:pt x="66991" y="99523"/>
                  </a:cubicBezTo>
                  <a:cubicBezTo>
                    <a:pt x="66887" y="96192"/>
                    <a:pt x="66991" y="92808"/>
                    <a:pt x="66991" y="89269"/>
                  </a:cubicBezTo>
                  <a:cubicBezTo>
                    <a:pt x="85729" y="89269"/>
                    <a:pt x="104156" y="89269"/>
                    <a:pt x="122946" y="89269"/>
                  </a:cubicBezTo>
                  <a:cubicBezTo>
                    <a:pt x="122946" y="92913"/>
                    <a:pt x="122998" y="96400"/>
                    <a:pt x="122946" y="99835"/>
                  </a:cubicBezTo>
                  <a:cubicBezTo>
                    <a:pt x="122894" y="102959"/>
                    <a:pt x="124039" y="105353"/>
                    <a:pt x="127006" y="106602"/>
                  </a:cubicBezTo>
                  <a:cubicBezTo>
                    <a:pt x="129973" y="107851"/>
                    <a:pt x="132524" y="107071"/>
                    <a:pt x="134710" y="104832"/>
                  </a:cubicBezTo>
                  <a:cubicBezTo>
                    <a:pt x="137156" y="102334"/>
                    <a:pt x="139551" y="99783"/>
                    <a:pt x="142049" y="97181"/>
                  </a:cubicBezTo>
                  <a:cubicBezTo>
                    <a:pt x="143194" y="98014"/>
                    <a:pt x="144027" y="98690"/>
                    <a:pt x="145329" y="99679"/>
                  </a:cubicBezTo>
                  <a:cubicBezTo>
                    <a:pt x="145329" y="92184"/>
                    <a:pt x="145329" y="85261"/>
                    <a:pt x="145329" y="77974"/>
                  </a:cubicBezTo>
                  <a:cubicBezTo>
                    <a:pt x="148139" y="77974"/>
                    <a:pt x="150586" y="77974"/>
                    <a:pt x="153032" y="77974"/>
                  </a:cubicBezTo>
                  <a:cubicBezTo>
                    <a:pt x="160111" y="77922"/>
                    <a:pt x="165525" y="75007"/>
                    <a:pt x="168335" y="68344"/>
                  </a:cubicBezTo>
                  <a:cubicBezTo>
                    <a:pt x="171146" y="61577"/>
                    <a:pt x="169585" y="55539"/>
                    <a:pt x="164379" y="50438"/>
                  </a:cubicBezTo>
                  <a:cubicBezTo>
                    <a:pt x="162610" y="48721"/>
                    <a:pt x="160684" y="47159"/>
                    <a:pt x="159018" y="45649"/>
                  </a:cubicBezTo>
                  <a:cubicBezTo>
                    <a:pt x="169897" y="34823"/>
                    <a:pt x="180359" y="24464"/>
                    <a:pt x="191446" y="13429"/>
                  </a:cubicBezTo>
                  <a:cubicBezTo>
                    <a:pt x="192748" y="14939"/>
                    <a:pt x="194205" y="16969"/>
                    <a:pt x="195923" y="18739"/>
                  </a:cubicBezTo>
                  <a:cubicBezTo>
                    <a:pt x="201284" y="24152"/>
                    <a:pt x="207478" y="25610"/>
                    <a:pt x="213777" y="22851"/>
                  </a:cubicBezTo>
                  <a:cubicBezTo>
                    <a:pt x="220491" y="19884"/>
                    <a:pt x="223666" y="14627"/>
                    <a:pt x="223458" y="7287"/>
                  </a:cubicBezTo>
                  <a:cubicBezTo>
                    <a:pt x="223406" y="4945"/>
                    <a:pt x="223458" y="2603"/>
                    <a:pt x="223458" y="0"/>
                  </a:cubicBezTo>
                  <a:cubicBezTo>
                    <a:pt x="238397" y="0"/>
                    <a:pt x="253076" y="0"/>
                    <a:pt x="268171" y="0"/>
                  </a:cubicBezTo>
                  <a:cubicBezTo>
                    <a:pt x="268171" y="2498"/>
                    <a:pt x="268171" y="4945"/>
                    <a:pt x="268171" y="7391"/>
                  </a:cubicBezTo>
                  <a:cubicBezTo>
                    <a:pt x="268223" y="14575"/>
                    <a:pt x="271138" y="20092"/>
                    <a:pt x="278008" y="22851"/>
                  </a:cubicBezTo>
                  <a:cubicBezTo>
                    <a:pt x="284827" y="25610"/>
                    <a:pt x="290813" y="23892"/>
                    <a:pt x="295862" y="18739"/>
                  </a:cubicBezTo>
                  <a:cubicBezTo>
                    <a:pt x="297528" y="17073"/>
                    <a:pt x="299089" y="15303"/>
                    <a:pt x="300391" y="13950"/>
                  </a:cubicBezTo>
                  <a:cubicBezTo>
                    <a:pt x="311061" y="24621"/>
                    <a:pt x="321472" y="35031"/>
                    <a:pt x="332351" y="45858"/>
                  </a:cubicBezTo>
                  <a:cubicBezTo>
                    <a:pt x="330841" y="47263"/>
                    <a:pt x="328811" y="48981"/>
                    <a:pt x="326937" y="50907"/>
                  </a:cubicBezTo>
                  <a:cubicBezTo>
                    <a:pt x="322148" y="55800"/>
                    <a:pt x="320691" y="61525"/>
                    <a:pt x="323241" y="67980"/>
                  </a:cubicBezTo>
                  <a:cubicBezTo>
                    <a:pt x="325792" y="74382"/>
                    <a:pt x="330737" y="77661"/>
                    <a:pt x="337556" y="78026"/>
                  </a:cubicBezTo>
                  <a:cubicBezTo>
                    <a:pt x="340366" y="78182"/>
                    <a:pt x="343177" y="78026"/>
                    <a:pt x="346196" y="78026"/>
                  </a:cubicBezTo>
                  <a:cubicBezTo>
                    <a:pt x="346196" y="92965"/>
                    <a:pt x="346196" y="107643"/>
                    <a:pt x="346196" y="122790"/>
                  </a:cubicBezTo>
                  <a:cubicBezTo>
                    <a:pt x="343438" y="122790"/>
                    <a:pt x="340783" y="122790"/>
                    <a:pt x="338076" y="122790"/>
                  </a:cubicBezTo>
                  <a:cubicBezTo>
                    <a:pt x="331049" y="122842"/>
                    <a:pt x="325948" y="126017"/>
                    <a:pt x="323293" y="132524"/>
                  </a:cubicBezTo>
                  <a:cubicBezTo>
                    <a:pt x="320639" y="139030"/>
                    <a:pt x="322044" y="144912"/>
                    <a:pt x="326989" y="149857"/>
                  </a:cubicBezTo>
                  <a:cubicBezTo>
                    <a:pt x="328811" y="151679"/>
                    <a:pt x="330789" y="153345"/>
                    <a:pt x="333392" y="155739"/>
                  </a:cubicBezTo>
                  <a:cubicBezTo>
                    <a:pt x="329175" y="159643"/>
                    <a:pt x="325376" y="163183"/>
                    <a:pt x="321576" y="166670"/>
                  </a:cubicBezTo>
                  <a:cubicBezTo>
                    <a:pt x="321732" y="166930"/>
                    <a:pt x="321888" y="167190"/>
                    <a:pt x="321992" y="167451"/>
                  </a:cubicBezTo>
                  <a:cubicBezTo>
                    <a:pt x="326104" y="167451"/>
                    <a:pt x="330216" y="167399"/>
                    <a:pt x="334381" y="167451"/>
                  </a:cubicBezTo>
                  <a:cubicBezTo>
                    <a:pt x="341876" y="167555"/>
                    <a:pt x="346404" y="171979"/>
                    <a:pt x="346404" y="179475"/>
                  </a:cubicBezTo>
                  <a:cubicBezTo>
                    <a:pt x="346457" y="204928"/>
                    <a:pt x="346457" y="230433"/>
                    <a:pt x="346404" y="255887"/>
                  </a:cubicBezTo>
                  <a:cubicBezTo>
                    <a:pt x="346404" y="263382"/>
                    <a:pt x="341928" y="267859"/>
                    <a:pt x="334381" y="267911"/>
                  </a:cubicBezTo>
                  <a:cubicBezTo>
                    <a:pt x="320170" y="267963"/>
                    <a:pt x="305960" y="267859"/>
                    <a:pt x="291750" y="267963"/>
                  </a:cubicBezTo>
                  <a:cubicBezTo>
                    <a:pt x="286649" y="268015"/>
                    <a:pt x="282901" y="265881"/>
                    <a:pt x="280195" y="261456"/>
                  </a:cubicBezTo>
                  <a:cubicBezTo>
                    <a:pt x="265932" y="270670"/>
                    <a:pt x="250473" y="276239"/>
                    <a:pt x="233504" y="278321"/>
                  </a:cubicBezTo>
                  <a:cubicBezTo>
                    <a:pt x="235014" y="283110"/>
                    <a:pt x="235066" y="287638"/>
                    <a:pt x="232932" y="291959"/>
                  </a:cubicBezTo>
                  <a:cubicBezTo>
                    <a:pt x="230745" y="296331"/>
                    <a:pt x="227206" y="299142"/>
                    <a:pt x="222521" y="300808"/>
                  </a:cubicBezTo>
                  <a:cubicBezTo>
                    <a:pt x="224291" y="307626"/>
                    <a:pt x="223562" y="313820"/>
                    <a:pt x="218409" y="319026"/>
                  </a:cubicBezTo>
                  <a:cubicBezTo>
                    <a:pt x="213360" y="324127"/>
                    <a:pt x="206906" y="324023"/>
                    <a:pt x="200399" y="323867"/>
                  </a:cubicBezTo>
                  <a:cubicBezTo>
                    <a:pt x="202585" y="333965"/>
                    <a:pt x="198994" y="342449"/>
                    <a:pt x="187386" y="346145"/>
                  </a:cubicBezTo>
                  <a:cubicBezTo>
                    <a:pt x="163911" y="346145"/>
                    <a:pt x="140488" y="346145"/>
                    <a:pt x="117012" y="346145"/>
                  </a:cubicBezTo>
                  <a:cubicBezTo>
                    <a:pt x="110506" y="344948"/>
                    <a:pt x="103947" y="344011"/>
                    <a:pt x="97545" y="342449"/>
                  </a:cubicBezTo>
                  <a:cubicBezTo>
                    <a:pt x="86354" y="339690"/>
                    <a:pt x="75996" y="334797"/>
                    <a:pt x="66314" y="328603"/>
                  </a:cubicBezTo>
                  <a:cubicBezTo>
                    <a:pt x="61577" y="334329"/>
                    <a:pt x="60328" y="334954"/>
                    <a:pt x="52937" y="334954"/>
                  </a:cubicBezTo>
                  <a:cubicBezTo>
                    <a:pt x="40080" y="334954"/>
                    <a:pt x="27275" y="334745"/>
                    <a:pt x="14470" y="335058"/>
                  </a:cubicBezTo>
                  <a:cubicBezTo>
                    <a:pt x="7600" y="335214"/>
                    <a:pt x="2655" y="333080"/>
                    <a:pt x="0" y="326573"/>
                  </a:cubicBezTo>
                  <a:cubicBezTo>
                    <a:pt x="0" y="298621"/>
                    <a:pt x="0" y="270670"/>
                    <a:pt x="0" y="242666"/>
                  </a:cubicBezTo>
                  <a:cubicBezTo>
                    <a:pt x="2134" y="238241"/>
                    <a:pt x="5205" y="235014"/>
                    <a:pt x="10567" y="234337"/>
                  </a:cubicBezTo>
                  <a:cubicBezTo>
                    <a:pt x="9630" y="233192"/>
                    <a:pt x="8953" y="232359"/>
                    <a:pt x="8068" y="231266"/>
                  </a:cubicBezTo>
                  <a:cubicBezTo>
                    <a:pt x="10775" y="228664"/>
                    <a:pt x="13377" y="226217"/>
                    <a:pt x="15928" y="223667"/>
                  </a:cubicBezTo>
                  <a:cubicBezTo>
                    <a:pt x="18010" y="221585"/>
                    <a:pt x="18739" y="219034"/>
                    <a:pt x="17489" y="216223"/>
                  </a:cubicBezTo>
                  <a:cubicBezTo>
                    <a:pt x="16292" y="213465"/>
                    <a:pt x="14158" y="212059"/>
                    <a:pt x="11139" y="212111"/>
                  </a:cubicBezTo>
                  <a:cubicBezTo>
                    <a:pt x="7443" y="212163"/>
                    <a:pt x="3696" y="212163"/>
                    <a:pt x="0" y="212215"/>
                  </a:cubicBezTo>
                  <a:cubicBezTo>
                    <a:pt x="0" y="193373"/>
                    <a:pt x="0" y="174634"/>
                    <a:pt x="0" y="155947"/>
                  </a:cubicBezTo>
                  <a:close/>
                  <a:moveTo>
                    <a:pt x="134137" y="290137"/>
                  </a:moveTo>
                  <a:cubicBezTo>
                    <a:pt x="135751" y="290137"/>
                    <a:pt x="137052" y="290137"/>
                    <a:pt x="138406" y="290137"/>
                  </a:cubicBezTo>
                  <a:cubicBezTo>
                    <a:pt x="164015" y="290137"/>
                    <a:pt x="189573" y="290137"/>
                    <a:pt x="215182" y="290137"/>
                  </a:cubicBezTo>
                  <a:cubicBezTo>
                    <a:pt x="216431" y="290137"/>
                    <a:pt x="217680" y="290189"/>
                    <a:pt x="218878" y="289981"/>
                  </a:cubicBezTo>
                  <a:cubicBezTo>
                    <a:pt x="221688" y="289460"/>
                    <a:pt x="223198" y="287638"/>
                    <a:pt x="223354" y="284828"/>
                  </a:cubicBezTo>
                  <a:cubicBezTo>
                    <a:pt x="223458" y="281809"/>
                    <a:pt x="221845" y="279935"/>
                    <a:pt x="219034" y="279206"/>
                  </a:cubicBezTo>
                  <a:cubicBezTo>
                    <a:pt x="217993" y="278946"/>
                    <a:pt x="216796" y="279102"/>
                    <a:pt x="215650" y="279102"/>
                  </a:cubicBezTo>
                  <a:cubicBezTo>
                    <a:pt x="189833" y="279102"/>
                    <a:pt x="164015" y="279102"/>
                    <a:pt x="138197" y="279102"/>
                  </a:cubicBezTo>
                  <a:cubicBezTo>
                    <a:pt x="136896" y="279102"/>
                    <a:pt x="135595" y="279102"/>
                    <a:pt x="134241" y="279102"/>
                  </a:cubicBezTo>
                  <a:cubicBezTo>
                    <a:pt x="134241" y="275146"/>
                    <a:pt x="134241" y="271711"/>
                    <a:pt x="134241" y="267859"/>
                  </a:cubicBezTo>
                  <a:cubicBezTo>
                    <a:pt x="135751" y="267859"/>
                    <a:pt x="137052" y="267859"/>
                    <a:pt x="138354" y="267859"/>
                  </a:cubicBezTo>
                  <a:cubicBezTo>
                    <a:pt x="160111" y="267859"/>
                    <a:pt x="181869" y="267859"/>
                    <a:pt x="203626" y="267859"/>
                  </a:cubicBezTo>
                  <a:cubicBezTo>
                    <a:pt x="204980" y="267859"/>
                    <a:pt x="206333" y="267911"/>
                    <a:pt x="207687" y="267703"/>
                  </a:cubicBezTo>
                  <a:cubicBezTo>
                    <a:pt x="210653" y="267182"/>
                    <a:pt x="212267" y="265152"/>
                    <a:pt x="212267" y="262289"/>
                  </a:cubicBezTo>
                  <a:cubicBezTo>
                    <a:pt x="212267" y="259374"/>
                    <a:pt x="210549" y="257448"/>
                    <a:pt x="207634" y="256876"/>
                  </a:cubicBezTo>
                  <a:cubicBezTo>
                    <a:pt x="206541" y="256668"/>
                    <a:pt x="205396" y="256772"/>
                    <a:pt x="204251" y="256772"/>
                  </a:cubicBezTo>
                  <a:cubicBezTo>
                    <a:pt x="182285" y="256772"/>
                    <a:pt x="160267" y="256772"/>
                    <a:pt x="138302" y="256772"/>
                  </a:cubicBezTo>
                  <a:cubicBezTo>
                    <a:pt x="137000" y="256772"/>
                    <a:pt x="135699" y="256772"/>
                    <a:pt x="134346" y="256772"/>
                  </a:cubicBezTo>
                  <a:cubicBezTo>
                    <a:pt x="134346" y="252816"/>
                    <a:pt x="134346" y="249276"/>
                    <a:pt x="134346" y="245476"/>
                  </a:cubicBezTo>
                  <a:cubicBezTo>
                    <a:pt x="135855" y="245476"/>
                    <a:pt x="137052" y="245476"/>
                    <a:pt x="138302" y="245476"/>
                  </a:cubicBezTo>
                  <a:cubicBezTo>
                    <a:pt x="144496" y="245476"/>
                    <a:pt x="150690" y="245581"/>
                    <a:pt x="156884" y="245424"/>
                  </a:cubicBezTo>
                  <a:cubicBezTo>
                    <a:pt x="163078" y="245268"/>
                    <a:pt x="167451" y="240584"/>
                    <a:pt x="167242" y="234702"/>
                  </a:cubicBezTo>
                  <a:cubicBezTo>
                    <a:pt x="150482" y="234702"/>
                    <a:pt x="133617" y="234025"/>
                    <a:pt x="116908" y="234858"/>
                  </a:cubicBezTo>
                  <a:cubicBezTo>
                    <a:pt x="99575" y="235743"/>
                    <a:pt x="83803" y="242145"/>
                    <a:pt x="69541" y="252087"/>
                  </a:cubicBezTo>
                  <a:cubicBezTo>
                    <a:pt x="67719" y="253388"/>
                    <a:pt x="66939" y="254742"/>
                    <a:pt x="66939" y="257084"/>
                  </a:cubicBezTo>
                  <a:cubicBezTo>
                    <a:pt x="67043" y="275562"/>
                    <a:pt x="66939" y="294041"/>
                    <a:pt x="67095" y="312571"/>
                  </a:cubicBezTo>
                  <a:cubicBezTo>
                    <a:pt x="67095" y="313977"/>
                    <a:pt x="67928" y="315903"/>
                    <a:pt x="69021" y="316683"/>
                  </a:cubicBezTo>
                  <a:cubicBezTo>
                    <a:pt x="83907" y="327458"/>
                    <a:pt x="100512" y="333913"/>
                    <a:pt x="118834" y="334589"/>
                  </a:cubicBezTo>
                  <a:cubicBezTo>
                    <a:pt x="136844" y="335266"/>
                    <a:pt x="154906" y="334901"/>
                    <a:pt x="172968" y="334954"/>
                  </a:cubicBezTo>
                  <a:cubicBezTo>
                    <a:pt x="176560" y="334954"/>
                    <a:pt x="180203" y="335266"/>
                    <a:pt x="183795" y="334797"/>
                  </a:cubicBezTo>
                  <a:cubicBezTo>
                    <a:pt x="185669" y="334589"/>
                    <a:pt x="188063" y="333496"/>
                    <a:pt x="189104" y="331987"/>
                  </a:cubicBezTo>
                  <a:cubicBezTo>
                    <a:pt x="191759" y="328239"/>
                    <a:pt x="188584" y="323814"/>
                    <a:pt x="183430" y="323814"/>
                  </a:cubicBezTo>
                  <a:cubicBezTo>
                    <a:pt x="168231" y="323762"/>
                    <a:pt x="152980" y="323814"/>
                    <a:pt x="137781" y="323814"/>
                  </a:cubicBezTo>
                  <a:cubicBezTo>
                    <a:pt x="136584" y="323814"/>
                    <a:pt x="135439" y="323814"/>
                    <a:pt x="134294" y="323814"/>
                  </a:cubicBezTo>
                  <a:cubicBezTo>
                    <a:pt x="134294" y="319806"/>
                    <a:pt x="134294" y="316371"/>
                    <a:pt x="134294" y="312623"/>
                  </a:cubicBezTo>
                  <a:cubicBezTo>
                    <a:pt x="135855" y="312623"/>
                    <a:pt x="137156" y="312623"/>
                    <a:pt x="138510" y="312623"/>
                  </a:cubicBezTo>
                  <a:cubicBezTo>
                    <a:pt x="160267" y="312623"/>
                    <a:pt x="182025" y="312623"/>
                    <a:pt x="203783" y="312623"/>
                  </a:cubicBezTo>
                  <a:cubicBezTo>
                    <a:pt x="205136" y="312623"/>
                    <a:pt x="206489" y="312623"/>
                    <a:pt x="207843" y="312415"/>
                  </a:cubicBezTo>
                  <a:cubicBezTo>
                    <a:pt x="210706" y="311895"/>
                    <a:pt x="212215" y="309917"/>
                    <a:pt x="212267" y="307210"/>
                  </a:cubicBezTo>
                  <a:cubicBezTo>
                    <a:pt x="212371" y="304295"/>
                    <a:pt x="210706" y="302317"/>
                    <a:pt x="207843" y="301640"/>
                  </a:cubicBezTo>
                  <a:cubicBezTo>
                    <a:pt x="206750" y="301380"/>
                    <a:pt x="205604" y="301484"/>
                    <a:pt x="204459" y="301484"/>
                  </a:cubicBezTo>
                  <a:cubicBezTo>
                    <a:pt x="182337" y="301484"/>
                    <a:pt x="160267" y="301484"/>
                    <a:pt x="138145" y="301484"/>
                  </a:cubicBezTo>
                  <a:cubicBezTo>
                    <a:pt x="136844" y="301484"/>
                    <a:pt x="135543" y="301484"/>
                    <a:pt x="134137" y="301484"/>
                  </a:cubicBezTo>
                  <a:cubicBezTo>
                    <a:pt x="134137" y="297476"/>
                    <a:pt x="134137" y="294093"/>
                    <a:pt x="134137" y="290137"/>
                  </a:cubicBezTo>
                  <a:close/>
                  <a:moveTo>
                    <a:pt x="174842" y="155791"/>
                  </a:moveTo>
                  <a:cubicBezTo>
                    <a:pt x="175414" y="156103"/>
                    <a:pt x="175675" y="156416"/>
                    <a:pt x="175987" y="156416"/>
                  </a:cubicBezTo>
                  <a:cubicBezTo>
                    <a:pt x="190614" y="156312"/>
                    <a:pt x="205292" y="156103"/>
                    <a:pt x="219919" y="156051"/>
                  </a:cubicBezTo>
                  <a:cubicBezTo>
                    <a:pt x="241052" y="156051"/>
                    <a:pt x="260623" y="161465"/>
                    <a:pt x="278581" y="172708"/>
                  </a:cubicBezTo>
                  <a:cubicBezTo>
                    <a:pt x="279102" y="173020"/>
                    <a:pt x="279726" y="173281"/>
                    <a:pt x="280403" y="173593"/>
                  </a:cubicBezTo>
                  <a:cubicBezTo>
                    <a:pt x="283162" y="168648"/>
                    <a:pt x="287378" y="166982"/>
                    <a:pt x="292687" y="167295"/>
                  </a:cubicBezTo>
                  <a:cubicBezTo>
                    <a:pt x="296070" y="167451"/>
                    <a:pt x="299454" y="167347"/>
                    <a:pt x="302837" y="167295"/>
                  </a:cubicBezTo>
                  <a:cubicBezTo>
                    <a:pt x="303826" y="167295"/>
                    <a:pt x="305075" y="167243"/>
                    <a:pt x="305700" y="166670"/>
                  </a:cubicBezTo>
                  <a:cubicBezTo>
                    <a:pt x="309552" y="163078"/>
                    <a:pt x="313247" y="159331"/>
                    <a:pt x="316891" y="155739"/>
                  </a:cubicBezTo>
                  <a:cubicBezTo>
                    <a:pt x="304815" y="136063"/>
                    <a:pt x="311842" y="117689"/>
                    <a:pt x="333287" y="111703"/>
                  </a:cubicBezTo>
                  <a:cubicBezTo>
                    <a:pt x="334068" y="111495"/>
                    <a:pt x="335109" y="110298"/>
                    <a:pt x="335109" y="109517"/>
                  </a:cubicBezTo>
                  <a:cubicBezTo>
                    <a:pt x="335265" y="102802"/>
                    <a:pt x="335213" y="96036"/>
                    <a:pt x="335213" y="89061"/>
                  </a:cubicBezTo>
                  <a:cubicBezTo>
                    <a:pt x="324647" y="87447"/>
                    <a:pt x="316943" y="82190"/>
                    <a:pt x="312935" y="72352"/>
                  </a:cubicBezTo>
                  <a:cubicBezTo>
                    <a:pt x="308979" y="62566"/>
                    <a:pt x="310593" y="53405"/>
                    <a:pt x="316371" y="45597"/>
                  </a:cubicBezTo>
                  <a:cubicBezTo>
                    <a:pt x="310905" y="40132"/>
                    <a:pt x="305700" y="34927"/>
                    <a:pt x="300443" y="29617"/>
                  </a:cubicBezTo>
                  <a:cubicBezTo>
                    <a:pt x="292427" y="35499"/>
                    <a:pt x="283370" y="37061"/>
                    <a:pt x="273688" y="33105"/>
                  </a:cubicBezTo>
                  <a:cubicBezTo>
                    <a:pt x="263902" y="29097"/>
                    <a:pt x="258645" y="21393"/>
                    <a:pt x="256927" y="10879"/>
                  </a:cubicBezTo>
                  <a:cubicBezTo>
                    <a:pt x="249953" y="10879"/>
                    <a:pt x="243238" y="10775"/>
                    <a:pt x="236471" y="10983"/>
                  </a:cubicBezTo>
                  <a:cubicBezTo>
                    <a:pt x="235690" y="10983"/>
                    <a:pt x="234389" y="12492"/>
                    <a:pt x="234181" y="13481"/>
                  </a:cubicBezTo>
                  <a:cubicBezTo>
                    <a:pt x="230017" y="32689"/>
                    <a:pt x="208728" y="41381"/>
                    <a:pt x="192435" y="30450"/>
                  </a:cubicBezTo>
                  <a:cubicBezTo>
                    <a:pt x="191811" y="30034"/>
                    <a:pt x="191134" y="29670"/>
                    <a:pt x="191030" y="29617"/>
                  </a:cubicBezTo>
                  <a:cubicBezTo>
                    <a:pt x="185617" y="34979"/>
                    <a:pt x="180463" y="40132"/>
                    <a:pt x="175102" y="45441"/>
                  </a:cubicBezTo>
                  <a:cubicBezTo>
                    <a:pt x="181140" y="53613"/>
                    <a:pt x="182650" y="62775"/>
                    <a:pt x="178590" y="72508"/>
                  </a:cubicBezTo>
                  <a:cubicBezTo>
                    <a:pt x="174530" y="82294"/>
                    <a:pt x="166774" y="87499"/>
                    <a:pt x="156520" y="89061"/>
                  </a:cubicBezTo>
                  <a:cubicBezTo>
                    <a:pt x="156520" y="96608"/>
                    <a:pt x="156520" y="103895"/>
                    <a:pt x="156520" y="111131"/>
                  </a:cubicBezTo>
                  <a:cubicBezTo>
                    <a:pt x="177705" y="113837"/>
                    <a:pt x="188219" y="138198"/>
                    <a:pt x="174842" y="155791"/>
                  </a:cubicBezTo>
                  <a:close/>
                  <a:moveTo>
                    <a:pt x="11347" y="200660"/>
                  </a:moveTo>
                  <a:cubicBezTo>
                    <a:pt x="19259" y="201336"/>
                    <a:pt x="24985" y="204772"/>
                    <a:pt x="27900" y="212059"/>
                  </a:cubicBezTo>
                  <a:cubicBezTo>
                    <a:pt x="30763" y="219242"/>
                    <a:pt x="29045" y="225697"/>
                    <a:pt x="23371" y="232307"/>
                  </a:cubicBezTo>
                  <a:cubicBezTo>
                    <a:pt x="25974" y="233140"/>
                    <a:pt x="27952" y="234285"/>
                    <a:pt x="29878" y="234337"/>
                  </a:cubicBezTo>
                  <a:cubicBezTo>
                    <a:pt x="37529" y="234546"/>
                    <a:pt x="45233" y="234598"/>
                    <a:pt x="52885" y="234337"/>
                  </a:cubicBezTo>
                  <a:cubicBezTo>
                    <a:pt x="58506" y="234181"/>
                    <a:pt x="63139" y="235430"/>
                    <a:pt x="66002" y="240688"/>
                  </a:cubicBezTo>
                  <a:cubicBezTo>
                    <a:pt x="71051" y="237929"/>
                    <a:pt x="75839" y="235274"/>
                    <a:pt x="80888" y="232463"/>
                  </a:cubicBezTo>
                  <a:cubicBezTo>
                    <a:pt x="52364" y="222730"/>
                    <a:pt x="42006" y="197068"/>
                    <a:pt x="45233" y="176039"/>
                  </a:cubicBezTo>
                  <a:cubicBezTo>
                    <a:pt x="48668" y="153709"/>
                    <a:pt x="67303" y="136220"/>
                    <a:pt x="91247" y="133929"/>
                  </a:cubicBezTo>
                  <a:cubicBezTo>
                    <a:pt x="102021" y="132888"/>
                    <a:pt x="112119" y="135491"/>
                    <a:pt x="121229" y="141269"/>
                  </a:cubicBezTo>
                  <a:cubicBezTo>
                    <a:pt x="134866" y="149857"/>
                    <a:pt x="142674" y="162402"/>
                    <a:pt x="145016" y="178434"/>
                  </a:cubicBezTo>
                  <a:cubicBezTo>
                    <a:pt x="149493" y="178434"/>
                    <a:pt x="153657" y="178434"/>
                    <a:pt x="157821" y="178434"/>
                  </a:cubicBezTo>
                  <a:cubicBezTo>
                    <a:pt x="161933" y="178434"/>
                    <a:pt x="165993" y="178434"/>
                    <a:pt x="170209" y="178434"/>
                  </a:cubicBezTo>
                  <a:cubicBezTo>
                    <a:pt x="169324" y="175623"/>
                    <a:pt x="167711" y="173176"/>
                    <a:pt x="168023" y="170990"/>
                  </a:cubicBezTo>
                  <a:cubicBezTo>
                    <a:pt x="168804" y="164744"/>
                    <a:pt x="164952" y="161361"/>
                    <a:pt x="161100" y="157769"/>
                  </a:cubicBezTo>
                  <a:cubicBezTo>
                    <a:pt x="160371" y="157092"/>
                    <a:pt x="159747" y="156364"/>
                    <a:pt x="158758" y="155219"/>
                  </a:cubicBezTo>
                  <a:cubicBezTo>
                    <a:pt x="160892" y="153293"/>
                    <a:pt x="162974" y="151575"/>
                    <a:pt x="164848" y="149597"/>
                  </a:cubicBezTo>
                  <a:cubicBezTo>
                    <a:pt x="169585" y="144704"/>
                    <a:pt x="171094" y="138926"/>
                    <a:pt x="168440" y="132524"/>
                  </a:cubicBezTo>
                  <a:cubicBezTo>
                    <a:pt x="165785" y="126017"/>
                    <a:pt x="160788" y="122738"/>
                    <a:pt x="153709" y="122686"/>
                  </a:cubicBezTo>
                  <a:cubicBezTo>
                    <a:pt x="151054" y="122686"/>
                    <a:pt x="148348" y="122686"/>
                    <a:pt x="145693" y="122686"/>
                  </a:cubicBezTo>
                  <a:cubicBezTo>
                    <a:pt x="144704" y="119251"/>
                    <a:pt x="146786" y="115035"/>
                    <a:pt x="142101" y="113369"/>
                  </a:cubicBezTo>
                  <a:cubicBezTo>
                    <a:pt x="136376" y="118366"/>
                    <a:pt x="129817" y="119823"/>
                    <a:pt x="122686" y="116856"/>
                  </a:cubicBezTo>
                  <a:cubicBezTo>
                    <a:pt x="115555" y="113889"/>
                    <a:pt x="112276" y="108008"/>
                    <a:pt x="111547" y="100356"/>
                  </a:cubicBezTo>
                  <a:cubicBezTo>
                    <a:pt x="101032" y="100356"/>
                    <a:pt x="90778" y="100356"/>
                    <a:pt x="80524" y="100356"/>
                  </a:cubicBezTo>
                  <a:cubicBezTo>
                    <a:pt x="79847" y="100356"/>
                    <a:pt x="79223" y="100512"/>
                    <a:pt x="78598" y="100564"/>
                  </a:cubicBezTo>
                  <a:cubicBezTo>
                    <a:pt x="77401" y="116596"/>
                    <a:pt x="59860" y="123883"/>
                    <a:pt x="47367" y="113161"/>
                  </a:cubicBezTo>
                  <a:cubicBezTo>
                    <a:pt x="40392" y="120136"/>
                    <a:pt x="33365" y="127163"/>
                    <a:pt x="26390" y="134138"/>
                  </a:cubicBezTo>
                  <a:cubicBezTo>
                    <a:pt x="25609" y="134918"/>
                    <a:pt x="24881" y="135751"/>
                    <a:pt x="23996" y="136688"/>
                  </a:cubicBezTo>
                  <a:cubicBezTo>
                    <a:pt x="29149" y="142518"/>
                    <a:pt x="30763" y="149024"/>
                    <a:pt x="27848" y="156208"/>
                  </a:cubicBezTo>
                  <a:cubicBezTo>
                    <a:pt x="24881" y="163495"/>
                    <a:pt x="18843" y="166774"/>
                    <a:pt x="11399" y="167555"/>
                  </a:cubicBezTo>
                  <a:cubicBezTo>
                    <a:pt x="11347" y="178694"/>
                    <a:pt x="11347" y="189521"/>
                    <a:pt x="11347" y="200660"/>
                  </a:cubicBezTo>
                  <a:close/>
                  <a:moveTo>
                    <a:pt x="222782" y="267390"/>
                  </a:moveTo>
                  <a:cubicBezTo>
                    <a:pt x="223250" y="267494"/>
                    <a:pt x="223718" y="267651"/>
                    <a:pt x="224135" y="267598"/>
                  </a:cubicBezTo>
                  <a:cubicBezTo>
                    <a:pt x="243967" y="267026"/>
                    <a:pt x="261872" y="260780"/>
                    <a:pt x="277904" y="249120"/>
                  </a:cubicBezTo>
                  <a:cubicBezTo>
                    <a:pt x="278841" y="248443"/>
                    <a:pt x="279310" y="246674"/>
                    <a:pt x="279310" y="245424"/>
                  </a:cubicBezTo>
                  <a:cubicBezTo>
                    <a:pt x="279414" y="226842"/>
                    <a:pt x="279362" y="208207"/>
                    <a:pt x="279414" y="189625"/>
                  </a:cubicBezTo>
                  <a:cubicBezTo>
                    <a:pt x="279414" y="187595"/>
                    <a:pt x="278841" y="186346"/>
                    <a:pt x="277176" y="185200"/>
                  </a:cubicBezTo>
                  <a:cubicBezTo>
                    <a:pt x="261144" y="174061"/>
                    <a:pt x="243446" y="167763"/>
                    <a:pt x="223823" y="167399"/>
                  </a:cubicBezTo>
                  <a:cubicBezTo>
                    <a:pt x="209717" y="167138"/>
                    <a:pt x="195663" y="167295"/>
                    <a:pt x="181557" y="167295"/>
                  </a:cubicBezTo>
                  <a:cubicBezTo>
                    <a:pt x="180672" y="167295"/>
                    <a:pt x="179839" y="167451"/>
                    <a:pt x="178954" y="167503"/>
                  </a:cubicBezTo>
                  <a:cubicBezTo>
                    <a:pt x="179474" y="174061"/>
                    <a:pt x="183587" y="178173"/>
                    <a:pt x="189833" y="178278"/>
                  </a:cubicBezTo>
                  <a:cubicBezTo>
                    <a:pt x="195142" y="178382"/>
                    <a:pt x="200451" y="178382"/>
                    <a:pt x="205709" y="178278"/>
                  </a:cubicBezTo>
                  <a:cubicBezTo>
                    <a:pt x="215650" y="178121"/>
                    <a:pt x="223094" y="182181"/>
                    <a:pt x="227779" y="191030"/>
                  </a:cubicBezTo>
                  <a:cubicBezTo>
                    <a:pt x="230433" y="195975"/>
                    <a:pt x="234545" y="199098"/>
                    <a:pt x="240063" y="200243"/>
                  </a:cubicBezTo>
                  <a:cubicBezTo>
                    <a:pt x="241780" y="200608"/>
                    <a:pt x="243602" y="200608"/>
                    <a:pt x="245580" y="200764"/>
                  </a:cubicBezTo>
                  <a:cubicBezTo>
                    <a:pt x="245580" y="204460"/>
                    <a:pt x="245580" y="207999"/>
                    <a:pt x="245580" y="211747"/>
                  </a:cubicBezTo>
                  <a:cubicBezTo>
                    <a:pt x="236575" y="212111"/>
                    <a:pt x="229132" y="209092"/>
                    <a:pt x="222677" y="202950"/>
                  </a:cubicBezTo>
                  <a:cubicBezTo>
                    <a:pt x="217680" y="207687"/>
                    <a:pt x="213933" y="213152"/>
                    <a:pt x="213256" y="219815"/>
                  </a:cubicBezTo>
                  <a:cubicBezTo>
                    <a:pt x="212423" y="228195"/>
                    <a:pt x="212631" y="236680"/>
                    <a:pt x="212475" y="245112"/>
                  </a:cubicBezTo>
                  <a:cubicBezTo>
                    <a:pt x="212475" y="245685"/>
                    <a:pt x="213048" y="246570"/>
                    <a:pt x="213620" y="246882"/>
                  </a:cubicBezTo>
                  <a:cubicBezTo>
                    <a:pt x="221949" y="251358"/>
                    <a:pt x="224655" y="258281"/>
                    <a:pt x="222782" y="267390"/>
                  </a:cubicBezTo>
                  <a:close/>
                  <a:moveTo>
                    <a:pt x="55695" y="245424"/>
                  </a:moveTo>
                  <a:cubicBezTo>
                    <a:pt x="41850" y="245424"/>
                    <a:pt x="28420" y="245528"/>
                    <a:pt x="15043" y="245372"/>
                  </a:cubicBezTo>
                  <a:cubicBezTo>
                    <a:pt x="11868" y="245320"/>
                    <a:pt x="11087" y="246309"/>
                    <a:pt x="11139" y="249328"/>
                  </a:cubicBezTo>
                  <a:cubicBezTo>
                    <a:pt x="11243" y="272856"/>
                    <a:pt x="11191" y="296435"/>
                    <a:pt x="11191" y="319963"/>
                  </a:cubicBezTo>
                  <a:cubicBezTo>
                    <a:pt x="11191" y="321160"/>
                    <a:pt x="11295" y="322357"/>
                    <a:pt x="11399" y="323554"/>
                  </a:cubicBezTo>
                  <a:cubicBezTo>
                    <a:pt x="26338" y="323554"/>
                    <a:pt x="40965" y="323554"/>
                    <a:pt x="55747" y="323554"/>
                  </a:cubicBezTo>
                  <a:cubicBezTo>
                    <a:pt x="55695" y="297528"/>
                    <a:pt x="55695" y="271659"/>
                    <a:pt x="55695" y="245424"/>
                  </a:cubicBezTo>
                  <a:close/>
                  <a:moveTo>
                    <a:pt x="335005" y="178642"/>
                  </a:moveTo>
                  <a:cubicBezTo>
                    <a:pt x="319962" y="178642"/>
                    <a:pt x="305388" y="178642"/>
                    <a:pt x="290657" y="178642"/>
                  </a:cubicBezTo>
                  <a:cubicBezTo>
                    <a:pt x="290657" y="204720"/>
                    <a:pt x="290657" y="230590"/>
                    <a:pt x="290657" y="256407"/>
                  </a:cubicBezTo>
                  <a:cubicBezTo>
                    <a:pt x="305544" y="256407"/>
                    <a:pt x="320222" y="256407"/>
                    <a:pt x="335005" y="256407"/>
                  </a:cubicBezTo>
                  <a:cubicBezTo>
                    <a:pt x="335005" y="230381"/>
                    <a:pt x="335005" y="204616"/>
                    <a:pt x="335005" y="178642"/>
                  </a:cubicBezTo>
                  <a:close/>
                  <a:moveTo>
                    <a:pt x="133669" y="179319"/>
                  </a:moveTo>
                  <a:cubicBezTo>
                    <a:pt x="130702" y="158498"/>
                    <a:pt x="113993" y="144184"/>
                    <a:pt x="93329" y="145121"/>
                  </a:cubicBezTo>
                  <a:cubicBezTo>
                    <a:pt x="76776" y="145901"/>
                    <a:pt x="64909" y="154282"/>
                    <a:pt x="58818" y="169585"/>
                  </a:cubicBezTo>
                  <a:cubicBezTo>
                    <a:pt x="52624" y="185148"/>
                    <a:pt x="55747" y="199567"/>
                    <a:pt x="67459" y="211643"/>
                  </a:cubicBezTo>
                  <a:cubicBezTo>
                    <a:pt x="78286" y="222834"/>
                    <a:pt x="94994" y="226061"/>
                    <a:pt x="109257" y="220387"/>
                  </a:cubicBezTo>
                  <a:cubicBezTo>
                    <a:pt x="111131" y="219659"/>
                    <a:pt x="111651" y="218722"/>
                    <a:pt x="111807" y="216744"/>
                  </a:cubicBezTo>
                  <a:cubicBezTo>
                    <a:pt x="112224" y="210133"/>
                    <a:pt x="115555" y="205344"/>
                    <a:pt x="121541" y="202430"/>
                  </a:cubicBezTo>
                  <a:cubicBezTo>
                    <a:pt x="122322" y="202065"/>
                    <a:pt x="123050" y="201649"/>
                    <a:pt x="123779" y="201284"/>
                  </a:cubicBezTo>
                  <a:cubicBezTo>
                    <a:pt x="121749" y="190145"/>
                    <a:pt x="123831" y="185513"/>
                    <a:pt x="133669" y="179319"/>
                  </a:cubicBezTo>
                  <a:close/>
                  <a:moveTo>
                    <a:pt x="203418" y="212007"/>
                  </a:moveTo>
                  <a:cubicBezTo>
                    <a:pt x="202013" y="212007"/>
                    <a:pt x="200920" y="212007"/>
                    <a:pt x="199775" y="212007"/>
                  </a:cubicBezTo>
                  <a:cubicBezTo>
                    <a:pt x="176768" y="212007"/>
                    <a:pt x="153813" y="212007"/>
                    <a:pt x="130806" y="212007"/>
                  </a:cubicBezTo>
                  <a:cubicBezTo>
                    <a:pt x="129817" y="212007"/>
                    <a:pt x="128776" y="211955"/>
                    <a:pt x="127787" y="212059"/>
                  </a:cubicBezTo>
                  <a:cubicBezTo>
                    <a:pt x="124872" y="212424"/>
                    <a:pt x="122894" y="214714"/>
                    <a:pt x="122998" y="217629"/>
                  </a:cubicBezTo>
                  <a:cubicBezTo>
                    <a:pt x="123102" y="220648"/>
                    <a:pt x="124716" y="222417"/>
                    <a:pt x="127631" y="222938"/>
                  </a:cubicBezTo>
                  <a:cubicBezTo>
                    <a:pt x="128308" y="223042"/>
                    <a:pt x="128984" y="223042"/>
                    <a:pt x="129661" y="223042"/>
                  </a:cubicBezTo>
                  <a:cubicBezTo>
                    <a:pt x="152772" y="223042"/>
                    <a:pt x="175831" y="223042"/>
                    <a:pt x="198942" y="223042"/>
                  </a:cubicBezTo>
                  <a:cubicBezTo>
                    <a:pt x="199671" y="223042"/>
                    <a:pt x="200451" y="222834"/>
                    <a:pt x="201128" y="222782"/>
                  </a:cubicBezTo>
                  <a:cubicBezTo>
                    <a:pt x="201909" y="219190"/>
                    <a:pt x="202638" y="215807"/>
                    <a:pt x="203418" y="212007"/>
                  </a:cubicBezTo>
                  <a:close/>
                  <a:moveTo>
                    <a:pt x="216744" y="192748"/>
                  </a:moveTo>
                  <a:cubicBezTo>
                    <a:pt x="213256" y="191551"/>
                    <a:pt x="210497" y="189833"/>
                    <a:pt x="207739" y="189781"/>
                  </a:cubicBezTo>
                  <a:cubicBezTo>
                    <a:pt x="185200" y="189573"/>
                    <a:pt x="162662" y="189625"/>
                    <a:pt x="140123" y="189677"/>
                  </a:cubicBezTo>
                  <a:cubicBezTo>
                    <a:pt x="136532" y="189677"/>
                    <a:pt x="134085" y="191967"/>
                    <a:pt x="134085" y="195142"/>
                  </a:cubicBezTo>
                  <a:cubicBezTo>
                    <a:pt x="134085" y="198317"/>
                    <a:pt x="136480" y="200660"/>
                    <a:pt x="140071" y="200660"/>
                  </a:cubicBezTo>
                  <a:cubicBezTo>
                    <a:pt x="162610" y="200712"/>
                    <a:pt x="185148" y="200712"/>
                    <a:pt x="207687" y="200660"/>
                  </a:cubicBezTo>
                  <a:cubicBezTo>
                    <a:pt x="208623" y="200660"/>
                    <a:pt x="209769" y="200348"/>
                    <a:pt x="210393" y="199775"/>
                  </a:cubicBezTo>
                  <a:cubicBezTo>
                    <a:pt x="212319" y="197901"/>
                    <a:pt x="213985" y="195819"/>
                    <a:pt x="216744" y="192748"/>
                  </a:cubicBezTo>
                  <a:close/>
                  <a:moveTo>
                    <a:pt x="200920" y="234546"/>
                  </a:moveTo>
                  <a:cubicBezTo>
                    <a:pt x="193372" y="234546"/>
                    <a:pt x="186189" y="234546"/>
                    <a:pt x="179266" y="234546"/>
                  </a:cubicBezTo>
                  <a:cubicBezTo>
                    <a:pt x="178277" y="238241"/>
                    <a:pt x="177288" y="241729"/>
                    <a:pt x="176351" y="245112"/>
                  </a:cubicBezTo>
                  <a:cubicBezTo>
                    <a:pt x="184576" y="245112"/>
                    <a:pt x="192748" y="245112"/>
                    <a:pt x="200920" y="245112"/>
                  </a:cubicBezTo>
                  <a:cubicBezTo>
                    <a:pt x="200920" y="241468"/>
                    <a:pt x="200920" y="238137"/>
                    <a:pt x="200920" y="234546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070" name="Google Shape;1070;p9"/>
            <p:cNvSpPr/>
            <p:nvPr/>
          </p:nvSpPr>
          <p:spPr bwMode="auto">
            <a:xfrm>
              <a:off x="6434965" y="6368085"/>
              <a:ext cx="10774" cy="10670"/>
            </a:xfrm>
            <a:custGeom>
              <a:avLst/>
              <a:gdLst/>
              <a:ahLst/>
              <a:cxnLst/>
              <a:rect l="l" t="t" r="r" b="b"/>
              <a:pathLst>
                <a:path w="10774" h="10670" fill="norm" stroke="1" extrusionOk="0">
                  <a:moveTo>
                    <a:pt x="10775" y="10671"/>
                  </a:moveTo>
                  <a:cubicBezTo>
                    <a:pt x="7079" y="10671"/>
                    <a:pt x="3644" y="10671"/>
                    <a:pt x="0" y="10671"/>
                  </a:cubicBezTo>
                  <a:cubicBezTo>
                    <a:pt x="0" y="7079"/>
                    <a:pt x="0" y="3644"/>
                    <a:pt x="0" y="0"/>
                  </a:cubicBezTo>
                  <a:cubicBezTo>
                    <a:pt x="3592" y="0"/>
                    <a:pt x="7079" y="0"/>
                    <a:pt x="10775" y="0"/>
                  </a:cubicBezTo>
                  <a:cubicBezTo>
                    <a:pt x="10775" y="3540"/>
                    <a:pt x="10775" y="6975"/>
                    <a:pt x="10775" y="1067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071" name="Google Shape;1071;p9"/>
            <p:cNvSpPr/>
            <p:nvPr/>
          </p:nvSpPr>
          <p:spPr bwMode="auto">
            <a:xfrm>
              <a:off x="6457452" y="6367929"/>
              <a:ext cx="10566" cy="10826"/>
            </a:xfrm>
            <a:custGeom>
              <a:avLst/>
              <a:gdLst/>
              <a:ahLst/>
              <a:cxnLst/>
              <a:rect l="l" t="t" r="r" b="b"/>
              <a:pathLst>
                <a:path w="10566" h="10826" fill="norm" stroke="1" extrusionOk="0">
                  <a:moveTo>
                    <a:pt x="0" y="0"/>
                  </a:moveTo>
                  <a:cubicBezTo>
                    <a:pt x="3644" y="0"/>
                    <a:pt x="6975" y="0"/>
                    <a:pt x="10567" y="0"/>
                  </a:cubicBezTo>
                  <a:cubicBezTo>
                    <a:pt x="10567" y="3644"/>
                    <a:pt x="10567" y="7131"/>
                    <a:pt x="10567" y="10827"/>
                  </a:cubicBezTo>
                  <a:cubicBezTo>
                    <a:pt x="7027" y="10827"/>
                    <a:pt x="3644" y="10827"/>
                    <a:pt x="0" y="10827"/>
                  </a:cubicBezTo>
                  <a:cubicBezTo>
                    <a:pt x="0" y="7183"/>
                    <a:pt x="0" y="3644"/>
                    <a:pt x="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072" name="Google Shape;1072;p9"/>
            <p:cNvSpPr/>
            <p:nvPr/>
          </p:nvSpPr>
          <p:spPr bwMode="auto">
            <a:xfrm>
              <a:off x="6479730" y="6368033"/>
              <a:ext cx="10670" cy="10722"/>
            </a:xfrm>
            <a:custGeom>
              <a:avLst/>
              <a:gdLst/>
              <a:ahLst/>
              <a:cxnLst/>
              <a:rect l="l" t="t" r="r" b="b"/>
              <a:pathLst>
                <a:path w="10670" h="10722" fill="norm" stroke="1" extrusionOk="0">
                  <a:moveTo>
                    <a:pt x="10671" y="0"/>
                  </a:moveTo>
                  <a:cubicBezTo>
                    <a:pt x="10671" y="3696"/>
                    <a:pt x="10671" y="7131"/>
                    <a:pt x="10671" y="10723"/>
                  </a:cubicBezTo>
                  <a:cubicBezTo>
                    <a:pt x="7079" y="10723"/>
                    <a:pt x="3696" y="10723"/>
                    <a:pt x="0" y="10723"/>
                  </a:cubicBezTo>
                  <a:cubicBezTo>
                    <a:pt x="0" y="7183"/>
                    <a:pt x="0" y="3696"/>
                    <a:pt x="0" y="0"/>
                  </a:cubicBezTo>
                  <a:cubicBezTo>
                    <a:pt x="3540" y="0"/>
                    <a:pt x="6975" y="0"/>
                    <a:pt x="10671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073" name="Google Shape;1073;p9"/>
            <p:cNvSpPr/>
            <p:nvPr/>
          </p:nvSpPr>
          <p:spPr bwMode="auto">
            <a:xfrm>
              <a:off x="6658475" y="6636256"/>
              <a:ext cx="10774" cy="10566"/>
            </a:xfrm>
            <a:custGeom>
              <a:avLst/>
              <a:gdLst/>
              <a:ahLst/>
              <a:cxnLst/>
              <a:rect l="l" t="t" r="r" b="b"/>
              <a:pathLst>
                <a:path w="10774" h="10566" fill="norm" stroke="1" extrusionOk="0">
                  <a:moveTo>
                    <a:pt x="10775" y="0"/>
                  </a:moveTo>
                  <a:cubicBezTo>
                    <a:pt x="10775" y="3592"/>
                    <a:pt x="10775" y="6975"/>
                    <a:pt x="10775" y="10567"/>
                  </a:cubicBezTo>
                  <a:cubicBezTo>
                    <a:pt x="7183" y="10567"/>
                    <a:pt x="3696" y="10567"/>
                    <a:pt x="0" y="10567"/>
                  </a:cubicBezTo>
                  <a:cubicBezTo>
                    <a:pt x="0" y="7079"/>
                    <a:pt x="0" y="3644"/>
                    <a:pt x="0" y="0"/>
                  </a:cubicBezTo>
                  <a:cubicBezTo>
                    <a:pt x="3435" y="0"/>
                    <a:pt x="6975" y="0"/>
                    <a:pt x="1077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074" name="Google Shape;1074;p9"/>
            <p:cNvSpPr/>
            <p:nvPr/>
          </p:nvSpPr>
          <p:spPr bwMode="auto">
            <a:xfrm>
              <a:off x="6680858" y="6636204"/>
              <a:ext cx="10670" cy="10722"/>
            </a:xfrm>
            <a:custGeom>
              <a:avLst/>
              <a:gdLst/>
              <a:ahLst/>
              <a:cxnLst/>
              <a:rect l="l" t="t" r="r" b="b"/>
              <a:pathLst>
                <a:path w="10670" h="10722" fill="norm" stroke="1" extrusionOk="0">
                  <a:moveTo>
                    <a:pt x="10671" y="0"/>
                  </a:moveTo>
                  <a:cubicBezTo>
                    <a:pt x="10671" y="3644"/>
                    <a:pt x="10671" y="7027"/>
                    <a:pt x="10671" y="10723"/>
                  </a:cubicBezTo>
                  <a:cubicBezTo>
                    <a:pt x="7079" y="10723"/>
                    <a:pt x="3644" y="10723"/>
                    <a:pt x="0" y="10723"/>
                  </a:cubicBezTo>
                  <a:cubicBezTo>
                    <a:pt x="0" y="7235"/>
                    <a:pt x="0" y="3748"/>
                    <a:pt x="0" y="0"/>
                  </a:cubicBezTo>
                  <a:cubicBezTo>
                    <a:pt x="3435" y="0"/>
                    <a:pt x="6871" y="0"/>
                    <a:pt x="10671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075" name="Google Shape;1075;p9"/>
            <p:cNvSpPr/>
            <p:nvPr/>
          </p:nvSpPr>
          <p:spPr bwMode="auto">
            <a:xfrm>
              <a:off x="6703136" y="6636152"/>
              <a:ext cx="10670" cy="10722"/>
            </a:xfrm>
            <a:custGeom>
              <a:avLst/>
              <a:gdLst/>
              <a:ahLst/>
              <a:cxnLst/>
              <a:rect l="l" t="t" r="r" b="b"/>
              <a:pathLst>
                <a:path w="10670" h="10722" fill="norm" stroke="1" extrusionOk="0">
                  <a:moveTo>
                    <a:pt x="0" y="10723"/>
                  </a:moveTo>
                  <a:cubicBezTo>
                    <a:pt x="0" y="6975"/>
                    <a:pt x="0" y="3592"/>
                    <a:pt x="0" y="0"/>
                  </a:cubicBezTo>
                  <a:cubicBezTo>
                    <a:pt x="3592" y="0"/>
                    <a:pt x="7027" y="0"/>
                    <a:pt x="10671" y="0"/>
                  </a:cubicBezTo>
                  <a:cubicBezTo>
                    <a:pt x="10671" y="3540"/>
                    <a:pt x="10671" y="7027"/>
                    <a:pt x="10671" y="10723"/>
                  </a:cubicBezTo>
                  <a:cubicBezTo>
                    <a:pt x="7131" y="10723"/>
                    <a:pt x="3696" y="10723"/>
                    <a:pt x="0" y="10723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076" name="Google Shape;1076;p9"/>
            <p:cNvSpPr/>
            <p:nvPr/>
          </p:nvSpPr>
          <p:spPr bwMode="auto">
            <a:xfrm>
              <a:off x="6591224" y="6378912"/>
              <a:ext cx="111703" cy="111704"/>
            </a:xfrm>
            <a:custGeom>
              <a:avLst/>
              <a:gdLst/>
              <a:ahLst/>
              <a:cxnLst/>
              <a:rect l="l" t="t" r="r" b="b"/>
              <a:pathLst>
                <a:path w="111703" h="111704" fill="norm" stroke="1" extrusionOk="0">
                  <a:moveTo>
                    <a:pt x="0" y="55748"/>
                  </a:moveTo>
                  <a:cubicBezTo>
                    <a:pt x="52" y="24881"/>
                    <a:pt x="25141" y="-52"/>
                    <a:pt x="56060" y="0"/>
                  </a:cubicBezTo>
                  <a:cubicBezTo>
                    <a:pt x="86822" y="104"/>
                    <a:pt x="111807" y="25349"/>
                    <a:pt x="111703" y="56216"/>
                  </a:cubicBezTo>
                  <a:cubicBezTo>
                    <a:pt x="111599" y="86979"/>
                    <a:pt x="86354" y="111859"/>
                    <a:pt x="55435" y="111703"/>
                  </a:cubicBezTo>
                  <a:cubicBezTo>
                    <a:pt x="24725" y="111599"/>
                    <a:pt x="-52" y="86562"/>
                    <a:pt x="0" y="55748"/>
                  </a:cubicBezTo>
                  <a:close/>
                  <a:moveTo>
                    <a:pt x="100460" y="55904"/>
                  </a:moveTo>
                  <a:cubicBezTo>
                    <a:pt x="100408" y="31127"/>
                    <a:pt x="80472" y="11243"/>
                    <a:pt x="55695" y="11295"/>
                  </a:cubicBezTo>
                  <a:cubicBezTo>
                    <a:pt x="30971" y="11347"/>
                    <a:pt x="10931" y="31491"/>
                    <a:pt x="11087" y="56112"/>
                  </a:cubicBezTo>
                  <a:cubicBezTo>
                    <a:pt x="11191" y="80576"/>
                    <a:pt x="31335" y="100616"/>
                    <a:pt x="55748" y="100668"/>
                  </a:cubicBezTo>
                  <a:cubicBezTo>
                    <a:pt x="80368" y="100720"/>
                    <a:pt x="100512" y="80576"/>
                    <a:pt x="100460" y="55904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077" name="Google Shape;1077;p9"/>
            <p:cNvSpPr/>
            <p:nvPr/>
          </p:nvSpPr>
          <p:spPr bwMode="auto">
            <a:xfrm>
              <a:off x="6591221" y="6378912"/>
              <a:ext cx="11038" cy="11139"/>
            </a:xfrm>
            <a:custGeom>
              <a:avLst/>
              <a:gdLst/>
              <a:ahLst/>
              <a:cxnLst/>
              <a:rect l="l" t="t" r="r" b="b"/>
              <a:pathLst>
                <a:path w="11038" h="11139" fill="norm" stroke="1" extrusionOk="0">
                  <a:moveTo>
                    <a:pt x="11038" y="5570"/>
                  </a:moveTo>
                  <a:cubicBezTo>
                    <a:pt x="11038" y="8693"/>
                    <a:pt x="8592" y="11191"/>
                    <a:pt x="5469" y="11139"/>
                  </a:cubicBezTo>
                  <a:cubicBezTo>
                    <a:pt x="2502" y="11087"/>
                    <a:pt x="107" y="8745"/>
                    <a:pt x="3" y="5778"/>
                  </a:cubicBezTo>
                  <a:cubicBezTo>
                    <a:pt x="-101" y="2655"/>
                    <a:pt x="2294" y="104"/>
                    <a:pt x="5365" y="0"/>
                  </a:cubicBezTo>
                  <a:cubicBezTo>
                    <a:pt x="8488" y="0"/>
                    <a:pt x="11038" y="2446"/>
                    <a:pt x="11038" y="557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078" name="Google Shape;1078;p9"/>
            <p:cNvSpPr/>
            <p:nvPr/>
          </p:nvSpPr>
          <p:spPr bwMode="auto">
            <a:xfrm>
              <a:off x="6641454" y="6356633"/>
              <a:ext cx="11140" cy="11088"/>
            </a:xfrm>
            <a:custGeom>
              <a:avLst/>
              <a:gdLst/>
              <a:ahLst/>
              <a:cxnLst/>
              <a:rect l="l" t="t" r="r" b="b"/>
              <a:pathLst>
                <a:path w="11140" h="11088" fill="norm" stroke="1" extrusionOk="0">
                  <a:moveTo>
                    <a:pt x="11140" y="5466"/>
                  </a:moveTo>
                  <a:cubicBezTo>
                    <a:pt x="11192" y="8485"/>
                    <a:pt x="8745" y="11036"/>
                    <a:pt x="5674" y="11088"/>
                  </a:cubicBezTo>
                  <a:cubicBezTo>
                    <a:pt x="2655" y="11140"/>
                    <a:pt x="53" y="8641"/>
                    <a:pt x="1" y="5622"/>
                  </a:cubicBezTo>
                  <a:cubicBezTo>
                    <a:pt x="-51" y="2655"/>
                    <a:pt x="2499" y="1"/>
                    <a:pt x="5518" y="1"/>
                  </a:cubicBezTo>
                  <a:cubicBezTo>
                    <a:pt x="8537" y="-51"/>
                    <a:pt x="11088" y="2447"/>
                    <a:pt x="11140" y="5466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079" name="Google Shape;1079;p9"/>
            <p:cNvSpPr/>
            <p:nvPr/>
          </p:nvSpPr>
          <p:spPr bwMode="auto">
            <a:xfrm>
              <a:off x="6691781" y="6479632"/>
              <a:ext cx="11146" cy="10986"/>
            </a:xfrm>
            <a:custGeom>
              <a:avLst/>
              <a:gdLst/>
              <a:ahLst/>
              <a:cxnLst/>
              <a:rect l="l" t="t" r="r" b="b"/>
              <a:pathLst>
                <a:path w="11146" h="10986" fill="norm" stroke="1" extrusionOk="0">
                  <a:moveTo>
                    <a:pt x="11146" y="5622"/>
                  </a:moveTo>
                  <a:cubicBezTo>
                    <a:pt x="11094" y="8693"/>
                    <a:pt x="8492" y="11087"/>
                    <a:pt x="5368" y="10983"/>
                  </a:cubicBezTo>
                  <a:cubicBezTo>
                    <a:pt x="2297" y="10879"/>
                    <a:pt x="-149" y="8276"/>
                    <a:pt x="7" y="5205"/>
                  </a:cubicBezTo>
                  <a:cubicBezTo>
                    <a:pt x="163" y="2238"/>
                    <a:pt x="2610" y="0"/>
                    <a:pt x="5577" y="0"/>
                  </a:cubicBezTo>
                  <a:cubicBezTo>
                    <a:pt x="8752" y="0"/>
                    <a:pt x="11198" y="2498"/>
                    <a:pt x="11146" y="5622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080" name="Google Shape;1080;p9"/>
            <p:cNvSpPr/>
            <p:nvPr/>
          </p:nvSpPr>
          <p:spPr bwMode="auto">
            <a:xfrm>
              <a:off x="6714170" y="6429245"/>
              <a:ext cx="11088" cy="11192"/>
            </a:xfrm>
            <a:custGeom>
              <a:avLst/>
              <a:gdLst/>
              <a:ahLst/>
              <a:cxnLst/>
              <a:rect l="l" t="t" r="r" b="b"/>
              <a:pathLst>
                <a:path w="11088" h="11192" fill="norm" stroke="1" extrusionOk="0">
                  <a:moveTo>
                    <a:pt x="11088" y="5518"/>
                  </a:moveTo>
                  <a:cubicBezTo>
                    <a:pt x="11140" y="8485"/>
                    <a:pt x="8589" y="11140"/>
                    <a:pt x="5622" y="11192"/>
                  </a:cubicBezTo>
                  <a:cubicBezTo>
                    <a:pt x="2603" y="11244"/>
                    <a:pt x="53" y="8745"/>
                    <a:pt x="1" y="5674"/>
                  </a:cubicBezTo>
                  <a:cubicBezTo>
                    <a:pt x="-51" y="2603"/>
                    <a:pt x="2395" y="53"/>
                    <a:pt x="5466" y="1"/>
                  </a:cubicBezTo>
                  <a:cubicBezTo>
                    <a:pt x="8433" y="-51"/>
                    <a:pt x="11036" y="2499"/>
                    <a:pt x="11088" y="5518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081" name="Google Shape;1081;p9"/>
            <p:cNvSpPr/>
            <p:nvPr/>
          </p:nvSpPr>
          <p:spPr bwMode="auto">
            <a:xfrm>
              <a:off x="6691788" y="6378964"/>
              <a:ext cx="11140" cy="11139"/>
            </a:xfrm>
            <a:custGeom>
              <a:avLst/>
              <a:gdLst/>
              <a:ahLst/>
              <a:cxnLst/>
              <a:rect l="l" t="t" r="r" b="b"/>
              <a:pathLst>
                <a:path w="11140" h="11139" fill="norm" stroke="1" extrusionOk="0">
                  <a:moveTo>
                    <a:pt x="5466" y="11139"/>
                  </a:moveTo>
                  <a:cubicBezTo>
                    <a:pt x="2447" y="11087"/>
                    <a:pt x="-51" y="8537"/>
                    <a:pt x="1" y="5517"/>
                  </a:cubicBezTo>
                  <a:cubicBezTo>
                    <a:pt x="53" y="2498"/>
                    <a:pt x="2655" y="0"/>
                    <a:pt x="5622" y="0"/>
                  </a:cubicBezTo>
                  <a:cubicBezTo>
                    <a:pt x="8589" y="52"/>
                    <a:pt x="11192" y="2707"/>
                    <a:pt x="11140" y="5674"/>
                  </a:cubicBezTo>
                  <a:cubicBezTo>
                    <a:pt x="11088" y="8641"/>
                    <a:pt x="8485" y="11191"/>
                    <a:pt x="5466" y="11139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082" name="Google Shape;1082;p9"/>
            <p:cNvSpPr/>
            <p:nvPr/>
          </p:nvSpPr>
          <p:spPr bwMode="auto">
            <a:xfrm>
              <a:off x="6568934" y="6429226"/>
              <a:ext cx="10947" cy="11165"/>
            </a:xfrm>
            <a:custGeom>
              <a:avLst/>
              <a:gdLst/>
              <a:ahLst/>
              <a:cxnLst/>
              <a:rect l="l" t="t" r="r" b="b"/>
              <a:pathLst>
                <a:path w="10947" h="11165" fill="norm" stroke="1" extrusionOk="0">
                  <a:moveTo>
                    <a:pt x="5218" y="11159"/>
                  </a:moveTo>
                  <a:cubicBezTo>
                    <a:pt x="2147" y="11003"/>
                    <a:pt x="-195" y="8400"/>
                    <a:pt x="13" y="5225"/>
                  </a:cubicBezTo>
                  <a:cubicBezTo>
                    <a:pt x="169" y="2102"/>
                    <a:pt x="2824" y="-241"/>
                    <a:pt x="5895" y="20"/>
                  </a:cubicBezTo>
                  <a:cubicBezTo>
                    <a:pt x="8862" y="280"/>
                    <a:pt x="11048" y="2726"/>
                    <a:pt x="10944" y="5745"/>
                  </a:cubicBezTo>
                  <a:cubicBezTo>
                    <a:pt x="10892" y="8869"/>
                    <a:pt x="8289" y="11315"/>
                    <a:pt x="5218" y="11159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083" name="Google Shape;1083;p9"/>
            <p:cNvSpPr/>
            <p:nvPr/>
          </p:nvSpPr>
          <p:spPr bwMode="auto">
            <a:xfrm>
              <a:off x="6490556" y="6446056"/>
              <a:ext cx="11192" cy="11143"/>
            </a:xfrm>
            <a:custGeom>
              <a:avLst/>
              <a:gdLst/>
              <a:ahLst/>
              <a:cxnLst/>
              <a:rect l="l" t="t" r="r" b="b"/>
              <a:pathLst>
                <a:path w="11192" h="11143" fill="norm" stroke="1" extrusionOk="0">
                  <a:moveTo>
                    <a:pt x="11192" y="5417"/>
                  </a:moveTo>
                  <a:cubicBezTo>
                    <a:pt x="11244" y="8383"/>
                    <a:pt x="8693" y="11038"/>
                    <a:pt x="5726" y="11142"/>
                  </a:cubicBezTo>
                  <a:cubicBezTo>
                    <a:pt x="2760" y="11194"/>
                    <a:pt x="105" y="8644"/>
                    <a:pt x="1" y="5677"/>
                  </a:cubicBezTo>
                  <a:cubicBezTo>
                    <a:pt x="-51" y="2710"/>
                    <a:pt x="2499" y="55"/>
                    <a:pt x="5466" y="3"/>
                  </a:cubicBezTo>
                  <a:cubicBezTo>
                    <a:pt x="8485" y="-101"/>
                    <a:pt x="11140" y="2398"/>
                    <a:pt x="11192" y="5417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084" name="Google Shape;1084;p9"/>
            <p:cNvSpPr/>
            <p:nvPr/>
          </p:nvSpPr>
          <p:spPr bwMode="auto">
            <a:xfrm>
              <a:off x="6538025" y="6465630"/>
              <a:ext cx="11194" cy="11192"/>
            </a:xfrm>
            <a:custGeom>
              <a:avLst/>
              <a:gdLst/>
              <a:ahLst/>
              <a:cxnLst/>
              <a:rect l="l" t="t" r="r" b="b"/>
              <a:pathLst>
                <a:path w="11194" h="11192" fill="norm" stroke="1" extrusionOk="0">
                  <a:moveTo>
                    <a:pt x="5468" y="1"/>
                  </a:moveTo>
                  <a:cubicBezTo>
                    <a:pt x="8435" y="-51"/>
                    <a:pt x="11090" y="2499"/>
                    <a:pt x="11194" y="5466"/>
                  </a:cubicBezTo>
                  <a:cubicBezTo>
                    <a:pt x="11246" y="8433"/>
                    <a:pt x="8696" y="11088"/>
                    <a:pt x="5729" y="11192"/>
                  </a:cubicBezTo>
                  <a:cubicBezTo>
                    <a:pt x="2762" y="11244"/>
                    <a:pt x="107" y="8693"/>
                    <a:pt x="3" y="5726"/>
                  </a:cubicBezTo>
                  <a:cubicBezTo>
                    <a:pt x="-101" y="2760"/>
                    <a:pt x="2502" y="53"/>
                    <a:pt x="546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085" name="Google Shape;1085;p9"/>
            <p:cNvSpPr/>
            <p:nvPr/>
          </p:nvSpPr>
          <p:spPr bwMode="auto">
            <a:xfrm>
              <a:off x="6443238" y="6465679"/>
              <a:ext cx="11142" cy="11145"/>
            </a:xfrm>
            <a:custGeom>
              <a:avLst/>
              <a:gdLst/>
              <a:ahLst/>
              <a:cxnLst/>
              <a:rect l="l" t="t" r="r" b="b"/>
              <a:pathLst>
                <a:path w="11142" h="11145" fill="norm" stroke="1" extrusionOk="0">
                  <a:moveTo>
                    <a:pt x="5729" y="11142"/>
                  </a:moveTo>
                  <a:cubicBezTo>
                    <a:pt x="2762" y="11246"/>
                    <a:pt x="107" y="8696"/>
                    <a:pt x="3" y="5729"/>
                  </a:cubicBezTo>
                  <a:cubicBezTo>
                    <a:pt x="-101" y="2762"/>
                    <a:pt x="2450" y="107"/>
                    <a:pt x="5416" y="3"/>
                  </a:cubicBezTo>
                  <a:cubicBezTo>
                    <a:pt x="8383" y="-101"/>
                    <a:pt x="11038" y="2398"/>
                    <a:pt x="11142" y="5417"/>
                  </a:cubicBezTo>
                  <a:cubicBezTo>
                    <a:pt x="11194" y="8383"/>
                    <a:pt x="8748" y="11038"/>
                    <a:pt x="5729" y="11142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086" name="Google Shape;1086;p9"/>
            <p:cNvSpPr/>
            <p:nvPr/>
          </p:nvSpPr>
          <p:spPr bwMode="auto">
            <a:xfrm>
              <a:off x="6423563" y="6513047"/>
              <a:ext cx="11093" cy="11195"/>
            </a:xfrm>
            <a:custGeom>
              <a:avLst/>
              <a:gdLst/>
              <a:ahLst/>
              <a:cxnLst/>
              <a:rect l="l" t="t" r="r" b="b"/>
              <a:pathLst>
                <a:path w="11093" h="11195" fill="norm" stroke="1" extrusionOk="0">
                  <a:moveTo>
                    <a:pt x="5729" y="3"/>
                  </a:moveTo>
                  <a:cubicBezTo>
                    <a:pt x="8748" y="107"/>
                    <a:pt x="11194" y="2710"/>
                    <a:pt x="11090" y="5729"/>
                  </a:cubicBezTo>
                  <a:cubicBezTo>
                    <a:pt x="10986" y="8748"/>
                    <a:pt x="8383" y="11246"/>
                    <a:pt x="5416" y="11194"/>
                  </a:cubicBezTo>
                  <a:cubicBezTo>
                    <a:pt x="2450" y="11090"/>
                    <a:pt x="-101" y="8435"/>
                    <a:pt x="3" y="5469"/>
                  </a:cubicBezTo>
                  <a:cubicBezTo>
                    <a:pt x="107" y="2450"/>
                    <a:pt x="2762" y="-101"/>
                    <a:pt x="5729" y="3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087" name="Google Shape;1087;p9"/>
            <p:cNvSpPr/>
            <p:nvPr/>
          </p:nvSpPr>
          <p:spPr bwMode="auto">
            <a:xfrm>
              <a:off x="6468226" y="6490667"/>
              <a:ext cx="55905" cy="55904"/>
            </a:xfrm>
            <a:custGeom>
              <a:avLst/>
              <a:gdLst/>
              <a:ahLst/>
              <a:cxnLst/>
              <a:rect l="l" t="t" r="r" b="b"/>
              <a:pathLst>
                <a:path w="55905" h="55904" fill="norm" stroke="1" extrusionOk="0">
                  <a:moveTo>
                    <a:pt x="0" y="27952"/>
                  </a:moveTo>
                  <a:cubicBezTo>
                    <a:pt x="0" y="12597"/>
                    <a:pt x="12701" y="-52"/>
                    <a:pt x="28004" y="0"/>
                  </a:cubicBezTo>
                  <a:cubicBezTo>
                    <a:pt x="43359" y="52"/>
                    <a:pt x="56060" y="12857"/>
                    <a:pt x="55904" y="28108"/>
                  </a:cubicBezTo>
                  <a:cubicBezTo>
                    <a:pt x="55747" y="43359"/>
                    <a:pt x="43255" y="55852"/>
                    <a:pt x="28056" y="55904"/>
                  </a:cubicBezTo>
                  <a:cubicBezTo>
                    <a:pt x="12805" y="56008"/>
                    <a:pt x="52" y="43307"/>
                    <a:pt x="0" y="27952"/>
                  </a:cubicBezTo>
                  <a:close/>
                  <a:moveTo>
                    <a:pt x="27952" y="11295"/>
                  </a:moveTo>
                  <a:cubicBezTo>
                    <a:pt x="18635" y="11295"/>
                    <a:pt x="11295" y="18687"/>
                    <a:pt x="11295" y="28004"/>
                  </a:cubicBezTo>
                  <a:cubicBezTo>
                    <a:pt x="11295" y="37321"/>
                    <a:pt x="18687" y="44661"/>
                    <a:pt x="28004" y="44661"/>
                  </a:cubicBezTo>
                  <a:cubicBezTo>
                    <a:pt x="37321" y="44661"/>
                    <a:pt x="44712" y="37217"/>
                    <a:pt x="44660" y="27952"/>
                  </a:cubicBezTo>
                  <a:cubicBezTo>
                    <a:pt x="44660" y="18635"/>
                    <a:pt x="37269" y="11243"/>
                    <a:pt x="27952" y="11295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088" name="Google Shape;1088;p9"/>
            <p:cNvSpPr/>
            <p:nvPr/>
          </p:nvSpPr>
          <p:spPr bwMode="auto">
            <a:xfrm>
              <a:off x="6613607" y="6401294"/>
              <a:ext cx="66990" cy="66990"/>
            </a:xfrm>
            <a:custGeom>
              <a:avLst/>
              <a:gdLst/>
              <a:ahLst/>
              <a:cxnLst/>
              <a:rect l="l" t="t" r="r" b="b"/>
              <a:pathLst>
                <a:path w="66990" h="66990" fill="norm" stroke="1" extrusionOk="0">
                  <a:moveTo>
                    <a:pt x="0" y="33625"/>
                  </a:moveTo>
                  <a:cubicBezTo>
                    <a:pt x="-52" y="15095"/>
                    <a:pt x="14991" y="0"/>
                    <a:pt x="33469" y="0"/>
                  </a:cubicBezTo>
                  <a:cubicBezTo>
                    <a:pt x="51896" y="0"/>
                    <a:pt x="67043" y="15199"/>
                    <a:pt x="66991" y="33625"/>
                  </a:cubicBezTo>
                  <a:cubicBezTo>
                    <a:pt x="66939" y="51948"/>
                    <a:pt x="52000" y="66939"/>
                    <a:pt x="33626" y="66991"/>
                  </a:cubicBezTo>
                  <a:cubicBezTo>
                    <a:pt x="15043" y="67043"/>
                    <a:pt x="52" y="52156"/>
                    <a:pt x="0" y="33625"/>
                  </a:cubicBezTo>
                  <a:close/>
                  <a:moveTo>
                    <a:pt x="33365" y="11243"/>
                  </a:moveTo>
                  <a:cubicBezTo>
                    <a:pt x="20977" y="11295"/>
                    <a:pt x="10931" y="21445"/>
                    <a:pt x="11087" y="33678"/>
                  </a:cubicBezTo>
                  <a:cubicBezTo>
                    <a:pt x="11243" y="45858"/>
                    <a:pt x="21237" y="55800"/>
                    <a:pt x="33365" y="55904"/>
                  </a:cubicBezTo>
                  <a:cubicBezTo>
                    <a:pt x="45650" y="55956"/>
                    <a:pt x="55696" y="45910"/>
                    <a:pt x="55748" y="33521"/>
                  </a:cubicBezTo>
                  <a:cubicBezTo>
                    <a:pt x="55748" y="21081"/>
                    <a:pt x="45806" y="11191"/>
                    <a:pt x="33365" y="11243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</p:grpSp>
      <p:sp>
        <p:nvSpPr>
          <p:cNvPr id="1535552367" name="Google Shape;1089;p9"/>
          <p:cNvSpPr txBox="1"/>
          <p:nvPr/>
        </p:nvSpPr>
        <p:spPr bwMode="auto">
          <a:xfrm>
            <a:off x="875187" y="6390182"/>
            <a:ext cx="13785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pPr>
            <a:r>
              <a:rPr lang="en-US" sz="14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</a:rPr>
              <a:t>The University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712007960" name="Google Shape;1090;p9"/>
          <p:cNvSpPr txBox="1"/>
          <p:nvPr/>
        </p:nvSpPr>
        <p:spPr bwMode="auto">
          <a:xfrm>
            <a:off x="3035846" y="6390182"/>
            <a:ext cx="10311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pPr>
            <a:r>
              <a:rPr lang="en-US" sz="14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</a:rPr>
              <a:t>Innovations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92256655" name="Google Shape;1091;p9"/>
          <p:cNvSpPr txBox="1"/>
          <p:nvPr/>
        </p:nvSpPr>
        <p:spPr bwMode="auto">
          <a:xfrm>
            <a:off x="4848939" y="6276042"/>
            <a:ext cx="1155900" cy="52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pPr>
            <a:r>
              <a:rPr lang="en-US" sz="14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</a:rPr>
              <a:t>Translational Research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865320098" name="Google Shape;1092;p9"/>
          <p:cNvSpPr txBox="1"/>
          <p:nvPr/>
        </p:nvSpPr>
        <p:spPr bwMode="auto">
          <a:xfrm>
            <a:off x="6786916" y="6390182"/>
            <a:ext cx="11214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pPr>
            <a:r>
              <a:rPr lang="en-US"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Mobilization 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95791440" name="Google Shape;1093;p9"/>
          <p:cNvSpPr txBox="1"/>
          <p:nvPr/>
        </p:nvSpPr>
        <p:spPr bwMode="auto">
          <a:xfrm>
            <a:off x="8690450" y="6390182"/>
            <a:ext cx="12090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pPr>
            <a:r>
              <a:rPr lang="en-US" sz="14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</a:rPr>
              <a:t>Collaborators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755999527" name="Google Shape;1094;p9"/>
          <p:cNvSpPr/>
          <p:nvPr/>
        </p:nvSpPr>
        <p:spPr bwMode="auto">
          <a:xfrm>
            <a:off x="543031" y="6352930"/>
            <a:ext cx="332155" cy="336336"/>
          </a:xfrm>
          <a:custGeom>
            <a:avLst/>
            <a:gdLst/>
            <a:ahLst/>
            <a:cxnLst/>
            <a:rect l="l" t="t" r="r" b="b"/>
            <a:pathLst>
              <a:path w="332156" h="336336" fill="norm" stroke="1" extrusionOk="0">
                <a:moveTo>
                  <a:pt x="320402" y="336337"/>
                </a:moveTo>
                <a:cubicBezTo>
                  <a:pt x="224802" y="336337"/>
                  <a:pt x="129113" y="336337"/>
                  <a:pt x="33512" y="336337"/>
                </a:cubicBezTo>
                <a:cubicBezTo>
                  <a:pt x="32898" y="336161"/>
                  <a:pt x="32372" y="335810"/>
                  <a:pt x="31758" y="335723"/>
                </a:cubicBezTo>
                <a:cubicBezTo>
                  <a:pt x="16936" y="332565"/>
                  <a:pt x="6762" y="323970"/>
                  <a:pt x="2026" y="309498"/>
                </a:cubicBezTo>
                <a:cubicBezTo>
                  <a:pt x="-2535" y="295290"/>
                  <a:pt x="710" y="282572"/>
                  <a:pt x="10709" y="271521"/>
                </a:cubicBezTo>
                <a:cubicBezTo>
                  <a:pt x="11323" y="270820"/>
                  <a:pt x="11936" y="270118"/>
                  <a:pt x="12726" y="269241"/>
                </a:cubicBezTo>
                <a:cubicBezTo>
                  <a:pt x="11323" y="268802"/>
                  <a:pt x="10182" y="268451"/>
                  <a:pt x="9130" y="268013"/>
                </a:cubicBezTo>
                <a:cubicBezTo>
                  <a:pt x="3604" y="265733"/>
                  <a:pt x="8" y="260295"/>
                  <a:pt x="184" y="254331"/>
                </a:cubicBezTo>
                <a:cubicBezTo>
                  <a:pt x="359" y="248103"/>
                  <a:pt x="2990" y="242841"/>
                  <a:pt x="9042" y="241087"/>
                </a:cubicBezTo>
                <a:cubicBezTo>
                  <a:pt x="13691" y="239683"/>
                  <a:pt x="14305" y="236965"/>
                  <a:pt x="14392" y="233281"/>
                </a:cubicBezTo>
                <a:cubicBezTo>
                  <a:pt x="14480" y="230737"/>
                  <a:pt x="14129" y="228282"/>
                  <a:pt x="14129" y="225738"/>
                </a:cubicBezTo>
                <a:cubicBezTo>
                  <a:pt x="14041" y="223107"/>
                  <a:pt x="12989" y="221791"/>
                  <a:pt x="10270" y="221002"/>
                </a:cubicBezTo>
                <a:cubicBezTo>
                  <a:pt x="3692" y="219072"/>
                  <a:pt x="-343" y="212845"/>
                  <a:pt x="184" y="206179"/>
                </a:cubicBezTo>
                <a:cubicBezTo>
                  <a:pt x="798" y="198812"/>
                  <a:pt x="5622" y="193286"/>
                  <a:pt x="12901" y="192585"/>
                </a:cubicBezTo>
                <a:cubicBezTo>
                  <a:pt x="17988" y="192059"/>
                  <a:pt x="23163" y="192322"/>
                  <a:pt x="28338" y="192234"/>
                </a:cubicBezTo>
                <a:cubicBezTo>
                  <a:pt x="29478" y="192234"/>
                  <a:pt x="30530" y="192146"/>
                  <a:pt x="32197" y="192059"/>
                </a:cubicBezTo>
                <a:cubicBezTo>
                  <a:pt x="31232" y="191006"/>
                  <a:pt x="30706" y="190392"/>
                  <a:pt x="30180" y="189866"/>
                </a:cubicBezTo>
                <a:cubicBezTo>
                  <a:pt x="12112" y="170044"/>
                  <a:pt x="18515" y="139434"/>
                  <a:pt x="42897" y="128383"/>
                </a:cubicBezTo>
                <a:cubicBezTo>
                  <a:pt x="50791" y="124875"/>
                  <a:pt x="59035" y="124787"/>
                  <a:pt x="67367" y="125050"/>
                </a:cubicBezTo>
                <a:cubicBezTo>
                  <a:pt x="69735" y="125138"/>
                  <a:pt x="70788" y="124436"/>
                  <a:pt x="71490" y="122068"/>
                </a:cubicBezTo>
                <a:cubicBezTo>
                  <a:pt x="75524" y="108123"/>
                  <a:pt x="79734" y="94177"/>
                  <a:pt x="83856" y="80232"/>
                </a:cubicBezTo>
                <a:cubicBezTo>
                  <a:pt x="84119" y="79443"/>
                  <a:pt x="84207" y="78653"/>
                  <a:pt x="84470" y="77688"/>
                </a:cubicBezTo>
                <a:cubicBezTo>
                  <a:pt x="80173" y="76548"/>
                  <a:pt x="76226" y="75496"/>
                  <a:pt x="72191" y="74443"/>
                </a:cubicBezTo>
                <a:cubicBezTo>
                  <a:pt x="54387" y="69795"/>
                  <a:pt x="36670" y="65146"/>
                  <a:pt x="18865" y="60498"/>
                </a:cubicBezTo>
                <a:cubicBezTo>
                  <a:pt x="14743" y="59445"/>
                  <a:pt x="11323" y="57604"/>
                  <a:pt x="9568" y="53481"/>
                </a:cubicBezTo>
                <a:cubicBezTo>
                  <a:pt x="6499" y="46465"/>
                  <a:pt x="9919" y="39010"/>
                  <a:pt x="17462" y="36905"/>
                </a:cubicBezTo>
                <a:cubicBezTo>
                  <a:pt x="28864" y="33747"/>
                  <a:pt x="40266" y="30853"/>
                  <a:pt x="51668" y="27783"/>
                </a:cubicBezTo>
                <a:cubicBezTo>
                  <a:pt x="58947" y="25854"/>
                  <a:pt x="66227" y="23924"/>
                  <a:pt x="73507" y="22082"/>
                </a:cubicBezTo>
                <a:cubicBezTo>
                  <a:pt x="77892" y="20942"/>
                  <a:pt x="80874" y="23661"/>
                  <a:pt x="80173" y="27783"/>
                </a:cubicBezTo>
                <a:cubicBezTo>
                  <a:pt x="79734" y="30414"/>
                  <a:pt x="77717" y="31204"/>
                  <a:pt x="75524" y="31730"/>
                </a:cubicBezTo>
                <a:cubicBezTo>
                  <a:pt x="57983" y="36291"/>
                  <a:pt x="40441" y="40851"/>
                  <a:pt x="22900" y="45588"/>
                </a:cubicBezTo>
                <a:cubicBezTo>
                  <a:pt x="21233" y="46026"/>
                  <a:pt x="19742" y="47429"/>
                  <a:pt x="18251" y="48307"/>
                </a:cubicBezTo>
                <a:cubicBezTo>
                  <a:pt x="19742" y="49271"/>
                  <a:pt x="21146" y="50762"/>
                  <a:pt x="22724" y="51201"/>
                </a:cubicBezTo>
                <a:cubicBezTo>
                  <a:pt x="63157" y="61901"/>
                  <a:pt x="103766" y="71900"/>
                  <a:pt x="144023" y="83302"/>
                </a:cubicBezTo>
                <a:cubicBezTo>
                  <a:pt x="163494" y="88827"/>
                  <a:pt x="181474" y="85845"/>
                  <a:pt x="199893" y="79706"/>
                </a:cubicBezTo>
                <a:cubicBezTo>
                  <a:pt x="199717" y="79443"/>
                  <a:pt x="199717" y="79092"/>
                  <a:pt x="199454" y="78916"/>
                </a:cubicBezTo>
                <a:cubicBezTo>
                  <a:pt x="191648" y="71812"/>
                  <a:pt x="183930" y="64796"/>
                  <a:pt x="176036" y="57779"/>
                </a:cubicBezTo>
                <a:cubicBezTo>
                  <a:pt x="175335" y="57165"/>
                  <a:pt x="173668" y="57077"/>
                  <a:pt x="172616" y="57340"/>
                </a:cubicBezTo>
                <a:cubicBezTo>
                  <a:pt x="166038" y="59358"/>
                  <a:pt x="159811" y="58744"/>
                  <a:pt x="154022" y="55148"/>
                </a:cubicBezTo>
                <a:cubicBezTo>
                  <a:pt x="152619" y="54271"/>
                  <a:pt x="151215" y="52166"/>
                  <a:pt x="151040" y="50499"/>
                </a:cubicBezTo>
                <a:cubicBezTo>
                  <a:pt x="150689" y="45588"/>
                  <a:pt x="150689" y="40676"/>
                  <a:pt x="150952" y="35764"/>
                </a:cubicBezTo>
                <a:cubicBezTo>
                  <a:pt x="151391" y="27959"/>
                  <a:pt x="157267" y="22345"/>
                  <a:pt x="165073" y="22170"/>
                </a:cubicBezTo>
                <a:cubicBezTo>
                  <a:pt x="172791" y="21907"/>
                  <a:pt x="178843" y="26906"/>
                  <a:pt x="179808" y="34624"/>
                </a:cubicBezTo>
                <a:cubicBezTo>
                  <a:pt x="180246" y="38045"/>
                  <a:pt x="180159" y="41641"/>
                  <a:pt x="180159" y="45061"/>
                </a:cubicBezTo>
                <a:cubicBezTo>
                  <a:pt x="180159" y="47166"/>
                  <a:pt x="180773" y="48657"/>
                  <a:pt x="182351" y="50148"/>
                </a:cubicBezTo>
                <a:cubicBezTo>
                  <a:pt x="191385" y="58217"/>
                  <a:pt x="200419" y="66374"/>
                  <a:pt x="209365" y="74619"/>
                </a:cubicBezTo>
                <a:cubicBezTo>
                  <a:pt x="211119" y="76197"/>
                  <a:pt x="212610" y="76636"/>
                  <a:pt x="214891" y="76022"/>
                </a:cubicBezTo>
                <a:cubicBezTo>
                  <a:pt x="246378" y="67690"/>
                  <a:pt x="277864" y="59445"/>
                  <a:pt x="309264" y="51113"/>
                </a:cubicBezTo>
                <a:cubicBezTo>
                  <a:pt x="310930" y="50675"/>
                  <a:pt x="312333" y="49184"/>
                  <a:pt x="313824" y="48219"/>
                </a:cubicBezTo>
                <a:cubicBezTo>
                  <a:pt x="312246" y="47254"/>
                  <a:pt x="310842" y="45851"/>
                  <a:pt x="309176" y="45412"/>
                </a:cubicBezTo>
                <a:cubicBezTo>
                  <a:pt x="270234" y="35063"/>
                  <a:pt x="231117" y="25240"/>
                  <a:pt x="192350" y="14452"/>
                </a:cubicBezTo>
                <a:cubicBezTo>
                  <a:pt x="174545" y="9452"/>
                  <a:pt x="157443" y="8926"/>
                  <a:pt x="139813" y="14539"/>
                </a:cubicBezTo>
                <a:cubicBezTo>
                  <a:pt x="127534" y="18486"/>
                  <a:pt x="114905" y="21205"/>
                  <a:pt x="102450" y="24450"/>
                </a:cubicBezTo>
                <a:cubicBezTo>
                  <a:pt x="99907" y="25152"/>
                  <a:pt x="97889" y="24889"/>
                  <a:pt x="96486" y="22521"/>
                </a:cubicBezTo>
                <a:cubicBezTo>
                  <a:pt x="94557" y="19363"/>
                  <a:pt x="95960" y="16030"/>
                  <a:pt x="99907" y="15066"/>
                </a:cubicBezTo>
                <a:cubicBezTo>
                  <a:pt x="116133" y="10768"/>
                  <a:pt x="132358" y="6383"/>
                  <a:pt x="148672" y="2173"/>
                </a:cubicBezTo>
                <a:cubicBezTo>
                  <a:pt x="160512" y="-809"/>
                  <a:pt x="172440" y="-722"/>
                  <a:pt x="184369" y="2436"/>
                </a:cubicBezTo>
                <a:cubicBezTo>
                  <a:pt x="208313" y="8751"/>
                  <a:pt x="232344" y="14978"/>
                  <a:pt x="256288" y="21293"/>
                </a:cubicBezTo>
                <a:cubicBezTo>
                  <a:pt x="275233" y="26292"/>
                  <a:pt x="294178" y="31116"/>
                  <a:pt x="312947" y="36291"/>
                </a:cubicBezTo>
                <a:cubicBezTo>
                  <a:pt x="315929" y="37080"/>
                  <a:pt x="319262" y="38834"/>
                  <a:pt x="321104" y="41202"/>
                </a:cubicBezTo>
                <a:cubicBezTo>
                  <a:pt x="326454" y="47780"/>
                  <a:pt x="322946" y="57516"/>
                  <a:pt x="314789" y="59796"/>
                </a:cubicBezTo>
                <a:cubicBezTo>
                  <a:pt x="299967" y="63918"/>
                  <a:pt x="285056" y="67690"/>
                  <a:pt x="270146" y="71637"/>
                </a:cubicBezTo>
                <a:cubicBezTo>
                  <a:pt x="262691" y="73566"/>
                  <a:pt x="255236" y="75583"/>
                  <a:pt x="247693" y="77601"/>
                </a:cubicBezTo>
                <a:cubicBezTo>
                  <a:pt x="247869" y="78566"/>
                  <a:pt x="247956" y="79179"/>
                  <a:pt x="248219" y="79793"/>
                </a:cubicBezTo>
                <a:cubicBezTo>
                  <a:pt x="252517" y="94265"/>
                  <a:pt x="256815" y="108649"/>
                  <a:pt x="261288" y="123121"/>
                </a:cubicBezTo>
                <a:cubicBezTo>
                  <a:pt x="261551" y="123910"/>
                  <a:pt x="263305" y="124787"/>
                  <a:pt x="264445" y="124787"/>
                </a:cubicBezTo>
                <a:cubicBezTo>
                  <a:pt x="275496" y="124875"/>
                  <a:pt x="286547" y="124787"/>
                  <a:pt x="297598" y="124875"/>
                </a:cubicBezTo>
                <a:cubicBezTo>
                  <a:pt x="305843" y="124963"/>
                  <a:pt x="311456" y="130488"/>
                  <a:pt x="311807" y="138557"/>
                </a:cubicBezTo>
                <a:cubicBezTo>
                  <a:pt x="312158" y="147328"/>
                  <a:pt x="307071" y="153555"/>
                  <a:pt x="298739" y="154432"/>
                </a:cubicBezTo>
                <a:cubicBezTo>
                  <a:pt x="296721" y="154608"/>
                  <a:pt x="296020" y="155397"/>
                  <a:pt x="296020" y="157239"/>
                </a:cubicBezTo>
                <a:cubicBezTo>
                  <a:pt x="296020" y="161361"/>
                  <a:pt x="296020" y="165483"/>
                  <a:pt x="296020" y="169606"/>
                </a:cubicBezTo>
                <a:cubicBezTo>
                  <a:pt x="296020" y="171535"/>
                  <a:pt x="296897" y="172061"/>
                  <a:pt x="298826" y="172324"/>
                </a:cubicBezTo>
                <a:cubicBezTo>
                  <a:pt x="306106" y="173289"/>
                  <a:pt x="311456" y="178289"/>
                  <a:pt x="312070" y="185568"/>
                </a:cubicBezTo>
                <a:cubicBezTo>
                  <a:pt x="312333" y="188813"/>
                  <a:pt x="311193" y="192322"/>
                  <a:pt x="310667" y="196005"/>
                </a:cubicBezTo>
                <a:cubicBezTo>
                  <a:pt x="321981" y="201969"/>
                  <a:pt x="329436" y="211529"/>
                  <a:pt x="331629" y="224861"/>
                </a:cubicBezTo>
                <a:cubicBezTo>
                  <a:pt x="333734" y="238368"/>
                  <a:pt x="328998" y="249594"/>
                  <a:pt x="319438" y="259242"/>
                </a:cubicBezTo>
                <a:cubicBezTo>
                  <a:pt x="320841" y="259681"/>
                  <a:pt x="321893" y="260032"/>
                  <a:pt x="322946" y="260382"/>
                </a:cubicBezTo>
                <a:cubicBezTo>
                  <a:pt x="328471" y="262575"/>
                  <a:pt x="332067" y="267837"/>
                  <a:pt x="332155" y="273889"/>
                </a:cubicBezTo>
                <a:cubicBezTo>
                  <a:pt x="332243" y="279941"/>
                  <a:pt x="328910" y="285905"/>
                  <a:pt x="323209" y="287484"/>
                </a:cubicBezTo>
                <a:cubicBezTo>
                  <a:pt x="318648" y="288712"/>
                  <a:pt x="318122" y="291518"/>
                  <a:pt x="317947" y="295114"/>
                </a:cubicBezTo>
                <a:cubicBezTo>
                  <a:pt x="317859" y="297833"/>
                  <a:pt x="318297" y="300552"/>
                  <a:pt x="318297" y="303271"/>
                </a:cubicBezTo>
                <a:cubicBezTo>
                  <a:pt x="318297" y="305727"/>
                  <a:pt x="319525" y="306779"/>
                  <a:pt x="321893" y="307481"/>
                </a:cubicBezTo>
                <a:cubicBezTo>
                  <a:pt x="329348" y="309674"/>
                  <a:pt x="333295" y="316778"/>
                  <a:pt x="331804" y="324409"/>
                </a:cubicBezTo>
                <a:cubicBezTo>
                  <a:pt x="330489" y="330899"/>
                  <a:pt x="326103" y="334232"/>
                  <a:pt x="320402" y="336337"/>
                </a:cubicBezTo>
                <a:close/>
                <a:moveTo>
                  <a:pt x="87540" y="279239"/>
                </a:moveTo>
                <a:cubicBezTo>
                  <a:pt x="88768" y="279239"/>
                  <a:pt x="89820" y="279239"/>
                  <a:pt x="90961" y="279239"/>
                </a:cubicBezTo>
                <a:cubicBezTo>
                  <a:pt x="165687" y="279239"/>
                  <a:pt x="240413" y="279239"/>
                  <a:pt x="315140" y="279239"/>
                </a:cubicBezTo>
                <a:cubicBezTo>
                  <a:pt x="316017" y="279239"/>
                  <a:pt x="316894" y="279327"/>
                  <a:pt x="317771" y="279152"/>
                </a:cubicBezTo>
                <a:cubicBezTo>
                  <a:pt x="320490" y="278801"/>
                  <a:pt x="322507" y="276520"/>
                  <a:pt x="322244" y="273977"/>
                </a:cubicBezTo>
                <a:cubicBezTo>
                  <a:pt x="321981" y="271258"/>
                  <a:pt x="320490" y="269592"/>
                  <a:pt x="317596" y="269328"/>
                </a:cubicBezTo>
                <a:cubicBezTo>
                  <a:pt x="316543" y="269241"/>
                  <a:pt x="315403" y="269241"/>
                  <a:pt x="314351" y="269241"/>
                </a:cubicBezTo>
                <a:cubicBezTo>
                  <a:pt x="299265" y="269241"/>
                  <a:pt x="284179" y="269241"/>
                  <a:pt x="269094" y="269153"/>
                </a:cubicBezTo>
                <a:cubicBezTo>
                  <a:pt x="267427" y="269153"/>
                  <a:pt x="265235" y="268802"/>
                  <a:pt x="264357" y="267750"/>
                </a:cubicBezTo>
                <a:cubicBezTo>
                  <a:pt x="263305" y="266434"/>
                  <a:pt x="262779" y="263891"/>
                  <a:pt x="263393" y="262487"/>
                </a:cubicBezTo>
                <a:cubicBezTo>
                  <a:pt x="264007" y="261084"/>
                  <a:pt x="266199" y="259593"/>
                  <a:pt x="267778" y="259505"/>
                </a:cubicBezTo>
                <a:cubicBezTo>
                  <a:pt x="276198" y="259242"/>
                  <a:pt x="284618" y="259418"/>
                  <a:pt x="293038" y="259330"/>
                </a:cubicBezTo>
                <a:cubicBezTo>
                  <a:pt x="311719" y="259067"/>
                  <a:pt x="324963" y="243279"/>
                  <a:pt x="321806" y="225387"/>
                </a:cubicBezTo>
                <a:cubicBezTo>
                  <a:pt x="319350" y="211529"/>
                  <a:pt x="307246" y="201969"/>
                  <a:pt x="291985" y="201969"/>
                </a:cubicBezTo>
                <a:cubicBezTo>
                  <a:pt x="200419" y="201969"/>
                  <a:pt x="108853" y="201969"/>
                  <a:pt x="17287" y="201969"/>
                </a:cubicBezTo>
                <a:cubicBezTo>
                  <a:pt x="16673" y="201969"/>
                  <a:pt x="15971" y="201969"/>
                  <a:pt x="15357" y="201969"/>
                </a:cubicBezTo>
                <a:cubicBezTo>
                  <a:pt x="12112" y="202233"/>
                  <a:pt x="10007" y="204338"/>
                  <a:pt x="10095" y="207056"/>
                </a:cubicBezTo>
                <a:cubicBezTo>
                  <a:pt x="10182" y="209688"/>
                  <a:pt x="12200" y="211705"/>
                  <a:pt x="15269" y="211968"/>
                </a:cubicBezTo>
                <a:cubicBezTo>
                  <a:pt x="16497" y="212056"/>
                  <a:pt x="17637" y="211968"/>
                  <a:pt x="18865" y="211968"/>
                </a:cubicBezTo>
                <a:cubicBezTo>
                  <a:pt x="109204" y="211968"/>
                  <a:pt x="199630" y="211968"/>
                  <a:pt x="289968" y="211968"/>
                </a:cubicBezTo>
                <a:cubicBezTo>
                  <a:pt x="291634" y="211968"/>
                  <a:pt x="293213" y="211968"/>
                  <a:pt x="294880" y="212056"/>
                </a:cubicBezTo>
                <a:cubicBezTo>
                  <a:pt x="303036" y="212494"/>
                  <a:pt x="309965" y="218283"/>
                  <a:pt x="311895" y="226089"/>
                </a:cubicBezTo>
                <a:cubicBezTo>
                  <a:pt x="313824" y="234070"/>
                  <a:pt x="310404" y="242227"/>
                  <a:pt x="303475" y="246525"/>
                </a:cubicBezTo>
                <a:cubicBezTo>
                  <a:pt x="299703" y="248893"/>
                  <a:pt x="295494" y="249244"/>
                  <a:pt x="291196" y="249244"/>
                </a:cubicBezTo>
                <a:cubicBezTo>
                  <a:pt x="224889" y="249244"/>
                  <a:pt x="158583" y="249244"/>
                  <a:pt x="92276" y="249244"/>
                </a:cubicBezTo>
                <a:cubicBezTo>
                  <a:pt x="90785" y="249244"/>
                  <a:pt x="89294" y="249244"/>
                  <a:pt x="87803" y="249244"/>
                </a:cubicBezTo>
                <a:cubicBezTo>
                  <a:pt x="87803" y="252840"/>
                  <a:pt x="87803" y="255909"/>
                  <a:pt x="87803" y="259330"/>
                </a:cubicBezTo>
                <a:cubicBezTo>
                  <a:pt x="89470" y="259330"/>
                  <a:pt x="90873" y="259330"/>
                  <a:pt x="92276" y="259330"/>
                </a:cubicBezTo>
                <a:cubicBezTo>
                  <a:pt x="140866" y="259330"/>
                  <a:pt x="189456" y="259330"/>
                  <a:pt x="237958" y="259330"/>
                </a:cubicBezTo>
                <a:cubicBezTo>
                  <a:pt x="239186" y="259330"/>
                  <a:pt x="240326" y="259330"/>
                  <a:pt x="241554" y="259330"/>
                </a:cubicBezTo>
                <a:cubicBezTo>
                  <a:pt x="244623" y="259505"/>
                  <a:pt x="246290" y="261172"/>
                  <a:pt x="246290" y="264066"/>
                </a:cubicBezTo>
                <a:cubicBezTo>
                  <a:pt x="246290" y="266873"/>
                  <a:pt x="244623" y="268802"/>
                  <a:pt x="241729" y="269065"/>
                </a:cubicBezTo>
                <a:cubicBezTo>
                  <a:pt x="240677" y="269153"/>
                  <a:pt x="239536" y="269153"/>
                  <a:pt x="238484" y="269153"/>
                </a:cubicBezTo>
                <a:cubicBezTo>
                  <a:pt x="189719" y="269153"/>
                  <a:pt x="140866" y="269153"/>
                  <a:pt x="92101" y="269153"/>
                </a:cubicBezTo>
                <a:cubicBezTo>
                  <a:pt x="90697" y="269153"/>
                  <a:pt x="89294" y="269153"/>
                  <a:pt x="87715" y="269153"/>
                </a:cubicBezTo>
                <a:cubicBezTo>
                  <a:pt x="87540" y="272661"/>
                  <a:pt x="87540" y="275643"/>
                  <a:pt x="87540" y="279239"/>
                </a:cubicBezTo>
                <a:close/>
                <a:moveTo>
                  <a:pt x="308211" y="289063"/>
                </a:moveTo>
                <a:cubicBezTo>
                  <a:pt x="307597" y="289063"/>
                  <a:pt x="306983" y="289063"/>
                  <a:pt x="306282" y="289063"/>
                </a:cubicBezTo>
                <a:cubicBezTo>
                  <a:pt x="232783" y="289063"/>
                  <a:pt x="159284" y="289063"/>
                  <a:pt x="85786" y="289063"/>
                </a:cubicBezTo>
                <a:cubicBezTo>
                  <a:pt x="84470" y="289063"/>
                  <a:pt x="82979" y="289501"/>
                  <a:pt x="81751" y="290115"/>
                </a:cubicBezTo>
                <a:cubicBezTo>
                  <a:pt x="75349" y="293360"/>
                  <a:pt x="68946" y="296781"/>
                  <a:pt x="62543" y="300114"/>
                </a:cubicBezTo>
                <a:cubicBezTo>
                  <a:pt x="57544" y="302657"/>
                  <a:pt x="54211" y="300640"/>
                  <a:pt x="54124" y="294939"/>
                </a:cubicBezTo>
                <a:cubicBezTo>
                  <a:pt x="54124" y="293097"/>
                  <a:pt x="54124" y="291255"/>
                  <a:pt x="54124" y="289150"/>
                </a:cubicBezTo>
                <a:cubicBezTo>
                  <a:pt x="48160" y="289150"/>
                  <a:pt x="42546" y="288887"/>
                  <a:pt x="36845" y="289238"/>
                </a:cubicBezTo>
                <a:cubicBezTo>
                  <a:pt x="32811" y="289501"/>
                  <a:pt x="29916" y="293448"/>
                  <a:pt x="29741" y="297482"/>
                </a:cubicBezTo>
                <a:cubicBezTo>
                  <a:pt x="29566" y="301517"/>
                  <a:pt x="32285" y="305201"/>
                  <a:pt x="36319" y="306165"/>
                </a:cubicBezTo>
                <a:cubicBezTo>
                  <a:pt x="37898" y="306516"/>
                  <a:pt x="39564" y="306604"/>
                  <a:pt x="41231" y="306604"/>
                </a:cubicBezTo>
                <a:cubicBezTo>
                  <a:pt x="129113" y="306604"/>
                  <a:pt x="216908" y="306604"/>
                  <a:pt x="304790" y="306604"/>
                </a:cubicBezTo>
                <a:cubicBezTo>
                  <a:pt x="305931" y="306604"/>
                  <a:pt x="307159" y="306604"/>
                  <a:pt x="308299" y="306604"/>
                </a:cubicBezTo>
                <a:cubicBezTo>
                  <a:pt x="308211" y="300815"/>
                  <a:pt x="308211" y="295202"/>
                  <a:pt x="308211" y="289063"/>
                </a:cubicBezTo>
                <a:close/>
                <a:moveTo>
                  <a:pt x="193578" y="134873"/>
                </a:moveTo>
                <a:cubicBezTo>
                  <a:pt x="191999" y="134873"/>
                  <a:pt x="190771" y="134873"/>
                  <a:pt x="189631" y="134873"/>
                </a:cubicBezTo>
                <a:cubicBezTo>
                  <a:pt x="146830" y="134873"/>
                  <a:pt x="104117" y="134873"/>
                  <a:pt x="61316" y="134873"/>
                </a:cubicBezTo>
                <a:cubicBezTo>
                  <a:pt x="59912" y="134873"/>
                  <a:pt x="58509" y="134873"/>
                  <a:pt x="57018" y="134961"/>
                </a:cubicBezTo>
                <a:cubicBezTo>
                  <a:pt x="38161" y="136101"/>
                  <a:pt x="25268" y="154432"/>
                  <a:pt x="30969" y="172237"/>
                </a:cubicBezTo>
                <a:cubicBezTo>
                  <a:pt x="34126" y="182235"/>
                  <a:pt x="44037" y="192322"/>
                  <a:pt x="60175" y="192234"/>
                </a:cubicBezTo>
                <a:cubicBezTo>
                  <a:pt x="138498" y="192059"/>
                  <a:pt x="216820" y="192146"/>
                  <a:pt x="295143" y="192146"/>
                </a:cubicBezTo>
                <a:cubicBezTo>
                  <a:pt x="296107" y="192146"/>
                  <a:pt x="297072" y="192146"/>
                  <a:pt x="298125" y="192059"/>
                </a:cubicBezTo>
                <a:cubicBezTo>
                  <a:pt x="300931" y="191795"/>
                  <a:pt x="302247" y="190129"/>
                  <a:pt x="302335" y="187498"/>
                </a:cubicBezTo>
                <a:cubicBezTo>
                  <a:pt x="302422" y="184779"/>
                  <a:pt x="301194" y="182849"/>
                  <a:pt x="298388" y="182235"/>
                </a:cubicBezTo>
                <a:cubicBezTo>
                  <a:pt x="297248" y="181972"/>
                  <a:pt x="296020" y="182148"/>
                  <a:pt x="294792" y="182148"/>
                </a:cubicBezTo>
                <a:cubicBezTo>
                  <a:pt x="217083" y="182148"/>
                  <a:pt x="139463" y="182148"/>
                  <a:pt x="61754" y="182148"/>
                </a:cubicBezTo>
                <a:cubicBezTo>
                  <a:pt x="60000" y="182148"/>
                  <a:pt x="58246" y="182148"/>
                  <a:pt x="56492" y="182060"/>
                </a:cubicBezTo>
                <a:cubicBezTo>
                  <a:pt x="46405" y="181358"/>
                  <a:pt x="38424" y="171623"/>
                  <a:pt x="39740" y="161536"/>
                </a:cubicBezTo>
                <a:cubicBezTo>
                  <a:pt x="41055" y="151275"/>
                  <a:pt x="48773" y="144784"/>
                  <a:pt x="59825" y="144784"/>
                </a:cubicBezTo>
                <a:cubicBezTo>
                  <a:pt x="102626" y="144784"/>
                  <a:pt x="145339" y="144784"/>
                  <a:pt x="188140" y="144784"/>
                </a:cubicBezTo>
                <a:cubicBezTo>
                  <a:pt x="189543" y="144784"/>
                  <a:pt x="190859" y="144784"/>
                  <a:pt x="192175" y="144784"/>
                </a:cubicBezTo>
                <a:cubicBezTo>
                  <a:pt x="192701" y="141276"/>
                  <a:pt x="193139" y="138294"/>
                  <a:pt x="193578" y="134873"/>
                </a:cubicBezTo>
                <a:close/>
                <a:moveTo>
                  <a:pt x="195595" y="124875"/>
                </a:moveTo>
                <a:cubicBezTo>
                  <a:pt x="197612" y="121542"/>
                  <a:pt x="198753" y="117507"/>
                  <a:pt x="201384" y="115578"/>
                </a:cubicBezTo>
                <a:cubicBezTo>
                  <a:pt x="206032" y="112157"/>
                  <a:pt x="205857" y="107947"/>
                  <a:pt x="205681" y="103299"/>
                </a:cubicBezTo>
                <a:cubicBezTo>
                  <a:pt x="205594" y="100755"/>
                  <a:pt x="205681" y="98300"/>
                  <a:pt x="205681" y="95756"/>
                </a:cubicBezTo>
                <a:cubicBezTo>
                  <a:pt x="205681" y="93563"/>
                  <a:pt x="205681" y="91283"/>
                  <a:pt x="205681" y="88827"/>
                </a:cubicBezTo>
                <a:cubicBezTo>
                  <a:pt x="200507" y="90143"/>
                  <a:pt x="195946" y="91195"/>
                  <a:pt x="191473" y="92599"/>
                </a:cubicBezTo>
                <a:cubicBezTo>
                  <a:pt x="174633" y="97949"/>
                  <a:pt x="157881" y="97686"/>
                  <a:pt x="140866" y="92686"/>
                </a:cubicBezTo>
                <a:cubicBezTo>
                  <a:pt x="125517" y="88126"/>
                  <a:pt x="109905" y="84442"/>
                  <a:pt x="94030" y="80232"/>
                </a:cubicBezTo>
                <a:cubicBezTo>
                  <a:pt x="89645" y="95142"/>
                  <a:pt x="85260" y="109965"/>
                  <a:pt x="80787" y="124875"/>
                </a:cubicBezTo>
                <a:cubicBezTo>
                  <a:pt x="119465" y="124875"/>
                  <a:pt x="157618" y="124875"/>
                  <a:pt x="195595" y="124875"/>
                </a:cubicBezTo>
                <a:close/>
                <a:moveTo>
                  <a:pt x="191561" y="154871"/>
                </a:moveTo>
                <a:cubicBezTo>
                  <a:pt x="190420" y="154783"/>
                  <a:pt x="189543" y="154695"/>
                  <a:pt x="188754" y="154695"/>
                </a:cubicBezTo>
                <a:cubicBezTo>
                  <a:pt x="145778" y="154695"/>
                  <a:pt x="102801" y="154695"/>
                  <a:pt x="59737" y="154695"/>
                </a:cubicBezTo>
                <a:cubicBezTo>
                  <a:pt x="58509" y="154695"/>
                  <a:pt x="57281" y="154783"/>
                  <a:pt x="56141" y="155046"/>
                </a:cubicBezTo>
                <a:cubicBezTo>
                  <a:pt x="52019" y="156011"/>
                  <a:pt x="49212" y="159870"/>
                  <a:pt x="49475" y="163992"/>
                </a:cubicBezTo>
                <a:cubicBezTo>
                  <a:pt x="49738" y="168202"/>
                  <a:pt x="52983" y="171710"/>
                  <a:pt x="57106" y="172149"/>
                </a:cubicBezTo>
                <a:cubicBezTo>
                  <a:pt x="58334" y="172324"/>
                  <a:pt x="59474" y="172237"/>
                  <a:pt x="60702" y="172237"/>
                </a:cubicBezTo>
                <a:cubicBezTo>
                  <a:pt x="134639" y="172237"/>
                  <a:pt x="208576" y="172237"/>
                  <a:pt x="282601" y="172237"/>
                </a:cubicBezTo>
                <a:cubicBezTo>
                  <a:pt x="283741" y="172237"/>
                  <a:pt x="284969" y="172237"/>
                  <a:pt x="285933" y="172237"/>
                </a:cubicBezTo>
                <a:cubicBezTo>
                  <a:pt x="285933" y="166185"/>
                  <a:pt x="285933" y="160572"/>
                  <a:pt x="285933" y="154783"/>
                </a:cubicBezTo>
                <a:cubicBezTo>
                  <a:pt x="267340" y="154783"/>
                  <a:pt x="248746" y="154783"/>
                  <a:pt x="229976" y="154783"/>
                </a:cubicBezTo>
                <a:cubicBezTo>
                  <a:pt x="229889" y="155485"/>
                  <a:pt x="229801" y="156011"/>
                  <a:pt x="229801" y="156537"/>
                </a:cubicBezTo>
                <a:cubicBezTo>
                  <a:pt x="229450" y="162063"/>
                  <a:pt x="228222" y="163203"/>
                  <a:pt x="222872" y="163291"/>
                </a:cubicBezTo>
                <a:cubicBezTo>
                  <a:pt x="214452" y="163291"/>
                  <a:pt x="206032" y="163291"/>
                  <a:pt x="197612" y="163291"/>
                </a:cubicBezTo>
                <a:cubicBezTo>
                  <a:pt x="193578" y="163291"/>
                  <a:pt x="192175" y="161887"/>
                  <a:pt x="191824" y="157765"/>
                </a:cubicBezTo>
                <a:cubicBezTo>
                  <a:pt x="191648" y="156976"/>
                  <a:pt x="191648" y="156099"/>
                  <a:pt x="191561" y="154871"/>
                </a:cubicBezTo>
                <a:close/>
                <a:moveTo>
                  <a:pt x="53948" y="269328"/>
                </a:moveTo>
                <a:cubicBezTo>
                  <a:pt x="48160" y="269328"/>
                  <a:pt x="42634" y="269153"/>
                  <a:pt x="37108" y="269328"/>
                </a:cubicBezTo>
                <a:cubicBezTo>
                  <a:pt x="22198" y="269942"/>
                  <a:pt x="10007" y="282748"/>
                  <a:pt x="9919" y="297658"/>
                </a:cubicBezTo>
                <a:cubicBezTo>
                  <a:pt x="9832" y="313796"/>
                  <a:pt x="22724" y="326426"/>
                  <a:pt x="39389" y="326426"/>
                </a:cubicBezTo>
                <a:cubicBezTo>
                  <a:pt x="131394" y="326426"/>
                  <a:pt x="223398" y="326426"/>
                  <a:pt x="315491" y="326426"/>
                </a:cubicBezTo>
                <a:cubicBezTo>
                  <a:pt x="316368" y="326426"/>
                  <a:pt x="317245" y="326514"/>
                  <a:pt x="318122" y="326338"/>
                </a:cubicBezTo>
                <a:cubicBezTo>
                  <a:pt x="320841" y="325724"/>
                  <a:pt x="322420" y="323970"/>
                  <a:pt x="322244" y="321251"/>
                </a:cubicBezTo>
                <a:cubicBezTo>
                  <a:pt x="322069" y="318532"/>
                  <a:pt x="320490" y="316778"/>
                  <a:pt x="317683" y="316603"/>
                </a:cubicBezTo>
                <a:cubicBezTo>
                  <a:pt x="316456" y="316515"/>
                  <a:pt x="315315" y="316515"/>
                  <a:pt x="314087" y="316515"/>
                </a:cubicBezTo>
                <a:cubicBezTo>
                  <a:pt x="223486" y="316515"/>
                  <a:pt x="132885" y="316515"/>
                  <a:pt x="42283" y="316515"/>
                </a:cubicBezTo>
                <a:cubicBezTo>
                  <a:pt x="41055" y="316515"/>
                  <a:pt x="39915" y="316515"/>
                  <a:pt x="38687" y="316515"/>
                </a:cubicBezTo>
                <a:cubicBezTo>
                  <a:pt x="30004" y="315989"/>
                  <a:pt x="23602" y="311428"/>
                  <a:pt x="21146" y="304061"/>
                </a:cubicBezTo>
                <a:cubicBezTo>
                  <a:pt x="17023" y="291694"/>
                  <a:pt x="25443" y="279590"/>
                  <a:pt x="38512" y="279239"/>
                </a:cubicBezTo>
                <a:cubicBezTo>
                  <a:pt x="43599" y="279064"/>
                  <a:pt x="48773" y="279239"/>
                  <a:pt x="54036" y="279239"/>
                </a:cubicBezTo>
                <a:cubicBezTo>
                  <a:pt x="53948" y="275907"/>
                  <a:pt x="53948" y="272837"/>
                  <a:pt x="53948" y="269328"/>
                </a:cubicBezTo>
                <a:close/>
                <a:moveTo>
                  <a:pt x="87628" y="239508"/>
                </a:moveTo>
                <a:cubicBezTo>
                  <a:pt x="89206" y="239508"/>
                  <a:pt x="90610" y="239508"/>
                  <a:pt x="92013" y="239508"/>
                </a:cubicBezTo>
                <a:cubicBezTo>
                  <a:pt x="158232" y="239508"/>
                  <a:pt x="224363" y="239508"/>
                  <a:pt x="290582" y="239508"/>
                </a:cubicBezTo>
                <a:cubicBezTo>
                  <a:pt x="292073" y="239508"/>
                  <a:pt x="293652" y="239508"/>
                  <a:pt x="295143" y="239333"/>
                </a:cubicBezTo>
                <a:cubicBezTo>
                  <a:pt x="299177" y="238719"/>
                  <a:pt x="301808" y="235912"/>
                  <a:pt x="302335" y="231878"/>
                </a:cubicBezTo>
                <a:cubicBezTo>
                  <a:pt x="303124" y="225738"/>
                  <a:pt x="299002" y="221967"/>
                  <a:pt x="291547" y="221967"/>
                </a:cubicBezTo>
                <a:cubicBezTo>
                  <a:pt x="224714" y="221967"/>
                  <a:pt x="157881" y="221967"/>
                  <a:pt x="91048" y="221967"/>
                </a:cubicBezTo>
                <a:cubicBezTo>
                  <a:pt x="89908" y="221967"/>
                  <a:pt x="88768" y="222142"/>
                  <a:pt x="87628" y="222142"/>
                </a:cubicBezTo>
                <a:cubicBezTo>
                  <a:pt x="87628" y="228106"/>
                  <a:pt x="87628" y="233632"/>
                  <a:pt x="87628" y="239508"/>
                </a:cubicBezTo>
                <a:close/>
                <a:moveTo>
                  <a:pt x="238133" y="80320"/>
                </a:moveTo>
                <a:cubicBezTo>
                  <a:pt x="231029" y="82162"/>
                  <a:pt x="224275" y="83828"/>
                  <a:pt x="217522" y="85758"/>
                </a:cubicBezTo>
                <a:cubicBezTo>
                  <a:pt x="216645" y="86021"/>
                  <a:pt x="215680" y="87512"/>
                  <a:pt x="215592" y="88476"/>
                </a:cubicBezTo>
                <a:cubicBezTo>
                  <a:pt x="215417" y="95581"/>
                  <a:pt x="215505" y="102685"/>
                  <a:pt x="215505" y="109789"/>
                </a:cubicBezTo>
                <a:cubicBezTo>
                  <a:pt x="215505" y="110666"/>
                  <a:pt x="215855" y="111894"/>
                  <a:pt x="216469" y="112333"/>
                </a:cubicBezTo>
                <a:cubicBezTo>
                  <a:pt x="220592" y="115052"/>
                  <a:pt x="222784" y="119086"/>
                  <a:pt x="224626" y="123559"/>
                </a:cubicBezTo>
                <a:cubicBezTo>
                  <a:pt x="224889" y="124261"/>
                  <a:pt x="226030" y="125050"/>
                  <a:pt x="226731" y="125050"/>
                </a:cubicBezTo>
                <a:cubicBezTo>
                  <a:pt x="234800" y="125138"/>
                  <a:pt x="242869" y="125138"/>
                  <a:pt x="251377" y="125138"/>
                </a:cubicBezTo>
                <a:cubicBezTo>
                  <a:pt x="246904" y="109965"/>
                  <a:pt x="242606" y="95318"/>
                  <a:pt x="238133" y="80320"/>
                </a:cubicBezTo>
                <a:close/>
                <a:moveTo>
                  <a:pt x="64298" y="222142"/>
                </a:moveTo>
                <a:cubicBezTo>
                  <a:pt x="64298" y="244244"/>
                  <a:pt x="64298" y="265908"/>
                  <a:pt x="64298" y="288098"/>
                </a:cubicBezTo>
                <a:cubicBezTo>
                  <a:pt x="68157" y="286081"/>
                  <a:pt x="71577" y="284151"/>
                  <a:pt x="75086" y="282572"/>
                </a:cubicBezTo>
                <a:cubicBezTo>
                  <a:pt x="77103" y="281607"/>
                  <a:pt x="77629" y="280380"/>
                  <a:pt x="77629" y="278275"/>
                </a:cubicBezTo>
                <a:cubicBezTo>
                  <a:pt x="77541" y="260558"/>
                  <a:pt x="77541" y="242841"/>
                  <a:pt x="77541" y="225124"/>
                </a:cubicBezTo>
                <a:cubicBezTo>
                  <a:pt x="77541" y="224159"/>
                  <a:pt x="77454" y="223195"/>
                  <a:pt x="77366" y="222142"/>
                </a:cubicBezTo>
                <a:cubicBezTo>
                  <a:pt x="72893" y="222142"/>
                  <a:pt x="68683" y="222142"/>
                  <a:pt x="64298" y="222142"/>
                </a:cubicBezTo>
                <a:close/>
                <a:moveTo>
                  <a:pt x="227696" y="134873"/>
                </a:moveTo>
                <a:cubicBezTo>
                  <a:pt x="228222" y="138469"/>
                  <a:pt x="228661" y="141539"/>
                  <a:pt x="229099" y="144697"/>
                </a:cubicBezTo>
                <a:cubicBezTo>
                  <a:pt x="230064" y="144784"/>
                  <a:pt x="230678" y="144784"/>
                  <a:pt x="231292" y="144784"/>
                </a:cubicBezTo>
                <a:cubicBezTo>
                  <a:pt x="252956" y="144784"/>
                  <a:pt x="274619" y="144784"/>
                  <a:pt x="296283" y="144784"/>
                </a:cubicBezTo>
                <a:cubicBezTo>
                  <a:pt x="296897" y="144784"/>
                  <a:pt x="297598" y="144784"/>
                  <a:pt x="298212" y="144697"/>
                </a:cubicBezTo>
                <a:cubicBezTo>
                  <a:pt x="300756" y="144346"/>
                  <a:pt x="302159" y="142767"/>
                  <a:pt x="302422" y="140311"/>
                </a:cubicBezTo>
                <a:cubicBezTo>
                  <a:pt x="302686" y="137856"/>
                  <a:pt x="301545" y="136014"/>
                  <a:pt x="299177" y="135224"/>
                </a:cubicBezTo>
                <a:cubicBezTo>
                  <a:pt x="297949" y="134786"/>
                  <a:pt x="296634" y="134786"/>
                  <a:pt x="295318" y="134786"/>
                </a:cubicBezTo>
                <a:cubicBezTo>
                  <a:pt x="274005" y="134786"/>
                  <a:pt x="252692" y="134786"/>
                  <a:pt x="231292" y="134786"/>
                </a:cubicBezTo>
                <a:cubicBezTo>
                  <a:pt x="230327" y="134873"/>
                  <a:pt x="229275" y="134873"/>
                  <a:pt x="227696" y="134873"/>
                </a:cubicBezTo>
                <a:close/>
                <a:moveTo>
                  <a:pt x="54036" y="222142"/>
                </a:moveTo>
                <a:cubicBezTo>
                  <a:pt x="43686" y="222142"/>
                  <a:pt x="33776" y="222142"/>
                  <a:pt x="23952" y="222142"/>
                </a:cubicBezTo>
                <a:cubicBezTo>
                  <a:pt x="23952" y="228018"/>
                  <a:pt x="23952" y="233632"/>
                  <a:pt x="23952" y="239157"/>
                </a:cubicBezTo>
                <a:cubicBezTo>
                  <a:pt x="33951" y="239157"/>
                  <a:pt x="43950" y="239157"/>
                  <a:pt x="54036" y="239157"/>
                </a:cubicBezTo>
                <a:cubicBezTo>
                  <a:pt x="54036" y="233456"/>
                  <a:pt x="54036" y="228018"/>
                  <a:pt x="54036" y="222142"/>
                </a:cubicBezTo>
                <a:close/>
                <a:moveTo>
                  <a:pt x="53948" y="249594"/>
                </a:moveTo>
                <a:cubicBezTo>
                  <a:pt x="53071" y="249507"/>
                  <a:pt x="52457" y="249331"/>
                  <a:pt x="51843" y="249331"/>
                </a:cubicBezTo>
                <a:cubicBezTo>
                  <a:pt x="39915" y="249331"/>
                  <a:pt x="28075" y="249331"/>
                  <a:pt x="16146" y="249331"/>
                </a:cubicBezTo>
                <a:cubicBezTo>
                  <a:pt x="15269" y="249331"/>
                  <a:pt x="14217" y="249244"/>
                  <a:pt x="13603" y="249682"/>
                </a:cubicBezTo>
                <a:cubicBezTo>
                  <a:pt x="12287" y="250647"/>
                  <a:pt x="10621" y="251875"/>
                  <a:pt x="10270" y="253278"/>
                </a:cubicBezTo>
                <a:cubicBezTo>
                  <a:pt x="9919" y="254681"/>
                  <a:pt x="10621" y="256874"/>
                  <a:pt x="11673" y="257927"/>
                </a:cubicBezTo>
                <a:cubicBezTo>
                  <a:pt x="12726" y="258979"/>
                  <a:pt x="14831" y="259330"/>
                  <a:pt x="16497" y="259330"/>
                </a:cubicBezTo>
                <a:cubicBezTo>
                  <a:pt x="27022" y="259418"/>
                  <a:pt x="37635" y="259418"/>
                  <a:pt x="48247" y="259418"/>
                </a:cubicBezTo>
                <a:cubicBezTo>
                  <a:pt x="50089" y="259418"/>
                  <a:pt x="51931" y="259418"/>
                  <a:pt x="53948" y="259418"/>
                </a:cubicBezTo>
                <a:cubicBezTo>
                  <a:pt x="53948" y="255909"/>
                  <a:pt x="53948" y="252840"/>
                  <a:pt x="53948" y="249594"/>
                </a:cubicBezTo>
                <a:close/>
                <a:moveTo>
                  <a:pt x="219802" y="153292"/>
                </a:moveTo>
                <a:cubicBezTo>
                  <a:pt x="219627" y="150398"/>
                  <a:pt x="219715" y="147766"/>
                  <a:pt x="219188" y="145398"/>
                </a:cubicBezTo>
                <a:cubicBezTo>
                  <a:pt x="217610" y="138206"/>
                  <a:pt x="215943" y="131014"/>
                  <a:pt x="214014" y="123910"/>
                </a:cubicBezTo>
                <a:cubicBezTo>
                  <a:pt x="213663" y="122682"/>
                  <a:pt x="211909" y="121103"/>
                  <a:pt x="210593" y="120928"/>
                </a:cubicBezTo>
                <a:cubicBezTo>
                  <a:pt x="209628" y="120753"/>
                  <a:pt x="207962" y="122419"/>
                  <a:pt x="207436" y="123647"/>
                </a:cubicBezTo>
                <a:cubicBezTo>
                  <a:pt x="202875" y="132944"/>
                  <a:pt x="202261" y="143030"/>
                  <a:pt x="201559" y="153292"/>
                </a:cubicBezTo>
                <a:cubicBezTo>
                  <a:pt x="207786" y="153292"/>
                  <a:pt x="213575" y="153292"/>
                  <a:pt x="219802" y="153292"/>
                </a:cubicBezTo>
                <a:close/>
                <a:moveTo>
                  <a:pt x="160863" y="41378"/>
                </a:moveTo>
                <a:cubicBezTo>
                  <a:pt x="160863" y="41378"/>
                  <a:pt x="160863" y="41378"/>
                  <a:pt x="160863" y="41378"/>
                </a:cubicBezTo>
                <a:cubicBezTo>
                  <a:pt x="160863" y="42167"/>
                  <a:pt x="160863" y="42869"/>
                  <a:pt x="160863" y="43658"/>
                </a:cubicBezTo>
                <a:cubicBezTo>
                  <a:pt x="160863" y="48219"/>
                  <a:pt x="161740" y="49008"/>
                  <a:pt x="166389" y="48745"/>
                </a:cubicBezTo>
                <a:cubicBezTo>
                  <a:pt x="167266" y="48657"/>
                  <a:pt x="168231" y="48570"/>
                  <a:pt x="168932" y="48219"/>
                </a:cubicBezTo>
                <a:cubicBezTo>
                  <a:pt x="169546" y="47868"/>
                  <a:pt x="170423" y="47079"/>
                  <a:pt x="170423" y="46552"/>
                </a:cubicBezTo>
                <a:cubicBezTo>
                  <a:pt x="170511" y="43044"/>
                  <a:pt x="170599" y="39536"/>
                  <a:pt x="170248" y="36115"/>
                </a:cubicBezTo>
                <a:cubicBezTo>
                  <a:pt x="169985" y="33484"/>
                  <a:pt x="168055" y="32168"/>
                  <a:pt x="165424" y="32256"/>
                </a:cubicBezTo>
                <a:cubicBezTo>
                  <a:pt x="162793" y="32344"/>
                  <a:pt x="161214" y="33923"/>
                  <a:pt x="160951" y="36554"/>
                </a:cubicBezTo>
                <a:cubicBezTo>
                  <a:pt x="160775" y="38133"/>
                  <a:pt x="160863" y="39711"/>
                  <a:pt x="160863" y="41378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504030806" name="Google Shape;1095;p9"/>
          <p:cNvSpPr txBox="1"/>
          <p:nvPr/>
        </p:nvSpPr>
        <p:spPr bwMode="auto">
          <a:xfrm>
            <a:off x="10681522" y="6397891"/>
            <a:ext cx="11214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pPr>
            <a:r>
              <a:rPr lang="en-US" sz="14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</a:rPr>
              <a:t>Recognitions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grpSp>
        <p:nvGrpSpPr>
          <p:cNvPr id="714739460" name="Google Shape;1096;p9"/>
          <p:cNvGrpSpPr/>
          <p:nvPr/>
        </p:nvGrpSpPr>
        <p:grpSpPr bwMode="auto">
          <a:xfrm>
            <a:off x="10399521" y="6312157"/>
            <a:ext cx="318276" cy="423136"/>
            <a:chOff x="4890592" y="1835560"/>
            <a:chExt cx="2409354" cy="3203147"/>
          </a:xfrm>
        </p:grpSpPr>
        <p:sp>
          <p:nvSpPr>
            <p:cNvPr id="1097" name="Google Shape;1097;p9"/>
            <p:cNvSpPr/>
            <p:nvPr/>
          </p:nvSpPr>
          <p:spPr bwMode="auto">
            <a:xfrm>
              <a:off x="4890592" y="1835560"/>
              <a:ext cx="2409354" cy="3203147"/>
            </a:xfrm>
            <a:custGeom>
              <a:avLst/>
              <a:gdLst/>
              <a:ahLst/>
              <a:cxnLst/>
              <a:rect l="l" t="t" r="r" b="b"/>
              <a:pathLst>
                <a:path w="2409354" h="3203147" fill="norm" stroke="1" extrusionOk="0">
                  <a:moveTo>
                    <a:pt x="692010" y="2856454"/>
                  </a:moveTo>
                  <a:cubicBezTo>
                    <a:pt x="692010" y="2680241"/>
                    <a:pt x="691057" y="2504981"/>
                    <a:pt x="692962" y="2328769"/>
                  </a:cubicBezTo>
                  <a:cubicBezTo>
                    <a:pt x="692962" y="2304956"/>
                    <a:pt x="685342" y="2293526"/>
                    <a:pt x="664387" y="2283049"/>
                  </a:cubicBezTo>
                  <a:cubicBezTo>
                    <a:pt x="208140" y="2034446"/>
                    <a:pt x="-11888" y="1647731"/>
                    <a:pt x="495" y="1128619"/>
                  </a:cubicBezTo>
                  <a:cubicBezTo>
                    <a:pt x="1447" y="1102901"/>
                    <a:pt x="4305" y="1076231"/>
                    <a:pt x="8115" y="1050514"/>
                  </a:cubicBezTo>
                  <a:cubicBezTo>
                    <a:pt x="12877" y="1017176"/>
                    <a:pt x="33832" y="998126"/>
                    <a:pt x="61455" y="1000031"/>
                  </a:cubicBezTo>
                  <a:cubicBezTo>
                    <a:pt x="90982" y="1001936"/>
                    <a:pt x="110032" y="1025749"/>
                    <a:pt x="106222" y="1060991"/>
                  </a:cubicBezTo>
                  <a:cubicBezTo>
                    <a:pt x="93840" y="1168624"/>
                    <a:pt x="91935" y="1277209"/>
                    <a:pt x="111937" y="1383889"/>
                  </a:cubicBezTo>
                  <a:cubicBezTo>
                    <a:pt x="184327" y="1773461"/>
                    <a:pt x="398640" y="2057306"/>
                    <a:pt x="761542" y="2218279"/>
                  </a:cubicBezTo>
                  <a:cubicBezTo>
                    <a:pt x="1309230" y="2460214"/>
                    <a:pt x="1943595" y="2222089"/>
                    <a:pt x="2202675" y="1682021"/>
                  </a:cubicBezTo>
                  <a:cubicBezTo>
                    <a:pt x="2520810" y="1019081"/>
                    <a:pt x="2107425" y="229459"/>
                    <a:pt x="1383525" y="113254"/>
                  </a:cubicBezTo>
                  <a:cubicBezTo>
                    <a:pt x="1240650" y="90394"/>
                    <a:pt x="1099680" y="93251"/>
                    <a:pt x="958710" y="126589"/>
                  </a:cubicBezTo>
                  <a:cubicBezTo>
                    <a:pt x="952995" y="127541"/>
                    <a:pt x="947280" y="129446"/>
                    <a:pt x="941565" y="129446"/>
                  </a:cubicBezTo>
                  <a:cubicBezTo>
                    <a:pt x="907275" y="134209"/>
                    <a:pt x="884415" y="120874"/>
                    <a:pt x="877747" y="93251"/>
                  </a:cubicBezTo>
                  <a:cubicBezTo>
                    <a:pt x="871080" y="66581"/>
                    <a:pt x="887272" y="40864"/>
                    <a:pt x="920610" y="34196"/>
                  </a:cubicBezTo>
                  <a:cubicBezTo>
                    <a:pt x="987285" y="21814"/>
                    <a:pt x="1053960" y="6574"/>
                    <a:pt x="1120635" y="2764"/>
                  </a:cubicBezTo>
                  <a:cubicBezTo>
                    <a:pt x="1718805" y="-37241"/>
                    <a:pt x="2249347" y="360904"/>
                    <a:pt x="2380792" y="947644"/>
                  </a:cubicBezTo>
                  <a:cubicBezTo>
                    <a:pt x="2498902" y="1476281"/>
                    <a:pt x="2242680" y="2025874"/>
                    <a:pt x="1760715" y="2273524"/>
                  </a:cubicBezTo>
                  <a:cubicBezTo>
                    <a:pt x="1726425" y="2291621"/>
                    <a:pt x="1714042" y="2308766"/>
                    <a:pt x="1714995" y="2347819"/>
                  </a:cubicBezTo>
                  <a:cubicBezTo>
                    <a:pt x="1715947" y="2481169"/>
                    <a:pt x="1715947" y="2614519"/>
                    <a:pt x="1715947" y="2747869"/>
                  </a:cubicBezTo>
                  <a:cubicBezTo>
                    <a:pt x="1715947" y="2809781"/>
                    <a:pt x="1715947" y="2871694"/>
                    <a:pt x="1715947" y="2933606"/>
                  </a:cubicBezTo>
                  <a:cubicBezTo>
                    <a:pt x="1715947" y="2970754"/>
                    <a:pt x="1715947" y="3007901"/>
                    <a:pt x="1715947" y="3044096"/>
                  </a:cubicBezTo>
                  <a:cubicBezTo>
                    <a:pt x="1715947" y="3089816"/>
                    <a:pt x="1730235" y="3163159"/>
                    <a:pt x="1687372" y="3195544"/>
                  </a:cubicBezTo>
                  <a:cubicBezTo>
                    <a:pt x="1665465" y="3212689"/>
                    <a:pt x="1642605" y="3197449"/>
                    <a:pt x="1623555" y="3183161"/>
                  </a:cubicBezTo>
                  <a:cubicBezTo>
                    <a:pt x="1519732" y="3104104"/>
                    <a:pt x="1414957" y="3025999"/>
                    <a:pt x="1310182" y="2947894"/>
                  </a:cubicBezTo>
                  <a:cubicBezTo>
                    <a:pt x="1291132" y="2933606"/>
                    <a:pt x="1272082" y="2919319"/>
                    <a:pt x="1253032" y="2905031"/>
                  </a:cubicBezTo>
                  <a:cubicBezTo>
                    <a:pt x="1203502" y="2867884"/>
                    <a:pt x="1203502" y="2867884"/>
                    <a:pt x="1153020" y="2905984"/>
                  </a:cubicBezTo>
                  <a:cubicBezTo>
                    <a:pt x="1031100" y="2997424"/>
                    <a:pt x="910132" y="3087911"/>
                    <a:pt x="788212" y="3179351"/>
                  </a:cubicBezTo>
                  <a:cubicBezTo>
                    <a:pt x="768210" y="3194591"/>
                    <a:pt x="747255" y="3209831"/>
                    <a:pt x="720585" y="3197449"/>
                  </a:cubicBezTo>
                  <a:cubicBezTo>
                    <a:pt x="692010" y="3184114"/>
                    <a:pt x="691057" y="3157444"/>
                    <a:pt x="691057" y="3130774"/>
                  </a:cubicBezTo>
                  <a:cubicBezTo>
                    <a:pt x="692010" y="2957419"/>
                    <a:pt x="692010" y="3030761"/>
                    <a:pt x="692010" y="2856454"/>
                  </a:cubicBezTo>
                  <a:close/>
                  <a:moveTo>
                    <a:pt x="793927" y="2340199"/>
                  </a:moveTo>
                  <a:cubicBezTo>
                    <a:pt x="793927" y="2662144"/>
                    <a:pt x="793927" y="2732629"/>
                    <a:pt x="793927" y="3054574"/>
                  </a:cubicBezTo>
                  <a:cubicBezTo>
                    <a:pt x="918705" y="2961229"/>
                    <a:pt x="1038720" y="2870741"/>
                    <a:pt x="1159687" y="2780254"/>
                  </a:cubicBezTo>
                  <a:cubicBezTo>
                    <a:pt x="1196835" y="2752631"/>
                    <a:pt x="1211122" y="2752631"/>
                    <a:pt x="1248270" y="2779301"/>
                  </a:cubicBezTo>
                  <a:cubicBezTo>
                    <a:pt x="1342567" y="2849786"/>
                    <a:pt x="1435912" y="2920271"/>
                    <a:pt x="1530210" y="2990756"/>
                  </a:cubicBezTo>
                  <a:cubicBezTo>
                    <a:pt x="1556880" y="3010759"/>
                    <a:pt x="1584502" y="3030761"/>
                    <a:pt x="1614982" y="3053621"/>
                  </a:cubicBezTo>
                  <a:cubicBezTo>
                    <a:pt x="1614982" y="2730724"/>
                    <a:pt x="1614982" y="2659286"/>
                    <a:pt x="1614982" y="2339246"/>
                  </a:cubicBezTo>
                  <a:cubicBezTo>
                    <a:pt x="1340662" y="2434496"/>
                    <a:pt x="1068247" y="2434496"/>
                    <a:pt x="793927" y="2340199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098" name="Google Shape;1098;p9"/>
            <p:cNvSpPr/>
            <p:nvPr/>
          </p:nvSpPr>
          <p:spPr bwMode="auto">
            <a:xfrm>
              <a:off x="5208261" y="2153600"/>
              <a:ext cx="1773563" cy="1773558"/>
            </a:xfrm>
            <a:custGeom>
              <a:avLst/>
              <a:gdLst/>
              <a:ahLst/>
              <a:cxnLst/>
              <a:rect l="l" t="t" r="r" b="b"/>
              <a:pathLst>
                <a:path w="1773563" h="1773558" fill="norm" stroke="1" extrusionOk="0">
                  <a:moveTo>
                    <a:pt x="886784" y="2"/>
                  </a:moveTo>
                  <a:cubicBezTo>
                    <a:pt x="1375417" y="-951"/>
                    <a:pt x="1774514" y="397194"/>
                    <a:pt x="1773562" y="884874"/>
                  </a:cubicBezTo>
                  <a:cubicBezTo>
                    <a:pt x="1772609" y="1377317"/>
                    <a:pt x="1378274" y="1772604"/>
                    <a:pt x="886784" y="1773557"/>
                  </a:cubicBezTo>
                  <a:cubicBezTo>
                    <a:pt x="399104" y="1774509"/>
                    <a:pt x="959" y="1377317"/>
                    <a:pt x="7" y="887732"/>
                  </a:cubicBezTo>
                  <a:cubicBezTo>
                    <a:pt x="-1898" y="398147"/>
                    <a:pt x="395294" y="954"/>
                    <a:pt x="886784" y="2"/>
                  </a:cubicBezTo>
                  <a:close/>
                  <a:moveTo>
                    <a:pt x="883927" y="1675449"/>
                  </a:moveTo>
                  <a:cubicBezTo>
                    <a:pt x="1311599" y="1681164"/>
                    <a:pt x="1667834" y="1329692"/>
                    <a:pt x="1675454" y="896304"/>
                  </a:cubicBezTo>
                  <a:cubicBezTo>
                    <a:pt x="1682122" y="462917"/>
                    <a:pt x="1330649" y="103824"/>
                    <a:pt x="892499" y="98109"/>
                  </a:cubicBezTo>
                  <a:cubicBezTo>
                    <a:pt x="464827" y="92394"/>
                    <a:pt x="101924" y="446724"/>
                    <a:pt x="98114" y="874397"/>
                  </a:cubicBezTo>
                  <a:cubicBezTo>
                    <a:pt x="93352" y="1316357"/>
                    <a:pt x="440062" y="1669734"/>
                    <a:pt x="883927" y="1675449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099" name="Google Shape;1099;p9"/>
            <p:cNvSpPr/>
            <p:nvPr/>
          </p:nvSpPr>
          <p:spPr bwMode="auto">
            <a:xfrm>
              <a:off x="5004953" y="2365795"/>
              <a:ext cx="180456" cy="218580"/>
            </a:xfrm>
            <a:custGeom>
              <a:avLst/>
              <a:gdLst/>
              <a:ahLst/>
              <a:cxnLst/>
              <a:rect l="l" t="t" r="r" b="b"/>
              <a:pathLst>
                <a:path w="180456" h="218580" fill="norm" stroke="1" extrusionOk="0">
                  <a:moveTo>
                    <a:pt x="180456" y="42124"/>
                  </a:moveTo>
                  <a:cubicBezTo>
                    <a:pt x="142356" y="103084"/>
                    <a:pt x="108066" y="160234"/>
                    <a:pt x="69014" y="214527"/>
                  </a:cubicBezTo>
                  <a:cubicBezTo>
                    <a:pt x="63299" y="222147"/>
                    <a:pt x="28056" y="218337"/>
                    <a:pt x="15674" y="208812"/>
                  </a:cubicBezTo>
                  <a:cubicBezTo>
                    <a:pt x="4244" y="198334"/>
                    <a:pt x="-4329" y="169759"/>
                    <a:pt x="2339" y="156424"/>
                  </a:cubicBezTo>
                  <a:cubicBezTo>
                    <a:pt x="25199" y="107847"/>
                    <a:pt x="52821" y="60222"/>
                    <a:pt x="83301" y="15454"/>
                  </a:cubicBezTo>
                  <a:cubicBezTo>
                    <a:pt x="91874" y="3072"/>
                    <a:pt x="121401" y="-2643"/>
                    <a:pt x="138546" y="1167"/>
                  </a:cubicBezTo>
                  <a:cubicBezTo>
                    <a:pt x="153786" y="3072"/>
                    <a:pt x="164264" y="24027"/>
                    <a:pt x="180456" y="42124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100" name="Google Shape;1100;p9"/>
            <p:cNvSpPr/>
            <p:nvPr/>
          </p:nvSpPr>
          <p:spPr bwMode="auto">
            <a:xfrm>
              <a:off x="5307873" y="2016318"/>
              <a:ext cx="216625" cy="183988"/>
            </a:xfrm>
            <a:custGeom>
              <a:avLst/>
              <a:gdLst/>
              <a:ahLst/>
              <a:cxnLst/>
              <a:rect l="l" t="t" r="r" b="b"/>
              <a:pathLst>
                <a:path w="216625" h="183988" fill="norm" stroke="1" extrusionOk="0">
                  <a:moveTo>
                    <a:pt x="216626" y="57274"/>
                  </a:moveTo>
                  <a:cubicBezTo>
                    <a:pt x="210911" y="64894"/>
                    <a:pt x="203291" y="81086"/>
                    <a:pt x="190908" y="91564"/>
                  </a:cubicBezTo>
                  <a:cubicBezTo>
                    <a:pt x="156618" y="119186"/>
                    <a:pt x="120423" y="143951"/>
                    <a:pt x="85181" y="169669"/>
                  </a:cubicBezTo>
                  <a:cubicBezTo>
                    <a:pt x="57558" y="189671"/>
                    <a:pt x="30888" y="188719"/>
                    <a:pt x="11838" y="166811"/>
                  </a:cubicBezTo>
                  <a:cubicBezTo>
                    <a:pt x="-7212" y="143951"/>
                    <a:pt x="-3402" y="113471"/>
                    <a:pt x="24221" y="92516"/>
                  </a:cubicBezTo>
                  <a:cubicBezTo>
                    <a:pt x="61368" y="62989"/>
                    <a:pt x="99468" y="34414"/>
                    <a:pt x="139473" y="9649"/>
                  </a:cubicBezTo>
                  <a:cubicBezTo>
                    <a:pt x="173763" y="-14164"/>
                    <a:pt x="215673" y="7744"/>
                    <a:pt x="216626" y="57274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101" name="Google Shape;1101;p9"/>
            <p:cNvSpPr/>
            <p:nvPr/>
          </p:nvSpPr>
          <p:spPr bwMode="auto">
            <a:xfrm>
              <a:off x="5601955" y="2523901"/>
              <a:ext cx="982825" cy="938660"/>
            </a:xfrm>
            <a:custGeom>
              <a:avLst/>
              <a:gdLst/>
              <a:ahLst/>
              <a:cxnLst/>
              <a:rect l="l" t="t" r="r" b="b"/>
              <a:pathLst>
                <a:path w="982825" h="938660" fill="norm" stroke="1" extrusionOk="0">
                  <a:moveTo>
                    <a:pt x="171147" y="873666"/>
                  </a:moveTo>
                  <a:cubicBezTo>
                    <a:pt x="183529" y="800323"/>
                    <a:pt x="196864" y="719361"/>
                    <a:pt x="212104" y="639351"/>
                  </a:cubicBezTo>
                  <a:cubicBezTo>
                    <a:pt x="216867" y="613633"/>
                    <a:pt x="213057" y="595536"/>
                    <a:pt x="193054" y="576486"/>
                  </a:cubicBezTo>
                  <a:cubicBezTo>
                    <a:pt x="135904" y="524098"/>
                    <a:pt x="82564" y="468853"/>
                    <a:pt x="26367" y="415513"/>
                  </a:cubicBezTo>
                  <a:cubicBezTo>
                    <a:pt x="8269" y="398368"/>
                    <a:pt x="-6018" y="379318"/>
                    <a:pt x="2554" y="352648"/>
                  </a:cubicBezTo>
                  <a:cubicBezTo>
                    <a:pt x="12079" y="326931"/>
                    <a:pt x="33987" y="320263"/>
                    <a:pt x="58752" y="316453"/>
                  </a:cubicBezTo>
                  <a:cubicBezTo>
                    <a:pt x="137809" y="305976"/>
                    <a:pt x="215914" y="294546"/>
                    <a:pt x="294972" y="281211"/>
                  </a:cubicBezTo>
                  <a:cubicBezTo>
                    <a:pt x="309259" y="278353"/>
                    <a:pt x="327357" y="265971"/>
                    <a:pt x="334024" y="253588"/>
                  </a:cubicBezTo>
                  <a:cubicBezTo>
                    <a:pt x="371172" y="183103"/>
                    <a:pt x="405462" y="111666"/>
                    <a:pt x="440704" y="40228"/>
                  </a:cubicBezTo>
                  <a:cubicBezTo>
                    <a:pt x="452134" y="17368"/>
                    <a:pt x="467374" y="-5492"/>
                    <a:pt x="493092" y="1176"/>
                  </a:cubicBezTo>
                  <a:cubicBezTo>
                    <a:pt x="513094" y="5938"/>
                    <a:pt x="535002" y="24036"/>
                    <a:pt x="544527" y="42133"/>
                  </a:cubicBezTo>
                  <a:cubicBezTo>
                    <a:pt x="580722" y="108808"/>
                    <a:pt x="614059" y="177388"/>
                    <a:pt x="646444" y="245968"/>
                  </a:cubicBezTo>
                  <a:cubicBezTo>
                    <a:pt x="657874" y="269781"/>
                    <a:pt x="670257" y="281211"/>
                    <a:pt x="698832" y="285021"/>
                  </a:cubicBezTo>
                  <a:cubicBezTo>
                    <a:pt x="776937" y="293593"/>
                    <a:pt x="854089" y="305023"/>
                    <a:pt x="931242" y="319311"/>
                  </a:cubicBezTo>
                  <a:cubicBezTo>
                    <a:pt x="950292" y="323121"/>
                    <a:pt x="976009" y="339313"/>
                    <a:pt x="981724" y="354553"/>
                  </a:cubicBezTo>
                  <a:cubicBezTo>
                    <a:pt x="986487" y="370746"/>
                    <a:pt x="975057" y="398368"/>
                    <a:pt x="961722" y="412656"/>
                  </a:cubicBezTo>
                  <a:cubicBezTo>
                    <a:pt x="906477" y="469806"/>
                    <a:pt x="849327" y="525051"/>
                    <a:pt x="791224" y="579343"/>
                  </a:cubicBezTo>
                  <a:cubicBezTo>
                    <a:pt x="774079" y="595536"/>
                    <a:pt x="769317" y="610776"/>
                    <a:pt x="774079" y="632683"/>
                  </a:cubicBezTo>
                  <a:cubicBezTo>
                    <a:pt x="788367" y="706978"/>
                    <a:pt x="800749" y="782226"/>
                    <a:pt x="813132" y="857473"/>
                  </a:cubicBezTo>
                  <a:cubicBezTo>
                    <a:pt x="815989" y="874618"/>
                    <a:pt x="816942" y="893668"/>
                    <a:pt x="812179" y="909861"/>
                  </a:cubicBezTo>
                  <a:cubicBezTo>
                    <a:pt x="803607" y="938436"/>
                    <a:pt x="770269" y="947008"/>
                    <a:pt x="736932" y="929863"/>
                  </a:cubicBezTo>
                  <a:cubicBezTo>
                    <a:pt x="664542" y="892716"/>
                    <a:pt x="591199" y="854616"/>
                    <a:pt x="519762" y="815563"/>
                  </a:cubicBezTo>
                  <a:cubicBezTo>
                    <a:pt x="500712" y="805086"/>
                    <a:pt x="486424" y="806038"/>
                    <a:pt x="467374" y="816516"/>
                  </a:cubicBezTo>
                  <a:cubicBezTo>
                    <a:pt x="395937" y="855568"/>
                    <a:pt x="322594" y="893668"/>
                    <a:pt x="250204" y="930816"/>
                  </a:cubicBezTo>
                  <a:cubicBezTo>
                    <a:pt x="204484" y="951771"/>
                    <a:pt x="169242" y="928911"/>
                    <a:pt x="171147" y="873666"/>
                  </a:cubicBezTo>
                  <a:close/>
                  <a:moveTo>
                    <a:pt x="820752" y="401226"/>
                  </a:moveTo>
                  <a:cubicBezTo>
                    <a:pt x="763602" y="392653"/>
                    <a:pt x="705499" y="381223"/>
                    <a:pt x="646444" y="375508"/>
                  </a:cubicBezTo>
                  <a:cubicBezTo>
                    <a:pt x="609297" y="371698"/>
                    <a:pt x="589294" y="355506"/>
                    <a:pt x="574054" y="322168"/>
                  </a:cubicBezTo>
                  <a:cubicBezTo>
                    <a:pt x="550242" y="268828"/>
                    <a:pt x="522619" y="216441"/>
                    <a:pt x="492139" y="156433"/>
                  </a:cubicBezTo>
                  <a:cubicBezTo>
                    <a:pt x="468327" y="205963"/>
                    <a:pt x="443562" y="245968"/>
                    <a:pt x="427369" y="289783"/>
                  </a:cubicBezTo>
                  <a:cubicBezTo>
                    <a:pt x="405462" y="351696"/>
                    <a:pt x="365457" y="382176"/>
                    <a:pt x="299734" y="380271"/>
                  </a:cubicBezTo>
                  <a:cubicBezTo>
                    <a:pt x="297829" y="380271"/>
                    <a:pt x="294972" y="380271"/>
                    <a:pt x="293067" y="381223"/>
                  </a:cubicBezTo>
                  <a:cubicBezTo>
                    <a:pt x="249252" y="387891"/>
                    <a:pt x="205437" y="394558"/>
                    <a:pt x="164479" y="401226"/>
                  </a:cubicBezTo>
                  <a:cubicBezTo>
                    <a:pt x="209247" y="447898"/>
                    <a:pt x="251157" y="492666"/>
                    <a:pt x="294019" y="536481"/>
                  </a:cubicBezTo>
                  <a:cubicBezTo>
                    <a:pt x="314022" y="556483"/>
                    <a:pt x="322594" y="577438"/>
                    <a:pt x="316879" y="606013"/>
                  </a:cubicBezTo>
                  <a:cubicBezTo>
                    <a:pt x="304497" y="666973"/>
                    <a:pt x="295924" y="729838"/>
                    <a:pt x="284494" y="797466"/>
                  </a:cubicBezTo>
                  <a:cubicBezTo>
                    <a:pt x="341644" y="767938"/>
                    <a:pt x="393079" y="743173"/>
                    <a:pt x="443562" y="713646"/>
                  </a:cubicBezTo>
                  <a:cubicBezTo>
                    <a:pt x="477852" y="693643"/>
                    <a:pt x="507379" y="692691"/>
                    <a:pt x="542622" y="713646"/>
                  </a:cubicBezTo>
                  <a:cubicBezTo>
                    <a:pt x="592152" y="743173"/>
                    <a:pt x="644539" y="767938"/>
                    <a:pt x="700737" y="797466"/>
                  </a:cubicBezTo>
                  <a:cubicBezTo>
                    <a:pt x="689307" y="730791"/>
                    <a:pt x="681687" y="669831"/>
                    <a:pt x="668352" y="609823"/>
                  </a:cubicBezTo>
                  <a:cubicBezTo>
                    <a:pt x="661684" y="577438"/>
                    <a:pt x="671209" y="555531"/>
                    <a:pt x="693117" y="533623"/>
                  </a:cubicBezTo>
                  <a:cubicBezTo>
                    <a:pt x="736932" y="492666"/>
                    <a:pt x="777889" y="447898"/>
                    <a:pt x="820752" y="401226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</p:grpSp>
      <p:sp>
        <p:nvSpPr>
          <p:cNvPr id="2101874026" name="Google Shape;1102;p9"/>
          <p:cNvSpPr/>
          <p:nvPr/>
        </p:nvSpPr>
        <p:spPr bwMode="auto">
          <a:xfrm>
            <a:off x="0" y="6745403"/>
            <a:ext cx="12192000" cy="130500"/>
          </a:xfrm>
          <a:prstGeom prst="rect">
            <a:avLst/>
          </a:prstGeom>
          <a:solidFill>
            <a:srgbClr val="B90F50"/>
          </a:solidFill>
          <a:ln w="19050" cap="flat" cmpd="sng">
            <a:solidFill>
              <a:srgbClr val="B90F5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16_Blank" preserve="0" showMasterPhAnim="0" showMasterSp="1" userDrawn="1">
  <p:cSld name="16_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53656947" name="Google Shape;1104;p10"/>
          <p:cNvSpPr txBox="1">
            <a:spLocks noGrp="1"/>
          </p:cNvSpPr>
          <p:nvPr>
            <p:ph type="body" idx="1"/>
          </p:nvPr>
        </p:nvSpPr>
        <p:spPr bwMode="auto">
          <a:xfrm>
            <a:off x="1500992" y="870906"/>
            <a:ext cx="10547400" cy="46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latin typeface="Calibri"/>
                <a:ea typeface="Calibri"/>
                <a:cs typeface="Calibri"/>
              </a:defRPr>
            </a:lvl1pPr>
            <a:lvl2pPr marL="91440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latin typeface="Calibri"/>
                <a:ea typeface="Calibri"/>
                <a:cs typeface="Calibri"/>
              </a:defRPr>
            </a:lvl2pPr>
            <a:lvl3pPr marL="137160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latin typeface="Calibri"/>
                <a:ea typeface="Calibri"/>
                <a:cs typeface="Calibri"/>
              </a:defRPr>
            </a:lvl3pPr>
            <a:lvl4pPr marL="182880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latin typeface="Calibri"/>
                <a:ea typeface="Calibri"/>
                <a:cs typeface="Calibri"/>
              </a:defRPr>
            </a:lvl4pPr>
            <a:lvl5pPr marL="228600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latin typeface="Calibri"/>
                <a:ea typeface="Calibri"/>
                <a:cs typeface="Calibri"/>
              </a:defRPr>
            </a:lvl5pPr>
            <a:lvl6pPr marL="274320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pPr>
              <a:defRPr/>
            </a:pPr>
            <a:endParaRPr/>
          </a:p>
        </p:txBody>
      </p:sp>
      <p:cxnSp>
        <p:nvCxnSpPr>
          <p:cNvPr id="2143063369" name="Google Shape;1105;p10"/>
          <p:cNvCxnSpPr/>
          <p:nvPr/>
        </p:nvCxnSpPr>
        <p:spPr bwMode="auto">
          <a:xfrm>
            <a:off x="655399" y="1299220"/>
            <a:ext cx="11238300" cy="24900"/>
          </a:xfrm>
          <a:prstGeom prst="straightConnector1">
            <a:avLst/>
          </a:prstGeom>
          <a:noFill/>
          <a:ln w="9525" cap="flat" cmpd="sng">
            <a:solidFill>
              <a:srgbClr val="B8114F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498137633" name="Google Shape;1106;p10"/>
          <p:cNvSpPr txBox="1">
            <a:spLocks noGrp="1"/>
          </p:cNvSpPr>
          <p:nvPr>
            <p:ph type="body" idx="2"/>
          </p:nvPr>
        </p:nvSpPr>
        <p:spPr bwMode="auto">
          <a:xfrm>
            <a:off x="1488293" y="416192"/>
            <a:ext cx="10560000" cy="57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8114F"/>
              </a:buClr>
              <a:buSzPts val="3600"/>
              <a:buNone/>
              <a:defRPr sz="3600">
                <a:solidFill>
                  <a:srgbClr val="B8114F"/>
                </a:solidFill>
                <a:latin typeface="Georgia"/>
                <a:ea typeface="Georgia"/>
                <a:cs typeface="Georgia"/>
              </a:defRPr>
            </a:lvl1pPr>
            <a:lvl2pPr marL="91440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/>
            </a:lvl2pPr>
            <a:lvl3pPr marL="137160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/>
            </a:lvl3pPr>
            <a:lvl4pPr marL="182880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4pPr>
            <a:lvl5pPr marL="228600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5pPr>
            <a:lvl6pPr marL="274320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pPr>
              <a:defRPr/>
            </a:pPr>
            <a:endParaRPr/>
          </a:p>
        </p:txBody>
      </p:sp>
      <p:grpSp>
        <p:nvGrpSpPr>
          <p:cNvPr id="78176066" name="Google Shape;1107;p10"/>
          <p:cNvGrpSpPr/>
          <p:nvPr/>
        </p:nvGrpSpPr>
        <p:grpSpPr bwMode="auto">
          <a:xfrm>
            <a:off x="655527" y="416137"/>
            <a:ext cx="624253" cy="765101"/>
            <a:chOff x="4819650" y="1862134"/>
            <a:chExt cx="2558414" cy="3135659"/>
          </a:xfrm>
        </p:grpSpPr>
        <p:sp>
          <p:nvSpPr>
            <p:cNvPr id="1108" name="Google Shape;1108;p10"/>
            <p:cNvSpPr/>
            <p:nvPr/>
          </p:nvSpPr>
          <p:spPr bwMode="auto">
            <a:xfrm>
              <a:off x="6353176" y="3360420"/>
              <a:ext cx="621029" cy="45720"/>
            </a:xfrm>
            <a:custGeom>
              <a:avLst/>
              <a:gdLst/>
              <a:ahLst/>
              <a:cxnLst/>
              <a:rect l="l" t="t" r="r" b="b"/>
              <a:pathLst>
                <a:path w="621029" h="45720" fill="norm" stroke="1" extrusionOk="0">
                  <a:moveTo>
                    <a:pt x="38100" y="20002"/>
                  </a:moveTo>
                  <a:lnTo>
                    <a:pt x="0" y="32385"/>
                  </a:lnTo>
                  <a:cubicBezTo>
                    <a:pt x="11430" y="39052"/>
                    <a:pt x="27622" y="44767"/>
                    <a:pt x="50483" y="44767"/>
                  </a:cubicBezTo>
                  <a:cubicBezTo>
                    <a:pt x="51435" y="44767"/>
                    <a:pt x="53340" y="44767"/>
                    <a:pt x="54292" y="44767"/>
                  </a:cubicBezTo>
                  <a:cubicBezTo>
                    <a:pt x="58103" y="44767"/>
                    <a:pt x="60960" y="44767"/>
                    <a:pt x="63817" y="45720"/>
                  </a:cubicBezTo>
                  <a:lnTo>
                    <a:pt x="604838" y="45720"/>
                  </a:lnTo>
                  <a:cubicBezTo>
                    <a:pt x="610553" y="30480"/>
                    <a:pt x="616268" y="15240"/>
                    <a:pt x="621030" y="0"/>
                  </a:cubicBezTo>
                  <a:lnTo>
                    <a:pt x="83820" y="0"/>
                  </a:lnTo>
                  <a:cubicBezTo>
                    <a:pt x="70485" y="7620"/>
                    <a:pt x="55245" y="14288"/>
                    <a:pt x="38100" y="20002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109" name="Google Shape;1109;p10"/>
            <p:cNvSpPr/>
            <p:nvPr/>
          </p:nvSpPr>
          <p:spPr bwMode="auto">
            <a:xfrm>
              <a:off x="5218745" y="3360420"/>
              <a:ext cx="625792" cy="45720"/>
            </a:xfrm>
            <a:custGeom>
              <a:avLst/>
              <a:gdLst/>
              <a:ahLst/>
              <a:cxnLst/>
              <a:rect l="l" t="t" r="r" b="b"/>
              <a:pathLst>
                <a:path w="625792" h="45720" fill="norm" stroke="1" extrusionOk="0">
                  <a:moveTo>
                    <a:pt x="570548" y="44767"/>
                  </a:moveTo>
                  <a:cubicBezTo>
                    <a:pt x="572453" y="44767"/>
                    <a:pt x="573405" y="44767"/>
                    <a:pt x="575310" y="44767"/>
                  </a:cubicBezTo>
                  <a:cubicBezTo>
                    <a:pt x="599123" y="44767"/>
                    <a:pt x="614363" y="39052"/>
                    <a:pt x="625793" y="32385"/>
                  </a:cubicBezTo>
                  <a:lnTo>
                    <a:pt x="587693" y="20002"/>
                  </a:lnTo>
                  <a:cubicBezTo>
                    <a:pt x="570548" y="14288"/>
                    <a:pt x="555307" y="7620"/>
                    <a:pt x="541020" y="0"/>
                  </a:cubicBezTo>
                  <a:lnTo>
                    <a:pt x="0" y="0"/>
                  </a:lnTo>
                  <a:cubicBezTo>
                    <a:pt x="4763" y="15240"/>
                    <a:pt x="10477" y="30480"/>
                    <a:pt x="16192" y="45720"/>
                  </a:cubicBezTo>
                  <a:lnTo>
                    <a:pt x="561023" y="45720"/>
                  </a:lnTo>
                  <a:cubicBezTo>
                    <a:pt x="563880" y="44767"/>
                    <a:pt x="566738" y="44767"/>
                    <a:pt x="570548" y="44767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110" name="Google Shape;1110;p10"/>
            <p:cNvSpPr/>
            <p:nvPr/>
          </p:nvSpPr>
          <p:spPr bwMode="auto">
            <a:xfrm>
              <a:off x="6231251" y="3445190"/>
              <a:ext cx="710565" cy="45720"/>
            </a:xfrm>
            <a:custGeom>
              <a:avLst/>
              <a:gdLst/>
              <a:ahLst/>
              <a:cxnLst/>
              <a:rect l="l" t="t" r="r" b="b"/>
              <a:pathLst>
                <a:path w="710565" h="45720" fill="norm" stroke="1" extrusionOk="0">
                  <a:moveTo>
                    <a:pt x="188595" y="953"/>
                  </a:moveTo>
                  <a:cubicBezTo>
                    <a:pt x="167640" y="14288"/>
                    <a:pt x="124778" y="27623"/>
                    <a:pt x="81915" y="27623"/>
                  </a:cubicBezTo>
                  <a:lnTo>
                    <a:pt x="80963" y="27623"/>
                  </a:lnTo>
                  <a:cubicBezTo>
                    <a:pt x="77153" y="27623"/>
                    <a:pt x="73342" y="26670"/>
                    <a:pt x="70485" y="25717"/>
                  </a:cubicBezTo>
                  <a:cubicBezTo>
                    <a:pt x="57150" y="33338"/>
                    <a:pt x="26670" y="41910"/>
                    <a:pt x="0" y="45720"/>
                  </a:cubicBezTo>
                  <a:lnTo>
                    <a:pt x="688658" y="45720"/>
                  </a:lnTo>
                  <a:cubicBezTo>
                    <a:pt x="696278" y="30480"/>
                    <a:pt x="703898" y="15240"/>
                    <a:pt x="710565" y="0"/>
                  </a:cubicBezTo>
                  <a:lnTo>
                    <a:pt x="189548" y="0"/>
                  </a:lnTo>
                  <a:cubicBezTo>
                    <a:pt x="189548" y="953"/>
                    <a:pt x="189548" y="953"/>
                    <a:pt x="188595" y="953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111" name="Google Shape;1111;p10"/>
            <p:cNvSpPr/>
            <p:nvPr/>
          </p:nvSpPr>
          <p:spPr bwMode="auto">
            <a:xfrm>
              <a:off x="5252084" y="3446143"/>
              <a:ext cx="714374" cy="45720"/>
            </a:xfrm>
            <a:custGeom>
              <a:avLst/>
              <a:gdLst/>
              <a:ahLst/>
              <a:cxnLst/>
              <a:rect l="l" t="t" r="r" b="b"/>
              <a:pathLst>
                <a:path w="714374" h="45720" fill="norm" stroke="1" extrusionOk="0">
                  <a:moveTo>
                    <a:pt x="643890" y="25717"/>
                  </a:moveTo>
                  <a:cubicBezTo>
                    <a:pt x="641032" y="26670"/>
                    <a:pt x="637223" y="27622"/>
                    <a:pt x="633413" y="27622"/>
                  </a:cubicBezTo>
                  <a:lnTo>
                    <a:pt x="632460" y="27622"/>
                  </a:lnTo>
                  <a:cubicBezTo>
                    <a:pt x="589598" y="27622"/>
                    <a:pt x="546735" y="14288"/>
                    <a:pt x="525780" y="952"/>
                  </a:cubicBezTo>
                  <a:cubicBezTo>
                    <a:pt x="525780" y="952"/>
                    <a:pt x="524828" y="0"/>
                    <a:pt x="523875" y="0"/>
                  </a:cubicBezTo>
                  <a:lnTo>
                    <a:pt x="0" y="0"/>
                  </a:lnTo>
                  <a:cubicBezTo>
                    <a:pt x="6667" y="15240"/>
                    <a:pt x="14288" y="30480"/>
                    <a:pt x="21907" y="45720"/>
                  </a:cubicBezTo>
                  <a:lnTo>
                    <a:pt x="714375" y="45720"/>
                  </a:lnTo>
                  <a:cubicBezTo>
                    <a:pt x="687705" y="41910"/>
                    <a:pt x="657225" y="33338"/>
                    <a:pt x="643890" y="25717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112" name="Google Shape;1112;p10"/>
            <p:cNvSpPr/>
            <p:nvPr/>
          </p:nvSpPr>
          <p:spPr bwMode="auto">
            <a:xfrm>
              <a:off x="4989988" y="1862134"/>
              <a:ext cx="2212551" cy="2412682"/>
            </a:xfrm>
            <a:custGeom>
              <a:avLst/>
              <a:gdLst/>
              <a:ahLst/>
              <a:cxnLst/>
              <a:rect l="l" t="t" r="r" b="b"/>
              <a:pathLst>
                <a:path w="2212551" h="2412682" fill="norm" stroke="1" extrusionOk="0">
                  <a:moveTo>
                    <a:pt x="78263" y="1206818"/>
                  </a:moveTo>
                  <a:cubicBezTo>
                    <a:pt x="54450" y="1213485"/>
                    <a:pt x="36353" y="1225868"/>
                    <a:pt x="23018" y="1245870"/>
                  </a:cubicBezTo>
                  <a:cubicBezTo>
                    <a:pt x="-23655" y="1316355"/>
                    <a:pt x="10635" y="1460183"/>
                    <a:pt x="38258" y="1575435"/>
                  </a:cubicBezTo>
                  <a:cubicBezTo>
                    <a:pt x="47783" y="1616393"/>
                    <a:pt x="57308" y="1655445"/>
                    <a:pt x="61118" y="1684973"/>
                  </a:cubicBezTo>
                  <a:cubicBezTo>
                    <a:pt x="62070" y="1689735"/>
                    <a:pt x="62070" y="1695450"/>
                    <a:pt x="63023" y="1701165"/>
                  </a:cubicBezTo>
                  <a:cubicBezTo>
                    <a:pt x="67785" y="1736408"/>
                    <a:pt x="73500" y="1777365"/>
                    <a:pt x="65880" y="1802130"/>
                  </a:cubicBezTo>
                  <a:lnTo>
                    <a:pt x="63023" y="1809750"/>
                  </a:lnTo>
                  <a:lnTo>
                    <a:pt x="70643" y="1811655"/>
                  </a:lnTo>
                  <a:cubicBezTo>
                    <a:pt x="96360" y="1817370"/>
                    <a:pt x="128745" y="1842135"/>
                    <a:pt x="157320" y="1864995"/>
                  </a:cubicBezTo>
                  <a:cubicBezTo>
                    <a:pt x="161130" y="1868805"/>
                    <a:pt x="165893" y="1871663"/>
                    <a:pt x="169703" y="1874520"/>
                  </a:cubicBezTo>
                  <a:cubicBezTo>
                    <a:pt x="192563" y="1892618"/>
                    <a:pt x="222090" y="1920240"/>
                    <a:pt x="252570" y="1948815"/>
                  </a:cubicBezTo>
                  <a:cubicBezTo>
                    <a:pt x="336390" y="2027873"/>
                    <a:pt x="441165" y="2126933"/>
                    <a:pt x="524985" y="2126933"/>
                  </a:cubicBezTo>
                  <a:cubicBezTo>
                    <a:pt x="526890" y="2126933"/>
                    <a:pt x="528795" y="2126933"/>
                    <a:pt x="530700" y="2126933"/>
                  </a:cubicBezTo>
                  <a:cubicBezTo>
                    <a:pt x="554513" y="2125980"/>
                    <a:pt x="575468" y="2115503"/>
                    <a:pt x="592613" y="2098358"/>
                  </a:cubicBezTo>
                  <a:cubicBezTo>
                    <a:pt x="585945" y="2122170"/>
                    <a:pt x="587850" y="2145030"/>
                    <a:pt x="599280" y="2165985"/>
                  </a:cubicBezTo>
                  <a:cubicBezTo>
                    <a:pt x="637380" y="2241233"/>
                    <a:pt x="778350" y="2284095"/>
                    <a:pt x="891698" y="2317433"/>
                  </a:cubicBezTo>
                  <a:cubicBezTo>
                    <a:pt x="932655" y="2329815"/>
                    <a:pt x="970755" y="2341245"/>
                    <a:pt x="997425" y="2352675"/>
                  </a:cubicBezTo>
                  <a:cubicBezTo>
                    <a:pt x="1002188" y="2354580"/>
                    <a:pt x="1006950" y="2356485"/>
                    <a:pt x="1011713" y="2358390"/>
                  </a:cubicBezTo>
                  <a:cubicBezTo>
                    <a:pt x="1045050" y="2371725"/>
                    <a:pt x="1083150" y="2386965"/>
                    <a:pt x="1101248" y="2406968"/>
                  </a:cubicBezTo>
                  <a:lnTo>
                    <a:pt x="1106963" y="2412683"/>
                  </a:lnTo>
                  <a:lnTo>
                    <a:pt x="1112678" y="2406968"/>
                  </a:lnTo>
                  <a:cubicBezTo>
                    <a:pt x="1130775" y="2387918"/>
                    <a:pt x="1168875" y="2372678"/>
                    <a:pt x="1202213" y="2358390"/>
                  </a:cubicBezTo>
                  <a:cubicBezTo>
                    <a:pt x="1206975" y="2356485"/>
                    <a:pt x="1211738" y="2354580"/>
                    <a:pt x="1216500" y="2352675"/>
                  </a:cubicBezTo>
                  <a:cubicBezTo>
                    <a:pt x="1243170" y="2341245"/>
                    <a:pt x="1282223" y="2329815"/>
                    <a:pt x="1322228" y="2317433"/>
                  </a:cubicBezTo>
                  <a:cubicBezTo>
                    <a:pt x="1435575" y="2283143"/>
                    <a:pt x="1576545" y="2241233"/>
                    <a:pt x="1614645" y="2165985"/>
                  </a:cubicBezTo>
                  <a:cubicBezTo>
                    <a:pt x="1625123" y="2145030"/>
                    <a:pt x="1627028" y="2121218"/>
                    <a:pt x="1620360" y="2097405"/>
                  </a:cubicBezTo>
                  <a:cubicBezTo>
                    <a:pt x="1637505" y="2114550"/>
                    <a:pt x="1658460" y="2124075"/>
                    <a:pt x="1682273" y="2125980"/>
                  </a:cubicBezTo>
                  <a:cubicBezTo>
                    <a:pt x="1684178" y="2125980"/>
                    <a:pt x="1686083" y="2125980"/>
                    <a:pt x="1687988" y="2125980"/>
                  </a:cubicBezTo>
                  <a:cubicBezTo>
                    <a:pt x="1771808" y="2125980"/>
                    <a:pt x="1875630" y="2027873"/>
                    <a:pt x="1960403" y="1947863"/>
                  </a:cubicBezTo>
                  <a:cubicBezTo>
                    <a:pt x="1990883" y="1918335"/>
                    <a:pt x="2020410" y="1891665"/>
                    <a:pt x="2043270" y="1873568"/>
                  </a:cubicBezTo>
                  <a:cubicBezTo>
                    <a:pt x="2047080" y="1870710"/>
                    <a:pt x="2051843" y="1866900"/>
                    <a:pt x="2055653" y="1864043"/>
                  </a:cubicBezTo>
                  <a:cubicBezTo>
                    <a:pt x="2084228" y="1842135"/>
                    <a:pt x="2116613" y="1816418"/>
                    <a:pt x="2142330" y="1810703"/>
                  </a:cubicBezTo>
                  <a:lnTo>
                    <a:pt x="2149950" y="1808798"/>
                  </a:lnTo>
                  <a:lnTo>
                    <a:pt x="2147093" y="1801178"/>
                  </a:lnTo>
                  <a:cubicBezTo>
                    <a:pt x="2139473" y="1776413"/>
                    <a:pt x="2145188" y="1735455"/>
                    <a:pt x="2149950" y="1700213"/>
                  </a:cubicBezTo>
                  <a:cubicBezTo>
                    <a:pt x="2150903" y="1694498"/>
                    <a:pt x="2151855" y="1689735"/>
                    <a:pt x="2151855" y="1684020"/>
                  </a:cubicBezTo>
                  <a:cubicBezTo>
                    <a:pt x="2155665" y="1655445"/>
                    <a:pt x="2165190" y="1616393"/>
                    <a:pt x="2174715" y="1574483"/>
                  </a:cubicBezTo>
                  <a:cubicBezTo>
                    <a:pt x="2202338" y="1459230"/>
                    <a:pt x="2235675" y="1315403"/>
                    <a:pt x="2189955" y="1244918"/>
                  </a:cubicBezTo>
                  <a:cubicBezTo>
                    <a:pt x="2176620" y="1224915"/>
                    <a:pt x="2157570" y="1211580"/>
                    <a:pt x="2133758" y="1205865"/>
                  </a:cubicBezTo>
                  <a:cubicBezTo>
                    <a:pt x="2157570" y="1199198"/>
                    <a:pt x="2175668" y="1186815"/>
                    <a:pt x="2189003" y="1166813"/>
                  </a:cubicBezTo>
                  <a:cubicBezTo>
                    <a:pt x="2235675" y="1096328"/>
                    <a:pt x="2201385" y="952500"/>
                    <a:pt x="2173763" y="837248"/>
                  </a:cubicBezTo>
                  <a:cubicBezTo>
                    <a:pt x="2164238" y="796290"/>
                    <a:pt x="2154713" y="757238"/>
                    <a:pt x="2150903" y="727710"/>
                  </a:cubicBezTo>
                  <a:cubicBezTo>
                    <a:pt x="2149950" y="722948"/>
                    <a:pt x="2149950" y="717233"/>
                    <a:pt x="2148998" y="711518"/>
                  </a:cubicBezTo>
                  <a:cubicBezTo>
                    <a:pt x="2144235" y="676275"/>
                    <a:pt x="2138520" y="635318"/>
                    <a:pt x="2146140" y="610553"/>
                  </a:cubicBezTo>
                  <a:lnTo>
                    <a:pt x="2148998" y="602933"/>
                  </a:lnTo>
                  <a:lnTo>
                    <a:pt x="2141378" y="601028"/>
                  </a:lnTo>
                  <a:cubicBezTo>
                    <a:pt x="2115660" y="595313"/>
                    <a:pt x="2083275" y="570548"/>
                    <a:pt x="2054700" y="547688"/>
                  </a:cubicBezTo>
                  <a:cubicBezTo>
                    <a:pt x="2049938" y="543878"/>
                    <a:pt x="2046128" y="541020"/>
                    <a:pt x="2042318" y="538163"/>
                  </a:cubicBezTo>
                  <a:cubicBezTo>
                    <a:pt x="2019458" y="520065"/>
                    <a:pt x="1989930" y="492443"/>
                    <a:pt x="1959450" y="463868"/>
                  </a:cubicBezTo>
                  <a:cubicBezTo>
                    <a:pt x="1875630" y="384810"/>
                    <a:pt x="1770855" y="285750"/>
                    <a:pt x="1687035" y="285750"/>
                  </a:cubicBezTo>
                  <a:cubicBezTo>
                    <a:pt x="1685130" y="285750"/>
                    <a:pt x="1683225" y="285750"/>
                    <a:pt x="1681320" y="285750"/>
                  </a:cubicBezTo>
                  <a:cubicBezTo>
                    <a:pt x="1657508" y="286703"/>
                    <a:pt x="1636553" y="297180"/>
                    <a:pt x="1619408" y="314325"/>
                  </a:cubicBezTo>
                  <a:cubicBezTo>
                    <a:pt x="1626075" y="290513"/>
                    <a:pt x="1624170" y="267653"/>
                    <a:pt x="1612740" y="246698"/>
                  </a:cubicBezTo>
                  <a:cubicBezTo>
                    <a:pt x="1574640" y="171450"/>
                    <a:pt x="1433670" y="128588"/>
                    <a:pt x="1319370" y="95250"/>
                  </a:cubicBezTo>
                  <a:cubicBezTo>
                    <a:pt x="1278413" y="82868"/>
                    <a:pt x="1240313" y="71438"/>
                    <a:pt x="1213643" y="60008"/>
                  </a:cubicBezTo>
                  <a:cubicBezTo>
                    <a:pt x="1208880" y="58103"/>
                    <a:pt x="1204118" y="56197"/>
                    <a:pt x="1199355" y="54293"/>
                  </a:cubicBezTo>
                  <a:cubicBezTo>
                    <a:pt x="1166018" y="40958"/>
                    <a:pt x="1127918" y="25717"/>
                    <a:pt x="1109820" y="5715"/>
                  </a:cubicBezTo>
                  <a:lnTo>
                    <a:pt x="1106010" y="0"/>
                  </a:lnTo>
                  <a:lnTo>
                    <a:pt x="1100295" y="5715"/>
                  </a:lnTo>
                  <a:cubicBezTo>
                    <a:pt x="1082198" y="24765"/>
                    <a:pt x="1044098" y="40005"/>
                    <a:pt x="1010760" y="54293"/>
                  </a:cubicBezTo>
                  <a:cubicBezTo>
                    <a:pt x="1005998" y="56197"/>
                    <a:pt x="1001235" y="58103"/>
                    <a:pt x="996473" y="60008"/>
                  </a:cubicBezTo>
                  <a:cubicBezTo>
                    <a:pt x="969803" y="71438"/>
                    <a:pt x="930750" y="82868"/>
                    <a:pt x="890745" y="95250"/>
                  </a:cubicBezTo>
                  <a:cubicBezTo>
                    <a:pt x="777398" y="129540"/>
                    <a:pt x="636428" y="171450"/>
                    <a:pt x="598328" y="246698"/>
                  </a:cubicBezTo>
                  <a:cubicBezTo>
                    <a:pt x="587850" y="267653"/>
                    <a:pt x="585945" y="291465"/>
                    <a:pt x="592613" y="315278"/>
                  </a:cubicBezTo>
                  <a:cubicBezTo>
                    <a:pt x="575468" y="298133"/>
                    <a:pt x="554513" y="288608"/>
                    <a:pt x="530700" y="286703"/>
                  </a:cubicBezTo>
                  <a:cubicBezTo>
                    <a:pt x="445928" y="281940"/>
                    <a:pt x="339248" y="382905"/>
                    <a:pt x="252570" y="464820"/>
                  </a:cubicBezTo>
                  <a:cubicBezTo>
                    <a:pt x="222090" y="494348"/>
                    <a:pt x="192563" y="521018"/>
                    <a:pt x="169703" y="539115"/>
                  </a:cubicBezTo>
                  <a:cubicBezTo>
                    <a:pt x="165893" y="541973"/>
                    <a:pt x="161130" y="545783"/>
                    <a:pt x="157320" y="548640"/>
                  </a:cubicBezTo>
                  <a:cubicBezTo>
                    <a:pt x="128745" y="570548"/>
                    <a:pt x="96360" y="596265"/>
                    <a:pt x="70643" y="601980"/>
                  </a:cubicBezTo>
                  <a:lnTo>
                    <a:pt x="63023" y="603885"/>
                  </a:lnTo>
                  <a:lnTo>
                    <a:pt x="65880" y="611505"/>
                  </a:lnTo>
                  <a:cubicBezTo>
                    <a:pt x="73500" y="636270"/>
                    <a:pt x="67785" y="677228"/>
                    <a:pt x="63023" y="712470"/>
                  </a:cubicBezTo>
                  <a:cubicBezTo>
                    <a:pt x="62070" y="718185"/>
                    <a:pt x="61118" y="722948"/>
                    <a:pt x="61118" y="728663"/>
                  </a:cubicBezTo>
                  <a:cubicBezTo>
                    <a:pt x="57308" y="757238"/>
                    <a:pt x="47783" y="796290"/>
                    <a:pt x="38258" y="838200"/>
                  </a:cubicBezTo>
                  <a:cubicBezTo>
                    <a:pt x="10635" y="953453"/>
                    <a:pt x="-22702" y="1097280"/>
                    <a:pt x="23018" y="1167765"/>
                  </a:cubicBezTo>
                  <a:cubicBezTo>
                    <a:pt x="35400" y="1187768"/>
                    <a:pt x="53498" y="1201103"/>
                    <a:pt x="78263" y="1206818"/>
                  </a:cubicBezTo>
                  <a:close/>
                  <a:moveTo>
                    <a:pt x="1106963" y="193358"/>
                  </a:moveTo>
                  <a:cubicBezTo>
                    <a:pt x="1663223" y="193358"/>
                    <a:pt x="2115660" y="647700"/>
                    <a:pt x="2115660" y="1206818"/>
                  </a:cubicBezTo>
                  <a:cubicBezTo>
                    <a:pt x="2115660" y="1765935"/>
                    <a:pt x="1663223" y="2220278"/>
                    <a:pt x="1106963" y="2220278"/>
                  </a:cubicBezTo>
                  <a:cubicBezTo>
                    <a:pt x="550703" y="2220278"/>
                    <a:pt x="98265" y="1765935"/>
                    <a:pt x="98265" y="1206818"/>
                  </a:cubicBezTo>
                  <a:cubicBezTo>
                    <a:pt x="98265" y="647700"/>
                    <a:pt x="550703" y="193358"/>
                    <a:pt x="1106963" y="193358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113" name="Google Shape;1113;p10"/>
            <p:cNvSpPr/>
            <p:nvPr/>
          </p:nvSpPr>
          <p:spPr bwMode="auto">
            <a:xfrm>
              <a:off x="5638798" y="3871913"/>
              <a:ext cx="916304" cy="45720"/>
            </a:xfrm>
            <a:custGeom>
              <a:avLst/>
              <a:gdLst/>
              <a:ahLst/>
              <a:cxnLst/>
              <a:rect l="l" t="t" r="r" b="b"/>
              <a:pathLst>
                <a:path w="916304" h="45720" fill="norm" stroke="1" extrusionOk="0">
                  <a:moveTo>
                    <a:pt x="90488" y="45720"/>
                  </a:moveTo>
                  <a:lnTo>
                    <a:pt x="825818" y="45720"/>
                  </a:lnTo>
                  <a:cubicBezTo>
                    <a:pt x="857250" y="32385"/>
                    <a:pt x="887730" y="17145"/>
                    <a:pt x="916305" y="0"/>
                  </a:cubicBezTo>
                  <a:lnTo>
                    <a:pt x="0" y="0"/>
                  </a:lnTo>
                  <a:cubicBezTo>
                    <a:pt x="28575" y="16192"/>
                    <a:pt x="59055" y="31433"/>
                    <a:pt x="90488" y="45720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114" name="Google Shape;1114;p10"/>
            <p:cNvSpPr/>
            <p:nvPr/>
          </p:nvSpPr>
          <p:spPr bwMode="auto">
            <a:xfrm>
              <a:off x="5838827" y="3957637"/>
              <a:ext cx="516254" cy="36195"/>
            </a:xfrm>
            <a:custGeom>
              <a:avLst/>
              <a:gdLst/>
              <a:ahLst/>
              <a:cxnLst/>
              <a:rect l="l" t="t" r="r" b="b"/>
              <a:pathLst>
                <a:path w="516254" h="36195" fill="norm" stroke="1" extrusionOk="0">
                  <a:moveTo>
                    <a:pt x="258128" y="36195"/>
                  </a:moveTo>
                  <a:cubicBezTo>
                    <a:pt x="347663" y="36195"/>
                    <a:pt x="434340" y="23813"/>
                    <a:pt x="516255" y="0"/>
                  </a:cubicBezTo>
                  <a:lnTo>
                    <a:pt x="0" y="0"/>
                  </a:lnTo>
                  <a:cubicBezTo>
                    <a:pt x="81915" y="22860"/>
                    <a:pt x="168592" y="36195"/>
                    <a:pt x="258128" y="36195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115" name="Google Shape;1115;p10"/>
            <p:cNvSpPr/>
            <p:nvPr/>
          </p:nvSpPr>
          <p:spPr bwMode="auto">
            <a:xfrm>
              <a:off x="6180769" y="3058476"/>
              <a:ext cx="205999" cy="305752"/>
            </a:xfrm>
            <a:custGeom>
              <a:avLst/>
              <a:gdLst/>
              <a:ahLst/>
              <a:cxnLst/>
              <a:rect l="l" t="t" r="r" b="b"/>
              <a:pathLst>
                <a:path w="205999" h="305752" fill="norm" stroke="1" extrusionOk="0">
                  <a:moveTo>
                    <a:pt x="140018" y="11430"/>
                  </a:moveTo>
                  <a:cubicBezTo>
                    <a:pt x="134303" y="5715"/>
                    <a:pt x="115253" y="0"/>
                    <a:pt x="92393" y="0"/>
                  </a:cubicBezTo>
                  <a:cubicBezTo>
                    <a:pt x="81915" y="0"/>
                    <a:pt x="72390" y="952"/>
                    <a:pt x="62865" y="3810"/>
                  </a:cubicBezTo>
                  <a:cubicBezTo>
                    <a:pt x="28575" y="12382"/>
                    <a:pt x="0" y="48577"/>
                    <a:pt x="0" y="66675"/>
                  </a:cubicBezTo>
                  <a:cubicBezTo>
                    <a:pt x="10478" y="80010"/>
                    <a:pt x="23813" y="94297"/>
                    <a:pt x="36195" y="106680"/>
                  </a:cubicBezTo>
                  <a:cubicBezTo>
                    <a:pt x="63818" y="133350"/>
                    <a:pt x="89535" y="160020"/>
                    <a:pt x="90488" y="196215"/>
                  </a:cubicBezTo>
                  <a:cubicBezTo>
                    <a:pt x="91440" y="213360"/>
                    <a:pt x="88583" y="228600"/>
                    <a:pt x="82868" y="243840"/>
                  </a:cubicBezTo>
                  <a:cubicBezTo>
                    <a:pt x="70485" y="276225"/>
                    <a:pt x="40958" y="295275"/>
                    <a:pt x="14288" y="305752"/>
                  </a:cubicBezTo>
                  <a:cubicBezTo>
                    <a:pt x="92393" y="301942"/>
                    <a:pt x="149543" y="284797"/>
                    <a:pt x="179070" y="253365"/>
                  </a:cubicBezTo>
                  <a:cubicBezTo>
                    <a:pt x="199073" y="233363"/>
                    <a:pt x="207645" y="206692"/>
                    <a:pt x="205740" y="174307"/>
                  </a:cubicBezTo>
                  <a:cubicBezTo>
                    <a:pt x="203835" y="152400"/>
                    <a:pt x="187643" y="130492"/>
                    <a:pt x="172403" y="108585"/>
                  </a:cubicBezTo>
                  <a:cubicBezTo>
                    <a:pt x="150495" y="79057"/>
                    <a:pt x="127635" y="47625"/>
                    <a:pt x="140018" y="11430"/>
                  </a:cubicBezTo>
                  <a:cubicBezTo>
                    <a:pt x="140970" y="11430"/>
                    <a:pt x="140018" y="11430"/>
                    <a:pt x="140018" y="11430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116" name="Google Shape;1116;p10"/>
            <p:cNvSpPr/>
            <p:nvPr/>
          </p:nvSpPr>
          <p:spPr bwMode="auto">
            <a:xfrm>
              <a:off x="6236969" y="3089908"/>
              <a:ext cx="262116" cy="284797"/>
            </a:xfrm>
            <a:custGeom>
              <a:avLst/>
              <a:gdLst/>
              <a:ahLst/>
              <a:cxnLst/>
              <a:rect l="l" t="t" r="r" b="b"/>
              <a:pathLst>
                <a:path w="262116" h="284797" fill="norm" stroke="1" extrusionOk="0">
                  <a:moveTo>
                    <a:pt x="190500" y="0"/>
                  </a:moveTo>
                  <a:cubicBezTo>
                    <a:pt x="178117" y="0"/>
                    <a:pt x="160020" y="953"/>
                    <a:pt x="142875" y="7620"/>
                  </a:cubicBezTo>
                  <a:cubicBezTo>
                    <a:pt x="121920" y="15240"/>
                    <a:pt x="109538" y="22860"/>
                    <a:pt x="104775" y="30480"/>
                  </a:cubicBezTo>
                  <a:cubicBezTo>
                    <a:pt x="111442" y="42863"/>
                    <a:pt x="120015" y="56198"/>
                    <a:pt x="129540" y="67628"/>
                  </a:cubicBezTo>
                  <a:cubicBezTo>
                    <a:pt x="146685" y="90488"/>
                    <a:pt x="163830" y="114300"/>
                    <a:pt x="165735" y="140970"/>
                  </a:cubicBezTo>
                  <a:cubicBezTo>
                    <a:pt x="168592" y="178118"/>
                    <a:pt x="158115" y="208598"/>
                    <a:pt x="135255" y="231458"/>
                  </a:cubicBezTo>
                  <a:cubicBezTo>
                    <a:pt x="107633" y="260033"/>
                    <a:pt x="61913" y="278130"/>
                    <a:pt x="0" y="284798"/>
                  </a:cubicBezTo>
                  <a:cubicBezTo>
                    <a:pt x="4763" y="284798"/>
                    <a:pt x="8572" y="284798"/>
                    <a:pt x="13335" y="284798"/>
                  </a:cubicBezTo>
                  <a:cubicBezTo>
                    <a:pt x="105727" y="284798"/>
                    <a:pt x="180975" y="263843"/>
                    <a:pt x="223838" y="225743"/>
                  </a:cubicBezTo>
                  <a:cubicBezTo>
                    <a:pt x="250508" y="201930"/>
                    <a:pt x="263842" y="173355"/>
                    <a:pt x="261938" y="140970"/>
                  </a:cubicBezTo>
                  <a:cubicBezTo>
                    <a:pt x="260985" y="119063"/>
                    <a:pt x="248602" y="101918"/>
                    <a:pt x="237172" y="84773"/>
                  </a:cubicBezTo>
                  <a:cubicBezTo>
                    <a:pt x="220980" y="61913"/>
                    <a:pt x="202883" y="36195"/>
                    <a:pt x="222885" y="953"/>
                  </a:cubicBezTo>
                  <a:cubicBezTo>
                    <a:pt x="216217" y="1905"/>
                    <a:pt x="204788" y="0"/>
                    <a:pt x="190500" y="0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117" name="Google Shape;1117;p10"/>
            <p:cNvSpPr/>
            <p:nvPr/>
          </p:nvSpPr>
          <p:spPr bwMode="auto">
            <a:xfrm>
              <a:off x="5940556" y="3035616"/>
              <a:ext cx="315693" cy="330517"/>
            </a:xfrm>
            <a:custGeom>
              <a:avLst/>
              <a:gdLst/>
              <a:ahLst/>
              <a:cxnLst/>
              <a:rect l="l" t="t" r="r" b="b"/>
              <a:pathLst>
                <a:path w="315693" h="330517" fill="norm" stroke="1" extrusionOk="0">
                  <a:moveTo>
                    <a:pt x="308793" y="260985"/>
                  </a:moveTo>
                  <a:cubicBezTo>
                    <a:pt x="314507" y="247650"/>
                    <a:pt x="316412" y="234315"/>
                    <a:pt x="315460" y="219075"/>
                  </a:cubicBezTo>
                  <a:cubicBezTo>
                    <a:pt x="313555" y="188595"/>
                    <a:pt x="290695" y="163830"/>
                    <a:pt x="265930" y="140017"/>
                  </a:cubicBezTo>
                  <a:cubicBezTo>
                    <a:pt x="257357" y="131445"/>
                    <a:pt x="212590" y="87630"/>
                    <a:pt x="196398" y="49530"/>
                  </a:cubicBezTo>
                  <a:lnTo>
                    <a:pt x="193540" y="43815"/>
                  </a:lnTo>
                  <a:cubicBezTo>
                    <a:pt x="183062" y="16192"/>
                    <a:pt x="175443" y="0"/>
                    <a:pt x="157345" y="0"/>
                  </a:cubicBezTo>
                  <a:cubicBezTo>
                    <a:pt x="140200" y="0"/>
                    <a:pt x="131628" y="18098"/>
                    <a:pt x="120198" y="45720"/>
                  </a:cubicBezTo>
                  <a:cubicBezTo>
                    <a:pt x="119245" y="46673"/>
                    <a:pt x="89718" y="102870"/>
                    <a:pt x="46855" y="143828"/>
                  </a:cubicBezTo>
                  <a:cubicBezTo>
                    <a:pt x="22090" y="166688"/>
                    <a:pt x="1135" y="190500"/>
                    <a:pt x="182" y="220028"/>
                  </a:cubicBezTo>
                  <a:cubicBezTo>
                    <a:pt x="-770" y="234315"/>
                    <a:pt x="2087" y="247650"/>
                    <a:pt x="6850" y="261938"/>
                  </a:cubicBezTo>
                  <a:cubicBezTo>
                    <a:pt x="24948" y="309563"/>
                    <a:pt x="94480" y="330517"/>
                    <a:pt x="155440" y="330517"/>
                  </a:cubicBezTo>
                  <a:lnTo>
                    <a:pt x="158298" y="330517"/>
                  </a:lnTo>
                  <a:lnTo>
                    <a:pt x="158298" y="330517"/>
                  </a:lnTo>
                  <a:lnTo>
                    <a:pt x="158298" y="330517"/>
                  </a:lnTo>
                  <a:lnTo>
                    <a:pt x="161155" y="330517"/>
                  </a:lnTo>
                  <a:cubicBezTo>
                    <a:pt x="221162" y="329565"/>
                    <a:pt x="290695" y="308610"/>
                    <a:pt x="308793" y="260985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118" name="Google Shape;1118;p10"/>
            <p:cNvSpPr/>
            <p:nvPr/>
          </p:nvSpPr>
          <p:spPr bwMode="auto">
            <a:xfrm>
              <a:off x="5809991" y="3058476"/>
              <a:ext cx="205999" cy="305752"/>
            </a:xfrm>
            <a:custGeom>
              <a:avLst/>
              <a:gdLst/>
              <a:ahLst/>
              <a:cxnLst/>
              <a:rect l="l" t="t" r="r" b="b"/>
              <a:pathLst>
                <a:path w="205999" h="305752" fill="norm" stroke="1" extrusionOk="0">
                  <a:moveTo>
                    <a:pt x="259" y="174307"/>
                  </a:moveTo>
                  <a:cubicBezTo>
                    <a:pt x="-1646" y="206692"/>
                    <a:pt x="6927" y="233363"/>
                    <a:pt x="26929" y="253365"/>
                  </a:cubicBezTo>
                  <a:cubicBezTo>
                    <a:pt x="56457" y="283845"/>
                    <a:pt x="113607" y="301942"/>
                    <a:pt x="191712" y="305752"/>
                  </a:cubicBezTo>
                  <a:cubicBezTo>
                    <a:pt x="165042" y="295275"/>
                    <a:pt x="135514" y="276225"/>
                    <a:pt x="123132" y="243840"/>
                  </a:cubicBezTo>
                  <a:cubicBezTo>
                    <a:pt x="117417" y="228600"/>
                    <a:pt x="114559" y="212407"/>
                    <a:pt x="115512" y="196215"/>
                  </a:cubicBezTo>
                  <a:cubicBezTo>
                    <a:pt x="117417" y="160020"/>
                    <a:pt x="142182" y="133350"/>
                    <a:pt x="169804" y="106680"/>
                  </a:cubicBezTo>
                  <a:cubicBezTo>
                    <a:pt x="182187" y="94297"/>
                    <a:pt x="195522" y="80010"/>
                    <a:pt x="205999" y="66675"/>
                  </a:cubicBezTo>
                  <a:cubicBezTo>
                    <a:pt x="205999" y="48577"/>
                    <a:pt x="177424" y="12382"/>
                    <a:pt x="143134" y="3810"/>
                  </a:cubicBezTo>
                  <a:cubicBezTo>
                    <a:pt x="133609" y="1905"/>
                    <a:pt x="124084" y="0"/>
                    <a:pt x="113607" y="0"/>
                  </a:cubicBezTo>
                  <a:cubicBezTo>
                    <a:pt x="90747" y="0"/>
                    <a:pt x="71697" y="5715"/>
                    <a:pt x="65982" y="11430"/>
                  </a:cubicBezTo>
                  <a:cubicBezTo>
                    <a:pt x="65982" y="11430"/>
                    <a:pt x="65029" y="12382"/>
                    <a:pt x="65029" y="12382"/>
                  </a:cubicBezTo>
                  <a:cubicBezTo>
                    <a:pt x="78364" y="48577"/>
                    <a:pt x="55504" y="79057"/>
                    <a:pt x="33597" y="109538"/>
                  </a:cubicBezTo>
                  <a:cubicBezTo>
                    <a:pt x="18357" y="130492"/>
                    <a:pt x="2164" y="152400"/>
                    <a:pt x="259" y="174307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119" name="Google Shape;1119;p10"/>
            <p:cNvSpPr/>
            <p:nvPr/>
          </p:nvSpPr>
          <p:spPr bwMode="auto">
            <a:xfrm>
              <a:off x="5698627" y="3091815"/>
              <a:ext cx="262116" cy="284797"/>
            </a:xfrm>
            <a:custGeom>
              <a:avLst/>
              <a:gdLst/>
              <a:ahLst/>
              <a:cxnLst/>
              <a:rect l="l" t="t" r="r" b="b"/>
              <a:pathLst>
                <a:path w="262116" h="284797" fill="norm" stroke="1" extrusionOk="0">
                  <a:moveTo>
                    <a:pt x="179" y="140970"/>
                  </a:moveTo>
                  <a:cubicBezTo>
                    <a:pt x="-1726" y="173355"/>
                    <a:pt x="11609" y="201930"/>
                    <a:pt x="38279" y="225742"/>
                  </a:cubicBezTo>
                  <a:cubicBezTo>
                    <a:pt x="81142" y="263842"/>
                    <a:pt x="156389" y="284797"/>
                    <a:pt x="248781" y="284797"/>
                  </a:cubicBezTo>
                  <a:cubicBezTo>
                    <a:pt x="253544" y="284797"/>
                    <a:pt x="257354" y="284797"/>
                    <a:pt x="262117" y="284797"/>
                  </a:cubicBezTo>
                  <a:cubicBezTo>
                    <a:pt x="199252" y="277177"/>
                    <a:pt x="154484" y="259080"/>
                    <a:pt x="126862" y="231457"/>
                  </a:cubicBezTo>
                  <a:cubicBezTo>
                    <a:pt x="104002" y="207645"/>
                    <a:pt x="93524" y="177165"/>
                    <a:pt x="96382" y="140970"/>
                  </a:cubicBezTo>
                  <a:cubicBezTo>
                    <a:pt x="98287" y="114300"/>
                    <a:pt x="115432" y="90488"/>
                    <a:pt x="132577" y="67627"/>
                  </a:cubicBezTo>
                  <a:cubicBezTo>
                    <a:pt x="142102" y="55245"/>
                    <a:pt x="150674" y="42863"/>
                    <a:pt x="157342" y="30480"/>
                  </a:cubicBezTo>
                  <a:cubicBezTo>
                    <a:pt x="152579" y="21907"/>
                    <a:pt x="140197" y="14288"/>
                    <a:pt x="119242" y="7620"/>
                  </a:cubicBezTo>
                  <a:cubicBezTo>
                    <a:pt x="102097" y="1905"/>
                    <a:pt x="83047" y="0"/>
                    <a:pt x="71617" y="0"/>
                  </a:cubicBezTo>
                  <a:cubicBezTo>
                    <a:pt x="57329" y="0"/>
                    <a:pt x="45899" y="1905"/>
                    <a:pt x="40184" y="3810"/>
                  </a:cubicBezTo>
                  <a:cubicBezTo>
                    <a:pt x="61139" y="39052"/>
                    <a:pt x="42089" y="64770"/>
                    <a:pt x="25897" y="87630"/>
                  </a:cubicBezTo>
                  <a:cubicBezTo>
                    <a:pt x="13514" y="101917"/>
                    <a:pt x="2084" y="119063"/>
                    <a:pt x="179" y="140970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120" name="Google Shape;1120;p10"/>
            <p:cNvSpPr/>
            <p:nvPr/>
          </p:nvSpPr>
          <p:spPr bwMode="auto">
            <a:xfrm>
              <a:off x="5791200" y="3389944"/>
              <a:ext cx="150495" cy="61912"/>
            </a:xfrm>
            <a:custGeom>
              <a:avLst/>
              <a:gdLst/>
              <a:ahLst/>
              <a:cxnLst/>
              <a:rect l="l" t="t" r="r" b="b"/>
              <a:pathLst>
                <a:path w="150495" h="61912" fill="norm" stroke="1" extrusionOk="0">
                  <a:moveTo>
                    <a:pt x="122873" y="25718"/>
                  </a:moveTo>
                  <a:cubicBezTo>
                    <a:pt x="126683" y="23813"/>
                    <a:pt x="129540" y="21908"/>
                    <a:pt x="131445" y="20003"/>
                  </a:cubicBezTo>
                  <a:cubicBezTo>
                    <a:pt x="137160" y="16193"/>
                    <a:pt x="140970" y="12383"/>
                    <a:pt x="144780" y="8573"/>
                  </a:cubicBezTo>
                  <a:cubicBezTo>
                    <a:pt x="146685" y="6668"/>
                    <a:pt x="148590" y="4763"/>
                    <a:pt x="150495" y="2858"/>
                  </a:cubicBezTo>
                  <a:cubicBezTo>
                    <a:pt x="132398" y="2858"/>
                    <a:pt x="115252" y="1905"/>
                    <a:pt x="98108" y="0"/>
                  </a:cubicBezTo>
                  <a:lnTo>
                    <a:pt x="98108" y="0"/>
                  </a:lnTo>
                  <a:cubicBezTo>
                    <a:pt x="96202" y="0"/>
                    <a:pt x="95250" y="953"/>
                    <a:pt x="94298" y="1905"/>
                  </a:cubicBezTo>
                  <a:cubicBezTo>
                    <a:pt x="92392" y="3810"/>
                    <a:pt x="89535" y="5715"/>
                    <a:pt x="87630" y="7620"/>
                  </a:cubicBezTo>
                  <a:cubicBezTo>
                    <a:pt x="73342" y="20003"/>
                    <a:pt x="49530" y="40005"/>
                    <a:pt x="1905" y="40005"/>
                  </a:cubicBezTo>
                  <a:lnTo>
                    <a:pt x="0" y="40005"/>
                  </a:lnTo>
                  <a:cubicBezTo>
                    <a:pt x="16192" y="48578"/>
                    <a:pt x="53340" y="60960"/>
                    <a:pt x="92392" y="61913"/>
                  </a:cubicBezTo>
                  <a:lnTo>
                    <a:pt x="92392" y="61913"/>
                  </a:lnTo>
                  <a:cubicBezTo>
                    <a:pt x="96202" y="61913"/>
                    <a:pt x="97155" y="60960"/>
                    <a:pt x="97155" y="59055"/>
                  </a:cubicBezTo>
                  <a:cubicBezTo>
                    <a:pt x="97155" y="56198"/>
                    <a:pt x="97155" y="54293"/>
                    <a:pt x="97155" y="52388"/>
                  </a:cubicBezTo>
                  <a:cubicBezTo>
                    <a:pt x="100013" y="40005"/>
                    <a:pt x="110490" y="33338"/>
                    <a:pt x="122873" y="25718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121" name="Google Shape;1121;p10"/>
            <p:cNvSpPr/>
            <p:nvPr/>
          </p:nvSpPr>
          <p:spPr bwMode="auto">
            <a:xfrm>
              <a:off x="5904547" y="3388996"/>
              <a:ext cx="103822" cy="80962"/>
            </a:xfrm>
            <a:custGeom>
              <a:avLst/>
              <a:gdLst/>
              <a:ahLst/>
              <a:cxnLst/>
              <a:rect l="l" t="t" r="r" b="b"/>
              <a:pathLst>
                <a:path w="103822" h="80962" fill="norm" stroke="1" extrusionOk="0">
                  <a:moveTo>
                    <a:pt x="68580" y="80963"/>
                  </a:moveTo>
                  <a:cubicBezTo>
                    <a:pt x="78105" y="80963"/>
                    <a:pt x="87630" y="80010"/>
                    <a:pt x="94298" y="77152"/>
                  </a:cubicBezTo>
                  <a:cubicBezTo>
                    <a:pt x="99060" y="75247"/>
                    <a:pt x="102870" y="73342"/>
                    <a:pt x="103823" y="71438"/>
                  </a:cubicBezTo>
                  <a:cubicBezTo>
                    <a:pt x="101918" y="69533"/>
                    <a:pt x="100965" y="67627"/>
                    <a:pt x="99060" y="65722"/>
                  </a:cubicBezTo>
                  <a:cubicBezTo>
                    <a:pt x="88582" y="48577"/>
                    <a:pt x="81915" y="21908"/>
                    <a:pt x="101918" y="952"/>
                  </a:cubicBezTo>
                  <a:cubicBezTo>
                    <a:pt x="101918" y="952"/>
                    <a:pt x="101918" y="952"/>
                    <a:pt x="102870" y="0"/>
                  </a:cubicBezTo>
                  <a:cubicBezTo>
                    <a:pt x="97155" y="952"/>
                    <a:pt x="90487" y="952"/>
                    <a:pt x="84773" y="952"/>
                  </a:cubicBezTo>
                  <a:cubicBezTo>
                    <a:pt x="55245" y="4763"/>
                    <a:pt x="49530" y="10477"/>
                    <a:pt x="42862" y="19050"/>
                  </a:cubicBezTo>
                  <a:cubicBezTo>
                    <a:pt x="39052" y="22860"/>
                    <a:pt x="34290" y="27622"/>
                    <a:pt x="27623" y="33338"/>
                  </a:cubicBezTo>
                  <a:cubicBezTo>
                    <a:pt x="24765" y="35242"/>
                    <a:pt x="21907" y="37147"/>
                    <a:pt x="19050" y="39052"/>
                  </a:cubicBezTo>
                  <a:cubicBezTo>
                    <a:pt x="9525" y="44767"/>
                    <a:pt x="952" y="50483"/>
                    <a:pt x="0" y="55245"/>
                  </a:cubicBezTo>
                  <a:cubicBezTo>
                    <a:pt x="0" y="57150"/>
                    <a:pt x="0" y="58102"/>
                    <a:pt x="1905" y="60960"/>
                  </a:cubicBezTo>
                  <a:cubicBezTo>
                    <a:pt x="8573" y="71438"/>
                    <a:pt x="39052" y="80963"/>
                    <a:pt x="68580" y="80963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122" name="Google Shape;1122;p10"/>
            <p:cNvSpPr/>
            <p:nvPr/>
          </p:nvSpPr>
          <p:spPr bwMode="auto">
            <a:xfrm>
              <a:off x="6010119" y="3382326"/>
              <a:ext cx="179377" cy="129539"/>
            </a:xfrm>
            <a:custGeom>
              <a:avLst/>
              <a:gdLst/>
              <a:ahLst/>
              <a:cxnLst/>
              <a:rect l="l" t="t" r="r" b="b"/>
              <a:pathLst>
                <a:path w="179377" h="129539" fill="norm" stroke="1" extrusionOk="0">
                  <a:moveTo>
                    <a:pt x="88736" y="0"/>
                  </a:moveTo>
                  <a:lnTo>
                    <a:pt x="88736" y="0"/>
                  </a:lnTo>
                  <a:lnTo>
                    <a:pt x="87784" y="0"/>
                  </a:lnTo>
                  <a:cubicBezTo>
                    <a:pt x="44921" y="0"/>
                    <a:pt x="20156" y="5715"/>
                    <a:pt x="8726" y="19050"/>
                  </a:cubicBezTo>
                  <a:cubicBezTo>
                    <a:pt x="-4609" y="33338"/>
                    <a:pt x="-799" y="52388"/>
                    <a:pt x="7774" y="64770"/>
                  </a:cubicBezTo>
                  <a:cubicBezTo>
                    <a:pt x="9679" y="67627"/>
                    <a:pt x="11584" y="70485"/>
                    <a:pt x="14441" y="72390"/>
                  </a:cubicBezTo>
                  <a:lnTo>
                    <a:pt x="16346" y="74295"/>
                  </a:lnTo>
                  <a:cubicBezTo>
                    <a:pt x="23014" y="79057"/>
                    <a:pt x="30634" y="81915"/>
                    <a:pt x="38254" y="84772"/>
                  </a:cubicBezTo>
                  <a:cubicBezTo>
                    <a:pt x="56351" y="91440"/>
                    <a:pt x="76354" y="99060"/>
                    <a:pt x="89689" y="129540"/>
                  </a:cubicBezTo>
                  <a:cubicBezTo>
                    <a:pt x="103024" y="98107"/>
                    <a:pt x="123026" y="91440"/>
                    <a:pt x="141124" y="84772"/>
                  </a:cubicBezTo>
                  <a:cubicBezTo>
                    <a:pt x="148744" y="81915"/>
                    <a:pt x="156364" y="79057"/>
                    <a:pt x="163031" y="74295"/>
                  </a:cubicBezTo>
                  <a:lnTo>
                    <a:pt x="164936" y="72390"/>
                  </a:lnTo>
                  <a:cubicBezTo>
                    <a:pt x="167794" y="70485"/>
                    <a:pt x="169699" y="67627"/>
                    <a:pt x="171604" y="64770"/>
                  </a:cubicBezTo>
                  <a:cubicBezTo>
                    <a:pt x="180176" y="52388"/>
                    <a:pt x="183986" y="33338"/>
                    <a:pt x="170651" y="19050"/>
                  </a:cubicBezTo>
                  <a:cubicBezTo>
                    <a:pt x="157316" y="5715"/>
                    <a:pt x="131599" y="0"/>
                    <a:pt x="88736" y="0"/>
                  </a:cubicBezTo>
                  <a:lnTo>
                    <a:pt x="88736" y="0"/>
                  </a:ln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123" name="Google Shape;1123;p10"/>
            <p:cNvSpPr/>
            <p:nvPr/>
          </p:nvSpPr>
          <p:spPr bwMode="auto">
            <a:xfrm>
              <a:off x="6188393" y="3388996"/>
              <a:ext cx="104775" cy="81913"/>
            </a:xfrm>
            <a:custGeom>
              <a:avLst/>
              <a:gdLst/>
              <a:ahLst/>
              <a:cxnLst/>
              <a:rect l="l" t="t" r="r" b="b"/>
              <a:pathLst>
                <a:path w="104775" h="81914" fill="norm" stroke="1" extrusionOk="0">
                  <a:moveTo>
                    <a:pt x="0" y="72390"/>
                  </a:moveTo>
                  <a:cubicBezTo>
                    <a:pt x="1905" y="74295"/>
                    <a:pt x="4763" y="77152"/>
                    <a:pt x="9525" y="78105"/>
                  </a:cubicBezTo>
                  <a:cubicBezTo>
                    <a:pt x="16192" y="80010"/>
                    <a:pt x="24765" y="81915"/>
                    <a:pt x="35242" y="81915"/>
                  </a:cubicBezTo>
                  <a:cubicBezTo>
                    <a:pt x="64770" y="81915"/>
                    <a:pt x="95250" y="72390"/>
                    <a:pt x="102870" y="60960"/>
                  </a:cubicBezTo>
                  <a:cubicBezTo>
                    <a:pt x="104775" y="59055"/>
                    <a:pt x="104775" y="57150"/>
                    <a:pt x="104775" y="55245"/>
                  </a:cubicBezTo>
                  <a:cubicBezTo>
                    <a:pt x="103823" y="50483"/>
                    <a:pt x="95250" y="44767"/>
                    <a:pt x="85725" y="39052"/>
                  </a:cubicBezTo>
                  <a:cubicBezTo>
                    <a:pt x="82867" y="37147"/>
                    <a:pt x="80010" y="35242"/>
                    <a:pt x="77153" y="33338"/>
                  </a:cubicBezTo>
                  <a:cubicBezTo>
                    <a:pt x="69533" y="28575"/>
                    <a:pt x="65723" y="23813"/>
                    <a:pt x="61913" y="19050"/>
                  </a:cubicBezTo>
                  <a:cubicBezTo>
                    <a:pt x="54292" y="11430"/>
                    <a:pt x="48578" y="4763"/>
                    <a:pt x="20003" y="952"/>
                  </a:cubicBezTo>
                  <a:cubicBezTo>
                    <a:pt x="14288" y="952"/>
                    <a:pt x="8573" y="0"/>
                    <a:pt x="1905" y="0"/>
                  </a:cubicBezTo>
                  <a:cubicBezTo>
                    <a:pt x="1905" y="0"/>
                    <a:pt x="1905" y="0"/>
                    <a:pt x="2858" y="952"/>
                  </a:cubicBezTo>
                  <a:cubicBezTo>
                    <a:pt x="21908" y="21908"/>
                    <a:pt x="16192" y="49530"/>
                    <a:pt x="5715" y="65722"/>
                  </a:cubicBezTo>
                  <a:cubicBezTo>
                    <a:pt x="3810" y="67627"/>
                    <a:pt x="1905" y="70485"/>
                    <a:pt x="0" y="72390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124" name="Google Shape;1124;p10"/>
            <p:cNvSpPr/>
            <p:nvPr/>
          </p:nvSpPr>
          <p:spPr bwMode="auto">
            <a:xfrm>
              <a:off x="6255066" y="3388042"/>
              <a:ext cx="150495" cy="61912"/>
            </a:xfrm>
            <a:custGeom>
              <a:avLst/>
              <a:gdLst/>
              <a:ahLst/>
              <a:cxnLst/>
              <a:rect l="l" t="t" r="r" b="b"/>
              <a:pathLst>
                <a:path w="150495" h="61912" fill="norm" stroke="1" extrusionOk="0">
                  <a:moveTo>
                    <a:pt x="58103" y="61913"/>
                  </a:moveTo>
                  <a:lnTo>
                    <a:pt x="58103" y="61913"/>
                  </a:lnTo>
                  <a:cubicBezTo>
                    <a:pt x="97155" y="61913"/>
                    <a:pt x="135255" y="49530"/>
                    <a:pt x="150495" y="40005"/>
                  </a:cubicBezTo>
                  <a:lnTo>
                    <a:pt x="148590" y="40005"/>
                  </a:lnTo>
                  <a:cubicBezTo>
                    <a:pt x="100965" y="40005"/>
                    <a:pt x="77153" y="20003"/>
                    <a:pt x="62865" y="7620"/>
                  </a:cubicBezTo>
                  <a:cubicBezTo>
                    <a:pt x="60960" y="5715"/>
                    <a:pt x="58103" y="3810"/>
                    <a:pt x="56198" y="1905"/>
                  </a:cubicBezTo>
                  <a:cubicBezTo>
                    <a:pt x="55245" y="953"/>
                    <a:pt x="54292" y="953"/>
                    <a:pt x="52388" y="0"/>
                  </a:cubicBezTo>
                  <a:lnTo>
                    <a:pt x="52388" y="0"/>
                  </a:lnTo>
                  <a:cubicBezTo>
                    <a:pt x="35242" y="1905"/>
                    <a:pt x="17145" y="2858"/>
                    <a:pt x="0" y="2858"/>
                  </a:cubicBezTo>
                  <a:cubicBezTo>
                    <a:pt x="1905" y="4763"/>
                    <a:pt x="3810" y="6667"/>
                    <a:pt x="5715" y="8573"/>
                  </a:cubicBezTo>
                  <a:cubicBezTo>
                    <a:pt x="9525" y="12383"/>
                    <a:pt x="12383" y="16192"/>
                    <a:pt x="19050" y="20003"/>
                  </a:cubicBezTo>
                  <a:cubicBezTo>
                    <a:pt x="21908" y="21908"/>
                    <a:pt x="24765" y="23813"/>
                    <a:pt x="27623" y="25717"/>
                  </a:cubicBezTo>
                  <a:cubicBezTo>
                    <a:pt x="40005" y="33338"/>
                    <a:pt x="50483" y="40005"/>
                    <a:pt x="52388" y="51435"/>
                  </a:cubicBezTo>
                  <a:cubicBezTo>
                    <a:pt x="52388" y="53340"/>
                    <a:pt x="53340" y="56198"/>
                    <a:pt x="52388" y="58103"/>
                  </a:cubicBezTo>
                  <a:cubicBezTo>
                    <a:pt x="53340" y="60960"/>
                    <a:pt x="54292" y="61913"/>
                    <a:pt x="58103" y="61913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125" name="Google Shape;1125;p10"/>
            <p:cNvSpPr/>
            <p:nvPr/>
          </p:nvSpPr>
          <p:spPr bwMode="auto">
            <a:xfrm>
              <a:off x="5622573" y="3664502"/>
              <a:ext cx="433339" cy="150232"/>
            </a:xfrm>
            <a:custGeom>
              <a:avLst/>
              <a:gdLst/>
              <a:ahLst/>
              <a:cxnLst/>
              <a:rect l="l" t="t" r="r" b="b"/>
              <a:pathLst>
                <a:path w="433339" h="150232" fill="norm" stroke="1" extrusionOk="0">
                  <a:moveTo>
                    <a:pt x="281020" y="82629"/>
                  </a:moveTo>
                  <a:cubicBezTo>
                    <a:pt x="285782" y="84534"/>
                    <a:pt x="349600" y="103584"/>
                    <a:pt x="361982" y="104537"/>
                  </a:cubicBezTo>
                  <a:cubicBezTo>
                    <a:pt x="382937" y="107394"/>
                    <a:pt x="404845" y="106442"/>
                    <a:pt x="421037" y="92154"/>
                  </a:cubicBezTo>
                  <a:cubicBezTo>
                    <a:pt x="421990" y="91202"/>
                    <a:pt x="422942" y="90249"/>
                    <a:pt x="424847" y="89297"/>
                  </a:cubicBezTo>
                  <a:cubicBezTo>
                    <a:pt x="427705" y="85487"/>
                    <a:pt x="430562" y="82629"/>
                    <a:pt x="431515" y="78819"/>
                  </a:cubicBezTo>
                  <a:cubicBezTo>
                    <a:pt x="440087" y="56912"/>
                    <a:pt x="419132" y="30242"/>
                    <a:pt x="354362" y="15002"/>
                  </a:cubicBezTo>
                  <a:cubicBezTo>
                    <a:pt x="274352" y="-4048"/>
                    <a:pt x="153385" y="-6906"/>
                    <a:pt x="67660" y="17859"/>
                  </a:cubicBezTo>
                  <a:cubicBezTo>
                    <a:pt x="19082" y="32147"/>
                    <a:pt x="-920" y="52149"/>
                    <a:pt x="32" y="72152"/>
                  </a:cubicBezTo>
                  <a:cubicBezTo>
                    <a:pt x="32" y="77867"/>
                    <a:pt x="1937" y="82629"/>
                    <a:pt x="4795" y="88344"/>
                  </a:cubicBezTo>
                  <a:lnTo>
                    <a:pt x="4795" y="88344"/>
                  </a:lnTo>
                  <a:cubicBezTo>
                    <a:pt x="10510" y="97869"/>
                    <a:pt x="20035" y="107394"/>
                    <a:pt x="33370" y="115014"/>
                  </a:cubicBezTo>
                  <a:cubicBezTo>
                    <a:pt x="40037" y="118824"/>
                    <a:pt x="46705" y="122634"/>
                    <a:pt x="55277" y="125492"/>
                  </a:cubicBezTo>
                  <a:lnTo>
                    <a:pt x="55277" y="125492"/>
                  </a:lnTo>
                  <a:cubicBezTo>
                    <a:pt x="69565" y="131207"/>
                    <a:pt x="84805" y="135969"/>
                    <a:pt x="102902" y="138827"/>
                  </a:cubicBezTo>
                  <a:cubicBezTo>
                    <a:pt x="150527" y="148352"/>
                    <a:pt x="208630" y="152162"/>
                    <a:pt x="258160" y="149304"/>
                  </a:cubicBezTo>
                  <a:cubicBezTo>
                    <a:pt x="330550" y="145494"/>
                    <a:pt x="324835" y="123587"/>
                    <a:pt x="309595" y="114062"/>
                  </a:cubicBezTo>
                  <a:cubicBezTo>
                    <a:pt x="305785" y="112157"/>
                    <a:pt x="287687" y="102632"/>
                    <a:pt x="275305" y="93107"/>
                  </a:cubicBezTo>
                  <a:cubicBezTo>
                    <a:pt x="264827" y="86439"/>
                    <a:pt x="271495" y="78819"/>
                    <a:pt x="281020" y="82629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126" name="Google Shape;1126;p10"/>
            <p:cNvSpPr/>
            <p:nvPr/>
          </p:nvSpPr>
          <p:spPr bwMode="auto">
            <a:xfrm>
              <a:off x="5892166" y="3782374"/>
              <a:ext cx="786764" cy="50482"/>
            </a:xfrm>
            <a:custGeom>
              <a:avLst/>
              <a:gdLst/>
              <a:ahLst/>
              <a:cxnLst/>
              <a:rect l="l" t="t" r="r" b="b"/>
              <a:pathLst>
                <a:path w="786764" h="50482" fill="norm" stroke="1" extrusionOk="0">
                  <a:moveTo>
                    <a:pt x="64770" y="0"/>
                  </a:moveTo>
                  <a:cubicBezTo>
                    <a:pt x="65723" y="952"/>
                    <a:pt x="65723" y="2857"/>
                    <a:pt x="65723" y="4763"/>
                  </a:cubicBezTo>
                  <a:cubicBezTo>
                    <a:pt x="66675" y="8572"/>
                    <a:pt x="66675" y="13335"/>
                    <a:pt x="65723" y="17145"/>
                  </a:cubicBezTo>
                  <a:cubicBezTo>
                    <a:pt x="60007" y="40957"/>
                    <a:pt x="28575" y="47625"/>
                    <a:pt x="0" y="50482"/>
                  </a:cubicBezTo>
                  <a:lnTo>
                    <a:pt x="725805" y="50482"/>
                  </a:lnTo>
                  <a:cubicBezTo>
                    <a:pt x="746760" y="36195"/>
                    <a:pt x="766763" y="20955"/>
                    <a:pt x="786765" y="4763"/>
                  </a:cubicBezTo>
                  <a:lnTo>
                    <a:pt x="81915" y="4763"/>
                  </a:lnTo>
                  <a:cubicBezTo>
                    <a:pt x="78105" y="2857"/>
                    <a:pt x="72390" y="1905"/>
                    <a:pt x="64770" y="0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127" name="Google Shape;1127;p10"/>
            <p:cNvSpPr/>
            <p:nvPr/>
          </p:nvSpPr>
          <p:spPr bwMode="auto">
            <a:xfrm>
              <a:off x="5514024" y="3787137"/>
              <a:ext cx="279082" cy="45719"/>
            </a:xfrm>
            <a:custGeom>
              <a:avLst/>
              <a:gdLst/>
              <a:ahLst/>
              <a:cxnLst/>
              <a:rect l="l" t="t" r="r" b="b"/>
              <a:pathLst>
                <a:path w="279082" h="45719" fill="norm" stroke="1" extrusionOk="0">
                  <a:moveTo>
                    <a:pt x="206692" y="35242"/>
                  </a:moveTo>
                  <a:cubicBezTo>
                    <a:pt x="187642" y="31432"/>
                    <a:pt x="171450" y="26670"/>
                    <a:pt x="157163" y="20955"/>
                  </a:cubicBezTo>
                  <a:lnTo>
                    <a:pt x="156210" y="20955"/>
                  </a:lnTo>
                  <a:lnTo>
                    <a:pt x="155257" y="20955"/>
                  </a:lnTo>
                  <a:cubicBezTo>
                    <a:pt x="146685" y="17145"/>
                    <a:pt x="139065" y="13335"/>
                    <a:pt x="131445" y="9525"/>
                  </a:cubicBezTo>
                  <a:cubicBezTo>
                    <a:pt x="126682" y="6667"/>
                    <a:pt x="121920" y="3810"/>
                    <a:pt x="118110" y="0"/>
                  </a:cubicBezTo>
                  <a:lnTo>
                    <a:pt x="0" y="0"/>
                  </a:lnTo>
                  <a:cubicBezTo>
                    <a:pt x="20002" y="16192"/>
                    <a:pt x="40005" y="31432"/>
                    <a:pt x="60960" y="45720"/>
                  </a:cubicBezTo>
                  <a:lnTo>
                    <a:pt x="279082" y="45720"/>
                  </a:lnTo>
                  <a:cubicBezTo>
                    <a:pt x="253365" y="42863"/>
                    <a:pt x="228600" y="40005"/>
                    <a:pt x="206692" y="35242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128" name="Google Shape;1128;p10"/>
            <p:cNvSpPr/>
            <p:nvPr/>
          </p:nvSpPr>
          <p:spPr bwMode="auto">
            <a:xfrm>
              <a:off x="5295902" y="3529966"/>
              <a:ext cx="984884" cy="45719"/>
            </a:xfrm>
            <a:custGeom>
              <a:avLst/>
              <a:gdLst/>
              <a:ahLst/>
              <a:cxnLst/>
              <a:rect l="l" t="t" r="r" b="b"/>
              <a:pathLst>
                <a:path w="984884" h="45719" fill="norm" stroke="1" extrusionOk="0">
                  <a:moveTo>
                    <a:pt x="950595" y="44767"/>
                  </a:moveTo>
                  <a:cubicBezTo>
                    <a:pt x="947738" y="36195"/>
                    <a:pt x="948690" y="26670"/>
                    <a:pt x="953453" y="19050"/>
                  </a:cubicBezTo>
                  <a:cubicBezTo>
                    <a:pt x="956310" y="14288"/>
                    <a:pt x="960120" y="11430"/>
                    <a:pt x="966788" y="7620"/>
                  </a:cubicBezTo>
                  <a:cubicBezTo>
                    <a:pt x="971550" y="4763"/>
                    <a:pt x="978218" y="2857"/>
                    <a:pt x="984885" y="0"/>
                  </a:cubicBezTo>
                  <a:lnTo>
                    <a:pt x="0" y="0"/>
                  </a:lnTo>
                  <a:cubicBezTo>
                    <a:pt x="8573" y="15240"/>
                    <a:pt x="18098" y="30480"/>
                    <a:pt x="28575" y="45720"/>
                  </a:cubicBezTo>
                  <a:lnTo>
                    <a:pt x="951547" y="45720"/>
                  </a:lnTo>
                  <a:cubicBezTo>
                    <a:pt x="950595" y="45720"/>
                    <a:pt x="950595" y="45720"/>
                    <a:pt x="950595" y="44767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129" name="Google Shape;1129;p10"/>
            <p:cNvSpPr/>
            <p:nvPr/>
          </p:nvSpPr>
          <p:spPr bwMode="auto">
            <a:xfrm>
              <a:off x="6517960" y="3529966"/>
              <a:ext cx="381000" cy="45719"/>
            </a:xfrm>
            <a:custGeom>
              <a:avLst/>
              <a:gdLst/>
              <a:ahLst/>
              <a:cxnLst/>
              <a:rect l="l" t="t" r="r" b="b"/>
              <a:pathLst>
                <a:path w="381000" h="45719" fill="norm" stroke="1" extrusionOk="0">
                  <a:moveTo>
                    <a:pt x="74295" y="15240"/>
                  </a:moveTo>
                  <a:cubicBezTo>
                    <a:pt x="111442" y="24765"/>
                    <a:pt x="139065" y="35242"/>
                    <a:pt x="159067" y="45720"/>
                  </a:cubicBezTo>
                  <a:lnTo>
                    <a:pt x="352425" y="45720"/>
                  </a:lnTo>
                  <a:cubicBezTo>
                    <a:pt x="361950" y="30480"/>
                    <a:pt x="371475" y="15240"/>
                    <a:pt x="381000" y="0"/>
                  </a:cubicBezTo>
                  <a:lnTo>
                    <a:pt x="0" y="0"/>
                  </a:lnTo>
                  <a:cubicBezTo>
                    <a:pt x="25717" y="4763"/>
                    <a:pt x="51435" y="9525"/>
                    <a:pt x="74295" y="15240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130" name="Google Shape;1130;p10"/>
            <p:cNvSpPr/>
            <p:nvPr/>
          </p:nvSpPr>
          <p:spPr bwMode="auto">
            <a:xfrm>
              <a:off x="6681789" y="3615689"/>
              <a:ext cx="161925" cy="45719"/>
            </a:xfrm>
            <a:custGeom>
              <a:avLst/>
              <a:gdLst/>
              <a:ahLst/>
              <a:cxnLst/>
              <a:rect l="l" t="t" r="r" b="b"/>
              <a:pathLst>
                <a:path w="161925" h="45719" fill="norm" stroke="1" extrusionOk="0">
                  <a:moveTo>
                    <a:pt x="28575" y="7620"/>
                  </a:moveTo>
                  <a:cubicBezTo>
                    <a:pt x="27622" y="17145"/>
                    <a:pt x="21908" y="26670"/>
                    <a:pt x="13335" y="35242"/>
                  </a:cubicBezTo>
                  <a:lnTo>
                    <a:pt x="10478" y="38100"/>
                  </a:lnTo>
                  <a:cubicBezTo>
                    <a:pt x="7620" y="40957"/>
                    <a:pt x="3810" y="43815"/>
                    <a:pt x="0" y="45720"/>
                  </a:cubicBezTo>
                  <a:lnTo>
                    <a:pt x="125730" y="45720"/>
                  </a:lnTo>
                  <a:cubicBezTo>
                    <a:pt x="138113" y="30480"/>
                    <a:pt x="150495" y="16192"/>
                    <a:pt x="161925" y="0"/>
                  </a:cubicBezTo>
                  <a:lnTo>
                    <a:pt x="29528" y="0"/>
                  </a:lnTo>
                  <a:cubicBezTo>
                    <a:pt x="28575" y="2857"/>
                    <a:pt x="28575" y="4763"/>
                    <a:pt x="28575" y="7620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131" name="Google Shape;1131;p10"/>
            <p:cNvSpPr/>
            <p:nvPr/>
          </p:nvSpPr>
          <p:spPr bwMode="auto">
            <a:xfrm>
              <a:off x="5352096" y="3615689"/>
              <a:ext cx="815339" cy="45719"/>
            </a:xfrm>
            <a:custGeom>
              <a:avLst/>
              <a:gdLst/>
              <a:ahLst/>
              <a:cxnLst/>
              <a:rect l="l" t="t" r="r" b="b"/>
              <a:pathLst>
                <a:path w="815339" h="45719" fill="norm" stroke="1" extrusionOk="0">
                  <a:moveTo>
                    <a:pt x="344805" y="45720"/>
                  </a:moveTo>
                  <a:cubicBezTo>
                    <a:pt x="384810" y="35242"/>
                    <a:pt x="432435" y="30480"/>
                    <a:pt x="483870" y="30480"/>
                  </a:cubicBezTo>
                  <a:cubicBezTo>
                    <a:pt x="535305" y="30480"/>
                    <a:pt x="587693" y="36195"/>
                    <a:pt x="628650" y="45720"/>
                  </a:cubicBezTo>
                  <a:lnTo>
                    <a:pt x="805815" y="45720"/>
                  </a:lnTo>
                  <a:cubicBezTo>
                    <a:pt x="802005" y="35242"/>
                    <a:pt x="802957" y="26670"/>
                    <a:pt x="803910" y="20955"/>
                  </a:cubicBezTo>
                  <a:cubicBezTo>
                    <a:pt x="805815" y="12382"/>
                    <a:pt x="809625" y="5715"/>
                    <a:pt x="815340" y="0"/>
                  </a:cubicBezTo>
                  <a:lnTo>
                    <a:pt x="0" y="0"/>
                  </a:lnTo>
                  <a:cubicBezTo>
                    <a:pt x="11430" y="15240"/>
                    <a:pt x="23813" y="30480"/>
                    <a:pt x="36195" y="45720"/>
                  </a:cubicBezTo>
                  <a:lnTo>
                    <a:pt x="344805" y="45720"/>
                  </a:ln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132" name="Google Shape;1132;p10"/>
            <p:cNvSpPr/>
            <p:nvPr/>
          </p:nvSpPr>
          <p:spPr bwMode="auto">
            <a:xfrm>
              <a:off x="5422584" y="3701413"/>
              <a:ext cx="196214" cy="45719"/>
            </a:xfrm>
            <a:custGeom>
              <a:avLst/>
              <a:gdLst/>
              <a:ahLst/>
              <a:cxnLst/>
              <a:rect l="l" t="t" r="r" b="b"/>
              <a:pathLst>
                <a:path w="196214" h="45719" fill="norm" stroke="1" extrusionOk="0">
                  <a:moveTo>
                    <a:pt x="181927" y="36195"/>
                  </a:moveTo>
                  <a:cubicBezTo>
                    <a:pt x="181927" y="25717"/>
                    <a:pt x="184785" y="12382"/>
                    <a:pt x="196215" y="0"/>
                  </a:cubicBezTo>
                  <a:lnTo>
                    <a:pt x="0" y="0"/>
                  </a:lnTo>
                  <a:cubicBezTo>
                    <a:pt x="14288" y="15240"/>
                    <a:pt x="30480" y="30480"/>
                    <a:pt x="45720" y="45720"/>
                  </a:cubicBezTo>
                  <a:lnTo>
                    <a:pt x="182880" y="45720"/>
                  </a:lnTo>
                  <a:cubicBezTo>
                    <a:pt x="181927" y="41910"/>
                    <a:pt x="181927" y="39052"/>
                    <a:pt x="181927" y="36195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133" name="Google Shape;1133;p10"/>
            <p:cNvSpPr/>
            <p:nvPr/>
          </p:nvSpPr>
          <p:spPr bwMode="auto">
            <a:xfrm>
              <a:off x="6060758" y="3701413"/>
              <a:ext cx="711517" cy="45719"/>
            </a:xfrm>
            <a:custGeom>
              <a:avLst/>
              <a:gdLst/>
              <a:ahLst/>
              <a:cxnLst/>
              <a:rect l="l" t="t" r="r" b="b"/>
              <a:pathLst>
                <a:path w="711517" h="45719" fill="norm" stroke="1" extrusionOk="0">
                  <a:moveTo>
                    <a:pt x="472440" y="14288"/>
                  </a:moveTo>
                  <a:lnTo>
                    <a:pt x="465772" y="15240"/>
                  </a:lnTo>
                  <a:cubicBezTo>
                    <a:pt x="410527" y="26670"/>
                    <a:pt x="353377" y="32385"/>
                    <a:pt x="300038" y="32385"/>
                  </a:cubicBezTo>
                  <a:cubicBezTo>
                    <a:pt x="246697" y="32385"/>
                    <a:pt x="179070" y="26670"/>
                    <a:pt x="135255" y="0"/>
                  </a:cubicBezTo>
                  <a:lnTo>
                    <a:pt x="0" y="0"/>
                  </a:lnTo>
                  <a:cubicBezTo>
                    <a:pt x="2858" y="3810"/>
                    <a:pt x="6667" y="7620"/>
                    <a:pt x="8572" y="11430"/>
                  </a:cubicBezTo>
                  <a:cubicBezTo>
                    <a:pt x="14288" y="21907"/>
                    <a:pt x="15240" y="34290"/>
                    <a:pt x="12383" y="45720"/>
                  </a:cubicBezTo>
                  <a:lnTo>
                    <a:pt x="665797" y="45720"/>
                  </a:lnTo>
                  <a:cubicBezTo>
                    <a:pt x="681990" y="31432"/>
                    <a:pt x="697230" y="16192"/>
                    <a:pt x="711518" y="0"/>
                  </a:cubicBezTo>
                  <a:lnTo>
                    <a:pt x="529590" y="0"/>
                  </a:lnTo>
                  <a:cubicBezTo>
                    <a:pt x="510540" y="4763"/>
                    <a:pt x="492442" y="9525"/>
                    <a:pt x="472440" y="14288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134" name="Google Shape;1134;p10"/>
            <p:cNvSpPr/>
            <p:nvPr/>
          </p:nvSpPr>
          <p:spPr bwMode="auto">
            <a:xfrm>
              <a:off x="6172093" y="3539491"/>
              <a:ext cx="520239" cy="177164"/>
            </a:xfrm>
            <a:custGeom>
              <a:avLst/>
              <a:gdLst/>
              <a:ahLst/>
              <a:cxnLst/>
              <a:rect l="l" t="t" r="r" b="b"/>
              <a:pathLst>
                <a:path w="520239" h="177164" fill="norm" stroke="1" extrusionOk="0">
                  <a:moveTo>
                    <a:pt x="167746" y="80010"/>
                  </a:moveTo>
                  <a:cubicBezTo>
                    <a:pt x="158221" y="80010"/>
                    <a:pt x="146791" y="78105"/>
                    <a:pt x="134408" y="76200"/>
                  </a:cubicBezTo>
                  <a:cubicBezTo>
                    <a:pt x="121073" y="74295"/>
                    <a:pt x="105833" y="71438"/>
                    <a:pt x="90593" y="71438"/>
                  </a:cubicBezTo>
                  <a:cubicBezTo>
                    <a:pt x="86783" y="71438"/>
                    <a:pt x="82973" y="71438"/>
                    <a:pt x="79163" y="71438"/>
                  </a:cubicBezTo>
                  <a:cubicBezTo>
                    <a:pt x="60113" y="71438"/>
                    <a:pt x="42968" y="73342"/>
                    <a:pt x="29633" y="77152"/>
                  </a:cubicBezTo>
                  <a:cubicBezTo>
                    <a:pt x="10583" y="81915"/>
                    <a:pt x="-17992" y="106680"/>
                    <a:pt x="15346" y="134302"/>
                  </a:cubicBezTo>
                  <a:cubicBezTo>
                    <a:pt x="42968" y="161925"/>
                    <a:pt x="103928" y="177165"/>
                    <a:pt x="188701" y="177165"/>
                  </a:cubicBezTo>
                  <a:cubicBezTo>
                    <a:pt x="241088" y="177165"/>
                    <a:pt x="297286" y="171450"/>
                    <a:pt x="351578" y="160020"/>
                  </a:cubicBezTo>
                  <a:lnTo>
                    <a:pt x="357293" y="159067"/>
                  </a:lnTo>
                  <a:cubicBezTo>
                    <a:pt x="426826" y="144780"/>
                    <a:pt x="483023" y="122872"/>
                    <a:pt x="506836" y="101917"/>
                  </a:cubicBezTo>
                  <a:lnTo>
                    <a:pt x="509693" y="99060"/>
                  </a:lnTo>
                  <a:cubicBezTo>
                    <a:pt x="515408" y="93345"/>
                    <a:pt x="519218" y="87630"/>
                    <a:pt x="520171" y="81915"/>
                  </a:cubicBezTo>
                  <a:cubicBezTo>
                    <a:pt x="521123" y="72390"/>
                    <a:pt x="513503" y="48577"/>
                    <a:pt x="415396" y="23813"/>
                  </a:cubicBezTo>
                  <a:cubicBezTo>
                    <a:pt x="357293" y="9525"/>
                    <a:pt x="279188" y="0"/>
                    <a:pt x="211561" y="0"/>
                  </a:cubicBezTo>
                  <a:lnTo>
                    <a:pt x="207751" y="0"/>
                  </a:lnTo>
                  <a:cubicBezTo>
                    <a:pt x="146791" y="0"/>
                    <a:pt x="113453" y="6667"/>
                    <a:pt x="99166" y="15240"/>
                  </a:cubicBezTo>
                  <a:cubicBezTo>
                    <a:pt x="96308" y="17145"/>
                    <a:pt x="93451" y="19050"/>
                    <a:pt x="92498" y="20955"/>
                  </a:cubicBezTo>
                  <a:cubicBezTo>
                    <a:pt x="91546" y="22860"/>
                    <a:pt x="90593" y="26670"/>
                    <a:pt x="91546" y="30480"/>
                  </a:cubicBezTo>
                  <a:cubicBezTo>
                    <a:pt x="101071" y="53340"/>
                    <a:pt x="140123" y="59055"/>
                    <a:pt x="175366" y="59055"/>
                  </a:cubicBezTo>
                  <a:cubicBezTo>
                    <a:pt x="195368" y="60007"/>
                    <a:pt x="194416" y="68580"/>
                    <a:pt x="190606" y="72390"/>
                  </a:cubicBezTo>
                  <a:cubicBezTo>
                    <a:pt x="183938" y="79057"/>
                    <a:pt x="174413" y="80010"/>
                    <a:pt x="167746" y="80010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135" name="Google Shape;1135;p10"/>
            <p:cNvSpPr/>
            <p:nvPr/>
          </p:nvSpPr>
          <p:spPr bwMode="auto">
            <a:xfrm>
              <a:off x="6639878" y="3308983"/>
              <a:ext cx="231457" cy="38100"/>
            </a:xfrm>
            <a:custGeom>
              <a:avLst/>
              <a:gdLst/>
              <a:ahLst/>
              <a:cxnLst/>
              <a:rect l="l" t="t" r="r" b="b"/>
              <a:pathLst>
                <a:path w="231457" h="38100" fill="norm" stroke="1" extrusionOk="0">
                  <a:moveTo>
                    <a:pt x="231457" y="20003"/>
                  </a:moveTo>
                  <a:lnTo>
                    <a:pt x="1905" y="0"/>
                  </a:lnTo>
                  <a:cubicBezTo>
                    <a:pt x="952" y="5715"/>
                    <a:pt x="952" y="12383"/>
                    <a:pt x="0" y="18098"/>
                  </a:cubicBezTo>
                  <a:lnTo>
                    <a:pt x="229552" y="38100"/>
                  </a:lnTo>
                  <a:cubicBezTo>
                    <a:pt x="229552" y="32385"/>
                    <a:pt x="230505" y="25718"/>
                    <a:pt x="231457" y="20003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136" name="Google Shape;1136;p10"/>
            <p:cNvSpPr/>
            <p:nvPr/>
          </p:nvSpPr>
          <p:spPr bwMode="auto">
            <a:xfrm>
              <a:off x="6636069" y="3126102"/>
              <a:ext cx="230504" cy="58102"/>
            </a:xfrm>
            <a:custGeom>
              <a:avLst/>
              <a:gdLst/>
              <a:ahLst/>
              <a:cxnLst/>
              <a:rect l="l" t="t" r="r" b="b"/>
              <a:pathLst>
                <a:path w="230504" h="58102" fill="norm" stroke="1" extrusionOk="0">
                  <a:moveTo>
                    <a:pt x="227648" y="0"/>
                  </a:moveTo>
                  <a:lnTo>
                    <a:pt x="0" y="40005"/>
                  </a:lnTo>
                  <a:cubicBezTo>
                    <a:pt x="953" y="45720"/>
                    <a:pt x="1905" y="52388"/>
                    <a:pt x="2858" y="58103"/>
                  </a:cubicBezTo>
                  <a:lnTo>
                    <a:pt x="230505" y="17145"/>
                  </a:lnTo>
                  <a:cubicBezTo>
                    <a:pt x="229553" y="12383"/>
                    <a:pt x="228600" y="6667"/>
                    <a:pt x="227648" y="0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137" name="Google Shape;1137;p10"/>
            <p:cNvSpPr/>
            <p:nvPr/>
          </p:nvSpPr>
          <p:spPr bwMode="auto">
            <a:xfrm>
              <a:off x="6594158" y="2932748"/>
              <a:ext cx="217170" cy="114299"/>
            </a:xfrm>
            <a:custGeom>
              <a:avLst/>
              <a:gdLst/>
              <a:ahLst/>
              <a:cxnLst/>
              <a:rect l="l" t="t" r="r" b="b"/>
              <a:pathLst>
                <a:path w="217170" h="114299" fill="norm" stroke="1" extrusionOk="0">
                  <a:moveTo>
                    <a:pt x="0" y="98107"/>
                  </a:moveTo>
                  <a:cubicBezTo>
                    <a:pt x="2858" y="103823"/>
                    <a:pt x="4763" y="109537"/>
                    <a:pt x="7620" y="114300"/>
                  </a:cubicBezTo>
                  <a:lnTo>
                    <a:pt x="217170" y="16192"/>
                  </a:lnTo>
                  <a:cubicBezTo>
                    <a:pt x="214313" y="10477"/>
                    <a:pt x="212408" y="4763"/>
                    <a:pt x="209550" y="0"/>
                  </a:cubicBezTo>
                  <a:lnTo>
                    <a:pt x="0" y="98107"/>
                  </a:ln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138" name="Google Shape;1138;p10"/>
            <p:cNvSpPr/>
            <p:nvPr/>
          </p:nvSpPr>
          <p:spPr bwMode="auto">
            <a:xfrm>
              <a:off x="6518908" y="2761295"/>
              <a:ext cx="188594" cy="163829"/>
            </a:xfrm>
            <a:custGeom>
              <a:avLst/>
              <a:gdLst/>
              <a:ahLst/>
              <a:cxnLst/>
              <a:rect l="l" t="t" r="r" b="b"/>
              <a:pathLst>
                <a:path w="188595" h="163829" fill="norm" stroke="1" extrusionOk="0">
                  <a:moveTo>
                    <a:pt x="188595" y="14288"/>
                  </a:moveTo>
                  <a:cubicBezTo>
                    <a:pt x="184785" y="9525"/>
                    <a:pt x="180975" y="4763"/>
                    <a:pt x="177165" y="0"/>
                  </a:cubicBezTo>
                  <a:lnTo>
                    <a:pt x="0" y="149542"/>
                  </a:lnTo>
                  <a:cubicBezTo>
                    <a:pt x="3810" y="154305"/>
                    <a:pt x="7620" y="159067"/>
                    <a:pt x="11430" y="163830"/>
                  </a:cubicBezTo>
                  <a:lnTo>
                    <a:pt x="188595" y="14288"/>
                  </a:ln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139" name="Google Shape;1139;p10"/>
            <p:cNvSpPr/>
            <p:nvPr/>
          </p:nvSpPr>
          <p:spPr bwMode="auto">
            <a:xfrm>
              <a:off x="6419849" y="2628897"/>
              <a:ext cx="149542" cy="200025"/>
            </a:xfrm>
            <a:custGeom>
              <a:avLst/>
              <a:gdLst/>
              <a:ahLst/>
              <a:cxnLst/>
              <a:rect l="l" t="t" r="r" b="b"/>
              <a:pathLst>
                <a:path w="149542" h="200025" fill="norm" stroke="1" extrusionOk="0">
                  <a:moveTo>
                    <a:pt x="149542" y="10477"/>
                  </a:moveTo>
                  <a:cubicBezTo>
                    <a:pt x="144780" y="6667"/>
                    <a:pt x="140017" y="2858"/>
                    <a:pt x="135255" y="0"/>
                  </a:cubicBezTo>
                  <a:lnTo>
                    <a:pt x="0" y="188595"/>
                  </a:lnTo>
                  <a:cubicBezTo>
                    <a:pt x="4763" y="192405"/>
                    <a:pt x="9525" y="196215"/>
                    <a:pt x="14288" y="200025"/>
                  </a:cubicBezTo>
                  <a:lnTo>
                    <a:pt x="149542" y="10477"/>
                  </a:ln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140" name="Google Shape;1140;p10"/>
            <p:cNvSpPr/>
            <p:nvPr/>
          </p:nvSpPr>
          <p:spPr bwMode="auto">
            <a:xfrm>
              <a:off x="6299832" y="2535555"/>
              <a:ext cx="100965" cy="222885"/>
            </a:xfrm>
            <a:custGeom>
              <a:avLst/>
              <a:gdLst/>
              <a:ahLst/>
              <a:cxnLst/>
              <a:rect l="l" t="t" r="r" b="b"/>
              <a:pathLst>
                <a:path w="100965" h="222885" fill="norm" stroke="1" extrusionOk="0">
                  <a:moveTo>
                    <a:pt x="17145" y="222885"/>
                  </a:moveTo>
                  <a:lnTo>
                    <a:pt x="100965" y="6668"/>
                  </a:lnTo>
                  <a:cubicBezTo>
                    <a:pt x="95250" y="4763"/>
                    <a:pt x="89535" y="1905"/>
                    <a:pt x="83820" y="0"/>
                  </a:cubicBezTo>
                  <a:lnTo>
                    <a:pt x="0" y="216218"/>
                  </a:lnTo>
                  <a:cubicBezTo>
                    <a:pt x="6668" y="218123"/>
                    <a:pt x="12383" y="220980"/>
                    <a:pt x="17145" y="222885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141" name="Google Shape;1141;p10"/>
            <p:cNvSpPr/>
            <p:nvPr/>
          </p:nvSpPr>
          <p:spPr bwMode="auto">
            <a:xfrm>
              <a:off x="5330190" y="3309937"/>
              <a:ext cx="228600" cy="37147"/>
            </a:xfrm>
            <a:custGeom>
              <a:avLst/>
              <a:gdLst/>
              <a:ahLst/>
              <a:cxnLst/>
              <a:rect l="l" t="t" r="r" b="b"/>
              <a:pathLst>
                <a:path w="228600" h="37147" fill="norm" stroke="1" extrusionOk="0">
                  <a:moveTo>
                    <a:pt x="1905" y="37147"/>
                  </a:moveTo>
                  <a:lnTo>
                    <a:pt x="228600" y="18097"/>
                  </a:lnTo>
                  <a:cubicBezTo>
                    <a:pt x="227648" y="12383"/>
                    <a:pt x="226695" y="5715"/>
                    <a:pt x="226695" y="0"/>
                  </a:cubicBezTo>
                  <a:lnTo>
                    <a:pt x="0" y="19050"/>
                  </a:lnTo>
                  <a:cubicBezTo>
                    <a:pt x="0" y="24765"/>
                    <a:pt x="952" y="30480"/>
                    <a:pt x="1905" y="37147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142" name="Google Shape;1142;p10"/>
            <p:cNvSpPr/>
            <p:nvPr/>
          </p:nvSpPr>
          <p:spPr bwMode="auto">
            <a:xfrm>
              <a:off x="5333999" y="3127056"/>
              <a:ext cx="227647" cy="58102"/>
            </a:xfrm>
            <a:custGeom>
              <a:avLst/>
              <a:gdLst/>
              <a:ahLst/>
              <a:cxnLst/>
              <a:rect l="l" t="t" r="r" b="b"/>
              <a:pathLst>
                <a:path w="227647" h="58102" fill="norm" stroke="1" extrusionOk="0">
                  <a:moveTo>
                    <a:pt x="227648" y="40005"/>
                  </a:moveTo>
                  <a:lnTo>
                    <a:pt x="2858" y="0"/>
                  </a:lnTo>
                  <a:cubicBezTo>
                    <a:pt x="1905" y="5715"/>
                    <a:pt x="952" y="12383"/>
                    <a:pt x="0" y="18097"/>
                  </a:cubicBezTo>
                  <a:lnTo>
                    <a:pt x="224790" y="58102"/>
                  </a:lnTo>
                  <a:cubicBezTo>
                    <a:pt x="225742" y="51435"/>
                    <a:pt x="226695" y="45720"/>
                    <a:pt x="227648" y="40005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143" name="Google Shape;1143;p10"/>
            <p:cNvSpPr/>
            <p:nvPr/>
          </p:nvSpPr>
          <p:spPr bwMode="auto">
            <a:xfrm>
              <a:off x="5389244" y="2933696"/>
              <a:ext cx="215264" cy="113347"/>
            </a:xfrm>
            <a:custGeom>
              <a:avLst/>
              <a:gdLst/>
              <a:ahLst/>
              <a:cxnLst/>
              <a:rect l="l" t="t" r="r" b="b"/>
              <a:pathLst>
                <a:path w="215264" h="113347" fill="norm" stroke="1" extrusionOk="0">
                  <a:moveTo>
                    <a:pt x="0" y="16192"/>
                  </a:moveTo>
                  <a:lnTo>
                    <a:pt x="207645" y="113347"/>
                  </a:lnTo>
                  <a:cubicBezTo>
                    <a:pt x="209550" y="107633"/>
                    <a:pt x="212407" y="101917"/>
                    <a:pt x="215265" y="97155"/>
                  </a:cubicBezTo>
                  <a:lnTo>
                    <a:pt x="7620" y="0"/>
                  </a:lnTo>
                  <a:cubicBezTo>
                    <a:pt x="4763" y="4763"/>
                    <a:pt x="1905" y="10477"/>
                    <a:pt x="0" y="16192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144" name="Google Shape;1144;p10"/>
            <p:cNvSpPr/>
            <p:nvPr/>
          </p:nvSpPr>
          <p:spPr bwMode="auto">
            <a:xfrm>
              <a:off x="5492111" y="2762249"/>
              <a:ext cx="187642" cy="161925"/>
            </a:xfrm>
            <a:custGeom>
              <a:avLst/>
              <a:gdLst/>
              <a:ahLst/>
              <a:cxnLst/>
              <a:rect l="l" t="t" r="r" b="b"/>
              <a:pathLst>
                <a:path w="187642" h="161925" fill="norm" stroke="1" extrusionOk="0">
                  <a:moveTo>
                    <a:pt x="187643" y="147638"/>
                  </a:moveTo>
                  <a:lnTo>
                    <a:pt x="11430" y="0"/>
                  </a:lnTo>
                  <a:cubicBezTo>
                    <a:pt x="7620" y="4763"/>
                    <a:pt x="3810" y="9525"/>
                    <a:pt x="0" y="14288"/>
                  </a:cubicBezTo>
                  <a:lnTo>
                    <a:pt x="175260" y="161925"/>
                  </a:lnTo>
                  <a:cubicBezTo>
                    <a:pt x="180023" y="157163"/>
                    <a:pt x="183833" y="152400"/>
                    <a:pt x="187643" y="147638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145" name="Google Shape;1145;p10"/>
            <p:cNvSpPr/>
            <p:nvPr/>
          </p:nvSpPr>
          <p:spPr bwMode="auto">
            <a:xfrm>
              <a:off x="5621654" y="2635567"/>
              <a:ext cx="151447" cy="197167"/>
            </a:xfrm>
            <a:custGeom>
              <a:avLst/>
              <a:gdLst/>
              <a:ahLst/>
              <a:cxnLst/>
              <a:rect l="l" t="t" r="r" b="b"/>
              <a:pathLst>
                <a:path w="151447" h="197167" fill="norm" stroke="1" extrusionOk="0">
                  <a:moveTo>
                    <a:pt x="137160" y="197168"/>
                  </a:moveTo>
                  <a:cubicBezTo>
                    <a:pt x="141923" y="193358"/>
                    <a:pt x="146685" y="189548"/>
                    <a:pt x="151448" y="185738"/>
                  </a:cubicBezTo>
                  <a:lnTo>
                    <a:pt x="14288" y="0"/>
                  </a:lnTo>
                  <a:cubicBezTo>
                    <a:pt x="9525" y="3810"/>
                    <a:pt x="4763" y="7620"/>
                    <a:pt x="0" y="11430"/>
                  </a:cubicBezTo>
                  <a:lnTo>
                    <a:pt x="137160" y="197168"/>
                  </a:ln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146" name="Google Shape;1146;p10"/>
            <p:cNvSpPr/>
            <p:nvPr/>
          </p:nvSpPr>
          <p:spPr bwMode="auto">
            <a:xfrm>
              <a:off x="5765485" y="2550792"/>
              <a:ext cx="109537" cy="219074"/>
            </a:xfrm>
            <a:custGeom>
              <a:avLst/>
              <a:gdLst/>
              <a:ahLst/>
              <a:cxnLst/>
              <a:rect l="l" t="t" r="r" b="b"/>
              <a:pathLst>
                <a:path w="109537" h="219075" fill="norm" stroke="1" extrusionOk="0">
                  <a:moveTo>
                    <a:pt x="109538" y="210502"/>
                  </a:moveTo>
                  <a:lnTo>
                    <a:pt x="16192" y="0"/>
                  </a:lnTo>
                  <a:cubicBezTo>
                    <a:pt x="10477" y="2857"/>
                    <a:pt x="4763" y="4763"/>
                    <a:pt x="0" y="7620"/>
                  </a:cubicBezTo>
                  <a:lnTo>
                    <a:pt x="93345" y="219075"/>
                  </a:lnTo>
                  <a:cubicBezTo>
                    <a:pt x="98107" y="215265"/>
                    <a:pt x="103822" y="212407"/>
                    <a:pt x="109538" y="210502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147" name="Google Shape;1147;p10"/>
            <p:cNvSpPr/>
            <p:nvPr/>
          </p:nvSpPr>
          <p:spPr bwMode="auto">
            <a:xfrm>
              <a:off x="6642734" y="3220404"/>
              <a:ext cx="401955" cy="36194"/>
            </a:xfrm>
            <a:custGeom>
              <a:avLst/>
              <a:gdLst/>
              <a:ahLst/>
              <a:cxnLst/>
              <a:rect l="l" t="t" r="r" b="b"/>
              <a:pathLst>
                <a:path w="401955" h="36194" fill="norm" stroke="1" extrusionOk="0">
                  <a:moveTo>
                    <a:pt x="953" y="36195"/>
                  </a:moveTo>
                  <a:lnTo>
                    <a:pt x="401955" y="18097"/>
                  </a:lnTo>
                  <a:cubicBezTo>
                    <a:pt x="401955" y="12382"/>
                    <a:pt x="401955" y="5715"/>
                    <a:pt x="401003" y="0"/>
                  </a:cubicBezTo>
                  <a:lnTo>
                    <a:pt x="0" y="18097"/>
                  </a:lnTo>
                  <a:cubicBezTo>
                    <a:pt x="953" y="23813"/>
                    <a:pt x="953" y="29527"/>
                    <a:pt x="953" y="36195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148" name="Google Shape;1148;p10"/>
            <p:cNvSpPr/>
            <p:nvPr/>
          </p:nvSpPr>
          <p:spPr bwMode="auto">
            <a:xfrm>
              <a:off x="6619873" y="2976561"/>
              <a:ext cx="388620" cy="138112"/>
            </a:xfrm>
            <a:custGeom>
              <a:avLst/>
              <a:gdLst/>
              <a:ahLst/>
              <a:cxnLst/>
              <a:rect l="l" t="t" r="r" b="b"/>
              <a:pathLst>
                <a:path w="388620" h="138112" fill="norm" stroke="1" extrusionOk="0">
                  <a:moveTo>
                    <a:pt x="4763" y="138113"/>
                  </a:moveTo>
                  <a:lnTo>
                    <a:pt x="388620" y="17145"/>
                  </a:lnTo>
                  <a:cubicBezTo>
                    <a:pt x="386715" y="11430"/>
                    <a:pt x="384810" y="5715"/>
                    <a:pt x="383858" y="0"/>
                  </a:cubicBezTo>
                  <a:lnTo>
                    <a:pt x="0" y="120967"/>
                  </a:lnTo>
                  <a:cubicBezTo>
                    <a:pt x="1905" y="126683"/>
                    <a:pt x="3810" y="132397"/>
                    <a:pt x="4763" y="138113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149" name="Google Shape;1149;p10"/>
            <p:cNvSpPr/>
            <p:nvPr/>
          </p:nvSpPr>
          <p:spPr bwMode="auto">
            <a:xfrm>
              <a:off x="6560819" y="2752723"/>
              <a:ext cx="348614" cy="231457"/>
            </a:xfrm>
            <a:custGeom>
              <a:avLst/>
              <a:gdLst/>
              <a:ahLst/>
              <a:cxnLst/>
              <a:rect l="l" t="t" r="r" b="b"/>
              <a:pathLst>
                <a:path w="348614" h="231457" fill="norm" stroke="1" extrusionOk="0">
                  <a:moveTo>
                    <a:pt x="9525" y="231458"/>
                  </a:moveTo>
                  <a:lnTo>
                    <a:pt x="348615" y="15240"/>
                  </a:lnTo>
                  <a:cubicBezTo>
                    <a:pt x="345758" y="10477"/>
                    <a:pt x="341947" y="4763"/>
                    <a:pt x="339090" y="0"/>
                  </a:cubicBezTo>
                  <a:lnTo>
                    <a:pt x="0" y="216217"/>
                  </a:lnTo>
                  <a:cubicBezTo>
                    <a:pt x="2858" y="220980"/>
                    <a:pt x="5715" y="225742"/>
                    <a:pt x="9525" y="231458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150" name="Google Shape;1150;p10"/>
            <p:cNvSpPr/>
            <p:nvPr/>
          </p:nvSpPr>
          <p:spPr bwMode="auto">
            <a:xfrm>
              <a:off x="6470332" y="2562224"/>
              <a:ext cx="284797" cy="309562"/>
            </a:xfrm>
            <a:custGeom>
              <a:avLst/>
              <a:gdLst/>
              <a:ahLst/>
              <a:cxnLst/>
              <a:rect l="l" t="t" r="r" b="b"/>
              <a:pathLst>
                <a:path w="284797" h="309562" fill="norm" stroke="1" extrusionOk="0">
                  <a:moveTo>
                    <a:pt x="284797" y="12383"/>
                  </a:moveTo>
                  <a:cubicBezTo>
                    <a:pt x="280035" y="8573"/>
                    <a:pt x="276225" y="3810"/>
                    <a:pt x="271463" y="0"/>
                  </a:cubicBezTo>
                  <a:lnTo>
                    <a:pt x="0" y="297180"/>
                  </a:lnTo>
                  <a:cubicBezTo>
                    <a:pt x="4763" y="300990"/>
                    <a:pt x="8572" y="305753"/>
                    <a:pt x="13335" y="309563"/>
                  </a:cubicBezTo>
                  <a:lnTo>
                    <a:pt x="284797" y="12383"/>
                  </a:ln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151" name="Google Shape;1151;p10"/>
            <p:cNvSpPr/>
            <p:nvPr/>
          </p:nvSpPr>
          <p:spPr bwMode="auto">
            <a:xfrm>
              <a:off x="6357939" y="2423157"/>
              <a:ext cx="205740" cy="364807"/>
            </a:xfrm>
            <a:custGeom>
              <a:avLst/>
              <a:gdLst/>
              <a:ahLst/>
              <a:cxnLst/>
              <a:rect l="l" t="t" r="r" b="b"/>
              <a:pathLst>
                <a:path w="205740" h="364807" fill="norm" stroke="1" extrusionOk="0">
                  <a:moveTo>
                    <a:pt x="205740" y="8573"/>
                  </a:moveTo>
                  <a:cubicBezTo>
                    <a:pt x="200025" y="5715"/>
                    <a:pt x="195263" y="2857"/>
                    <a:pt x="189547" y="0"/>
                  </a:cubicBezTo>
                  <a:lnTo>
                    <a:pt x="0" y="355282"/>
                  </a:lnTo>
                  <a:cubicBezTo>
                    <a:pt x="5715" y="358140"/>
                    <a:pt x="10478" y="360998"/>
                    <a:pt x="16192" y="364807"/>
                  </a:cubicBezTo>
                  <a:lnTo>
                    <a:pt x="205740" y="8573"/>
                  </a:ln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152" name="Google Shape;1152;p10"/>
            <p:cNvSpPr/>
            <p:nvPr/>
          </p:nvSpPr>
          <p:spPr bwMode="auto">
            <a:xfrm>
              <a:off x="5155881" y="3220404"/>
              <a:ext cx="398144" cy="35242"/>
            </a:xfrm>
            <a:custGeom>
              <a:avLst/>
              <a:gdLst/>
              <a:ahLst/>
              <a:cxnLst/>
              <a:rect l="l" t="t" r="r" b="b"/>
              <a:pathLst>
                <a:path w="398144" h="35242" fill="norm" stroke="1" extrusionOk="0">
                  <a:moveTo>
                    <a:pt x="398145" y="17145"/>
                  </a:moveTo>
                  <a:lnTo>
                    <a:pt x="953" y="0"/>
                  </a:lnTo>
                  <a:cubicBezTo>
                    <a:pt x="953" y="5715"/>
                    <a:pt x="953" y="12382"/>
                    <a:pt x="0" y="18097"/>
                  </a:cubicBezTo>
                  <a:lnTo>
                    <a:pt x="398145" y="35242"/>
                  </a:lnTo>
                  <a:cubicBezTo>
                    <a:pt x="398145" y="29527"/>
                    <a:pt x="398145" y="23813"/>
                    <a:pt x="398145" y="17145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153" name="Google Shape;1153;p10"/>
            <p:cNvSpPr/>
            <p:nvPr/>
          </p:nvSpPr>
          <p:spPr bwMode="auto">
            <a:xfrm>
              <a:off x="5193029" y="2977515"/>
              <a:ext cx="384809" cy="137160"/>
            </a:xfrm>
            <a:custGeom>
              <a:avLst/>
              <a:gdLst/>
              <a:ahLst/>
              <a:cxnLst/>
              <a:rect l="l" t="t" r="r" b="b"/>
              <a:pathLst>
                <a:path w="384809" h="137160" fill="norm" stroke="1" extrusionOk="0">
                  <a:moveTo>
                    <a:pt x="384810" y="120015"/>
                  </a:moveTo>
                  <a:lnTo>
                    <a:pt x="4763" y="0"/>
                  </a:lnTo>
                  <a:cubicBezTo>
                    <a:pt x="2857" y="5715"/>
                    <a:pt x="952" y="11430"/>
                    <a:pt x="0" y="17145"/>
                  </a:cubicBezTo>
                  <a:lnTo>
                    <a:pt x="381000" y="137160"/>
                  </a:lnTo>
                  <a:cubicBezTo>
                    <a:pt x="381953" y="131445"/>
                    <a:pt x="382905" y="125730"/>
                    <a:pt x="384810" y="120015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154" name="Google Shape;1154;p10"/>
            <p:cNvSpPr/>
            <p:nvPr/>
          </p:nvSpPr>
          <p:spPr bwMode="auto">
            <a:xfrm>
              <a:off x="5291140" y="2752723"/>
              <a:ext cx="346710" cy="230504"/>
            </a:xfrm>
            <a:custGeom>
              <a:avLst/>
              <a:gdLst/>
              <a:ahLst/>
              <a:cxnLst/>
              <a:rect l="l" t="t" r="r" b="b"/>
              <a:pathLst>
                <a:path w="346710" h="230504" fill="norm" stroke="1" extrusionOk="0">
                  <a:moveTo>
                    <a:pt x="346710" y="215265"/>
                  </a:moveTo>
                  <a:lnTo>
                    <a:pt x="9525" y="0"/>
                  </a:lnTo>
                  <a:cubicBezTo>
                    <a:pt x="6668" y="4763"/>
                    <a:pt x="2857" y="10477"/>
                    <a:pt x="0" y="15240"/>
                  </a:cubicBezTo>
                  <a:lnTo>
                    <a:pt x="337185" y="230505"/>
                  </a:lnTo>
                  <a:cubicBezTo>
                    <a:pt x="340042" y="224790"/>
                    <a:pt x="342900" y="220027"/>
                    <a:pt x="346710" y="215265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155" name="Google Shape;1155;p10"/>
            <p:cNvSpPr/>
            <p:nvPr/>
          </p:nvSpPr>
          <p:spPr bwMode="auto">
            <a:xfrm>
              <a:off x="5434011" y="2573652"/>
              <a:ext cx="288607" cy="302895"/>
            </a:xfrm>
            <a:custGeom>
              <a:avLst/>
              <a:gdLst/>
              <a:ahLst/>
              <a:cxnLst/>
              <a:rect l="l" t="t" r="r" b="b"/>
              <a:pathLst>
                <a:path w="288607" h="302895" fill="norm" stroke="1" extrusionOk="0">
                  <a:moveTo>
                    <a:pt x="288608" y="290513"/>
                  </a:moveTo>
                  <a:lnTo>
                    <a:pt x="13335" y="0"/>
                  </a:lnTo>
                  <a:cubicBezTo>
                    <a:pt x="8573" y="3810"/>
                    <a:pt x="4763" y="8573"/>
                    <a:pt x="0" y="12383"/>
                  </a:cubicBezTo>
                  <a:lnTo>
                    <a:pt x="275273" y="302895"/>
                  </a:lnTo>
                  <a:cubicBezTo>
                    <a:pt x="279083" y="299085"/>
                    <a:pt x="283845" y="294323"/>
                    <a:pt x="288608" y="290513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156" name="Google Shape;1156;p10"/>
            <p:cNvSpPr/>
            <p:nvPr/>
          </p:nvSpPr>
          <p:spPr bwMode="auto">
            <a:xfrm>
              <a:off x="5604510" y="2442208"/>
              <a:ext cx="217169" cy="356235"/>
            </a:xfrm>
            <a:custGeom>
              <a:avLst/>
              <a:gdLst/>
              <a:ahLst/>
              <a:cxnLst/>
              <a:rect l="l" t="t" r="r" b="b"/>
              <a:pathLst>
                <a:path w="217169" h="356235" fill="norm" stroke="1" extrusionOk="0">
                  <a:moveTo>
                    <a:pt x="0" y="9525"/>
                  </a:moveTo>
                  <a:lnTo>
                    <a:pt x="201930" y="356235"/>
                  </a:lnTo>
                  <a:cubicBezTo>
                    <a:pt x="206692" y="353378"/>
                    <a:pt x="212407" y="349567"/>
                    <a:pt x="217170" y="346710"/>
                  </a:cubicBezTo>
                  <a:lnTo>
                    <a:pt x="16192" y="0"/>
                  </a:lnTo>
                  <a:cubicBezTo>
                    <a:pt x="10477" y="2857"/>
                    <a:pt x="5715" y="5715"/>
                    <a:pt x="0" y="9525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157" name="Google Shape;1157;p10"/>
            <p:cNvSpPr/>
            <p:nvPr/>
          </p:nvSpPr>
          <p:spPr bwMode="auto">
            <a:xfrm>
              <a:off x="5412104" y="2451733"/>
              <a:ext cx="70485" cy="72007"/>
            </a:xfrm>
            <a:custGeom>
              <a:avLst/>
              <a:gdLst/>
              <a:ahLst/>
              <a:cxnLst/>
              <a:rect l="l" t="t" r="r" b="b"/>
              <a:pathLst>
                <a:path w="70485" h="72007" fill="norm" stroke="1" extrusionOk="0">
                  <a:moveTo>
                    <a:pt x="41910" y="11430"/>
                  </a:moveTo>
                  <a:lnTo>
                    <a:pt x="28575" y="0"/>
                  </a:lnTo>
                  <a:lnTo>
                    <a:pt x="6668" y="24765"/>
                  </a:lnTo>
                  <a:cubicBezTo>
                    <a:pt x="1905" y="29527"/>
                    <a:pt x="0" y="35242"/>
                    <a:pt x="0" y="41910"/>
                  </a:cubicBezTo>
                  <a:cubicBezTo>
                    <a:pt x="0" y="48577"/>
                    <a:pt x="2858" y="54292"/>
                    <a:pt x="7620" y="58102"/>
                  </a:cubicBezTo>
                  <a:cubicBezTo>
                    <a:pt x="13335" y="62865"/>
                    <a:pt x="21908" y="67627"/>
                    <a:pt x="32385" y="69532"/>
                  </a:cubicBezTo>
                  <a:cubicBezTo>
                    <a:pt x="42863" y="72390"/>
                    <a:pt x="55245" y="72390"/>
                    <a:pt x="69533" y="71438"/>
                  </a:cubicBezTo>
                  <a:lnTo>
                    <a:pt x="70485" y="63817"/>
                  </a:lnTo>
                  <a:cubicBezTo>
                    <a:pt x="61913" y="63817"/>
                    <a:pt x="53340" y="62865"/>
                    <a:pt x="46673" y="60960"/>
                  </a:cubicBezTo>
                  <a:cubicBezTo>
                    <a:pt x="40005" y="59055"/>
                    <a:pt x="34290" y="56198"/>
                    <a:pt x="30480" y="52388"/>
                  </a:cubicBezTo>
                  <a:cubicBezTo>
                    <a:pt x="26670" y="49530"/>
                    <a:pt x="24765" y="44767"/>
                    <a:pt x="23813" y="40005"/>
                  </a:cubicBezTo>
                  <a:cubicBezTo>
                    <a:pt x="22860" y="35242"/>
                    <a:pt x="24765" y="31432"/>
                    <a:pt x="27623" y="27623"/>
                  </a:cubicBezTo>
                  <a:lnTo>
                    <a:pt x="41910" y="11430"/>
                  </a:ln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158" name="Google Shape;1158;p10"/>
            <p:cNvSpPr/>
            <p:nvPr/>
          </p:nvSpPr>
          <p:spPr bwMode="auto">
            <a:xfrm>
              <a:off x="5534023" y="2244085"/>
              <a:ext cx="77033" cy="27621"/>
            </a:xfrm>
            <a:custGeom>
              <a:avLst/>
              <a:gdLst/>
              <a:ahLst/>
              <a:cxnLst/>
              <a:rect l="l" t="t" r="r" b="b"/>
              <a:pathLst>
                <a:path w="77033" h="27622" fill="norm" stroke="1" extrusionOk="0">
                  <a:moveTo>
                    <a:pt x="24765" y="15240"/>
                  </a:moveTo>
                  <a:cubicBezTo>
                    <a:pt x="27623" y="13335"/>
                    <a:pt x="30480" y="12383"/>
                    <a:pt x="34290" y="12383"/>
                  </a:cubicBezTo>
                  <a:cubicBezTo>
                    <a:pt x="37148" y="12383"/>
                    <a:pt x="40005" y="12383"/>
                    <a:pt x="42863" y="13335"/>
                  </a:cubicBezTo>
                  <a:lnTo>
                    <a:pt x="75248" y="27623"/>
                  </a:lnTo>
                  <a:cubicBezTo>
                    <a:pt x="80010" y="24765"/>
                    <a:pt x="75248" y="20003"/>
                    <a:pt x="60960" y="12383"/>
                  </a:cubicBezTo>
                  <a:cubicBezTo>
                    <a:pt x="53340" y="8573"/>
                    <a:pt x="48577" y="6668"/>
                    <a:pt x="45720" y="5715"/>
                  </a:cubicBezTo>
                  <a:cubicBezTo>
                    <a:pt x="39052" y="2858"/>
                    <a:pt x="31433" y="953"/>
                    <a:pt x="23813" y="0"/>
                  </a:cubicBezTo>
                  <a:cubicBezTo>
                    <a:pt x="16192" y="0"/>
                    <a:pt x="10477" y="953"/>
                    <a:pt x="5715" y="3810"/>
                  </a:cubicBezTo>
                  <a:cubicBezTo>
                    <a:pt x="2858" y="5715"/>
                    <a:pt x="952" y="7620"/>
                    <a:pt x="0" y="9525"/>
                  </a:cubicBezTo>
                  <a:lnTo>
                    <a:pt x="17145" y="21908"/>
                  </a:lnTo>
                  <a:cubicBezTo>
                    <a:pt x="19050" y="18098"/>
                    <a:pt x="21908" y="16193"/>
                    <a:pt x="24765" y="15240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159" name="Google Shape;1159;p10"/>
            <p:cNvSpPr/>
            <p:nvPr/>
          </p:nvSpPr>
          <p:spPr bwMode="auto">
            <a:xfrm>
              <a:off x="5629272" y="2180187"/>
              <a:ext cx="80010" cy="46758"/>
            </a:xfrm>
            <a:custGeom>
              <a:avLst/>
              <a:gdLst/>
              <a:ahLst/>
              <a:cxnLst/>
              <a:rect l="l" t="t" r="r" b="b"/>
              <a:pathLst>
                <a:path w="80010" h="46758" fill="norm" stroke="1" extrusionOk="0">
                  <a:moveTo>
                    <a:pt x="20002" y="43901"/>
                  </a:moveTo>
                  <a:cubicBezTo>
                    <a:pt x="22860" y="41996"/>
                    <a:pt x="25717" y="41043"/>
                    <a:pt x="27623" y="40091"/>
                  </a:cubicBezTo>
                  <a:cubicBezTo>
                    <a:pt x="32385" y="38186"/>
                    <a:pt x="38100" y="37233"/>
                    <a:pt x="44767" y="37233"/>
                  </a:cubicBezTo>
                  <a:cubicBezTo>
                    <a:pt x="52388" y="37233"/>
                    <a:pt x="60008" y="39138"/>
                    <a:pt x="68580" y="41996"/>
                  </a:cubicBezTo>
                  <a:lnTo>
                    <a:pt x="80010" y="37233"/>
                  </a:lnTo>
                  <a:lnTo>
                    <a:pt x="50483" y="10563"/>
                  </a:lnTo>
                  <a:cubicBezTo>
                    <a:pt x="45720" y="5801"/>
                    <a:pt x="40958" y="2943"/>
                    <a:pt x="36195" y="1038"/>
                  </a:cubicBezTo>
                  <a:cubicBezTo>
                    <a:pt x="30480" y="-867"/>
                    <a:pt x="25717" y="86"/>
                    <a:pt x="20955" y="1991"/>
                  </a:cubicBezTo>
                  <a:cubicBezTo>
                    <a:pt x="15240" y="4848"/>
                    <a:pt x="11430" y="7706"/>
                    <a:pt x="9525" y="9611"/>
                  </a:cubicBezTo>
                  <a:lnTo>
                    <a:pt x="26670" y="21993"/>
                  </a:lnTo>
                  <a:cubicBezTo>
                    <a:pt x="26670" y="21041"/>
                    <a:pt x="27623" y="19136"/>
                    <a:pt x="28575" y="18183"/>
                  </a:cubicBezTo>
                  <a:cubicBezTo>
                    <a:pt x="30480" y="16278"/>
                    <a:pt x="32385" y="15326"/>
                    <a:pt x="34290" y="14373"/>
                  </a:cubicBezTo>
                  <a:cubicBezTo>
                    <a:pt x="37148" y="13421"/>
                    <a:pt x="40005" y="13421"/>
                    <a:pt x="43815" y="14373"/>
                  </a:cubicBezTo>
                  <a:cubicBezTo>
                    <a:pt x="47625" y="16278"/>
                    <a:pt x="51435" y="18183"/>
                    <a:pt x="55245" y="21993"/>
                  </a:cubicBezTo>
                  <a:lnTo>
                    <a:pt x="73342" y="35328"/>
                  </a:lnTo>
                  <a:lnTo>
                    <a:pt x="71438" y="36281"/>
                  </a:lnTo>
                  <a:cubicBezTo>
                    <a:pt x="54292" y="31518"/>
                    <a:pt x="40958" y="27708"/>
                    <a:pt x="31433" y="25803"/>
                  </a:cubicBezTo>
                  <a:cubicBezTo>
                    <a:pt x="20955" y="23898"/>
                    <a:pt x="13335" y="23898"/>
                    <a:pt x="9525" y="25803"/>
                  </a:cubicBezTo>
                  <a:cubicBezTo>
                    <a:pt x="7620" y="26756"/>
                    <a:pt x="5715" y="27708"/>
                    <a:pt x="3810" y="28661"/>
                  </a:cubicBezTo>
                  <a:cubicBezTo>
                    <a:pt x="1905" y="29613"/>
                    <a:pt x="952" y="30566"/>
                    <a:pt x="0" y="32471"/>
                  </a:cubicBezTo>
                  <a:lnTo>
                    <a:pt x="16192" y="46758"/>
                  </a:lnTo>
                  <a:cubicBezTo>
                    <a:pt x="16192" y="46758"/>
                    <a:pt x="18098" y="45806"/>
                    <a:pt x="20002" y="43901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160" name="Google Shape;1160;p10"/>
            <p:cNvSpPr/>
            <p:nvPr/>
          </p:nvSpPr>
          <p:spPr bwMode="auto">
            <a:xfrm>
              <a:off x="5366384" y="2163124"/>
              <a:ext cx="518291" cy="331470"/>
            </a:xfrm>
            <a:custGeom>
              <a:avLst/>
              <a:gdLst/>
              <a:ahLst/>
              <a:cxnLst/>
              <a:rect l="l" t="t" r="r" b="b"/>
              <a:pathLst>
                <a:path w="518291" h="331470" fill="norm" stroke="1" extrusionOk="0">
                  <a:moveTo>
                    <a:pt x="83820" y="260985"/>
                  </a:moveTo>
                  <a:cubicBezTo>
                    <a:pt x="84773" y="260985"/>
                    <a:pt x="85725" y="260985"/>
                    <a:pt x="86677" y="261938"/>
                  </a:cubicBezTo>
                  <a:cubicBezTo>
                    <a:pt x="87630" y="262890"/>
                    <a:pt x="89535" y="263843"/>
                    <a:pt x="90488" y="264795"/>
                  </a:cubicBezTo>
                  <a:cubicBezTo>
                    <a:pt x="93345" y="267653"/>
                    <a:pt x="94298" y="272415"/>
                    <a:pt x="92392" y="278130"/>
                  </a:cubicBezTo>
                  <a:cubicBezTo>
                    <a:pt x="90488" y="283845"/>
                    <a:pt x="87630" y="289560"/>
                    <a:pt x="81915" y="294323"/>
                  </a:cubicBezTo>
                  <a:cubicBezTo>
                    <a:pt x="93345" y="301943"/>
                    <a:pt x="105727" y="305753"/>
                    <a:pt x="118110" y="307658"/>
                  </a:cubicBezTo>
                  <a:cubicBezTo>
                    <a:pt x="129540" y="308610"/>
                    <a:pt x="139065" y="305753"/>
                    <a:pt x="145732" y="300038"/>
                  </a:cubicBezTo>
                  <a:cubicBezTo>
                    <a:pt x="148590" y="297180"/>
                    <a:pt x="151448" y="293370"/>
                    <a:pt x="152400" y="289560"/>
                  </a:cubicBezTo>
                  <a:cubicBezTo>
                    <a:pt x="154305" y="284798"/>
                    <a:pt x="156210" y="280988"/>
                    <a:pt x="156210" y="275273"/>
                  </a:cubicBezTo>
                  <a:lnTo>
                    <a:pt x="170498" y="289560"/>
                  </a:lnTo>
                  <a:lnTo>
                    <a:pt x="193357" y="284798"/>
                  </a:lnTo>
                  <a:lnTo>
                    <a:pt x="129540" y="218123"/>
                  </a:lnTo>
                  <a:cubicBezTo>
                    <a:pt x="139065" y="209550"/>
                    <a:pt x="148590" y="201930"/>
                    <a:pt x="158115" y="193358"/>
                  </a:cubicBezTo>
                  <a:lnTo>
                    <a:pt x="206692" y="255270"/>
                  </a:lnTo>
                  <a:lnTo>
                    <a:pt x="231457" y="253365"/>
                  </a:lnTo>
                  <a:lnTo>
                    <a:pt x="174307" y="180023"/>
                  </a:lnTo>
                  <a:cubicBezTo>
                    <a:pt x="184785" y="171450"/>
                    <a:pt x="196215" y="163830"/>
                    <a:pt x="206692" y="156210"/>
                  </a:cubicBezTo>
                  <a:lnTo>
                    <a:pt x="221932" y="180023"/>
                  </a:lnTo>
                  <a:lnTo>
                    <a:pt x="213360" y="185738"/>
                  </a:lnTo>
                  <a:cubicBezTo>
                    <a:pt x="212407" y="186690"/>
                    <a:pt x="211455" y="187643"/>
                    <a:pt x="211455" y="189548"/>
                  </a:cubicBezTo>
                  <a:cubicBezTo>
                    <a:pt x="210502" y="190500"/>
                    <a:pt x="211455" y="192405"/>
                    <a:pt x="212407" y="193358"/>
                  </a:cubicBezTo>
                  <a:cubicBezTo>
                    <a:pt x="215265" y="197168"/>
                    <a:pt x="220980" y="200025"/>
                    <a:pt x="231457" y="201930"/>
                  </a:cubicBezTo>
                  <a:cubicBezTo>
                    <a:pt x="241935" y="203835"/>
                    <a:pt x="248602" y="203835"/>
                    <a:pt x="252413" y="200978"/>
                  </a:cubicBezTo>
                  <a:cubicBezTo>
                    <a:pt x="254317" y="200025"/>
                    <a:pt x="255270" y="198120"/>
                    <a:pt x="255270" y="197168"/>
                  </a:cubicBezTo>
                  <a:cubicBezTo>
                    <a:pt x="255270" y="195263"/>
                    <a:pt x="255270" y="193358"/>
                    <a:pt x="254317" y="192405"/>
                  </a:cubicBezTo>
                  <a:lnTo>
                    <a:pt x="223838" y="145733"/>
                  </a:lnTo>
                  <a:cubicBezTo>
                    <a:pt x="231457" y="140970"/>
                    <a:pt x="239077" y="135255"/>
                    <a:pt x="246698" y="130493"/>
                  </a:cubicBezTo>
                  <a:lnTo>
                    <a:pt x="291465" y="199073"/>
                  </a:lnTo>
                  <a:lnTo>
                    <a:pt x="314325" y="197168"/>
                  </a:lnTo>
                  <a:lnTo>
                    <a:pt x="263842" y="119063"/>
                  </a:lnTo>
                  <a:cubicBezTo>
                    <a:pt x="286703" y="104775"/>
                    <a:pt x="310515" y="92393"/>
                    <a:pt x="335280" y="80010"/>
                  </a:cubicBezTo>
                  <a:lnTo>
                    <a:pt x="347663" y="105728"/>
                  </a:lnTo>
                  <a:lnTo>
                    <a:pt x="307657" y="125730"/>
                  </a:lnTo>
                  <a:cubicBezTo>
                    <a:pt x="305753" y="126683"/>
                    <a:pt x="303848" y="128588"/>
                    <a:pt x="302895" y="130493"/>
                  </a:cubicBezTo>
                  <a:cubicBezTo>
                    <a:pt x="301942" y="133350"/>
                    <a:pt x="301942" y="135255"/>
                    <a:pt x="302895" y="137160"/>
                  </a:cubicBezTo>
                  <a:cubicBezTo>
                    <a:pt x="305753" y="141923"/>
                    <a:pt x="310515" y="146685"/>
                    <a:pt x="317182" y="149543"/>
                  </a:cubicBezTo>
                  <a:cubicBezTo>
                    <a:pt x="323850" y="153353"/>
                    <a:pt x="329565" y="154305"/>
                    <a:pt x="333375" y="152400"/>
                  </a:cubicBezTo>
                  <a:cubicBezTo>
                    <a:pt x="334328" y="151448"/>
                    <a:pt x="335280" y="150495"/>
                    <a:pt x="335280" y="149543"/>
                  </a:cubicBezTo>
                  <a:cubicBezTo>
                    <a:pt x="336232" y="148590"/>
                    <a:pt x="336232" y="147638"/>
                    <a:pt x="335280" y="145733"/>
                  </a:cubicBezTo>
                  <a:lnTo>
                    <a:pt x="331470" y="139065"/>
                  </a:lnTo>
                  <a:cubicBezTo>
                    <a:pt x="330517" y="138113"/>
                    <a:pt x="330517" y="136208"/>
                    <a:pt x="331470" y="135255"/>
                  </a:cubicBezTo>
                  <a:cubicBezTo>
                    <a:pt x="331470" y="134303"/>
                    <a:pt x="332423" y="132398"/>
                    <a:pt x="333375" y="132398"/>
                  </a:cubicBezTo>
                  <a:lnTo>
                    <a:pt x="355282" y="120968"/>
                  </a:lnTo>
                  <a:lnTo>
                    <a:pt x="371475" y="153353"/>
                  </a:lnTo>
                  <a:lnTo>
                    <a:pt x="394335" y="154305"/>
                  </a:lnTo>
                  <a:lnTo>
                    <a:pt x="352425" y="71438"/>
                  </a:lnTo>
                  <a:cubicBezTo>
                    <a:pt x="378142" y="60008"/>
                    <a:pt x="403860" y="48578"/>
                    <a:pt x="431482" y="39053"/>
                  </a:cubicBezTo>
                  <a:lnTo>
                    <a:pt x="442913" y="69533"/>
                  </a:lnTo>
                  <a:cubicBezTo>
                    <a:pt x="436245" y="65723"/>
                    <a:pt x="429578" y="62865"/>
                    <a:pt x="422910" y="60960"/>
                  </a:cubicBezTo>
                  <a:cubicBezTo>
                    <a:pt x="417195" y="59055"/>
                    <a:pt x="411480" y="59055"/>
                    <a:pt x="408623" y="60960"/>
                  </a:cubicBezTo>
                  <a:cubicBezTo>
                    <a:pt x="401003" y="63818"/>
                    <a:pt x="395288" y="68580"/>
                    <a:pt x="391478" y="75248"/>
                  </a:cubicBezTo>
                  <a:cubicBezTo>
                    <a:pt x="387667" y="81915"/>
                    <a:pt x="387667" y="88583"/>
                    <a:pt x="389573" y="95250"/>
                  </a:cubicBezTo>
                  <a:cubicBezTo>
                    <a:pt x="392430" y="102870"/>
                    <a:pt x="399098" y="108585"/>
                    <a:pt x="408623" y="113348"/>
                  </a:cubicBezTo>
                  <a:cubicBezTo>
                    <a:pt x="418148" y="118110"/>
                    <a:pt x="427673" y="119063"/>
                    <a:pt x="434340" y="117158"/>
                  </a:cubicBezTo>
                  <a:cubicBezTo>
                    <a:pt x="437198" y="116205"/>
                    <a:pt x="441007" y="113348"/>
                    <a:pt x="443865" y="110490"/>
                  </a:cubicBezTo>
                  <a:cubicBezTo>
                    <a:pt x="446723" y="107633"/>
                    <a:pt x="450532" y="103823"/>
                    <a:pt x="453390" y="98108"/>
                  </a:cubicBezTo>
                  <a:lnTo>
                    <a:pt x="460057" y="116205"/>
                  </a:lnTo>
                  <a:lnTo>
                    <a:pt x="482917" y="120968"/>
                  </a:lnTo>
                  <a:lnTo>
                    <a:pt x="468630" y="80963"/>
                  </a:lnTo>
                  <a:cubicBezTo>
                    <a:pt x="470535" y="75248"/>
                    <a:pt x="473392" y="71438"/>
                    <a:pt x="476250" y="67628"/>
                  </a:cubicBezTo>
                  <a:cubicBezTo>
                    <a:pt x="480060" y="63818"/>
                    <a:pt x="482917" y="60960"/>
                    <a:pt x="486728" y="60008"/>
                  </a:cubicBezTo>
                  <a:cubicBezTo>
                    <a:pt x="488632" y="59055"/>
                    <a:pt x="490538" y="59055"/>
                    <a:pt x="492442" y="60960"/>
                  </a:cubicBezTo>
                  <a:cubicBezTo>
                    <a:pt x="494348" y="61913"/>
                    <a:pt x="496253" y="63818"/>
                    <a:pt x="497205" y="65723"/>
                  </a:cubicBezTo>
                  <a:cubicBezTo>
                    <a:pt x="499110" y="69533"/>
                    <a:pt x="499110" y="75248"/>
                    <a:pt x="499110" y="80963"/>
                  </a:cubicBezTo>
                  <a:cubicBezTo>
                    <a:pt x="498157" y="86678"/>
                    <a:pt x="497205" y="93345"/>
                    <a:pt x="495300" y="99060"/>
                  </a:cubicBezTo>
                  <a:lnTo>
                    <a:pt x="516255" y="104775"/>
                  </a:lnTo>
                  <a:cubicBezTo>
                    <a:pt x="519113" y="91440"/>
                    <a:pt x="519113" y="80010"/>
                    <a:pt x="515303" y="69533"/>
                  </a:cubicBezTo>
                  <a:cubicBezTo>
                    <a:pt x="512445" y="61913"/>
                    <a:pt x="506730" y="55245"/>
                    <a:pt x="498157" y="50483"/>
                  </a:cubicBezTo>
                  <a:cubicBezTo>
                    <a:pt x="489585" y="44768"/>
                    <a:pt x="481965" y="43815"/>
                    <a:pt x="476250" y="45720"/>
                  </a:cubicBezTo>
                  <a:cubicBezTo>
                    <a:pt x="473392" y="46673"/>
                    <a:pt x="470535" y="48578"/>
                    <a:pt x="467678" y="50483"/>
                  </a:cubicBezTo>
                  <a:cubicBezTo>
                    <a:pt x="464820" y="52388"/>
                    <a:pt x="461963" y="56198"/>
                    <a:pt x="459105" y="59055"/>
                  </a:cubicBezTo>
                  <a:lnTo>
                    <a:pt x="450532" y="34290"/>
                  </a:lnTo>
                  <a:cubicBezTo>
                    <a:pt x="470535" y="27623"/>
                    <a:pt x="490538" y="21908"/>
                    <a:pt x="511492" y="16193"/>
                  </a:cubicBezTo>
                  <a:lnTo>
                    <a:pt x="506730" y="12383"/>
                  </a:lnTo>
                  <a:lnTo>
                    <a:pt x="506730" y="12383"/>
                  </a:lnTo>
                  <a:lnTo>
                    <a:pt x="505778" y="11430"/>
                  </a:lnTo>
                  <a:lnTo>
                    <a:pt x="493395" y="0"/>
                  </a:lnTo>
                  <a:cubicBezTo>
                    <a:pt x="295275" y="52388"/>
                    <a:pt x="122873" y="168593"/>
                    <a:pt x="0" y="325755"/>
                  </a:cubicBezTo>
                  <a:lnTo>
                    <a:pt x="20955" y="331470"/>
                  </a:lnTo>
                  <a:cubicBezTo>
                    <a:pt x="40957" y="306705"/>
                    <a:pt x="61913" y="282893"/>
                    <a:pt x="83820" y="260985"/>
                  </a:cubicBezTo>
                  <a:close/>
                  <a:moveTo>
                    <a:pt x="436245" y="93345"/>
                  </a:moveTo>
                  <a:cubicBezTo>
                    <a:pt x="432435" y="97155"/>
                    <a:pt x="427673" y="100013"/>
                    <a:pt x="423863" y="101918"/>
                  </a:cubicBezTo>
                  <a:cubicBezTo>
                    <a:pt x="421005" y="102870"/>
                    <a:pt x="418148" y="102870"/>
                    <a:pt x="416242" y="101918"/>
                  </a:cubicBezTo>
                  <a:cubicBezTo>
                    <a:pt x="413385" y="100965"/>
                    <a:pt x="412432" y="99060"/>
                    <a:pt x="411480" y="97155"/>
                  </a:cubicBezTo>
                  <a:cubicBezTo>
                    <a:pt x="409575" y="92393"/>
                    <a:pt x="410528" y="88583"/>
                    <a:pt x="412432" y="84773"/>
                  </a:cubicBezTo>
                  <a:cubicBezTo>
                    <a:pt x="414338" y="80010"/>
                    <a:pt x="417195" y="77153"/>
                    <a:pt x="421957" y="76200"/>
                  </a:cubicBezTo>
                  <a:cubicBezTo>
                    <a:pt x="425767" y="75248"/>
                    <a:pt x="429578" y="74295"/>
                    <a:pt x="434340" y="75248"/>
                  </a:cubicBezTo>
                  <a:cubicBezTo>
                    <a:pt x="439103" y="75248"/>
                    <a:pt x="443865" y="77153"/>
                    <a:pt x="447675" y="79058"/>
                  </a:cubicBezTo>
                  <a:cubicBezTo>
                    <a:pt x="443865" y="83820"/>
                    <a:pt x="440055" y="89535"/>
                    <a:pt x="436245" y="93345"/>
                  </a:cubicBezTo>
                  <a:close/>
                  <a:moveTo>
                    <a:pt x="115252" y="231458"/>
                  </a:moveTo>
                  <a:lnTo>
                    <a:pt x="140970" y="258127"/>
                  </a:lnTo>
                  <a:cubicBezTo>
                    <a:pt x="140017" y="265748"/>
                    <a:pt x="138113" y="272415"/>
                    <a:pt x="136207" y="278130"/>
                  </a:cubicBezTo>
                  <a:cubicBezTo>
                    <a:pt x="134302" y="283845"/>
                    <a:pt x="131445" y="287655"/>
                    <a:pt x="128588" y="291465"/>
                  </a:cubicBezTo>
                  <a:cubicBezTo>
                    <a:pt x="125730" y="294323"/>
                    <a:pt x="121920" y="296228"/>
                    <a:pt x="118110" y="297180"/>
                  </a:cubicBezTo>
                  <a:cubicBezTo>
                    <a:pt x="114300" y="298133"/>
                    <a:pt x="110490" y="298133"/>
                    <a:pt x="106680" y="297180"/>
                  </a:cubicBezTo>
                  <a:cubicBezTo>
                    <a:pt x="106680" y="297180"/>
                    <a:pt x="105727" y="296228"/>
                    <a:pt x="105727" y="296228"/>
                  </a:cubicBezTo>
                  <a:cubicBezTo>
                    <a:pt x="105727" y="295275"/>
                    <a:pt x="105727" y="295275"/>
                    <a:pt x="105727" y="295275"/>
                  </a:cubicBezTo>
                  <a:cubicBezTo>
                    <a:pt x="110490" y="288608"/>
                    <a:pt x="113348" y="282893"/>
                    <a:pt x="115252" y="277178"/>
                  </a:cubicBezTo>
                  <a:cubicBezTo>
                    <a:pt x="117157" y="271463"/>
                    <a:pt x="116205" y="266700"/>
                    <a:pt x="114300" y="264795"/>
                  </a:cubicBezTo>
                  <a:cubicBezTo>
                    <a:pt x="112395" y="262890"/>
                    <a:pt x="109538" y="260985"/>
                    <a:pt x="104775" y="259080"/>
                  </a:cubicBezTo>
                  <a:cubicBezTo>
                    <a:pt x="100965" y="258127"/>
                    <a:pt x="96202" y="257175"/>
                    <a:pt x="91440" y="256223"/>
                  </a:cubicBezTo>
                  <a:cubicBezTo>
                    <a:pt x="98107" y="246698"/>
                    <a:pt x="106680" y="239077"/>
                    <a:pt x="115252" y="231458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161" name="Google Shape;1161;p10"/>
            <p:cNvSpPr/>
            <p:nvPr/>
          </p:nvSpPr>
          <p:spPr bwMode="auto">
            <a:xfrm>
              <a:off x="5730238" y="2140744"/>
              <a:ext cx="72130" cy="40481"/>
            </a:xfrm>
            <a:custGeom>
              <a:avLst/>
              <a:gdLst/>
              <a:ahLst/>
              <a:cxnLst/>
              <a:rect l="l" t="t" r="r" b="b"/>
              <a:pathLst>
                <a:path w="72130" h="40481" fill="norm" stroke="1" extrusionOk="0">
                  <a:moveTo>
                    <a:pt x="22860" y="17621"/>
                  </a:moveTo>
                  <a:cubicBezTo>
                    <a:pt x="25718" y="16669"/>
                    <a:pt x="29527" y="16669"/>
                    <a:pt x="32385" y="16669"/>
                  </a:cubicBezTo>
                  <a:cubicBezTo>
                    <a:pt x="35243" y="16669"/>
                    <a:pt x="38100" y="17621"/>
                    <a:pt x="40958" y="19526"/>
                  </a:cubicBezTo>
                  <a:lnTo>
                    <a:pt x="69533" y="40481"/>
                  </a:lnTo>
                  <a:cubicBezTo>
                    <a:pt x="75248" y="38576"/>
                    <a:pt x="71438" y="32861"/>
                    <a:pt x="59055" y="22384"/>
                  </a:cubicBezTo>
                  <a:cubicBezTo>
                    <a:pt x="52388" y="16669"/>
                    <a:pt x="48577" y="13811"/>
                    <a:pt x="45720" y="11906"/>
                  </a:cubicBezTo>
                  <a:cubicBezTo>
                    <a:pt x="40005" y="7144"/>
                    <a:pt x="33338" y="3334"/>
                    <a:pt x="25718" y="1429"/>
                  </a:cubicBezTo>
                  <a:cubicBezTo>
                    <a:pt x="19050" y="-476"/>
                    <a:pt x="12383" y="-476"/>
                    <a:pt x="7620" y="1429"/>
                  </a:cubicBezTo>
                  <a:cubicBezTo>
                    <a:pt x="4763" y="2381"/>
                    <a:pt x="1905" y="4286"/>
                    <a:pt x="0" y="5239"/>
                  </a:cubicBezTo>
                  <a:lnTo>
                    <a:pt x="14288" y="21431"/>
                  </a:lnTo>
                  <a:cubicBezTo>
                    <a:pt x="17145" y="20479"/>
                    <a:pt x="20002" y="18574"/>
                    <a:pt x="22860" y="17621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162" name="Google Shape;1162;p10"/>
            <p:cNvSpPr/>
            <p:nvPr/>
          </p:nvSpPr>
          <p:spPr bwMode="auto">
            <a:xfrm>
              <a:off x="6128206" y="2241837"/>
              <a:ext cx="60187" cy="55030"/>
            </a:xfrm>
            <a:custGeom>
              <a:avLst/>
              <a:gdLst/>
              <a:ahLst/>
              <a:cxnLst/>
              <a:rect l="l" t="t" r="r" b="b"/>
              <a:pathLst>
                <a:path w="60187" h="55030" fill="norm" stroke="1" extrusionOk="0">
                  <a:moveTo>
                    <a:pt x="19230" y="17489"/>
                  </a:moveTo>
                  <a:cubicBezTo>
                    <a:pt x="23041" y="15584"/>
                    <a:pt x="27803" y="14631"/>
                    <a:pt x="32566" y="14631"/>
                  </a:cubicBezTo>
                  <a:lnTo>
                    <a:pt x="43996" y="15584"/>
                  </a:lnTo>
                  <a:lnTo>
                    <a:pt x="36375" y="1296"/>
                  </a:lnTo>
                  <a:lnTo>
                    <a:pt x="25898" y="344"/>
                  </a:lnTo>
                  <a:cubicBezTo>
                    <a:pt x="19230" y="-609"/>
                    <a:pt x="13516" y="344"/>
                    <a:pt x="8753" y="4154"/>
                  </a:cubicBezTo>
                  <a:cubicBezTo>
                    <a:pt x="3991" y="7011"/>
                    <a:pt x="1133" y="10821"/>
                    <a:pt x="180" y="16536"/>
                  </a:cubicBezTo>
                  <a:cubicBezTo>
                    <a:pt x="-772" y="25109"/>
                    <a:pt x="2086" y="33681"/>
                    <a:pt x="7800" y="41301"/>
                  </a:cubicBezTo>
                  <a:cubicBezTo>
                    <a:pt x="14468" y="48921"/>
                    <a:pt x="22088" y="53684"/>
                    <a:pt x="30661" y="54636"/>
                  </a:cubicBezTo>
                  <a:cubicBezTo>
                    <a:pt x="36375" y="55589"/>
                    <a:pt x="42091" y="54636"/>
                    <a:pt x="46853" y="53684"/>
                  </a:cubicBezTo>
                  <a:cubicBezTo>
                    <a:pt x="51616" y="52731"/>
                    <a:pt x="56378" y="50826"/>
                    <a:pt x="60188" y="47969"/>
                  </a:cubicBezTo>
                  <a:lnTo>
                    <a:pt x="52568" y="31776"/>
                  </a:lnTo>
                  <a:cubicBezTo>
                    <a:pt x="47805" y="34634"/>
                    <a:pt x="43043" y="37491"/>
                    <a:pt x="37328" y="39396"/>
                  </a:cubicBezTo>
                  <a:cubicBezTo>
                    <a:pt x="31613" y="41301"/>
                    <a:pt x="26850" y="41301"/>
                    <a:pt x="22088" y="41301"/>
                  </a:cubicBezTo>
                  <a:cubicBezTo>
                    <a:pt x="19230" y="41301"/>
                    <a:pt x="16373" y="39396"/>
                    <a:pt x="14468" y="36539"/>
                  </a:cubicBezTo>
                  <a:cubicBezTo>
                    <a:pt x="12563" y="33681"/>
                    <a:pt x="11611" y="30824"/>
                    <a:pt x="11611" y="27014"/>
                  </a:cubicBezTo>
                  <a:cubicBezTo>
                    <a:pt x="12563" y="23204"/>
                    <a:pt x="15421" y="20346"/>
                    <a:pt x="19230" y="17489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163" name="Google Shape;1163;p10"/>
            <p:cNvSpPr/>
            <p:nvPr/>
          </p:nvSpPr>
          <p:spPr bwMode="auto">
            <a:xfrm>
              <a:off x="6304220" y="2196423"/>
              <a:ext cx="62287" cy="78143"/>
            </a:xfrm>
            <a:custGeom>
              <a:avLst/>
              <a:gdLst/>
              <a:ahLst/>
              <a:cxnLst/>
              <a:rect l="l" t="t" r="r" b="b"/>
              <a:pathLst>
                <a:path w="62287" h="78143" fill="norm" stroke="1" extrusionOk="0">
                  <a:moveTo>
                    <a:pt x="23235" y="22899"/>
                  </a:moveTo>
                  <a:cubicBezTo>
                    <a:pt x="27045" y="20041"/>
                    <a:pt x="31808" y="19089"/>
                    <a:pt x="36570" y="20994"/>
                  </a:cubicBezTo>
                  <a:lnTo>
                    <a:pt x="57525" y="26709"/>
                  </a:lnTo>
                  <a:lnTo>
                    <a:pt x="62288" y="9564"/>
                  </a:lnTo>
                  <a:lnTo>
                    <a:pt x="30855" y="991"/>
                  </a:lnTo>
                  <a:cubicBezTo>
                    <a:pt x="24188" y="-914"/>
                    <a:pt x="18473" y="39"/>
                    <a:pt x="12758" y="2896"/>
                  </a:cubicBezTo>
                  <a:cubicBezTo>
                    <a:pt x="7043" y="5754"/>
                    <a:pt x="3233" y="10516"/>
                    <a:pt x="1328" y="16231"/>
                  </a:cubicBezTo>
                  <a:cubicBezTo>
                    <a:pt x="-577" y="23851"/>
                    <a:pt x="-577" y="33376"/>
                    <a:pt x="2280" y="43854"/>
                  </a:cubicBezTo>
                  <a:cubicBezTo>
                    <a:pt x="5138" y="54331"/>
                    <a:pt x="9900" y="65761"/>
                    <a:pt x="16568" y="78144"/>
                  </a:cubicBezTo>
                  <a:lnTo>
                    <a:pt x="24188" y="75286"/>
                  </a:lnTo>
                  <a:cubicBezTo>
                    <a:pt x="20378" y="67666"/>
                    <a:pt x="17520" y="60046"/>
                    <a:pt x="16568" y="52426"/>
                  </a:cubicBezTo>
                  <a:cubicBezTo>
                    <a:pt x="15615" y="44806"/>
                    <a:pt x="15615" y="39091"/>
                    <a:pt x="16568" y="33376"/>
                  </a:cubicBezTo>
                  <a:cubicBezTo>
                    <a:pt x="16568" y="29566"/>
                    <a:pt x="19425" y="25756"/>
                    <a:pt x="23235" y="22899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164" name="Google Shape;1164;p10"/>
            <p:cNvSpPr/>
            <p:nvPr/>
          </p:nvSpPr>
          <p:spPr bwMode="auto">
            <a:xfrm>
              <a:off x="6667143" y="2388355"/>
              <a:ext cx="87538" cy="98620"/>
            </a:xfrm>
            <a:custGeom>
              <a:avLst/>
              <a:gdLst/>
              <a:ahLst/>
              <a:cxnLst/>
              <a:rect l="l" t="t" r="r" b="b"/>
              <a:pathLst>
                <a:path w="87539" h="98620" fill="norm" stroke="1" extrusionOk="0">
                  <a:moveTo>
                    <a:pt x="52745" y="513"/>
                  </a:moveTo>
                  <a:cubicBezTo>
                    <a:pt x="45125" y="2418"/>
                    <a:pt x="41315" y="7180"/>
                    <a:pt x="39410" y="17658"/>
                  </a:cubicBezTo>
                  <a:cubicBezTo>
                    <a:pt x="37505" y="28135"/>
                    <a:pt x="38457" y="40518"/>
                    <a:pt x="43220" y="52900"/>
                  </a:cubicBezTo>
                  <a:cubicBezTo>
                    <a:pt x="34647" y="55758"/>
                    <a:pt x="26075" y="54805"/>
                    <a:pt x="18455" y="51948"/>
                  </a:cubicBezTo>
                  <a:cubicBezTo>
                    <a:pt x="20360" y="49090"/>
                    <a:pt x="20360" y="46233"/>
                    <a:pt x="20360" y="44328"/>
                  </a:cubicBezTo>
                  <a:cubicBezTo>
                    <a:pt x="20360" y="41470"/>
                    <a:pt x="20360" y="39565"/>
                    <a:pt x="19407" y="38613"/>
                  </a:cubicBezTo>
                  <a:cubicBezTo>
                    <a:pt x="17502" y="36708"/>
                    <a:pt x="14645" y="35755"/>
                    <a:pt x="11787" y="35755"/>
                  </a:cubicBezTo>
                  <a:cubicBezTo>
                    <a:pt x="8930" y="36708"/>
                    <a:pt x="5120" y="37660"/>
                    <a:pt x="3215" y="40518"/>
                  </a:cubicBezTo>
                  <a:cubicBezTo>
                    <a:pt x="357" y="43375"/>
                    <a:pt x="-595" y="47185"/>
                    <a:pt x="357" y="51948"/>
                  </a:cubicBezTo>
                  <a:cubicBezTo>
                    <a:pt x="1310" y="56710"/>
                    <a:pt x="4167" y="60520"/>
                    <a:pt x="7977" y="64330"/>
                  </a:cubicBezTo>
                  <a:lnTo>
                    <a:pt x="1310" y="95763"/>
                  </a:lnTo>
                  <a:lnTo>
                    <a:pt x="12740" y="98620"/>
                  </a:lnTo>
                  <a:lnTo>
                    <a:pt x="13692" y="67188"/>
                  </a:lnTo>
                  <a:cubicBezTo>
                    <a:pt x="27027" y="70998"/>
                    <a:pt x="39410" y="71950"/>
                    <a:pt x="50840" y="70045"/>
                  </a:cubicBezTo>
                  <a:cubicBezTo>
                    <a:pt x="62270" y="69093"/>
                    <a:pt x="70842" y="65283"/>
                    <a:pt x="76557" y="58615"/>
                  </a:cubicBezTo>
                  <a:cubicBezTo>
                    <a:pt x="87987" y="46233"/>
                    <a:pt x="93702" y="23373"/>
                    <a:pt x="77510" y="5275"/>
                  </a:cubicBezTo>
                  <a:cubicBezTo>
                    <a:pt x="72747" y="2418"/>
                    <a:pt x="65127" y="-1392"/>
                    <a:pt x="52745" y="513"/>
                  </a:cubicBezTo>
                  <a:close/>
                  <a:moveTo>
                    <a:pt x="70842" y="29088"/>
                  </a:moveTo>
                  <a:cubicBezTo>
                    <a:pt x="69890" y="33850"/>
                    <a:pt x="67985" y="37660"/>
                    <a:pt x="65127" y="41470"/>
                  </a:cubicBezTo>
                  <a:cubicBezTo>
                    <a:pt x="62270" y="44328"/>
                    <a:pt x="59412" y="47185"/>
                    <a:pt x="56555" y="48138"/>
                  </a:cubicBezTo>
                  <a:cubicBezTo>
                    <a:pt x="53697" y="50043"/>
                    <a:pt x="51792" y="50995"/>
                    <a:pt x="49887" y="50995"/>
                  </a:cubicBezTo>
                  <a:cubicBezTo>
                    <a:pt x="47982" y="44328"/>
                    <a:pt x="47982" y="37660"/>
                    <a:pt x="47982" y="32898"/>
                  </a:cubicBezTo>
                  <a:cubicBezTo>
                    <a:pt x="47982" y="27183"/>
                    <a:pt x="49887" y="23373"/>
                    <a:pt x="51792" y="21468"/>
                  </a:cubicBezTo>
                  <a:cubicBezTo>
                    <a:pt x="54650" y="18610"/>
                    <a:pt x="57507" y="16705"/>
                    <a:pt x="60365" y="16705"/>
                  </a:cubicBezTo>
                  <a:cubicBezTo>
                    <a:pt x="63222" y="15753"/>
                    <a:pt x="66080" y="16705"/>
                    <a:pt x="67985" y="18610"/>
                  </a:cubicBezTo>
                  <a:cubicBezTo>
                    <a:pt x="69890" y="21468"/>
                    <a:pt x="70842" y="25278"/>
                    <a:pt x="70842" y="29088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165" name="Google Shape;1165;p10"/>
            <p:cNvSpPr/>
            <p:nvPr/>
          </p:nvSpPr>
          <p:spPr bwMode="auto">
            <a:xfrm>
              <a:off x="6644398" y="2477449"/>
              <a:ext cx="71922" cy="76930"/>
            </a:xfrm>
            <a:custGeom>
              <a:avLst/>
              <a:gdLst/>
              <a:ahLst/>
              <a:cxnLst/>
              <a:rect l="l" t="t" r="r" b="b"/>
              <a:pathLst>
                <a:path w="71922" h="76930" fill="norm" stroke="1" extrusionOk="0">
                  <a:moveTo>
                    <a:pt x="47868" y="60008"/>
                  </a:moveTo>
                  <a:cubicBezTo>
                    <a:pt x="41200" y="59055"/>
                    <a:pt x="36438" y="56198"/>
                    <a:pt x="31675" y="50483"/>
                  </a:cubicBezTo>
                  <a:cubicBezTo>
                    <a:pt x="24055" y="40958"/>
                    <a:pt x="17388" y="32385"/>
                    <a:pt x="13578" y="23813"/>
                  </a:cubicBezTo>
                  <a:cubicBezTo>
                    <a:pt x="9768" y="15240"/>
                    <a:pt x="7863" y="7620"/>
                    <a:pt x="7863" y="952"/>
                  </a:cubicBezTo>
                  <a:lnTo>
                    <a:pt x="243" y="0"/>
                  </a:lnTo>
                  <a:cubicBezTo>
                    <a:pt x="-710" y="10477"/>
                    <a:pt x="1195" y="20955"/>
                    <a:pt x="5005" y="32385"/>
                  </a:cubicBezTo>
                  <a:cubicBezTo>
                    <a:pt x="8815" y="43815"/>
                    <a:pt x="15483" y="54293"/>
                    <a:pt x="23103" y="63818"/>
                  </a:cubicBezTo>
                  <a:cubicBezTo>
                    <a:pt x="28818" y="70485"/>
                    <a:pt x="36438" y="75248"/>
                    <a:pt x="44058" y="76200"/>
                  </a:cubicBezTo>
                  <a:cubicBezTo>
                    <a:pt x="51678" y="78105"/>
                    <a:pt x="58345" y="76200"/>
                    <a:pt x="64060" y="71438"/>
                  </a:cubicBezTo>
                  <a:cubicBezTo>
                    <a:pt x="68823" y="67627"/>
                    <a:pt x="71680" y="60960"/>
                    <a:pt x="71680" y="52388"/>
                  </a:cubicBezTo>
                  <a:cubicBezTo>
                    <a:pt x="72633" y="43815"/>
                    <a:pt x="70728" y="37148"/>
                    <a:pt x="66918" y="32385"/>
                  </a:cubicBezTo>
                  <a:cubicBezTo>
                    <a:pt x="65013" y="29527"/>
                    <a:pt x="62155" y="27623"/>
                    <a:pt x="58345" y="26670"/>
                  </a:cubicBezTo>
                  <a:cubicBezTo>
                    <a:pt x="54535" y="24765"/>
                    <a:pt x="50725" y="23813"/>
                    <a:pt x="45963" y="23813"/>
                  </a:cubicBezTo>
                  <a:lnTo>
                    <a:pt x="45010" y="41910"/>
                  </a:lnTo>
                  <a:cubicBezTo>
                    <a:pt x="48820" y="41910"/>
                    <a:pt x="51678" y="41910"/>
                    <a:pt x="55488" y="42863"/>
                  </a:cubicBezTo>
                  <a:cubicBezTo>
                    <a:pt x="59298" y="43815"/>
                    <a:pt x="61203" y="44768"/>
                    <a:pt x="63108" y="46673"/>
                  </a:cubicBezTo>
                  <a:cubicBezTo>
                    <a:pt x="65013" y="48577"/>
                    <a:pt x="65013" y="49530"/>
                    <a:pt x="65013" y="51435"/>
                  </a:cubicBezTo>
                  <a:cubicBezTo>
                    <a:pt x="65013" y="53340"/>
                    <a:pt x="65013" y="55245"/>
                    <a:pt x="63108" y="56198"/>
                  </a:cubicBezTo>
                  <a:cubicBezTo>
                    <a:pt x="59298" y="60008"/>
                    <a:pt x="54535" y="60960"/>
                    <a:pt x="47868" y="60008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166" name="Google Shape;1166;p10"/>
            <p:cNvSpPr/>
            <p:nvPr/>
          </p:nvSpPr>
          <p:spPr bwMode="auto">
            <a:xfrm>
              <a:off x="5945504" y="2138362"/>
              <a:ext cx="782002" cy="306704"/>
            </a:xfrm>
            <a:custGeom>
              <a:avLst/>
              <a:gdLst/>
              <a:ahLst/>
              <a:cxnLst/>
              <a:rect l="l" t="t" r="r" b="b"/>
              <a:pathLst>
                <a:path w="782002" h="306704" fill="norm" stroke="1" extrusionOk="0">
                  <a:moveTo>
                    <a:pt x="26670" y="97155"/>
                  </a:moveTo>
                  <a:cubicBezTo>
                    <a:pt x="37148" y="103823"/>
                    <a:pt x="46673" y="107632"/>
                    <a:pt x="56198" y="106680"/>
                  </a:cubicBezTo>
                  <a:cubicBezTo>
                    <a:pt x="62865" y="105727"/>
                    <a:pt x="68580" y="102870"/>
                    <a:pt x="73342" y="97155"/>
                  </a:cubicBezTo>
                  <a:cubicBezTo>
                    <a:pt x="78105" y="91440"/>
                    <a:pt x="80010" y="84773"/>
                    <a:pt x="79058" y="77152"/>
                  </a:cubicBezTo>
                  <a:cubicBezTo>
                    <a:pt x="79058" y="74295"/>
                    <a:pt x="78105" y="71438"/>
                    <a:pt x="77153" y="68580"/>
                  </a:cubicBezTo>
                  <a:cubicBezTo>
                    <a:pt x="76200" y="65723"/>
                    <a:pt x="74295" y="63818"/>
                    <a:pt x="72390" y="60960"/>
                  </a:cubicBezTo>
                  <a:cubicBezTo>
                    <a:pt x="77153" y="63818"/>
                    <a:pt x="80963" y="65723"/>
                    <a:pt x="84773" y="67627"/>
                  </a:cubicBezTo>
                  <a:cubicBezTo>
                    <a:pt x="88583" y="69532"/>
                    <a:pt x="92392" y="69532"/>
                    <a:pt x="96203" y="69532"/>
                  </a:cubicBezTo>
                  <a:cubicBezTo>
                    <a:pt x="100013" y="68580"/>
                    <a:pt x="102870" y="67627"/>
                    <a:pt x="104775" y="66675"/>
                  </a:cubicBezTo>
                  <a:lnTo>
                    <a:pt x="107633" y="98107"/>
                  </a:lnTo>
                  <a:lnTo>
                    <a:pt x="128588" y="107632"/>
                  </a:lnTo>
                  <a:lnTo>
                    <a:pt x="120015" y="15240"/>
                  </a:lnTo>
                  <a:cubicBezTo>
                    <a:pt x="132398" y="14288"/>
                    <a:pt x="143828" y="14288"/>
                    <a:pt x="156210" y="14288"/>
                  </a:cubicBezTo>
                  <a:cubicBezTo>
                    <a:pt x="158115" y="14288"/>
                    <a:pt x="160020" y="14288"/>
                    <a:pt x="161925" y="14288"/>
                  </a:cubicBezTo>
                  <a:lnTo>
                    <a:pt x="160020" y="51435"/>
                  </a:lnTo>
                  <a:lnTo>
                    <a:pt x="153353" y="51435"/>
                  </a:lnTo>
                  <a:cubicBezTo>
                    <a:pt x="151448" y="51435"/>
                    <a:pt x="150495" y="51435"/>
                    <a:pt x="149542" y="53340"/>
                  </a:cubicBezTo>
                  <a:cubicBezTo>
                    <a:pt x="148590" y="54293"/>
                    <a:pt x="147638" y="55245"/>
                    <a:pt x="147638" y="57150"/>
                  </a:cubicBezTo>
                  <a:cubicBezTo>
                    <a:pt x="147638" y="60960"/>
                    <a:pt x="151448" y="66675"/>
                    <a:pt x="158115" y="74295"/>
                  </a:cubicBezTo>
                  <a:cubicBezTo>
                    <a:pt x="165735" y="81915"/>
                    <a:pt x="170498" y="86677"/>
                    <a:pt x="174308" y="86677"/>
                  </a:cubicBezTo>
                  <a:cubicBezTo>
                    <a:pt x="175260" y="86677"/>
                    <a:pt x="176213" y="85725"/>
                    <a:pt x="177165" y="84773"/>
                  </a:cubicBezTo>
                  <a:cubicBezTo>
                    <a:pt x="178117" y="82868"/>
                    <a:pt x="179070" y="81915"/>
                    <a:pt x="179070" y="80010"/>
                  </a:cubicBezTo>
                  <a:lnTo>
                    <a:pt x="179070" y="71438"/>
                  </a:lnTo>
                  <a:lnTo>
                    <a:pt x="212408" y="73343"/>
                  </a:lnTo>
                  <a:lnTo>
                    <a:pt x="211455" y="98107"/>
                  </a:lnTo>
                  <a:lnTo>
                    <a:pt x="231458" y="112395"/>
                  </a:lnTo>
                  <a:lnTo>
                    <a:pt x="236220" y="19050"/>
                  </a:lnTo>
                  <a:cubicBezTo>
                    <a:pt x="264795" y="21907"/>
                    <a:pt x="292417" y="25718"/>
                    <a:pt x="320040" y="30480"/>
                  </a:cubicBezTo>
                  <a:lnTo>
                    <a:pt x="317183" y="45720"/>
                  </a:lnTo>
                  <a:lnTo>
                    <a:pt x="288608" y="40957"/>
                  </a:lnTo>
                  <a:cubicBezTo>
                    <a:pt x="281940" y="40005"/>
                    <a:pt x="275273" y="40957"/>
                    <a:pt x="269558" y="44768"/>
                  </a:cubicBezTo>
                  <a:cubicBezTo>
                    <a:pt x="263842" y="48577"/>
                    <a:pt x="260985" y="53340"/>
                    <a:pt x="260033" y="59055"/>
                  </a:cubicBezTo>
                  <a:cubicBezTo>
                    <a:pt x="258128" y="67627"/>
                    <a:pt x="259080" y="77152"/>
                    <a:pt x="262890" y="87630"/>
                  </a:cubicBezTo>
                  <a:cubicBezTo>
                    <a:pt x="265748" y="98107"/>
                    <a:pt x="271463" y="108585"/>
                    <a:pt x="278130" y="119063"/>
                  </a:cubicBezTo>
                  <a:lnTo>
                    <a:pt x="285750" y="116205"/>
                  </a:lnTo>
                  <a:cubicBezTo>
                    <a:pt x="280988" y="109538"/>
                    <a:pt x="277178" y="102870"/>
                    <a:pt x="275273" y="96202"/>
                  </a:cubicBezTo>
                  <a:cubicBezTo>
                    <a:pt x="273367" y="88582"/>
                    <a:pt x="273367" y="81915"/>
                    <a:pt x="274320" y="75248"/>
                  </a:cubicBezTo>
                  <a:cubicBezTo>
                    <a:pt x="275273" y="70485"/>
                    <a:pt x="277178" y="66675"/>
                    <a:pt x="281940" y="63818"/>
                  </a:cubicBezTo>
                  <a:cubicBezTo>
                    <a:pt x="285750" y="60960"/>
                    <a:pt x="290513" y="60007"/>
                    <a:pt x="295275" y="60960"/>
                  </a:cubicBezTo>
                  <a:lnTo>
                    <a:pt x="315278" y="64770"/>
                  </a:lnTo>
                  <a:lnTo>
                    <a:pt x="307658" y="111443"/>
                  </a:lnTo>
                  <a:lnTo>
                    <a:pt x="325755" y="128588"/>
                  </a:lnTo>
                  <a:lnTo>
                    <a:pt x="340995" y="36195"/>
                  </a:lnTo>
                  <a:cubicBezTo>
                    <a:pt x="393383" y="46673"/>
                    <a:pt x="444817" y="61913"/>
                    <a:pt x="494348" y="81915"/>
                  </a:cubicBezTo>
                  <a:lnTo>
                    <a:pt x="483870" y="109538"/>
                  </a:lnTo>
                  <a:cubicBezTo>
                    <a:pt x="481013" y="101918"/>
                    <a:pt x="477203" y="95250"/>
                    <a:pt x="472440" y="89535"/>
                  </a:cubicBezTo>
                  <a:cubicBezTo>
                    <a:pt x="467678" y="83820"/>
                    <a:pt x="461963" y="80010"/>
                    <a:pt x="457200" y="78105"/>
                  </a:cubicBezTo>
                  <a:cubicBezTo>
                    <a:pt x="448628" y="75248"/>
                    <a:pt x="441008" y="74295"/>
                    <a:pt x="433388" y="77152"/>
                  </a:cubicBezTo>
                  <a:cubicBezTo>
                    <a:pt x="425767" y="80010"/>
                    <a:pt x="421005" y="84773"/>
                    <a:pt x="418148" y="91440"/>
                  </a:cubicBezTo>
                  <a:cubicBezTo>
                    <a:pt x="415290" y="100013"/>
                    <a:pt x="416242" y="109538"/>
                    <a:pt x="421958" y="120968"/>
                  </a:cubicBezTo>
                  <a:cubicBezTo>
                    <a:pt x="427673" y="132398"/>
                    <a:pt x="434340" y="140018"/>
                    <a:pt x="441960" y="142875"/>
                  </a:cubicBezTo>
                  <a:cubicBezTo>
                    <a:pt x="446723" y="144780"/>
                    <a:pt x="451485" y="144780"/>
                    <a:pt x="456248" y="144780"/>
                  </a:cubicBezTo>
                  <a:cubicBezTo>
                    <a:pt x="461010" y="144780"/>
                    <a:pt x="466725" y="142875"/>
                    <a:pt x="471488" y="140970"/>
                  </a:cubicBezTo>
                  <a:lnTo>
                    <a:pt x="464820" y="158115"/>
                  </a:lnTo>
                  <a:lnTo>
                    <a:pt x="479108" y="178118"/>
                  </a:lnTo>
                  <a:lnTo>
                    <a:pt x="511492" y="90488"/>
                  </a:lnTo>
                  <a:cubicBezTo>
                    <a:pt x="523875" y="96202"/>
                    <a:pt x="537210" y="101918"/>
                    <a:pt x="549593" y="107632"/>
                  </a:cubicBezTo>
                  <a:lnTo>
                    <a:pt x="532448" y="140970"/>
                  </a:lnTo>
                  <a:lnTo>
                    <a:pt x="526733" y="138113"/>
                  </a:lnTo>
                  <a:cubicBezTo>
                    <a:pt x="524828" y="137160"/>
                    <a:pt x="523875" y="137160"/>
                    <a:pt x="522923" y="138113"/>
                  </a:cubicBezTo>
                  <a:cubicBezTo>
                    <a:pt x="521017" y="138113"/>
                    <a:pt x="520065" y="139065"/>
                    <a:pt x="519113" y="140970"/>
                  </a:cubicBezTo>
                  <a:cubicBezTo>
                    <a:pt x="517208" y="143827"/>
                    <a:pt x="518160" y="150495"/>
                    <a:pt x="521970" y="160973"/>
                  </a:cubicBezTo>
                  <a:cubicBezTo>
                    <a:pt x="524828" y="171450"/>
                    <a:pt x="528638" y="177165"/>
                    <a:pt x="531495" y="179070"/>
                  </a:cubicBezTo>
                  <a:cubicBezTo>
                    <a:pt x="532448" y="180023"/>
                    <a:pt x="533400" y="180023"/>
                    <a:pt x="535305" y="179070"/>
                  </a:cubicBezTo>
                  <a:cubicBezTo>
                    <a:pt x="537210" y="178118"/>
                    <a:pt x="538163" y="177165"/>
                    <a:pt x="539115" y="175260"/>
                  </a:cubicBezTo>
                  <a:lnTo>
                    <a:pt x="542925" y="167640"/>
                  </a:lnTo>
                  <a:lnTo>
                    <a:pt x="572453" y="183833"/>
                  </a:lnTo>
                  <a:lnTo>
                    <a:pt x="561023" y="205740"/>
                  </a:lnTo>
                  <a:lnTo>
                    <a:pt x="572453" y="226695"/>
                  </a:lnTo>
                  <a:lnTo>
                    <a:pt x="616268" y="143827"/>
                  </a:lnTo>
                  <a:cubicBezTo>
                    <a:pt x="626745" y="150495"/>
                    <a:pt x="638175" y="156210"/>
                    <a:pt x="648653" y="162877"/>
                  </a:cubicBezTo>
                  <a:lnTo>
                    <a:pt x="604838" y="230505"/>
                  </a:lnTo>
                  <a:lnTo>
                    <a:pt x="614363" y="253365"/>
                  </a:lnTo>
                  <a:lnTo>
                    <a:pt x="665798" y="174308"/>
                  </a:lnTo>
                  <a:cubicBezTo>
                    <a:pt x="687705" y="189548"/>
                    <a:pt x="709613" y="204788"/>
                    <a:pt x="729615" y="221933"/>
                  </a:cubicBezTo>
                  <a:lnTo>
                    <a:pt x="711518" y="244793"/>
                  </a:lnTo>
                  <a:lnTo>
                    <a:pt x="676275" y="217170"/>
                  </a:lnTo>
                  <a:cubicBezTo>
                    <a:pt x="674370" y="215265"/>
                    <a:pt x="672465" y="215265"/>
                    <a:pt x="669608" y="215265"/>
                  </a:cubicBezTo>
                  <a:cubicBezTo>
                    <a:pt x="666750" y="215265"/>
                    <a:pt x="664845" y="216218"/>
                    <a:pt x="663893" y="218123"/>
                  </a:cubicBezTo>
                  <a:cubicBezTo>
                    <a:pt x="660083" y="222885"/>
                    <a:pt x="658178" y="228600"/>
                    <a:pt x="658178" y="236220"/>
                  </a:cubicBezTo>
                  <a:cubicBezTo>
                    <a:pt x="658178" y="243840"/>
                    <a:pt x="660083" y="249555"/>
                    <a:pt x="662940" y="251460"/>
                  </a:cubicBezTo>
                  <a:cubicBezTo>
                    <a:pt x="663893" y="252413"/>
                    <a:pt x="664845" y="252413"/>
                    <a:pt x="665798" y="252413"/>
                  </a:cubicBezTo>
                  <a:cubicBezTo>
                    <a:pt x="666750" y="252413"/>
                    <a:pt x="667703" y="252413"/>
                    <a:pt x="668655" y="250508"/>
                  </a:cubicBezTo>
                  <a:lnTo>
                    <a:pt x="673418" y="243840"/>
                  </a:lnTo>
                  <a:cubicBezTo>
                    <a:pt x="674370" y="242888"/>
                    <a:pt x="675323" y="241935"/>
                    <a:pt x="677228" y="241935"/>
                  </a:cubicBezTo>
                  <a:cubicBezTo>
                    <a:pt x="678180" y="240983"/>
                    <a:pt x="680085" y="241935"/>
                    <a:pt x="681038" y="241935"/>
                  </a:cubicBezTo>
                  <a:lnTo>
                    <a:pt x="700088" y="257175"/>
                  </a:lnTo>
                  <a:lnTo>
                    <a:pt x="678180" y="285750"/>
                  </a:lnTo>
                  <a:lnTo>
                    <a:pt x="686753" y="306705"/>
                  </a:lnTo>
                  <a:lnTo>
                    <a:pt x="743903" y="233363"/>
                  </a:lnTo>
                  <a:cubicBezTo>
                    <a:pt x="752475" y="240030"/>
                    <a:pt x="761048" y="247650"/>
                    <a:pt x="768668" y="255270"/>
                  </a:cubicBezTo>
                  <a:lnTo>
                    <a:pt x="782003" y="240983"/>
                  </a:lnTo>
                  <a:cubicBezTo>
                    <a:pt x="616268" y="91440"/>
                    <a:pt x="396240" y="0"/>
                    <a:pt x="155258" y="0"/>
                  </a:cubicBezTo>
                  <a:cubicBezTo>
                    <a:pt x="127635" y="0"/>
                    <a:pt x="100013" y="952"/>
                    <a:pt x="72390" y="3810"/>
                  </a:cubicBezTo>
                  <a:lnTo>
                    <a:pt x="84773" y="22860"/>
                  </a:lnTo>
                  <a:cubicBezTo>
                    <a:pt x="89535" y="22860"/>
                    <a:pt x="93345" y="21907"/>
                    <a:pt x="98108" y="21907"/>
                  </a:cubicBezTo>
                  <a:lnTo>
                    <a:pt x="100965" y="48577"/>
                  </a:lnTo>
                  <a:cubicBezTo>
                    <a:pt x="99060" y="51435"/>
                    <a:pt x="97155" y="53340"/>
                    <a:pt x="94298" y="55245"/>
                  </a:cubicBezTo>
                  <a:cubicBezTo>
                    <a:pt x="91440" y="57150"/>
                    <a:pt x="88583" y="58102"/>
                    <a:pt x="85725" y="58102"/>
                  </a:cubicBezTo>
                  <a:cubicBezTo>
                    <a:pt x="80010" y="59055"/>
                    <a:pt x="75248" y="59055"/>
                    <a:pt x="72390" y="58102"/>
                  </a:cubicBezTo>
                  <a:cubicBezTo>
                    <a:pt x="68580" y="58102"/>
                    <a:pt x="65723" y="57150"/>
                    <a:pt x="64770" y="56198"/>
                  </a:cubicBezTo>
                  <a:cubicBezTo>
                    <a:pt x="67628" y="53340"/>
                    <a:pt x="69533" y="50482"/>
                    <a:pt x="71438" y="46673"/>
                  </a:cubicBezTo>
                  <a:cubicBezTo>
                    <a:pt x="73342" y="42863"/>
                    <a:pt x="73342" y="39052"/>
                    <a:pt x="73342" y="36195"/>
                  </a:cubicBezTo>
                  <a:cubicBezTo>
                    <a:pt x="72390" y="28575"/>
                    <a:pt x="67628" y="22860"/>
                    <a:pt x="59055" y="16193"/>
                  </a:cubicBezTo>
                  <a:cubicBezTo>
                    <a:pt x="50483" y="10477"/>
                    <a:pt x="40958" y="7620"/>
                    <a:pt x="32385" y="8573"/>
                  </a:cubicBezTo>
                  <a:cubicBezTo>
                    <a:pt x="27623" y="8573"/>
                    <a:pt x="23813" y="10477"/>
                    <a:pt x="19050" y="13335"/>
                  </a:cubicBezTo>
                  <a:cubicBezTo>
                    <a:pt x="14288" y="15240"/>
                    <a:pt x="10478" y="19050"/>
                    <a:pt x="6667" y="22860"/>
                  </a:cubicBezTo>
                  <a:lnTo>
                    <a:pt x="18098" y="36195"/>
                  </a:lnTo>
                  <a:cubicBezTo>
                    <a:pt x="21908" y="32385"/>
                    <a:pt x="26670" y="28575"/>
                    <a:pt x="31433" y="25718"/>
                  </a:cubicBezTo>
                  <a:cubicBezTo>
                    <a:pt x="36195" y="22860"/>
                    <a:pt x="40958" y="21907"/>
                    <a:pt x="44767" y="20955"/>
                  </a:cubicBezTo>
                  <a:cubicBezTo>
                    <a:pt x="48578" y="20955"/>
                    <a:pt x="51435" y="20955"/>
                    <a:pt x="54292" y="22860"/>
                  </a:cubicBezTo>
                  <a:cubicBezTo>
                    <a:pt x="57150" y="24765"/>
                    <a:pt x="59055" y="27623"/>
                    <a:pt x="59055" y="30480"/>
                  </a:cubicBezTo>
                  <a:cubicBezTo>
                    <a:pt x="59055" y="35243"/>
                    <a:pt x="59055" y="40005"/>
                    <a:pt x="57150" y="43815"/>
                  </a:cubicBezTo>
                  <a:cubicBezTo>
                    <a:pt x="56198" y="47625"/>
                    <a:pt x="53340" y="49530"/>
                    <a:pt x="48578" y="50482"/>
                  </a:cubicBezTo>
                  <a:cubicBezTo>
                    <a:pt x="45720" y="49530"/>
                    <a:pt x="42863" y="50482"/>
                    <a:pt x="39053" y="50482"/>
                  </a:cubicBezTo>
                  <a:cubicBezTo>
                    <a:pt x="35242" y="51435"/>
                    <a:pt x="31433" y="53340"/>
                    <a:pt x="27623" y="55245"/>
                  </a:cubicBezTo>
                  <a:lnTo>
                    <a:pt x="37148" y="71438"/>
                  </a:lnTo>
                  <a:cubicBezTo>
                    <a:pt x="44767" y="69532"/>
                    <a:pt x="51435" y="66675"/>
                    <a:pt x="59055" y="60960"/>
                  </a:cubicBezTo>
                  <a:cubicBezTo>
                    <a:pt x="60960" y="61913"/>
                    <a:pt x="61913" y="63818"/>
                    <a:pt x="62865" y="65723"/>
                  </a:cubicBezTo>
                  <a:cubicBezTo>
                    <a:pt x="63817" y="66675"/>
                    <a:pt x="64770" y="69532"/>
                    <a:pt x="64770" y="71438"/>
                  </a:cubicBezTo>
                  <a:cubicBezTo>
                    <a:pt x="65723" y="77152"/>
                    <a:pt x="63817" y="81915"/>
                    <a:pt x="60960" y="86677"/>
                  </a:cubicBezTo>
                  <a:cubicBezTo>
                    <a:pt x="57150" y="91440"/>
                    <a:pt x="52388" y="93345"/>
                    <a:pt x="46673" y="94298"/>
                  </a:cubicBezTo>
                  <a:cubicBezTo>
                    <a:pt x="40005" y="95250"/>
                    <a:pt x="32385" y="93345"/>
                    <a:pt x="25717" y="88582"/>
                  </a:cubicBezTo>
                  <a:cubicBezTo>
                    <a:pt x="18098" y="83820"/>
                    <a:pt x="12383" y="77152"/>
                    <a:pt x="6667" y="68580"/>
                  </a:cubicBezTo>
                  <a:lnTo>
                    <a:pt x="0" y="73343"/>
                  </a:lnTo>
                  <a:cubicBezTo>
                    <a:pt x="7620" y="80010"/>
                    <a:pt x="16192" y="89535"/>
                    <a:pt x="26670" y="97155"/>
                  </a:cubicBezTo>
                  <a:close/>
                  <a:moveTo>
                    <a:pt x="457200" y="121920"/>
                  </a:moveTo>
                  <a:cubicBezTo>
                    <a:pt x="449580" y="122873"/>
                    <a:pt x="443865" y="121920"/>
                    <a:pt x="438150" y="120015"/>
                  </a:cubicBezTo>
                  <a:cubicBezTo>
                    <a:pt x="434340" y="118110"/>
                    <a:pt x="431483" y="116205"/>
                    <a:pt x="428625" y="112395"/>
                  </a:cubicBezTo>
                  <a:cubicBezTo>
                    <a:pt x="426720" y="108585"/>
                    <a:pt x="426720" y="105727"/>
                    <a:pt x="427673" y="102870"/>
                  </a:cubicBezTo>
                  <a:cubicBezTo>
                    <a:pt x="429578" y="98107"/>
                    <a:pt x="433388" y="95250"/>
                    <a:pt x="441008" y="93345"/>
                  </a:cubicBezTo>
                  <a:cubicBezTo>
                    <a:pt x="448628" y="91440"/>
                    <a:pt x="456248" y="92393"/>
                    <a:pt x="462915" y="94298"/>
                  </a:cubicBezTo>
                  <a:cubicBezTo>
                    <a:pt x="466725" y="95250"/>
                    <a:pt x="469583" y="98107"/>
                    <a:pt x="472440" y="101918"/>
                  </a:cubicBezTo>
                  <a:cubicBezTo>
                    <a:pt x="475298" y="105727"/>
                    <a:pt x="478155" y="110490"/>
                    <a:pt x="480060" y="115252"/>
                  </a:cubicBezTo>
                  <a:cubicBezTo>
                    <a:pt x="472440" y="118110"/>
                    <a:pt x="464820" y="120968"/>
                    <a:pt x="457200" y="121920"/>
                  </a:cubicBezTo>
                  <a:close/>
                  <a:moveTo>
                    <a:pt x="567690" y="110490"/>
                  </a:moveTo>
                  <a:cubicBezTo>
                    <a:pt x="578168" y="115252"/>
                    <a:pt x="587693" y="120968"/>
                    <a:pt x="597218" y="126682"/>
                  </a:cubicBezTo>
                  <a:lnTo>
                    <a:pt x="579120" y="160020"/>
                  </a:lnTo>
                  <a:lnTo>
                    <a:pt x="549593" y="143827"/>
                  </a:lnTo>
                  <a:lnTo>
                    <a:pt x="567690" y="110490"/>
                  </a:lnTo>
                  <a:close/>
                  <a:moveTo>
                    <a:pt x="181928" y="13335"/>
                  </a:moveTo>
                  <a:cubicBezTo>
                    <a:pt x="193358" y="13335"/>
                    <a:pt x="204788" y="14288"/>
                    <a:pt x="215265" y="15240"/>
                  </a:cubicBezTo>
                  <a:lnTo>
                    <a:pt x="213360" y="53340"/>
                  </a:lnTo>
                  <a:lnTo>
                    <a:pt x="180023" y="51435"/>
                  </a:lnTo>
                  <a:lnTo>
                    <a:pt x="181928" y="13335"/>
                  </a:ln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167" name="Google Shape;1167;p10"/>
            <p:cNvSpPr/>
            <p:nvPr/>
          </p:nvSpPr>
          <p:spPr bwMode="auto">
            <a:xfrm>
              <a:off x="6714169" y="2412683"/>
              <a:ext cx="92392" cy="111442"/>
            </a:xfrm>
            <a:custGeom>
              <a:avLst/>
              <a:gdLst/>
              <a:ahLst/>
              <a:cxnLst/>
              <a:rect l="l" t="t" r="r" b="b"/>
              <a:pathLst>
                <a:path w="92392" h="111442" fill="norm" stroke="1" extrusionOk="0">
                  <a:moveTo>
                    <a:pt x="0" y="89535"/>
                  </a:moveTo>
                  <a:lnTo>
                    <a:pt x="6668" y="111442"/>
                  </a:lnTo>
                  <a:lnTo>
                    <a:pt x="72390" y="46672"/>
                  </a:lnTo>
                  <a:cubicBezTo>
                    <a:pt x="77153" y="52388"/>
                    <a:pt x="81915" y="58102"/>
                    <a:pt x="86678" y="62865"/>
                  </a:cubicBezTo>
                  <a:lnTo>
                    <a:pt x="92393" y="39052"/>
                  </a:lnTo>
                  <a:cubicBezTo>
                    <a:pt x="80963" y="25717"/>
                    <a:pt x="68580" y="12382"/>
                    <a:pt x="56198" y="0"/>
                  </a:cubicBezTo>
                  <a:lnTo>
                    <a:pt x="41910" y="14288"/>
                  </a:lnTo>
                  <a:cubicBezTo>
                    <a:pt x="47625" y="20002"/>
                    <a:pt x="52388" y="25717"/>
                    <a:pt x="58103" y="31432"/>
                  </a:cubicBezTo>
                  <a:lnTo>
                    <a:pt x="0" y="89535"/>
                  </a:ln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168" name="Google Shape;1168;p10"/>
            <p:cNvSpPr/>
            <p:nvPr/>
          </p:nvSpPr>
          <p:spPr bwMode="auto">
            <a:xfrm>
              <a:off x="6755132" y="2518406"/>
              <a:ext cx="25717" cy="25717"/>
            </a:xfrm>
            <a:custGeom>
              <a:avLst/>
              <a:gdLst/>
              <a:ahLst/>
              <a:cxnLst/>
              <a:rect l="l" t="t" r="r" b="b"/>
              <a:pathLst>
                <a:path w="25717" h="25717" fill="norm" stroke="1" extrusionOk="0">
                  <a:moveTo>
                    <a:pt x="0" y="0"/>
                  </a:moveTo>
                  <a:lnTo>
                    <a:pt x="25717" y="0"/>
                  </a:lnTo>
                  <a:lnTo>
                    <a:pt x="25717" y="25717"/>
                  </a:lnTo>
                  <a:lnTo>
                    <a:pt x="0" y="25717"/>
                  </a:ln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169" name="Google Shape;1169;p10"/>
            <p:cNvSpPr/>
            <p:nvPr/>
          </p:nvSpPr>
          <p:spPr bwMode="auto">
            <a:xfrm>
              <a:off x="6782749" y="2489835"/>
              <a:ext cx="25717" cy="25717"/>
            </a:xfrm>
            <a:custGeom>
              <a:avLst/>
              <a:gdLst/>
              <a:ahLst/>
              <a:cxnLst/>
              <a:rect l="l" t="t" r="r" b="b"/>
              <a:pathLst>
                <a:path w="25717" h="25717" fill="norm" stroke="1" extrusionOk="0">
                  <a:moveTo>
                    <a:pt x="0" y="0"/>
                  </a:moveTo>
                  <a:lnTo>
                    <a:pt x="25718" y="0"/>
                  </a:lnTo>
                  <a:lnTo>
                    <a:pt x="25718" y="25717"/>
                  </a:lnTo>
                  <a:lnTo>
                    <a:pt x="0" y="25717"/>
                  </a:ln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grpSp>
          <p:nvGrpSpPr>
            <p:cNvPr id="1170" name="Google Shape;1170;p10"/>
            <p:cNvGrpSpPr/>
            <p:nvPr/>
          </p:nvGrpSpPr>
          <p:grpSpPr bwMode="auto">
            <a:xfrm>
              <a:off x="4819650" y="4612031"/>
              <a:ext cx="2558414" cy="385762"/>
              <a:chOff x="4819650" y="4612005"/>
              <a:chExt cx="2558414" cy="385762"/>
            </a:xfrm>
          </p:grpSpPr>
          <p:sp>
            <p:nvSpPr>
              <p:cNvPr id="1171" name="Google Shape;1171;p10"/>
              <p:cNvSpPr/>
              <p:nvPr/>
            </p:nvSpPr>
            <p:spPr bwMode="auto">
              <a:xfrm>
                <a:off x="4819650" y="4699634"/>
                <a:ext cx="1013460" cy="262890"/>
              </a:xfrm>
              <a:custGeom>
                <a:avLst/>
                <a:gdLst/>
                <a:ahLst/>
                <a:cxnLst/>
                <a:rect l="l" t="t" r="r" b="b"/>
                <a:pathLst>
                  <a:path w="1013460" h="262890" fill="norm" stroke="1" extrusionOk="0">
                    <a:moveTo>
                      <a:pt x="942975" y="182880"/>
                    </a:moveTo>
                    <a:lnTo>
                      <a:pt x="978218" y="201930"/>
                    </a:lnTo>
                    <a:lnTo>
                      <a:pt x="978218" y="38100"/>
                    </a:lnTo>
                    <a:lnTo>
                      <a:pt x="1013460" y="38100"/>
                    </a:lnTo>
                    <a:lnTo>
                      <a:pt x="996315" y="6668"/>
                    </a:lnTo>
                    <a:lnTo>
                      <a:pt x="827723" y="6668"/>
                    </a:lnTo>
                    <a:lnTo>
                      <a:pt x="819150" y="6668"/>
                    </a:lnTo>
                    <a:lnTo>
                      <a:pt x="731520" y="6668"/>
                    </a:lnTo>
                    <a:lnTo>
                      <a:pt x="723900" y="6668"/>
                    </a:lnTo>
                    <a:lnTo>
                      <a:pt x="537210" y="6668"/>
                    </a:lnTo>
                    <a:lnTo>
                      <a:pt x="529590" y="6668"/>
                    </a:lnTo>
                    <a:lnTo>
                      <a:pt x="441960" y="6668"/>
                    </a:lnTo>
                    <a:lnTo>
                      <a:pt x="434340" y="6668"/>
                    </a:lnTo>
                    <a:lnTo>
                      <a:pt x="202883" y="6668"/>
                    </a:lnTo>
                    <a:lnTo>
                      <a:pt x="195263" y="6668"/>
                    </a:lnTo>
                    <a:lnTo>
                      <a:pt x="122873" y="6668"/>
                    </a:lnTo>
                    <a:lnTo>
                      <a:pt x="141923" y="38100"/>
                    </a:lnTo>
                    <a:lnTo>
                      <a:pt x="149543" y="38100"/>
                    </a:lnTo>
                    <a:lnTo>
                      <a:pt x="149543" y="110490"/>
                    </a:lnTo>
                    <a:lnTo>
                      <a:pt x="110490" y="93345"/>
                    </a:lnTo>
                    <a:cubicBezTo>
                      <a:pt x="114300" y="89535"/>
                      <a:pt x="117157" y="84772"/>
                      <a:pt x="119063" y="79058"/>
                    </a:cubicBezTo>
                    <a:cubicBezTo>
                      <a:pt x="120968" y="73343"/>
                      <a:pt x="121920" y="67628"/>
                      <a:pt x="121920" y="61913"/>
                    </a:cubicBezTo>
                    <a:cubicBezTo>
                      <a:pt x="121920" y="48578"/>
                      <a:pt x="115253" y="34290"/>
                      <a:pt x="102870" y="20955"/>
                    </a:cubicBezTo>
                    <a:cubicBezTo>
                      <a:pt x="89535" y="6668"/>
                      <a:pt x="76200" y="0"/>
                      <a:pt x="63818" y="0"/>
                    </a:cubicBezTo>
                    <a:cubicBezTo>
                      <a:pt x="51435" y="0"/>
                      <a:pt x="40958" y="3810"/>
                      <a:pt x="31433" y="11430"/>
                    </a:cubicBezTo>
                    <a:cubicBezTo>
                      <a:pt x="22860" y="19050"/>
                      <a:pt x="19050" y="28575"/>
                      <a:pt x="19050" y="39053"/>
                    </a:cubicBezTo>
                    <a:cubicBezTo>
                      <a:pt x="19050" y="47625"/>
                      <a:pt x="22860" y="57150"/>
                      <a:pt x="31433" y="66675"/>
                    </a:cubicBezTo>
                    <a:cubicBezTo>
                      <a:pt x="39053" y="75247"/>
                      <a:pt x="50482" y="82868"/>
                      <a:pt x="63818" y="90488"/>
                    </a:cubicBezTo>
                    <a:cubicBezTo>
                      <a:pt x="51435" y="99060"/>
                      <a:pt x="29528" y="110490"/>
                      <a:pt x="0" y="123825"/>
                    </a:cubicBezTo>
                    <a:lnTo>
                      <a:pt x="27622" y="147638"/>
                    </a:lnTo>
                    <a:cubicBezTo>
                      <a:pt x="60960" y="131445"/>
                      <a:pt x="84773" y="117158"/>
                      <a:pt x="100013" y="104775"/>
                    </a:cubicBezTo>
                    <a:lnTo>
                      <a:pt x="131445" y="120015"/>
                    </a:lnTo>
                    <a:lnTo>
                      <a:pt x="40005" y="176213"/>
                    </a:lnTo>
                    <a:lnTo>
                      <a:pt x="65723" y="197168"/>
                    </a:lnTo>
                    <a:lnTo>
                      <a:pt x="151448" y="139065"/>
                    </a:lnTo>
                    <a:lnTo>
                      <a:pt x="151448" y="183833"/>
                    </a:lnTo>
                    <a:lnTo>
                      <a:pt x="186690" y="202883"/>
                    </a:lnTo>
                    <a:lnTo>
                      <a:pt x="186690" y="39053"/>
                    </a:lnTo>
                    <a:lnTo>
                      <a:pt x="214313" y="39053"/>
                    </a:lnTo>
                    <a:lnTo>
                      <a:pt x="221933" y="39053"/>
                    </a:lnTo>
                    <a:lnTo>
                      <a:pt x="395288" y="39053"/>
                    </a:lnTo>
                    <a:lnTo>
                      <a:pt x="395288" y="66675"/>
                    </a:lnTo>
                    <a:lnTo>
                      <a:pt x="354330" y="66675"/>
                    </a:lnTo>
                    <a:cubicBezTo>
                      <a:pt x="340043" y="66675"/>
                      <a:pt x="327660" y="71438"/>
                      <a:pt x="318135" y="81915"/>
                    </a:cubicBezTo>
                    <a:cubicBezTo>
                      <a:pt x="308610" y="92393"/>
                      <a:pt x="302895" y="103822"/>
                      <a:pt x="302895" y="118110"/>
                    </a:cubicBezTo>
                    <a:cubicBezTo>
                      <a:pt x="302895" y="134303"/>
                      <a:pt x="311468" y="152400"/>
                      <a:pt x="329565" y="171450"/>
                    </a:cubicBezTo>
                    <a:cubicBezTo>
                      <a:pt x="347663" y="190500"/>
                      <a:pt x="364808" y="199072"/>
                      <a:pt x="381000" y="199072"/>
                    </a:cubicBezTo>
                    <a:cubicBezTo>
                      <a:pt x="381953" y="199072"/>
                      <a:pt x="383858" y="199072"/>
                      <a:pt x="387668" y="197168"/>
                    </a:cubicBezTo>
                    <a:lnTo>
                      <a:pt x="392430" y="195263"/>
                    </a:lnTo>
                    <a:cubicBezTo>
                      <a:pt x="387668" y="210503"/>
                      <a:pt x="381953" y="222885"/>
                      <a:pt x="373380" y="231458"/>
                    </a:cubicBezTo>
                    <a:cubicBezTo>
                      <a:pt x="365760" y="240983"/>
                      <a:pt x="357188" y="245745"/>
                      <a:pt x="347663" y="245745"/>
                    </a:cubicBezTo>
                    <a:cubicBezTo>
                      <a:pt x="342900" y="245745"/>
                      <a:pt x="339090" y="243840"/>
                      <a:pt x="337185" y="240983"/>
                    </a:cubicBezTo>
                    <a:cubicBezTo>
                      <a:pt x="334328" y="238125"/>
                      <a:pt x="332423" y="234315"/>
                      <a:pt x="332423" y="230505"/>
                    </a:cubicBezTo>
                    <a:cubicBezTo>
                      <a:pt x="332423" y="225743"/>
                      <a:pt x="334328" y="221933"/>
                      <a:pt x="339090" y="218122"/>
                    </a:cubicBezTo>
                    <a:cubicBezTo>
                      <a:pt x="343853" y="214313"/>
                      <a:pt x="349568" y="211455"/>
                      <a:pt x="356235" y="209550"/>
                    </a:cubicBezTo>
                    <a:lnTo>
                      <a:pt x="324803" y="190500"/>
                    </a:lnTo>
                    <a:cubicBezTo>
                      <a:pt x="320040" y="191453"/>
                      <a:pt x="316230" y="193358"/>
                      <a:pt x="312420" y="197168"/>
                    </a:cubicBezTo>
                    <a:cubicBezTo>
                      <a:pt x="308610" y="200025"/>
                      <a:pt x="306705" y="202883"/>
                      <a:pt x="305753" y="206693"/>
                    </a:cubicBezTo>
                    <a:cubicBezTo>
                      <a:pt x="292418" y="206693"/>
                      <a:pt x="282893" y="204788"/>
                      <a:pt x="276225" y="200978"/>
                    </a:cubicBezTo>
                    <a:cubicBezTo>
                      <a:pt x="282893" y="199072"/>
                      <a:pt x="288608" y="194310"/>
                      <a:pt x="291465" y="188595"/>
                    </a:cubicBezTo>
                    <a:cubicBezTo>
                      <a:pt x="295275" y="182880"/>
                      <a:pt x="297180" y="176213"/>
                      <a:pt x="297180" y="169545"/>
                    </a:cubicBezTo>
                    <a:cubicBezTo>
                      <a:pt x="297180" y="160020"/>
                      <a:pt x="294323" y="152400"/>
                      <a:pt x="287655" y="145733"/>
                    </a:cubicBezTo>
                    <a:cubicBezTo>
                      <a:pt x="281940" y="139065"/>
                      <a:pt x="274320" y="136208"/>
                      <a:pt x="265748" y="136208"/>
                    </a:cubicBezTo>
                    <a:cubicBezTo>
                      <a:pt x="255270" y="136208"/>
                      <a:pt x="245745" y="139065"/>
                      <a:pt x="238125" y="145733"/>
                    </a:cubicBezTo>
                    <a:cubicBezTo>
                      <a:pt x="230505" y="152400"/>
                      <a:pt x="226695" y="160972"/>
                      <a:pt x="226695" y="171450"/>
                    </a:cubicBezTo>
                    <a:cubicBezTo>
                      <a:pt x="226695" y="184785"/>
                      <a:pt x="234315" y="196215"/>
                      <a:pt x="248602" y="205740"/>
                    </a:cubicBezTo>
                    <a:cubicBezTo>
                      <a:pt x="263843" y="215265"/>
                      <a:pt x="280988" y="220028"/>
                      <a:pt x="301943" y="220028"/>
                    </a:cubicBezTo>
                    <a:cubicBezTo>
                      <a:pt x="299085" y="229553"/>
                      <a:pt x="303848" y="239078"/>
                      <a:pt x="317183" y="248603"/>
                    </a:cubicBezTo>
                    <a:cubicBezTo>
                      <a:pt x="330518" y="258128"/>
                      <a:pt x="345758" y="262890"/>
                      <a:pt x="361950" y="262890"/>
                    </a:cubicBezTo>
                    <a:cubicBezTo>
                      <a:pt x="371475" y="262890"/>
                      <a:pt x="381000" y="259080"/>
                      <a:pt x="390525" y="252413"/>
                    </a:cubicBezTo>
                    <a:cubicBezTo>
                      <a:pt x="400050" y="244793"/>
                      <a:pt x="406718" y="235268"/>
                      <a:pt x="412433" y="222885"/>
                    </a:cubicBezTo>
                    <a:lnTo>
                      <a:pt x="427673" y="256222"/>
                    </a:lnTo>
                    <a:lnTo>
                      <a:pt x="448628" y="246697"/>
                    </a:lnTo>
                    <a:lnTo>
                      <a:pt x="419100" y="198120"/>
                    </a:lnTo>
                    <a:cubicBezTo>
                      <a:pt x="424815" y="196215"/>
                      <a:pt x="428625" y="193358"/>
                      <a:pt x="431483" y="189547"/>
                    </a:cubicBezTo>
                    <a:cubicBezTo>
                      <a:pt x="435293" y="184785"/>
                      <a:pt x="436245" y="180022"/>
                      <a:pt x="436245" y="174308"/>
                    </a:cubicBezTo>
                    <a:cubicBezTo>
                      <a:pt x="436245" y="166688"/>
                      <a:pt x="433388" y="159068"/>
                      <a:pt x="426720" y="150495"/>
                    </a:cubicBezTo>
                    <a:cubicBezTo>
                      <a:pt x="420053" y="142875"/>
                      <a:pt x="413385" y="139065"/>
                      <a:pt x="407670" y="139065"/>
                    </a:cubicBezTo>
                    <a:cubicBezTo>
                      <a:pt x="401003" y="139065"/>
                      <a:pt x="394335" y="140970"/>
                      <a:pt x="389573" y="144780"/>
                    </a:cubicBezTo>
                    <a:cubicBezTo>
                      <a:pt x="384810" y="148590"/>
                      <a:pt x="381953" y="153353"/>
                      <a:pt x="381953" y="159068"/>
                    </a:cubicBezTo>
                    <a:cubicBezTo>
                      <a:pt x="381953" y="163830"/>
                      <a:pt x="383858" y="169545"/>
                      <a:pt x="387668" y="176213"/>
                    </a:cubicBezTo>
                    <a:cubicBezTo>
                      <a:pt x="381000" y="180022"/>
                      <a:pt x="375285" y="181928"/>
                      <a:pt x="370523" y="181928"/>
                    </a:cubicBezTo>
                    <a:cubicBezTo>
                      <a:pt x="359093" y="181928"/>
                      <a:pt x="349568" y="178118"/>
                      <a:pt x="341948" y="169545"/>
                    </a:cubicBezTo>
                    <a:cubicBezTo>
                      <a:pt x="334328" y="160972"/>
                      <a:pt x="329565" y="150495"/>
                      <a:pt x="329565" y="137160"/>
                    </a:cubicBezTo>
                    <a:cubicBezTo>
                      <a:pt x="329565" y="127635"/>
                      <a:pt x="332423" y="119063"/>
                      <a:pt x="339090" y="111443"/>
                    </a:cubicBezTo>
                    <a:cubicBezTo>
                      <a:pt x="344805" y="103822"/>
                      <a:pt x="352425" y="100965"/>
                      <a:pt x="360998" y="100965"/>
                    </a:cubicBezTo>
                    <a:lnTo>
                      <a:pt x="428625" y="100965"/>
                    </a:lnTo>
                    <a:lnTo>
                      <a:pt x="428625" y="42863"/>
                    </a:lnTo>
                    <a:lnTo>
                      <a:pt x="451485" y="42863"/>
                    </a:lnTo>
                    <a:lnTo>
                      <a:pt x="459105" y="42863"/>
                    </a:lnTo>
                    <a:lnTo>
                      <a:pt x="483870" y="42863"/>
                    </a:lnTo>
                    <a:lnTo>
                      <a:pt x="483870" y="182880"/>
                    </a:lnTo>
                    <a:lnTo>
                      <a:pt x="519113" y="206693"/>
                    </a:lnTo>
                    <a:lnTo>
                      <a:pt x="519113" y="42863"/>
                    </a:lnTo>
                    <a:lnTo>
                      <a:pt x="546735" y="42863"/>
                    </a:lnTo>
                    <a:lnTo>
                      <a:pt x="554355" y="42863"/>
                    </a:lnTo>
                    <a:lnTo>
                      <a:pt x="679133" y="42863"/>
                    </a:lnTo>
                    <a:lnTo>
                      <a:pt x="679133" y="95250"/>
                    </a:lnTo>
                    <a:cubicBezTo>
                      <a:pt x="670560" y="84772"/>
                      <a:pt x="660083" y="76200"/>
                      <a:pt x="649605" y="69533"/>
                    </a:cubicBezTo>
                    <a:cubicBezTo>
                      <a:pt x="638175" y="62865"/>
                      <a:pt x="626745" y="60008"/>
                      <a:pt x="617220" y="60008"/>
                    </a:cubicBezTo>
                    <a:cubicBezTo>
                      <a:pt x="601980" y="60008"/>
                      <a:pt x="588645" y="63818"/>
                      <a:pt x="579120" y="72390"/>
                    </a:cubicBezTo>
                    <a:cubicBezTo>
                      <a:pt x="568643" y="80963"/>
                      <a:pt x="562928" y="91440"/>
                      <a:pt x="562928" y="104775"/>
                    </a:cubicBezTo>
                    <a:cubicBezTo>
                      <a:pt x="562928" y="120015"/>
                      <a:pt x="570548" y="135255"/>
                      <a:pt x="586740" y="149543"/>
                    </a:cubicBezTo>
                    <a:cubicBezTo>
                      <a:pt x="602933" y="164783"/>
                      <a:pt x="618173" y="172403"/>
                      <a:pt x="633413" y="172403"/>
                    </a:cubicBezTo>
                    <a:cubicBezTo>
                      <a:pt x="641985" y="172403"/>
                      <a:pt x="649605" y="170497"/>
                      <a:pt x="658178" y="166688"/>
                    </a:cubicBezTo>
                    <a:cubicBezTo>
                      <a:pt x="665798" y="162878"/>
                      <a:pt x="673418" y="158115"/>
                      <a:pt x="680085" y="150495"/>
                    </a:cubicBezTo>
                    <a:lnTo>
                      <a:pt x="680085" y="181928"/>
                    </a:lnTo>
                    <a:lnTo>
                      <a:pt x="715328" y="205740"/>
                    </a:lnTo>
                    <a:lnTo>
                      <a:pt x="715328" y="41910"/>
                    </a:lnTo>
                    <a:lnTo>
                      <a:pt x="742950" y="41910"/>
                    </a:lnTo>
                    <a:lnTo>
                      <a:pt x="750570" y="41910"/>
                    </a:lnTo>
                    <a:lnTo>
                      <a:pt x="775335" y="41910"/>
                    </a:lnTo>
                    <a:lnTo>
                      <a:pt x="775335" y="181928"/>
                    </a:lnTo>
                    <a:lnTo>
                      <a:pt x="810578" y="205740"/>
                    </a:lnTo>
                    <a:lnTo>
                      <a:pt x="810578" y="41910"/>
                    </a:lnTo>
                    <a:lnTo>
                      <a:pt x="838200" y="41910"/>
                    </a:lnTo>
                    <a:lnTo>
                      <a:pt x="845820" y="41910"/>
                    </a:lnTo>
                    <a:lnTo>
                      <a:pt x="942975" y="41910"/>
                    </a:lnTo>
                    <a:lnTo>
                      <a:pt x="942975" y="92393"/>
                    </a:lnTo>
                    <a:lnTo>
                      <a:pt x="864870" y="92393"/>
                    </a:lnTo>
                    <a:cubicBezTo>
                      <a:pt x="860108" y="92393"/>
                      <a:pt x="857250" y="94297"/>
                      <a:pt x="854393" y="97155"/>
                    </a:cubicBezTo>
                    <a:cubicBezTo>
                      <a:pt x="851535" y="100013"/>
                      <a:pt x="849630" y="103822"/>
                      <a:pt x="849630" y="107633"/>
                    </a:cubicBezTo>
                    <a:cubicBezTo>
                      <a:pt x="849630" y="117158"/>
                      <a:pt x="853440" y="127635"/>
                      <a:pt x="862013" y="138113"/>
                    </a:cubicBezTo>
                    <a:cubicBezTo>
                      <a:pt x="870585" y="148590"/>
                      <a:pt x="878205" y="154305"/>
                      <a:pt x="884873" y="154305"/>
                    </a:cubicBezTo>
                    <a:cubicBezTo>
                      <a:pt x="886778" y="154305"/>
                      <a:pt x="888683" y="153353"/>
                      <a:pt x="889635" y="152400"/>
                    </a:cubicBezTo>
                    <a:cubicBezTo>
                      <a:pt x="891540" y="151447"/>
                      <a:pt x="892493" y="149543"/>
                      <a:pt x="892493" y="146685"/>
                    </a:cubicBezTo>
                    <a:lnTo>
                      <a:pt x="892493" y="133350"/>
                    </a:lnTo>
                    <a:cubicBezTo>
                      <a:pt x="892493" y="130493"/>
                      <a:pt x="893445" y="128588"/>
                      <a:pt x="895350" y="126683"/>
                    </a:cubicBezTo>
                    <a:cubicBezTo>
                      <a:pt x="896303" y="124778"/>
                      <a:pt x="898208" y="123825"/>
                      <a:pt x="900113" y="123825"/>
                    </a:cubicBezTo>
                    <a:lnTo>
                      <a:pt x="942975" y="123825"/>
                    </a:lnTo>
                    <a:lnTo>
                      <a:pt x="942975" y="182880"/>
                    </a:lnTo>
                    <a:close/>
                    <a:moveTo>
                      <a:pt x="90488" y="68580"/>
                    </a:moveTo>
                    <a:cubicBezTo>
                      <a:pt x="87630" y="75247"/>
                      <a:pt x="82868" y="79058"/>
                      <a:pt x="78105" y="81915"/>
                    </a:cubicBezTo>
                    <a:cubicBezTo>
                      <a:pt x="71438" y="80010"/>
                      <a:pt x="65723" y="75247"/>
                      <a:pt x="60960" y="69533"/>
                    </a:cubicBezTo>
                    <a:cubicBezTo>
                      <a:pt x="56197" y="63818"/>
                      <a:pt x="54293" y="57150"/>
                      <a:pt x="54293" y="50483"/>
                    </a:cubicBezTo>
                    <a:cubicBezTo>
                      <a:pt x="54293" y="44768"/>
                      <a:pt x="56197" y="40005"/>
                      <a:pt x="60960" y="35243"/>
                    </a:cubicBezTo>
                    <a:cubicBezTo>
                      <a:pt x="65723" y="30480"/>
                      <a:pt x="71438" y="28575"/>
                      <a:pt x="78105" y="28575"/>
                    </a:cubicBezTo>
                    <a:cubicBezTo>
                      <a:pt x="82868" y="28575"/>
                      <a:pt x="87630" y="30480"/>
                      <a:pt x="90488" y="33338"/>
                    </a:cubicBezTo>
                    <a:cubicBezTo>
                      <a:pt x="94298" y="37147"/>
                      <a:pt x="95250" y="40958"/>
                      <a:pt x="95250" y="45720"/>
                    </a:cubicBezTo>
                    <a:cubicBezTo>
                      <a:pt x="96203" y="54293"/>
                      <a:pt x="94298" y="61913"/>
                      <a:pt x="90488" y="68580"/>
                    </a:cubicBezTo>
                    <a:close/>
                    <a:moveTo>
                      <a:pt x="251460" y="181928"/>
                    </a:moveTo>
                    <a:cubicBezTo>
                      <a:pt x="247650" y="178118"/>
                      <a:pt x="246698" y="174308"/>
                      <a:pt x="246698" y="169545"/>
                    </a:cubicBezTo>
                    <a:cubicBezTo>
                      <a:pt x="246698" y="164783"/>
                      <a:pt x="248602" y="160020"/>
                      <a:pt x="251460" y="157163"/>
                    </a:cubicBezTo>
                    <a:cubicBezTo>
                      <a:pt x="255270" y="153353"/>
                      <a:pt x="259080" y="152400"/>
                      <a:pt x="263843" y="152400"/>
                    </a:cubicBezTo>
                    <a:cubicBezTo>
                      <a:pt x="268605" y="152400"/>
                      <a:pt x="273368" y="154305"/>
                      <a:pt x="276225" y="157163"/>
                    </a:cubicBezTo>
                    <a:cubicBezTo>
                      <a:pt x="280035" y="160972"/>
                      <a:pt x="280988" y="164783"/>
                      <a:pt x="280988" y="169545"/>
                    </a:cubicBezTo>
                    <a:cubicBezTo>
                      <a:pt x="280988" y="174308"/>
                      <a:pt x="279083" y="179070"/>
                      <a:pt x="276225" y="181928"/>
                    </a:cubicBezTo>
                    <a:cubicBezTo>
                      <a:pt x="272415" y="185738"/>
                      <a:pt x="268605" y="186690"/>
                      <a:pt x="263843" y="186690"/>
                    </a:cubicBezTo>
                    <a:cubicBezTo>
                      <a:pt x="259080" y="186690"/>
                      <a:pt x="254318" y="184785"/>
                      <a:pt x="251460" y="181928"/>
                    </a:cubicBezTo>
                    <a:close/>
                    <a:moveTo>
                      <a:pt x="648653" y="133350"/>
                    </a:moveTo>
                    <a:cubicBezTo>
                      <a:pt x="637223" y="139065"/>
                      <a:pt x="626745" y="141922"/>
                      <a:pt x="616268" y="141922"/>
                    </a:cubicBezTo>
                    <a:cubicBezTo>
                      <a:pt x="608648" y="141922"/>
                      <a:pt x="601980" y="139065"/>
                      <a:pt x="597218" y="135255"/>
                    </a:cubicBezTo>
                    <a:cubicBezTo>
                      <a:pt x="592455" y="130493"/>
                      <a:pt x="589598" y="125730"/>
                      <a:pt x="589598" y="120015"/>
                    </a:cubicBezTo>
                    <a:cubicBezTo>
                      <a:pt x="589598" y="111443"/>
                      <a:pt x="594360" y="103822"/>
                      <a:pt x="605790" y="96203"/>
                    </a:cubicBezTo>
                    <a:cubicBezTo>
                      <a:pt x="617220" y="88583"/>
                      <a:pt x="628650" y="85725"/>
                      <a:pt x="641985" y="85725"/>
                    </a:cubicBezTo>
                    <a:cubicBezTo>
                      <a:pt x="648653" y="85725"/>
                      <a:pt x="655320" y="87630"/>
                      <a:pt x="662940" y="92393"/>
                    </a:cubicBezTo>
                    <a:cubicBezTo>
                      <a:pt x="670560" y="96203"/>
                      <a:pt x="677228" y="101918"/>
                      <a:pt x="682943" y="109538"/>
                    </a:cubicBezTo>
                    <a:cubicBezTo>
                      <a:pt x="671513" y="119063"/>
                      <a:pt x="660083" y="127635"/>
                      <a:pt x="648653" y="133350"/>
                    </a:cubicBez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  <a:defRPr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</a:endParaRPr>
              </a:p>
            </p:txBody>
          </p:sp>
          <p:sp>
            <p:nvSpPr>
              <p:cNvPr id="1172" name="Google Shape;1172;p10"/>
              <p:cNvSpPr/>
              <p:nvPr/>
            </p:nvSpPr>
            <p:spPr bwMode="auto">
              <a:xfrm>
                <a:off x="5744527" y="4910136"/>
                <a:ext cx="119062" cy="87630"/>
              </a:xfrm>
              <a:custGeom>
                <a:avLst/>
                <a:gdLst/>
                <a:ahLst/>
                <a:cxnLst/>
                <a:rect l="l" t="t" r="r" b="b"/>
                <a:pathLst>
                  <a:path w="119062" h="87630" fill="norm" stroke="1" extrusionOk="0">
                    <a:moveTo>
                      <a:pt x="54293" y="13335"/>
                    </a:moveTo>
                    <a:cubicBezTo>
                      <a:pt x="42863" y="3810"/>
                      <a:pt x="34290" y="0"/>
                      <a:pt x="27623" y="0"/>
                    </a:cubicBezTo>
                    <a:cubicBezTo>
                      <a:pt x="21908" y="0"/>
                      <a:pt x="17145" y="953"/>
                      <a:pt x="12383" y="1905"/>
                    </a:cubicBezTo>
                    <a:cubicBezTo>
                      <a:pt x="8573" y="2857"/>
                      <a:pt x="4763" y="5715"/>
                      <a:pt x="0" y="9525"/>
                    </a:cubicBezTo>
                    <a:lnTo>
                      <a:pt x="13335" y="30480"/>
                    </a:lnTo>
                    <a:cubicBezTo>
                      <a:pt x="17145" y="27622"/>
                      <a:pt x="20002" y="25718"/>
                      <a:pt x="22860" y="24765"/>
                    </a:cubicBezTo>
                    <a:cubicBezTo>
                      <a:pt x="26670" y="22860"/>
                      <a:pt x="29527" y="22860"/>
                      <a:pt x="33338" y="22860"/>
                    </a:cubicBezTo>
                    <a:cubicBezTo>
                      <a:pt x="41910" y="22860"/>
                      <a:pt x="60008" y="37147"/>
                      <a:pt x="86677" y="65722"/>
                    </a:cubicBezTo>
                    <a:lnTo>
                      <a:pt x="107633" y="87630"/>
                    </a:lnTo>
                    <a:lnTo>
                      <a:pt x="119063" y="78105"/>
                    </a:lnTo>
                    <a:cubicBezTo>
                      <a:pt x="103823" y="60007"/>
                      <a:pt x="82868" y="39053"/>
                      <a:pt x="54293" y="13335"/>
                    </a:cubicBez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  <a:defRPr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</a:endParaRPr>
              </a:p>
            </p:txBody>
          </p:sp>
          <p:sp>
            <p:nvSpPr>
              <p:cNvPr id="1173" name="Google Shape;1173;p10"/>
              <p:cNvSpPr/>
              <p:nvPr/>
            </p:nvSpPr>
            <p:spPr bwMode="auto">
              <a:xfrm>
                <a:off x="5934075" y="4693919"/>
                <a:ext cx="635317" cy="209550"/>
              </a:xfrm>
              <a:custGeom>
                <a:avLst/>
                <a:gdLst/>
                <a:ahLst/>
                <a:cxnLst/>
                <a:rect l="l" t="t" r="r" b="b"/>
                <a:pathLst>
                  <a:path w="635317" h="209550" fill="norm" stroke="1" extrusionOk="0">
                    <a:moveTo>
                      <a:pt x="577215" y="13335"/>
                    </a:moveTo>
                    <a:lnTo>
                      <a:pt x="441008" y="13335"/>
                    </a:lnTo>
                    <a:lnTo>
                      <a:pt x="433388" y="13335"/>
                    </a:lnTo>
                    <a:lnTo>
                      <a:pt x="330517" y="13335"/>
                    </a:lnTo>
                    <a:lnTo>
                      <a:pt x="349567" y="44768"/>
                    </a:lnTo>
                    <a:lnTo>
                      <a:pt x="388620" y="44768"/>
                    </a:lnTo>
                    <a:lnTo>
                      <a:pt x="388620" y="110490"/>
                    </a:lnTo>
                    <a:lnTo>
                      <a:pt x="334328" y="110490"/>
                    </a:lnTo>
                    <a:lnTo>
                      <a:pt x="334328" y="54293"/>
                    </a:lnTo>
                    <a:cubicBezTo>
                      <a:pt x="334328" y="41910"/>
                      <a:pt x="328613" y="30480"/>
                      <a:pt x="316230" y="18098"/>
                    </a:cubicBezTo>
                    <a:cubicBezTo>
                      <a:pt x="303847" y="5715"/>
                      <a:pt x="291465" y="0"/>
                      <a:pt x="280035" y="0"/>
                    </a:cubicBezTo>
                    <a:cubicBezTo>
                      <a:pt x="269558" y="0"/>
                      <a:pt x="260985" y="2858"/>
                      <a:pt x="254317" y="9525"/>
                    </a:cubicBezTo>
                    <a:cubicBezTo>
                      <a:pt x="246697" y="17145"/>
                      <a:pt x="243840" y="24765"/>
                      <a:pt x="243840" y="35243"/>
                    </a:cubicBezTo>
                    <a:cubicBezTo>
                      <a:pt x="243840" y="38100"/>
                      <a:pt x="243840" y="41910"/>
                      <a:pt x="244792" y="44768"/>
                    </a:cubicBezTo>
                    <a:lnTo>
                      <a:pt x="227647" y="14288"/>
                    </a:lnTo>
                    <a:lnTo>
                      <a:pt x="0" y="14288"/>
                    </a:lnTo>
                    <a:lnTo>
                      <a:pt x="17145" y="45720"/>
                    </a:lnTo>
                    <a:lnTo>
                      <a:pt x="159067" y="45720"/>
                    </a:lnTo>
                    <a:lnTo>
                      <a:pt x="159067" y="71438"/>
                    </a:lnTo>
                    <a:cubicBezTo>
                      <a:pt x="154305" y="71438"/>
                      <a:pt x="149542" y="73343"/>
                      <a:pt x="143828" y="78105"/>
                    </a:cubicBezTo>
                    <a:cubicBezTo>
                      <a:pt x="138113" y="82868"/>
                      <a:pt x="132397" y="88583"/>
                      <a:pt x="126683" y="97155"/>
                    </a:cubicBezTo>
                    <a:cubicBezTo>
                      <a:pt x="119063" y="88583"/>
                      <a:pt x="111442" y="81915"/>
                      <a:pt x="103822" y="77153"/>
                    </a:cubicBezTo>
                    <a:cubicBezTo>
                      <a:pt x="96203" y="72390"/>
                      <a:pt x="88583" y="70485"/>
                      <a:pt x="81915" y="70485"/>
                    </a:cubicBezTo>
                    <a:cubicBezTo>
                      <a:pt x="69533" y="70485"/>
                      <a:pt x="58103" y="75248"/>
                      <a:pt x="48578" y="84773"/>
                    </a:cubicBezTo>
                    <a:cubicBezTo>
                      <a:pt x="39053" y="94298"/>
                      <a:pt x="35242" y="104775"/>
                      <a:pt x="35242" y="117158"/>
                    </a:cubicBezTo>
                    <a:cubicBezTo>
                      <a:pt x="35242" y="130493"/>
                      <a:pt x="40958" y="144780"/>
                      <a:pt x="52388" y="160020"/>
                    </a:cubicBezTo>
                    <a:cubicBezTo>
                      <a:pt x="63817" y="175260"/>
                      <a:pt x="80010" y="191453"/>
                      <a:pt x="100965" y="206693"/>
                    </a:cubicBezTo>
                    <a:lnTo>
                      <a:pt x="110490" y="195263"/>
                    </a:lnTo>
                    <a:cubicBezTo>
                      <a:pt x="97155" y="183833"/>
                      <a:pt x="86678" y="172403"/>
                      <a:pt x="79058" y="161925"/>
                    </a:cubicBezTo>
                    <a:cubicBezTo>
                      <a:pt x="71438" y="150495"/>
                      <a:pt x="68580" y="140018"/>
                      <a:pt x="68580" y="131445"/>
                    </a:cubicBezTo>
                    <a:cubicBezTo>
                      <a:pt x="68580" y="121920"/>
                      <a:pt x="71438" y="114300"/>
                      <a:pt x="76200" y="107633"/>
                    </a:cubicBezTo>
                    <a:cubicBezTo>
                      <a:pt x="80963" y="100965"/>
                      <a:pt x="87630" y="98108"/>
                      <a:pt x="95250" y="98108"/>
                    </a:cubicBezTo>
                    <a:cubicBezTo>
                      <a:pt x="100013" y="98108"/>
                      <a:pt x="103822" y="99060"/>
                      <a:pt x="107633" y="101918"/>
                    </a:cubicBezTo>
                    <a:cubicBezTo>
                      <a:pt x="111442" y="103823"/>
                      <a:pt x="115253" y="107633"/>
                      <a:pt x="118110" y="112395"/>
                    </a:cubicBezTo>
                    <a:cubicBezTo>
                      <a:pt x="110490" y="128588"/>
                      <a:pt x="105728" y="139065"/>
                      <a:pt x="104775" y="143828"/>
                    </a:cubicBezTo>
                    <a:lnTo>
                      <a:pt x="136208" y="157163"/>
                    </a:lnTo>
                    <a:cubicBezTo>
                      <a:pt x="140017" y="140018"/>
                      <a:pt x="146685" y="124778"/>
                      <a:pt x="155258" y="113348"/>
                    </a:cubicBezTo>
                    <a:cubicBezTo>
                      <a:pt x="163830" y="101918"/>
                      <a:pt x="173355" y="96203"/>
                      <a:pt x="182880" y="96203"/>
                    </a:cubicBezTo>
                    <a:cubicBezTo>
                      <a:pt x="188595" y="96203"/>
                      <a:pt x="193358" y="98108"/>
                      <a:pt x="197167" y="100965"/>
                    </a:cubicBezTo>
                    <a:cubicBezTo>
                      <a:pt x="200978" y="103823"/>
                      <a:pt x="202883" y="107633"/>
                      <a:pt x="202883" y="111443"/>
                    </a:cubicBezTo>
                    <a:cubicBezTo>
                      <a:pt x="203835" y="120015"/>
                      <a:pt x="199072" y="129540"/>
                      <a:pt x="190500" y="140018"/>
                    </a:cubicBezTo>
                    <a:cubicBezTo>
                      <a:pt x="181928" y="151448"/>
                      <a:pt x="170497" y="161925"/>
                      <a:pt x="156210" y="171450"/>
                    </a:cubicBezTo>
                    <a:lnTo>
                      <a:pt x="185738" y="199073"/>
                    </a:lnTo>
                    <a:cubicBezTo>
                      <a:pt x="198120" y="185738"/>
                      <a:pt x="207645" y="172403"/>
                      <a:pt x="214313" y="160020"/>
                    </a:cubicBezTo>
                    <a:cubicBezTo>
                      <a:pt x="220980" y="147638"/>
                      <a:pt x="224790" y="135255"/>
                      <a:pt x="224790" y="124778"/>
                    </a:cubicBezTo>
                    <a:cubicBezTo>
                      <a:pt x="224790" y="112395"/>
                      <a:pt x="221933" y="101918"/>
                      <a:pt x="216217" y="92393"/>
                    </a:cubicBezTo>
                    <a:cubicBezTo>
                      <a:pt x="211455" y="82868"/>
                      <a:pt x="203835" y="77153"/>
                      <a:pt x="195263" y="73343"/>
                    </a:cubicBezTo>
                    <a:lnTo>
                      <a:pt x="195263" y="45720"/>
                    </a:lnTo>
                    <a:lnTo>
                      <a:pt x="243840" y="45720"/>
                    </a:lnTo>
                    <a:cubicBezTo>
                      <a:pt x="245745" y="55245"/>
                      <a:pt x="250508" y="62865"/>
                      <a:pt x="259080" y="70485"/>
                    </a:cubicBezTo>
                    <a:cubicBezTo>
                      <a:pt x="270510" y="80963"/>
                      <a:pt x="283845" y="87630"/>
                      <a:pt x="300038" y="90488"/>
                    </a:cubicBezTo>
                    <a:lnTo>
                      <a:pt x="300038" y="111443"/>
                    </a:lnTo>
                    <a:lnTo>
                      <a:pt x="288608" y="111443"/>
                    </a:lnTo>
                    <a:cubicBezTo>
                      <a:pt x="284797" y="111443"/>
                      <a:pt x="281940" y="112395"/>
                      <a:pt x="279083" y="114300"/>
                    </a:cubicBezTo>
                    <a:cubicBezTo>
                      <a:pt x="276225" y="116205"/>
                      <a:pt x="275272" y="119063"/>
                      <a:pt x="275272" y="122873"/>
                    </a:cubicBezTo>
                    <a:cubicBezTo>
                      <a:pt x="275272" y="130493"/>
                      <a:pt x="281940" y="140018"/>
                      <a:pt x="294322" y="152400"/>
                    </a:cubicBezTo>
                    <a:cubicBezTo>
                      <a:pt x="306705" y="163830"/>
                      <a:pt x="316230" y="169545"/>
                      <a:pt x="323850" y="169545"/>
                    </a:cubicBezTo>
                    <a:cubicBezTo>
                      <a:pt x="327660" y="169545"/>
                      <a:pt x="330517" y="167640"/>
                      <a:pt x="332422" y="164783"/>
                    </a:cubicBezTo>
                    <a:cubicBezTo>
                      <a:pt x="334328" y="161925"/>
                      <a:pt x="335280" y="158115"/>
                      <a:pt x="335280" y="154305"/>
                    </a:cubicBezTo>
                    <a:lnTo>
                      <a:pt x="335280" y="142875"/>
                    </a:lnTo>
                    <a:lnTo>
                      <a:pt x="389572" y="142875"/>
                    </a:lnTo>
                    <a:lnTo>
                      <a:pt x="389572" y="189548"/>
                    </a:lnTo>
                    <a:lnTo>
                      <a:pt x="424815" y="208598"/>
                    </a:lnTo>
                    <a:lnTo>
                      <a:pt x="424815" y="44768"/>
                    </a:lnTo>
                    <a:lnTo>
                      <a:pt x="452438" y="44768"/>
                    </a:lnTo>
                    <a:lnTo>
                      <a:pt x="460058" y="44768"/>
                    </a:lnTo>
                    <a:lnTo>
                      <a:pt x="566738" y="44768"/>
                    </a:lnTo>
                    <a:lnTo>
                      <a:pt x="566738" y="72390"/>
                    </a:lnTo>
                    <a:lnTo>
                      <a:pt x="514350" y="72390"/>
                    </a:lnTo>
                    <a:cubicBezTo>
                      <a:pt x="501967" y="72390"/>
                      <a:pt x="491490" y="76200"/>
                      <a:pt x="481965" y="83820"/>
                    </a:cubicBezTo>
                    <a:cubicBezTo>
                      <a:pt x="473392" y="91440"/>
                      <a:pt x="469583" y="100965"/>
                      <a:pt x="469583" y="111443"/>
                    </a:cubicBezTo>
                    <a:cubicBezTo>
                      <a:pt x="469583" y="126683"/>
                      <a:pt x="473392" y="142875"/>
                      <a:pt x="481965" y="159068"/>
                    </a:cubicBezTo>
                    <a:cubicBezTo>
                      <a:pt x="489585" y="175260"/>
                      <a:pt x="501967" y="192405"/>
                      <a:pt x="518160" y="208598"/>
                    </a:cubicBezTo>
                    <a:lnTo>
                      <a:pt x="529590" y="200978"/>
                    </a:lnTo>
                    <a:cubicBezTo>
                      <a:pt x="519113" y="191453"/>
                      <a:pt x="511492" y="180975"/>
                      <a:pt x="505778" y="169545"/>
                    </a:cubicBezTo>
                    <a:cubicBezTo>
                      <a:pt x="501015" y="158115"/>
                      <a:pt x="498158" y="146685"/>
                      <a:pt x="498158" y="135255"/>
                    </a:cubicBezTo>
                    <a:cubicBezTo>
                      <a:pt x="498158" y="126683"/>
                      <a:pt x="501015" y="119063"/>
                      <a:pt x="507683" y="113348"/>
                    </a:cubicBezTo>
                    <a:cubicBezTo>
                      <a:pt x="513397" y="106680"/>
                      <a:pt x="521017" y="103823"/>
                      <a:pt x="529590" y="103823"/>
                    </a:cubicBezTo>
                    <a:lnTo>
                      <a:pt x="564833" y="103823"/>
                    </a:lnTo>
                    <a:lnTo>
                      <a:pt x="564833" y="185738"/>
                    </a:lnTo>
                    <a:lnTo>
                      <a:pt x="600075" y="209550"/>
                    </a:lnTo>
                    <a:lnTo>
                      <a:pt x="600075" y="45720"/>
                    </a:lnTo>
                    <a:lnTo>
                      <a:pt x="635318" y="45720"/>
                    </a:lnTo>
                    <a:lnTo>
                      <a:pt x="618172" y="14288"/>
                    </a:lnTo>
                    <a:lnTo>
                      <a:pt x="577215" y="14288"/>
                    </a:lnTo>
                    <a:close/>
                    <a:moveTo>
                      <a:pt x="299085" y="75248"/>
                    </a:moveTo>
                    <a:cubicBezTo>
                      <a:pt x="292417" y="73343"/>
                      <a:pt x="287655" y="69533"/>
                      <a:pt x="283845" y="63818"/>
                    </a:cubicBezTo>
                    <a:cubicBezTo>
                      <a:pt x="280035" y="58103"/>
                      <a:pt x="278130" y="51435"/>
                      <a:pt x="278130" y="42863"/>
                    </a:cubicBezTo>
                    <a:cubicBezTo>
                      <a:pt x="278130" y="37148"/>
                      <a:pt x="280035" y="31433"/>
                      <a:pt x="281940" y="27623"/>
                    </a:cubicBezTo>
                    <a:cubicBezTo>
                      <a:pt x="284797" y="23813"/>
                      <a:pt x="287655" y="20955"/>
                      <a:pt x="291465" y="20955"/>
                    </a:cubicBezTo>
                    <a:cubicBezTo>
                      <a:pt x="294322" y="20955"/>
                      <a:pt x="296228" y="22860"/>
                      <a:pt x="297180" y="25718"/>
                    </a:cubicBezTo>
                    <a:cubicBezTo>
                      <a:pt x="299085" y="28575"/>
                      <a:pt x="299085" y="32385"/>
                      <a:pt x="299085" y="36195"/>
                    </a:cubicBezTo>
                    <a:lnTo>
                      <a:pt x="299085" y="75248"/>
                    </a:ln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  <a:defRPr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</a:endParaRPr>
              </a:p>
            </p:txBody>
          </p:sp>
          <p:sp>
            <p:nvSpPr>
              <p:cNvPr id="1174" name="Google Shape;1174;p10"/>
              <p:cNvSpPr/>
              <p:nvPr/>
            </p:nvSpPr>
            <p:spPr bwMode="auto">
              <a:xfrm>
                <a:off x="6413182" y="4612005"/>
                <a:ext cx="104075" cy="94352"/>
              </a:xfrm>
              <a:custGeom>
                <a:avLst/>
                <a:gdLst/>
                <a:ahLst/>
                <a:cxnLst/>
                <a:rect l="l" t="t" r="r" b="b"/>
                <a:pathLst>
                  <a:path w="104075" h="94352" fill="norm" stroke="1" extrusionOk="0">
                    <a:moveTo>
                      <a:pt x="89535" y="60007"/>
                    </a:moveTo>
                    <a:cubicBezTo>
                      <a:pt x="81915" y="47625"/>
                      <a:pt x="76200" y="40005"/>
                      <a:pt x="72390" y="36195"/>
                    </a:cubicBezTo>
                    <a:cubicBezTo>
                      <a:pt x="64770" y="25717"/>
                      <a:pt x="55245" y="16192"/>
                      <a:pt x="44767" y="9525"/>
                    </a:cubicBezTo>
                    <a:cubicBezTo>
                      <a:pt x="34290" y="2857"/>
                      <a:pt x="23813" y="0"/>
                      <a:pt x="14288" y="0"/>
                    </a:cubicBezTo>
                    <a:cubicBezTo>
                      <a:pt x="8572" y="952"/>
                      <a:pt x="3810" y="1905"/>
                      <a:pt x="0" y="2857"/>
                    </a:cubicBezTo>
                    <a:lnTo>
                      <a:pt x="15240" y="36195"/>
                    </a:lnTo>
                    <a:cubicBezTo>
                      <a:pt x="20002" y="34290"/>
                      <a:pt x="25717" y="33338"/>
                      <a:pt x="31433" y="33338"/>
                    </a:cubicBezTo>
                    <a:cubicBezTo>
                      <a:pt x="37147" y="33338"/>
                      <a:pt x="42863" y="34290"/>
                      <a:pt x="47625" y="37147"/>
                    </a:cubicBezTo>
                    <a:cubicBezTo>
                      <a:pt x="52388" y="39052"/>
                      <a:pt x="57150" y="41910"/>
                      <a:pt x="60008" y="45720"/>
                    </a:cubicBezTo>
                    <a:lnTo>
                      <a:pt x="97155" y="94297"/>
                    </a:lnTo>
                    <a:cubicBezTo>
                      <a:pt x="108585" y="95250"/>
                      <a:pt x="105727" y="83820"/>
                      <a:pt x="89535" y="60007"/>
                    </a:cubicBez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  <a:defRPr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</a:endParaRPr>
              </a:p>
            </p:txBody>
          </p:sp>
          <p:sp>
            <p:nvSpPr>
              <p:cNvPr id="1175" name="Google Shape;1175;p10"/>
              <p:cNvSpPr/>
              <p:nvPr/>
            </p:nvSpPr>
            <p:spPr bwMode="auto">
              <a:xfrm>
                <a:off x="6671309" y="4707255"/>
                <a:ext cx="676275" cy="234314"/>
              </a:xfrm>
              <a:custGeom>
                <a:avLst/>
                <a:gdLst/>
                <a:ahLst/>
                <a:cxnLst/>
                <a:rect l="l" t="t" r="r" b="b"/>
                <a:pathLst>
                  <a:path w="676275" h="234314" fill="norm" stroke="1" extrusionOk="0">
                    <a:moveTo>
                      <a:pt x="605790" y="171450"/>
                    </a:moveTo>
                    <a:lnTo>
                      <a:pt x="641033" y="195263"/>
                    </a:lnTo>
                    <a:lnTo>
                      <a:pt x="641033" y="31432"/>
                    </a:lnTo>
                    <a:lnTo>
                      <a:pt x="676275" y="31432"/>
                    </a:lnTo>
                    <a:lnTo>
                      <a:pt x="659130" y="0"/>
                    </a:lnTo>
                    <a:lnTo>
                      <a:pt x="467678" y="0"/>
                    </a:lnTo>
                    <a:lnTo>
                      <a:pt x="460058" y="0"/>
                    </a:lnTo>
                    <a:lnTo>
                      <a:pt x="299085" y="0"/>
                    </a:lnTo>
                    <a:lnTo>
                      <a:pt x="291465" y="0"/>
                    </a:lnTo>
                    <a:lnTo>
                      <a:pt x="203835" y="0"/>
                    </a:lnTo>
                    <a:lnTo>
                      <a:pt x="196215" y="0"/>
                    </a:lnTo>
                    <a:lnTo>
                      <a:pt x="0" y="0"/>
                    </a:lnTo>
                    <a:lnTo>
                      <a:pt x="17145" y="31432"/>
                    </a:lnTo>
                    <a:lnTo>
                      <a:pt x="151448" y="31432"/>
                    </a:lnTo>
                    <a:lnTo>
                      <a:pt x="151448" y="59055"/>
                    </a:lnTo>
                    <a:lnTo>
                      <a:pt x="43815" y="59055"/>
                    </a:lnTo>
                    <a:lnTo>
                      <a:pt x="38100" y="70485"/>
                    </a:lnTo>
                    <a:cubicBezTo>
                      <a:pt x="54293" y="75247"/>
                      <a:pt x="67628" y="82867"/>
                      <a:pt x="78105" y="92392"/>
                    </a:cubicBezTo>
                    <a:cubicBezTo>
                      <a:pt x="87630" y="102870"/>
                      <a:pt x="93345" y="113347"/>
                      <a:pt x="93345" y="124777"/>
                    </a:cubicBezTo>
                    <a:cubicBezTo>
                      <a:pt x="93345" y="129540"/>
                      <a:pt x="91440" y="134302"/>
                      <a:pt x="86678" y="138113"/>
                    </a:cubicBezTo>
                    <a:cubicBezTo>
                      <a:pt x="80963" y="142875"/>
                      <a:pt x="75248" y="144780"/>
                      <a:pt x="68580" y="146685"/>
                    </a:cubicBezTo>
                    <a:cubicBezTo>
                      <a:pt x="66675" y="142875"/>
                      <a:pt x="63818" y="140017"/>
                      <a:pt x="60008" y="137160"/>
                    </a:cubicBezTo>
                    <a:cubicBezTo>
                      <a:pt x="56198" y="134302"/>
                      <a:pt x="52388" y="133350"/>
                      <a:pt x="49530" y="133350"/>
                    </a:cubicBezTo>
                    <a:cubicBezTo>
                      <a:pt x="44768" y="133350"/>
                      <a:pt x="40005" y="135255"/>
                      <a:pt x="37148" y="139065"/>
                    </a:cubicBezTo>
                    <a:cubicBezTo>
                      <a:pt x="33338" y="142875"/>
                      <a:pt x="32385" y="147638"/>
                      <a:pt x="32385" y="153352"/>
                    </a:cubicBezTo>
                    <a:cubicBezTo>
                      <a:pt x="32385" y="160972"/>
                      <a:pt x="36195" y="168592"/>
                      <a:pt x="44768" y="173355"/>
                    </a:cubicBezTo>
                    <a:cubicBezTo>
                      <a:pt x="52388" y="179070"/>
                      <a:pt x="62865" y="181927"/>
                      <a:pt x="73343" y="181927"/>
                    </a:cubicBezTo>
                    <a:lnTo>
                      <a:pt x="97155" y="234315"/>
                    </a:lnTo>
                    <a:lnTo>
                      <a:pt x="114300" y="224790"/>
                    </a:lnTo>
                    <a:lnTo>
                      <a:pt x="82868" y="180022"/>
                    </a:lnTo>
                    <a:cubicBezTo>
                      <a:pt x="93345" y="178117"/>
                      <a:pt x="102870" y="173355"/>
                      <a:pt x="110490" y="166688"/>
                    </a:cubicBezTo>
                    <a:cubicBezTo>
                      <a:pt x="118110" y="160020"/>
                      <a:pt x="120968" y="152400"/>
                      <a:pt x="120968" y="142875"/>
                    </a:cubicBezTo>
                    <a:cubicBezTo>
                      <a:pt x="120968" y="133350"/>
                      <a:pt x="118110" y="123825"/>
                      <a:pt x="112395" y="114300"/>
                    </a:cubicBezTo>
                    <a:cubicBezTo>
                      <a:pt x="107633" y="104775"/>
                      <a:pt x="100013" y="97155"/>
                      <a:pt x="89535" y="90488"/>
                    </a:cubicBezTo>
                    <a:lnTo>
                      <a:pt x="151448" y="90488"/>
                    </a:lnTo>
                    <a:lnTo>
                      <a:pt x="151448" y="176213"/>
                    </a:lnTo>
                    <a:lnTo>
                      <a:pt x="186690" y="195263"/>
                    </a:lnTo>
                    <a:lnTo>
                      <a:pt x="186690" y="31432"/>
                    </a:lnTo>
                    <a:lnTo>
                      <a:pt x="214313" y="31432"/>
                    </a:lnTo>
                    <a:lnTo>
                      <a:pt x="221933" y="31432"/>
                    </a:lnTo>
                    <a:lnTo>
                      <a:pt x="246698" y="31432"/>
                    </a:lnTo>
                    <a:lnTo>
                      <a:pt x="246698" y="171450"/>
                    </a:lnTo>
                    <a:lnTo>
                      <a:pt x="281940" y="195263"/>
                    </a:lnTo>
                    <a:lnTo>
                      <a:pt x="281940" y="31432"/>
                    </a:lnTo>
                    <a:lnTo>
                      <a:pt x="309563" y="31432"/>
                    </a:lnTo>
                    <a:lnTo>
                      <a:pt x="317183" y="31432"/>
                    </a:lnTo>
                    <a:lnTo>
                      <a:pt x="415290" y="31432"/>
                    </a:lnTo>
                    <a:lnTo>
                      <a:pt x="415290" y="81915"/>
                    </a:lnTo>
                    <a:lnTo>
                      <a:pt x="337185" y="81915"/>
                    </a:lnTo>
                    <a:cubicBezTo>
                      <a:pt x="332423" y="81915"/>
                      <a:pt x="329565" y="83820"/>
                      <a:pt x="326708" y="86677"/>
                    </a:cubicBezTo>
                    <a:cubicBezTo>
                      <a:pt x="323850" y="89535"/>
                      <a:pt x="321945" y="93345"/>
                      <a:pt x="321945" y="97155"/>
                    </a:cubicBezTo>
                    <a:cubicBezTo>
                      <a:pt x="321945" y="106680"/>
                      <a:pt x="325755" y="117157"/>
                      <a:pt x="334328" y="127635"/>
                    </a:cubicBezTo>
                    <a:cubicBezTo>
                      <a:pt x="342900" y="138113"/>
                      <a:pt x="350520" y="143827"/>
                      <a:pt x="357188" y="143827"/>
                    </a:cubicBezTo>
                    <a:cubicBezTo>
                      <a:pt x="359093" y="143827"/>
                      <a:pt x="360998" y="142875"/>
                      <a:pt x="361950" y="141922"/>
                    </a:cubicBezTo>
                    <a:cubicBezTo>
                      <a:pt x="363855" y="140970"/>
                      <a:pt x="364808" y="139065"/>
                      <a:pt x="364808" y="136207"/>
                    </a:cubicBezTo>
                    <a:lnTo>
                      <a:pt x="364808" y="122872"/>
                    </a:lnTo>
                    <a:cubicBezTo>
                      <a:pt x="364808" y="120015"/>
                      <a:pt x="365760" y="118110"/>
                      <a:pt x="367665" y="116205"/>
                    </a:cubicBezTo>
                    <a:cubicBezTo>
                      <a:pt x="368618" y="114300"/>
                      <a:pt x="370523" y="113347"/>
                      <a:pt x="372428" y="113347"/>
                    </a:cubicBezTo>
                    <a:lnTo>
                      <a:pt x="415290" y="113347"/>
                    </a:lnTo>
                    <a:lnTo>
                      <a:pt x="415290" y="175260"/>
                    </a:lnTo>
                    <a:lnTo>
                      <a:pt x="450533" y="194310"/>
                    </a:lnTo>
                    <a:lnTo>
                      <a:pt x="450533" y="30480"/>
                    </a:lnTo>
                    <a:lnTo>
                      <a:pt x="478155" y="30480"/>
                    </a:lnTo>
                    <a:lnTo>
                      <a:pt x="485775" y="30480"/>
                    </a:lnTo>
                    <a:lnTo>
                      <a:pt x="513397" y="30480"/>
                    </a:lnTo>
                    <a:lnTo>
                      <a:pt x="513397" y="96202"/>
                    </a:lnTo>
                    <a:lnTo>
                      <a:pt x="501968" y="96202"/>
                    </a:lnTo>
                    <a:cubicBezTo>
                      <a:pt x="499110" y="96202"/>
                      <a:pt x="497205" y="97155"/>
                      <a:pt x="495300" y="99060"/>
                    </a:cubicBezTo>
                    <a:cubicBezTo>
                      <a:pt x="493395" y="100965"/>
                      <a:pt x="492443" y="102870"/>
                      <a:pt x="492443" y="105727"/>
                    </a:cubicBezTo>
                    <a:cubicBezTo>
                      <a:pt x="492443" y="111442"/>
                      <a:pt x="499110" y="120967"/>
                      <a:pt x="512445" y="134302"/>
                    </a:cubicBezTo>
                    <a:cubicBezTo>
                      <a:pt x="525780" y="147638"/>
                      <a:pt x="535305" y="154305"/>
                      <a:pt x="541020" y="154305"/>
                    </a:cubicBezTo>
                    <a:cubicBezTo>
                      <a:pt x="542925" y="154305"/>
                      <a:pt x="544830" y="153352"/>
                      <a:pt x="545783" y="151447"/>
                    </a:cubicBezTo>
                    <a:cubicBezTo>
                      <a:pt x="547688" y="148590"/>
                      <a:pt x="548640" y="145732"/>
                      <a:pt x="548640" y="142875"/>
                    </a:cubicBezTo>
                    <a:lnTo>
                      <a:pt x="548640" y="127635"/>
                    </a:lnTo>
                    <a:lnTo>
                      <a:pt x="606743" y="127635"/>
                    </a:lnTo>
                    <a:lnTo>
                      <a:pt x="606743" y="171450"/>
                    </a:lnTo>
                    <a:close/>
                    <a:moveTo>
                      <a:pt x="547688" y="97155"/>
                    </a:moveTo>
                    <a:lnTo>
                      <a:pt x="547688" y="31432"/>
                    </a:lnTo>
                    <a:lnTo>
                      <a:pt x="605790" y="31432"/>
                    </a:lnTo>
                    <a:lnTo>
                      <a:pt x="605790" y="97155"/>
                    </a:lnTo>
                    <a:lnTo>
                      <a:pt x="547688" y="97155"/>
                    </a:ln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  <a:defRPr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</a:endParaRPr>
              </a:p>
            </p:txBody>
          </p:sp>
          <p:sp>
            <p:nvSpPr>
              <p:cNvPr id="1176" name="Google Shape;1176;p10"/>
              <p:cNvSpPr/>
              <p:nvPr/>
            </p:nvSpPr>
            <p:spPr bwMode="auto">
              <a:xfrm>
                <a:off x="7259002" y="4910136"/>
                <a:ext cx="119062" cy="87630"/>
              </a:xfrm>
              <a:custGeom>
                <a:avLst/>
                <a:gdLst/>
                <a:ahLst/>
                <a:cxnLst/>
                <a:rect l="l" t="t" r="r" b="b"/>
                <a:pathLst>
                  <a:path w="119062" h="87630" fill="norm" stroke="1" extrusionOk="0">
                    <a:moveTo>
                      <a:pt x="54292" y="13335"/>
                    </a:moveTo>
                    <a:cubicBezTo>
                      <a:pt x="42863" y="3810"/>
                      <a:pt x="34290" y="0"/>
                      <a:pt x="27622" y="0"/>
                    </a:cubicBezTo>
                    <a:cubicBezTo>
                      <a:pt x="21907" y="0"/>
                      <a:pt x="17145" y="953"/>
                      <a:pt x="12382" y="1905"/>
                    </a:cubicBezTo>
                    <a:cubicBezTo>
                      <a:pt x="8572" y="2857"/>
                      <a:pt x="4763" y="5715"/>
                      <a:pt x="0" y="9525"/>
                    </a:cubicBezTo>
                    <a:lnTo>
                      <a:pt x="13335" y="30480"/>
                    </a:lnTo>
                    <a:cubicBezTo>
                      <a:pt x="17145" y="27622"/>
                      <a:pt x="20003" y="25718"/>
                      <a:pt x="22860" y="24765"/>
                    </a:cubicBezTo>
                    <a:cubicBezTo>
                      <a:pt x="26670" y="22860"/>
                      <a:pt x="29528" y="22860"/>
                      <a:pt x="33338" y="22860"/>
                    </a:cubicBezTo>
                    <a:cubicBezTo>
                      <a:pt x="41910" y="22860"/>
                      <a:pt x="60007" y="37147"/>
                      <a:pt x="86678" y="65722"/>
                    </a:cubicBezTo>
                    <a:lnTo>
                      <a:pt x="107632" y="87630"/>
                    </a:lnTo>
                    <a:lnTo>
                      <a:pt x="119063" y="78105"/>
                    </a:lnTo>
                    <a:cubicBezTo>
                      <a:pt x="103822" y="60007"/>
                      <a:pt x="81915" y="39053"/>
                      <a:pt x="54292" y="13335"/>
                    </a:cubicBez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  <a:defRPr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</a:endParaRPr>
              </a:p>
            </p:txBody>
          </p:sp>
        </p:grpSp>
        <p:sp>
          <p:nvSpPr>
            <p:cNvPr id="1177" name="Google Shape;1177;p10"/>
            <p:cNvSpPr/>
            <p:nvPr/>
          </p:nvSpPr>
          <p:spPr bwMode="auto">
            <a:xfrm>
              <a:off x="5888981" y="2284095"/>
              <a:ext cx="406654" cy="721042"/>
            </a:xfrm>
            <a:custGeom>
              <a:avLst/>
              <a:gdLst/>
              <a:ahLst/>
              <a:cxnLst/>
              <a:rect l="l" t="t" r="r" b="b"/>
              <a:pathLst>
                <a:path w="406654" h="721042" fill="norm" stroke="1" extrusionOk="0">
                  <a:moveTo>
                    <a:pt x="75573" y="576263"/>
                  </a:moveTo>
                  <a:cubicBezTo>
                    <a:pt x="75573" y="576263"/>
                    <a:pt x="75573" y="576263"/>
                    <a:pt x="75573" y="576263"/>
                  </a:cubicBezTo>
                  <a:cubicBezTo>
                    <a:pt x="67953" y="591503"/>
                    <a:pt x="69858" y="604838"/>
                    <a:pt x="74620" y="612458"/>
                  </a:cubicBezTo>
                  <a:cubicBezTo>
                    <a:pt x="80335" y="623888"/>
                    <a:pt x="91765" y="632460"/>
                    <a:pt x="108910" y="640080"/>
                  </a:cubicBezTo>
                  <a:cubicBezTo>
                    <a:pt x="108910" y="640080"/>
                    <a:pt x="108910" y="641033"/>
                    <a:pt x="108910" y="641033"/>
                  </a:cubicBezTo>
                  <a:cubicBezTo>
                    <a:pt x="108910" y="661035"/>
                    <a:pt x="127960" y="677228"/>
                    <a:pt x="160345" y="684848"/>
                  </a:cubicBezTo>
                  <a:cubicBezTo>
                    <a:pt x="162250" y="700088"/>
                    <a:pt x="177490" y="721043"/>
                    <a:pt x="210828" y="721043"/>
                  </a:cubicBezTo>
                  <a:cubicBezTo>
                    <a:pt x="214638" y="721043"/>
                    <a:pt x="219400" y="721043"/>
                    <a:pt x="226068" y="719138"/>
                  </a:cubicBezTo>
                  <a:cubicBezTo>
                    <a:pt x="244165" y="713423"/>
                    <a:pt x="256548" y="700088"/>
                    <a:pt x="257500" y="684848"/>
                  </a:cubicBezTo>
                  <a:cubicBezTo>
                    <a:pt x="289885" y="676275"/>
                    <a:pt x="308935" y="661035"/>
                    <a:pt x="308935" y="641033"/>
                  </a:cubicBezTo>
                  <a:cubicBezTo>
                    <a:pt x="308935" y="639128"/>
                    <a:pt x="308935" y="637223"/>
                    <a:pt x="307983" y="635318"/>
                  </a:cubicBezTo>
                  <a:cubicBezTo>
                    <a:pt x="329890" y="621983"/>
                    <a:pt x="342273" y="605790"/>
                    <a:pt x="342273" y="589598"/>
                  </a:cubicBezTo>
                  <a:cubicBezTo>
                    <a:pt x="342273" y="584835"/>
                    <a:pt x="340368" y="580073"/>
                    <a:pt x="338463" y="576263"/>
                  </a:cubicBezTo>
                  <a:cubicBezTo>
                    <a:pt x="371800" y="542925"/>
                    <a:pt x="389898" y="510540"/>
                    <a:pt x="399423" y="480060"/>
                  </a:cubicBezTo>
                  <a:lnTo>
                    <a:pt x="399423" y="480060"/>
                  </a:lnTo>
                  <a:cubicBezTo>
                    <a:pt x="400375" y="478155"/>
                    <a:pt x="400375" y="476250"/>
                    <a:pt x="401328" y="474345"/>
                  </a:cubicBezTo>
                  <a:cubicBezTo>
                    <a:pt x="404185" y="462915"/>
                    <a:pt x="406090" y="448628"/>
                    <a:pt x="406090" y="446722"/>
                  </a:cubicBezTo>
                  <a:cubicBezTo>
                    <a:pt x="407995" y="421005"/>
                    <a:pt x="405138" y="395288"/>
                    <a:pt x="396565" y="370522"/>
                  </a:cubicBezTo>
                  <a:lnTo>
                    <a:pt x="387993" y="350520"/>
                  </a:lnTo>
                  <a:cubicBezTo>
                    <a:pt x="380373" y="336233"/>
                    <a:pt x="370848" y="322897"/>
                    <a:pt x="360370" y="312420"/>
                  </a:cubicBezTo>
                  <a:cubicBezTo>
                    <a:pt x="357513" y="309563"/>
                    <a:pt x="354655" y="306705"/>
                    <a:pt x="351798" y="304800"/>
                  </a:cubicBezTo>
                  <a:lnTo>
                    <a:pt x="351798" y="304800"/>
                  </a:lnTo>
                  <a:lnTo>
                    <a:pt x="340368" y="294322"/>
                  </a:lnTo>
                  <a:cubicBezTo>
                    <a:pt x="337510" y="291465"/>
                    <a:pt x="334653" y="288608"/>
                    <a:pt x="331795" y="286703"/>
                  </a:cubicBezTo>
                  <a:cubicBezTo>
                    <a:pt x="292743" y="251460"/>
                    <a:pt x="264168" y="224790"/>
                    <a:pt x="272740" y="163830"/>
                  </a:cubicBezTo>
                  <a:cubicBezTo>
                    <a:pt x="283218" y="106680"/>
                    <a:pt x="265120" y="47625"/>
                    <a:pt x="241308" y="32385"/>
                  </a:cubicBezTo>
                  <a:cubicBezTo>
                    <a:pt x="239403" y="31432"/>
                    <a:pt x="238450" y="30480"/>
                    <a:pt x="236545" y="30480"/>
                  </a:cubicBezTo>
                  <a:cubicBezTo>
                    <a:pt x="235593" y="21907"/>
                    <a:pt x="234640" y="16193"/>
                    <a:pt x="233688" y="16193"/>
                  </a:cubicBezTo>
                  <a:cubicBezTo>
                    <a:pt x="227020" y="4763"/>
                    <a:pt x="217495" y="953"/>
                    <a:pt x="210828" y="0"/>
                  </a:cubicBezTo>
                  <a:cubicBezTo>
                    <a:pt x="208923" y="0"/>
                    <a:pt x="207970" y="0"/>
                    <a:pt x="206065" y="0"/>
                  </a:cubicBezTo>
                  <a:cubicBezTo>
                    <a:pt x="194635" y="0"/>
                    <a:pt x="174633" y="4763"/>
                    <a:pt x="166060" y="37148"/>
                  </a:cubicBezTo>
                  <a:cubicBezTo>
                    <a:pt x="160345" y="58103"/>
                    <a:pt x="161298" y="87630"/>
                    <a:pt x="161298" y="115253"/>
                  </a:cubicBezTo>
                  <a:cubicBezTo>
                    <a:pt x="161298" y="120968"/>
                    <a:pt x="161298" y="126682"/>
                    <a:pt x="161298" y="130493"/>
                  </a:cubicBezTo>
                  <a:cubicBezTo>
                    <a:pt x="159393" y="178118"/>
                    <a:pt x="114625" y="237172"/>
                    <a:pt x="81288" y="277178"/>
                  </a:cubicBezTo>
                  <a:cubicBezTo>
                    <a:pt x="81288" y="277178"/>
                    <a:pt x="55570" y="304800"/>
                    <a:pt x="33663" y="343853"/>
                  </a:cubicBezTo>
                  <a:cubicBezTo>
                    <a:pt x="14613" y="374333"/>
                    <a:pt x="-50157" y="493395"/>
                    <a:pt x="75573" y="576263"/>
                  </a:cubicBezTo>
                  <a:close/>
                  <a:moveTo>
                    <a:pt x="210828" y="696278"/>
                  </a:moveTo>
                  <a:cubicBezTo>
                    <a:pt x="197493" y="696278"/>
                    <a:pt x="186063" y="688658"/>
                    <a:pt x="186063" y="681038"/>
                  </a:cubicBezTo>
                  <a:cubicBezTo>
                    <a:pt x="186063" y="680085"/>
                    <a:pt x="186063" y="678180"/>
                    <a:pt x="187015" y="677228"/>
                  </a:cubicBezTo>
                  <a:cubicBezTo>
                    <a:pt x="190825" y="677228"/>
                    <a:pt x="194635" y="678180"/>
                    <a:pt x="198445" y="678180"/>
                  </a:cubicBezTo>
                  <a:cubicBezTo>
                    <a:pt x="202255" y="678180"/>
                    <a:pt x="206065" y="678180"/>
                    <a:pt x="210828" y="678180"/>
                  </a:cubicBezTo>
                  <a:cubicBezTo>
                    <a:pt x="218448" y="678180"/>
                    <a:pt x="227020" y="678180"/>
                    <a:pt x="233688" y="677228"/>
                  </a:cubicBezTo>
                  <a:cubicBezTo>
                    <a:pt x="234640" y="678180"/>
                    <a:pt x="234640" y="680085"/>
                    <a:pt x="234640" y="681038"/>
                  </a:cubicBezTo>
                  <a:cubicBezTo>
                    <a:pt x="235593" y="688658"/>
                    <a:pt x="224163" y="696278"/>
                    <a:pt x="210828" y="696278"/>
                  </a:cubicBezTo>
                  <a:close/>
                  <a:moveTo>
                    <a:pt x="236545" y="662940"/>
                  </a:moveTo>
                  <a:cubicBezTo>
                    <a:pt x="231783" y="663893"/>
                    <a:pt x="226068" y="663893"/>
                    <a:pt x="221305" y="664845"/>
                  </a:cubicBezTo>
                  <a:cubicBezTo>
                    <a:pt x="217495" y="664845"/>
                    <a:pt x="214638" y="664845"/>
                    <a:pt x="210828" y="664845"/>
                  </a:cubicBezTo>
                  <a:cubicBezTo>
                    <a:pt x="202255" y="664845"/>
                    <a:pt x="193683" y="663893"/>
                    <a:pt x="185110" y="662940"/>
                  </a:cubicBezTo>
                  <a:cubicBezTo>
                    <a:pt x="153678" y="659130"/>
                    <a:pt x="135580" y="647700"/>
                    <a:pt x="135580" y="639128"/>
                  </a:cubicBezTo>
                  <a:cubicBezTo>
                    <a:pt x="135580" y="638175"/>
                    <a:pt x="135580" y="638175"/>
                    <a:pt x="135580" y="637223"/>
                  </a:cubicBezTo>
                  <a:cubicBezTo>
                    <a:pt x="159393" y="641985"/>
                    <a:pt x="185110" y="642938"/>
                    <a:pt x="202255" y="642938"/>
                  </a:cubicBezTo>
                  <a:cubicBezTo>
                    <a:pt x="235593" y="642938"/>
                    <a:pt x="267025" y="639128"/>
                    <a:pt x="284170" y="633413"/>
                  </a:cubicBezTo>
                  <a:cubicBezTo>
                    <a:pt x="286075" y="635318"/>
                    <a:pt x="287028" y="637223"/>
                    <a:pt x="287028" y="639128"/>
                  </a:cubicBezTo>
                  <a:cubicBezTo>
                    <a:pt x="287028" y="647700"/>
                    <a:pt x="267978" y="659130"/>
                    <a:pt x="236545" y="662940"/>
                  </a:cubicBezTo>
                  <a:close/>
                  <a:moveTo>
                    <a:pt x="89860" y="304800"/>
                  </a:moveTo>
                  <a:lnTo>
                    <a:pt x="90813" y="302895"/>
                  </a:lnTo>
                  <a:cubicBezTo>
                    <a:pt x="132723" y="253365"/>
                    <a:pt x="181300" y="188595"/>
                    <a:pt x="184158" y="131445"/>
                  </a:cubicBezTo>
                  <a:cubicBezTo>
                    <a:pt x="184158" y="125730"/>
                    <a:pt x="184158" y="120015"/>
                    <a:pt x="184158" y="114300"/>
                  </a:cubicBezTo>
                  <a:cubicBezTo>
                    <a:pt x="184158" y="87630"/>
                    <a:pt x="183205" y="60960"/>
                    <a:pt x="187968" y="42863"/>
                  </a:cubicBezTo>
                  <a:cubicBezTo>
                    <a:pt x="191778" y="26670"/>
                    <a:pt x="198445" y="24765"/>
                    <a:pt x="202255" y="24765"/>
                  </a:cubicBezTo>
                  <a:cubicBezTo>
                    <a:pt x="203208" y="24765"/>
                    <a:pt x="204160" y="24765"/>
                    <a:pt x="204160" y="24765"/>
                  </a:cubicBezTo>
                  <a:cubicBezTo>
                    <a:pt x="207018" y="24765"/>
                    <a:pt x="208923" y="29528"/>
                    <a:pt x="209875" y="37148"/>
                  </a:cubicBezTo>
                  <a:cubicBezTo>
                    <a:pt x="209875" y="41910"/>
                    <a:pt x="209875" y="56198"/>
                    <a:pt x="208923" y="71438"/>
                  </a:cubicBezTo>
                  <a:cubicBezTo>
                    <a:pt x="207018" y="105728"/>
                    <a:pt x="205113" y="151447"/>
                    <a:pt x="209875" y="172403"/>
                  </a:cubicBezTo>
                  <a:cubicBezTo>
                    <a:pt x="215590" y="195263"/>
                    <a:pt x="226068" y="218122"/>
                    <a:pt x="235593" y="240030"/>
                  </a:cubicBezTo>
                  <a:cubicBezTo>
                    <a:pt x="248928" y="268605"/>
                    <a:pt x="261310" y="296228"/>
                    <a:pt x="262263" y="321945"/>
                  </a:cubicBezTo>
                  <a:cubicBezTo>
                    <a:pt x="264168" y="367665"/>
                    <a:pt x="241308" y="371475"/>
                    <a:pt x="225115" y="374333"/>
                  </a:cubicBezTo>
                  <a:cubicBezTo>
                    <a:pt x="217495" y="375285"/>
                    <a:pt x="208923" y="377190"/>
                    <a:pt x="208923" y="385763"/>
                  </a:cubicBezTo>
                  <a:cubicBezTo>
                    <a:pt x="208923" y="389572"/>
                    <a:pt x="211780" y="393383"/>
                    <a:pt x="216543" y="393383"/>
                  </a:cubicBezTo>
                  <a:cubicBezTo>
                    <a:pt x="218448" y="393383"/>
                    <a:pt x="220353" y="392430"/>
                    <a:pt x="224163" y="392430"/>
                  </a:cubicBezTo>
                  <a:cubicBezTo>
                    <a:pt x="228925" y="391478"/>
                    <a:pt x="237498" y="389572"/>
                    <a:pt x="246070" y="389572"/>
                  </a:cubicBezTo>
                  <a:cubicBezTo>
                    <a:pt x="251785" y="389572"/>
                    <a:pt x="256548" y="390525"/>
                    <a:pt x="261310" y="391478"/>
                  </a:cubicBezTo>
                  <a:cubicBezTo>
                    <a:pt x="275598" y="395288"/>
                    <a:pt x="286075" y="405765"/>
                    <a:pt x="290838" y="418147"/>
                  </a:cubicBezTo>
                  <a:cubicBezTo>
                    <a:pt x="294648" y="429578"/>
                    <a:pt x="294648" y="449580"/>
                    <a:pt x="273693" y="477203"/>
                  </a:cubicBezTo>
                  <a:cubicBezTo>
                    <a:pt x="269883" y="482918"/>
                    <a:pt x="259405" y="490538"/>
                    <a:pt x="238450" y="494347"/>
                  </a:cubicBezTo>
                  <a:cubicBezTo>
                    <a:pt x="231783" y="495300"/>
                    <a:pt x="231783" y="499110"/>
                    <a:pt x="231783" y="501968"/>
                  </a:cubicBezTo>
                  <a:cubicBezTo>
                    <a:pt x="231783" y="504825"/>
                    <a:pt x="234640" y="507683"/>
                    <a:pt x="239403" y="507683"/>
                  </a:cubicBezTo>
                  <a:cubicBezTo>
                    <a:pt x="241308" y="507683"/>
                    <a:pt x="243213" y="507683"/>
                    <a:pt x="245118" y="507683"/>
                  </a:cubicBezTo>
                  <a:cubicBezTo>
                    <a:pt x="277503" y="507683"/>
                    <a:pt x="302268" y="514350"/>
                    <a:pt x="313698" y="526733"/>
                  </a:cubicBezTo>
                  <a:cubicBezTo>
                    <a:pt x="319413" y="532448"/>
                    <a:pt x="321318" y="539115"/>
                    <a:pt x="321318" y="546735"/>
                  </a:cubicBezTo>
                  <a:cubicBezTo>
                    <a:pt x="320365" y="561023"/>
                    <a:pt x="301315" y="566738"/>
                    <a:pt x="287980" y="569595"/>
                  </a:cubicBezTo>
                  <a:cubicBezTo>
                    <a:pt x="278455" y="572453"/>
                    <a:pt x="272740" y="573405"/>
                    <a:pt x="272740" y="580073"/>
                  </a:cubicBezTo>
                  <a:lnTo>
                    <a:pt x="272740" y="582930"/>
                  </a:lnTo>
                  <a:lnTo>
                    <a:pt x="277503" y="586740"/>
                  </a:lnTo>
                  <a:lnTo>
                    <a:pt x="280360" y="586740"/>
                  </a:lnTo>
                  <a:cubicBezTo>
                    <a:pt x="282265" y="586740"/>
                    <a:pt x="284170" y="585788"/>
                    <a:pt x="287980" y="584835"/>
                  </a:cubicBezTo>
                  <a:cubicBezTo>
                    <a:pt x="296553" y="581978"/>
                    <a:pt x="304173" y="581025"/>
                    <a:pt x="309888" y="581025"/>
                  </a:cubicBezTo>
                  <a:cubicBezTo>
                    <a:pt x="312745" y="581025"/>
                    <a:pt x="314650" y="581025"/>
                    <a:pt x="315603" y="581978"/>
                  </a:cubicBezTo>
                  <a:cubicBezTo>
                    <a:pt x="320365" y="582930"/>
                    <a:pt x="320365" y="585788"/>
                    <a:pt x="320365" y="586740"/>
                  </a:cubicBezTo>
                  <a:cubicBezTo>
                    <a:pt x="320365" y="594360"/>
                    <a:pt x="308935" y="606743"/>
                    <a:pt x="283218" y="617220"/>
                  </a:cubicBezTo>
                  <a:lnTo>
                    <a:pt x="282265" y="617220"/>
                  </a:lnTo>
                  <a:lnTo>
                    <a:pt x="282265" y="617220"/>
                  </a:lnTo>
                  <a:cubicBezTo>
                    <a:pt x="269883" y="622935"/>
                    <a:pt x="241308" y="625793"/>
                    <a:pt x="210828" y="625793"/>
                  </a:cubicBezTo>
                  <a:cubicBezTo>
                    <a:pt x="163203" y="625793"/>
                    <a:pt x="107958" y="617220"/>
                    <a:pt x="98433" y="597218"/>
                  </a:cubicBezTo>
                  <a:cubicBezTo>
                    <a:pt x="96528" y="592455"/>
                    <a:pt x="96528" y="586740"/>
                    <a:pt x="101290" y="580073"/>
                  </a:cubicBezTo>
                  <a:cubicBezTo>
                    <a:pt x="102243" y="581025"/>
                    <a:pt x="104148" y="582930"/>
                    <a:pt x="106053" y="583883"/>
                  </a:cubicBezTo>
                  <a:cubicBezTo>
                    <a:pt x="137485" y="600075"/>
                    <a:pt x="178443" y="602933"/>
                    <a:pt x="201303" y="602933"/>
                  </a:cubicBezTo>
                  <a:cubicBezTo>
                    <a:pt x="216543" y="602933"/>
                    <a:pt x="227973" y="601980"/>
                    <a:pt x="232735" y="601028"/>
                  </a:cubicBezTo>
                  <a:cubicBezTo>
                    <a:pt x="238450" y="600075"/>
                    <a:pt x="247975" y="598170"/>
                    <a:pt x="247023" y="590550"/>
                  </a:cubicBezTo>
                  <a:cubicBezTo>
                    <a:pt x="247023" y="585788"/>
                    <a:pt x="243213" y="583883"/>
                    <a:pt x="236545" y="583883"/>
                  </a:cubicBezTo>
                  <a:cubicBezTo>
                    <a:pt x="235593" y="583883"/>
                    <a:pt x="234640" y="583883"/>
                    <a:pt x="232735" y="583883"/>
                  </a:cubicBezTo>
                  <a:cubicBezTo>
                    <a:pt x="227973" y="583883"/>
                    <a:pt x="221305" y="584835"/>
                    <a:pt x="212733" y="584835"/>
                  </a:cubicBezTo>
                  <a:cubicBezTo>
                    <a:pt x="183205" y="584835"/>
                    <a:pt x="153678" y="579120"/>
                    <a:pt x="120340" y="566738"/>
                  </a:cubicBezTo>
                  <a:cubicBezTo>
                    <a:pt x="104148" y="561975"/>
                    <a:pt x="71763" y="541973"/>
                    <a:pt x="65095" y="537210"/>
                  </a:cubicBezTo>
                  <a:cubicBezTo>
                    <a:pt x="40330" y="518160"/>
                    <a:pt x="26995" y="484822"/>
                    <a:pt x="26995" y="444818"/>
                  </a:cubicBezTo>
                  <a:cubicBezTo>
                    <a:pt x="24138" y="382905"/>
                    <a:pt x="69858" y="327660"/>
                    <a:pt x="89860" y="304800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178" name="Google Shape;1178;p10"/>
            <p:cNvSpPr/>
            <p:nvPr/>
          </p:nvSpPr>
          <p:spPr bwMode="auto">
            <a:xfrm>
              <a:off x="6256974" y="2756533"/>
              <a:ext cx="368616" cy="631507"/>
            </a:xfrm>
            <a:custGeom>
              <a:avLst/>
              <a:gdLst/>
              <a:ahLst/>
              <a:cxnLst/>
              <a:rect l="l" t="t" r="r" b="b"/>
              <a:pathLst>
                <a:path w="368617" h="631507" fill="norm" stroke="1" extrusionOk="0">
                  <a:moveTo>
                    <a:pt x="351473" y="631507"/>
                  </a:moveTo>
                  <a:lnTo>
                    <a:pt x="328613" y="625793"/>
                  </a:lnTo>
                  <a:cubicBezTo>
                    <a:pt x="339090" y="584835"/>
                    <a:pt x="344805" y="542925"/>
                    <a:pt x="344805" y="500062"/>
                  </a:cubicBezTo>
                  <a:cubicBezTo>
                    <a:pt x="344805" y="282893"/>
                    <a:pt x="206693" y="90488"/>
                    <a:pt x="0" y="22860"/>
                  </a:cubicBezTo>
                  <a:lnTo>
                    <a:pt x="7620" y="0"/>
                  </a:lnTo>
                  <a:cubicBezTo>
                    <a:pt x="223838" y="71438"/>
                    <a:pt x="368618" y="272415"/>
                    <a:pt x="368618" y="500062"/>
                  </a:cubicBezTo>
                  <a:cubicBezTo>
                    <a:pt x="368618" y="544830"/>
                    <a:pt x="362903" y="588645"/>
                    <a:pt x="351473" y="631507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179" name="Google Shape;1179;p10"/>
            <p:cNvSpPr/>
            <p:nvPr/>
          </p:nvSpPr>
          <p:spPr bwMode="auto">
            <a:xfrm>
              <a:off x="5572125" y="2767966"/>
              <a:ext cx="337185" cy="621030"/>
            </a:xfrm>
            <a:custGeom>
              <a:avLst/>
              <a:gdLst/>
              <a:ahLst/>
              <a:cxnLst/>
              <a:rect l="l" t="t" r="r" b="b"/>
              <a:pathLst>
                <a:path w="337185" h="621030" fill="norm" stroke="1" extrusionOk="0">
                  <a:moveTo>
                    <a:pt x="17145" y="621030"/>
                  </a:moveTo>
                  <a:cubicBezTo>
                    <a:pt x="5715" y="578168"/>
                    <a:pt x="0" y="533400"/>
                    <a:pt x="0" y="488632"/>
                  </a:cubicBezTo>
                  <a:cubicBezTo>
                    <a:pt x="0" y="273368"/>
                    <a:pt x="129540" y="80963"/>
                    <a:pt x="328613" y="0"/>
                  </a:cubicBezTo>
                  <a:lnTo>
                    <a:pt x="337185" y="21908"/>
                  </a:lnTo>
                  <a:cubicBezTo>
                    <a:pt x="146685" y="99060"/>
                    <a:pt x="22860" y="281940"/>
                    <a:pt x="22860" y="487680"/>
                  </a:cubicBezTo>
                  <a:cubicBezTo>
                    <a:pt x="22860" y="530543"/>
                    <a:pt x="28575" y="572453"/>
                    <a:pt x="39052" y="613410"/>
                  </a:cubicBezTo>
                  <a:lnTo>
                    <a:pt x="17145" y="621030"/>
                  </a:ln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grpSp>
          <p:nvGrpSpPr>
            <p:cNvPr id="1180" name="Google Shape;1180;p10"/>
            <p:cNvGrpSpPr/>
            <p:nvPr/>
          </p:nvGrpSpPr>
          <p:grpSpPr bwMode="auto">
            <a:xfrm>
              <a:off x="4910697" y="3818107"/>
              <a:ext cx="2376312" cy="776751"/>
              <a:chOff x="4910701" y="3818108"/>
              <a:chExt cx="2376312" cy="776751"/>
            </a:xfrm>
          </p:grpSpPr>
          <p:sp>
            <p:nvSpPr>
              <p:cNvPr id="1181" name="Google Shape;1181;p10"/>
              <p:cNvSpPr/>
              <p:nvPr/>
            </p:nvSpPr>
            <p:spPr bwMode="auto">
              <a:xfrm>
                <a:off x="5957887" y="4451032"/>
                <a:ext cx="25717" cy="33337"/>
              </a:xfrm>
              <a:custGeom>
                <a:avLst/>
                <a:gdLst/>
                <a:ahLst/>
                <a:cxnLst/>
                <a:rect l="l" t="t" r="r" b="b"/>
                <a:pathLst>
                  <a:path w="25717" h="33337" fill="norm" stroke="1" extrusionOk="0">
                    <a:moveTo>
                      <a:pt x="12383" y="0"/>
                    </a:moveTo>
                    <a:cubicBezTo>
                      <a:pt x="9525" y="0"/>
                      <a:pt x="6667" y="953"/>
                      <a:pt x="3810" y="3810"/>
                    </a:cubicBezTo>
                    <a:cubicBezTo>
                      <a:pt x="953" y="5715"/>
                      <a:pt x="0" y="9525"/>
                      <a:pt x="0" y="12383"/>
                    </a:cubicBezTo>
                    <a:cubicBezTo>
                      <a:pt x="0" y="17145"/>
                      <a:pt x="1905" y="21908"/>
                      <a:pt x="5715" y="25718"/>
                    </a:cubicBezTo>
                    <a:cubicBezTo>
                      <a:pt x="9525" y="29528"/>
                      <a:pt x="14288" y="32385"/>
                      <a:pt x="20955" y="33338"/>
                    </a:cubicBezTo>
                    <a:cubicBezTo>
                      <a:pt x="21908" y="31433"/>
                      <a:pt x="23813" y="30480"/>
                      <a:pt x="23813" y="27623"/>
                    </a:cubicBezTo>
                    <a:cubicBezTo>
                      <a:pt x="24765" y="25718"/>
                      <a:pt x="24765" y="22860"/>
                      <a:pt x="25717" y="19050"/>
                    </a:cubicBezTo>
                    <a:cubicBezTo>
                      <a:pt x="25717" y="14288"/>
                      <a:pt x="24765" y="9525"/>
                      <a:pt x="21908" y="6668"/>
                    </a:cubicBezTo>
                    <a:cubicBezTo>
                      <a:pt x="19050" y="2858"/>
                      <a:pt x="16192" y="953"/>
                      <a:pt x="12383" y="0"/>
                    </a:cubicBez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  <a:defRPr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</a:endParaRPr>
              </a:p>
            </p:txBody>
          </p:sp>
          <p:sp>
            <p:nvSpPr>
              <p:cNvPr id="1182" name="Google Shape;1182;p10"/>
              <p:cNvSpPr/>
              <p:nvPr/>
            </p:nvSpPr>
            <p:spPr bwMode="auto">
              <a:xfrm>
                <a:off x="6030277" y="4486275"/>
                <a:ext cx="53339" cy="31431"/>
              </a:xfrm>
              <a:custGeom>
                <a:avLst/>
                <a:gdLst/>
                <a:ahLst/>
                <a:cxnLst/>
                <a:rect l="l" t="t" r="r" b="b"/>
                <a:pathLst>
                  <a:path w="53339" h="31432" fill="norm" stroke="1" extrusionOk="0">
                    <a:moveTo>
                      <a:pt x="26670" y="0"/>
                    </a:moveTo>
                    <a:cubicBezTo>
                      <a:pt x="19050" y="0"/>
                      <a:pt x="13335" y="1905"/>
                      <a:pt x="8572" y="4763"/>
                    </a:cubicBezTo>
                    <a:cubicBezTo>
                      <a:pt x="2857" y="8572"/>
                      <a:pt x="952" y="13335"/>
                      <a:pt x="0" y="18097"/>
                    </a:cubicBezTo>
                    <a:cubicBezTo>
                      <a:pt x="0" y="21907"/>
                      <a:pt x="952" y="24765"/>
                      <a:pt x="4763" y="27622"/>
                    </a:cubicBezTo>
                    <a:cubicBezTo>
                      <a:pt x="7620" y="30480"/>
                      <a:pt x="11430" y="31432"/>
                      <a:pt x="15240" y="31432"/>
                    </a:cubicBezTo>
                    <a:cubicBezTo>
                      <a:pt x="20955" y="31432"/>
                      <a:pt x="27622" y="30480"/>
                      <a:pt x="33338" y="27622"/>
                    </a:cubicBezTo>
                    <a:cubicBezTo>
                      <a:pt x="39052" y="24765"/>
                      <a:pt x="45720" y="20955"/>
                      <a:pt x="53340" y="15240"/>
                    </a:cubicBezTo>
                    <a:cubicBezTo>
                      <a:pt x="49530" y="10478"/>
                      <a:pt x="44767" y="6668"/>
                      <a:pt x="40005" y="3810"/>
                    </a:cubicBezTo>
                    <a:cubicBezTo>
                      <a:pt x="36195" y="1905"/>
                      <a:pt x="31432" y="953"/>
                      <a:pt x="26670" y="0"/>
                    </a:cubicBez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  <a:defRPr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</a:endParaRPr>
              </a:p>
            </p:txBody>
          </p:sp>
          <p:sp>
            <p:nvSpPr>
              <p:cNvPr id="1183" name="Google Shape;1183;p10"/>
              <p:cNvSpPr/>
              <p:nvPr/>
            </p:nvSpPr>
            <p:spPr bwMode="auto">
              <a:xfrm rot="-4288464">
                <a:off x="5514870" y="4359989"/>
                <a:ext cx="37120" cy="36168"/>
              </a:xfrm>
              <a:custGeom>
                <a:avLst/>
                <a:gdLst/>
                <a:ahLst/>
                <a:cxnLst/>
                <a:rect l="l" t="t" r="r" b="b"/>
                <a:pathLst>
                  <a:path w="37147" h="36195" fill="norm" stroke="1" extrusionOk="0">
                    <a:moveTo>
                      <a:pt x="0" y="0"/>
                    </a:moveTo>
                    <a:lnTo>
                      <a:pt x="37148" y="0"/>
                    </a:lnTo>
                    <a:lnTo>
                      <a:pt x="37148" y="36195"/>
                    </a:lnTo>
                    <a:lnTo>
                      <a:pt x="0" y="36195"/>
                    </a:ln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  <a:defRPr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</a:endParaRPr>
              </a:p>
            </p:txBody>
          </p:sp>
          <p:sp>
            <p:nvSpPr>
              <p:cNvPr id="1184" name="Google Shape;1184;p10"/>
              <p:cNvSpPr/>
              <p:nvPr/>
            </p:nvSpPr>
            <p:spPr bwMode="auto">
              <a:xfrm>
                <a:off x="5833809" y="4470677"/>
                <a:ext cx="53593" cy="30258"/>
              </a:xfrm>
              <a:custGeom>
                <a:avLst/>
                <a:gdLst/>
                <a:ahLst/>
                <a:cxnLst/>
                <a:rect l="l" t="t" r="r" b="b"/>
                <a:pathLst>
                  <a:path w="53593" h="30258" fill="norm" stroke="1" extrusionOk="0">
                    <a:moveTo>
                      <a:pt x="28828" y="357"/>
                    </a:moveTo>
                    <a:cubicBezTo>
                      <a:pt x="21208" y="-595"/>
                      <a:pt x="15493" y="357"/>
                      <a:pt x="9778" y="3215"/>
                    </a:cubicBezTo>
                    <a:cubicBezTo>
                      <a:pt x="4063" y="6072"/>
                      <a:pt x="1206" y="10835"/>
                      <a:pt x="253" y="15597"/>
                    </a:cubicBezTo>
                    <a:cubicBezTo>
                      <a:pt x="-699" y="19407"/>
                      <a:pt x="1206" y="22265"/>
                      <a:pt x="3111" y="25122"/>
                    </a:cubicBezTo>
                    <a:cubicBezTo>
                      <a:pt x="5968" y="27980"/>
                      <a:pt x="8826" y="29885"/>
                      <a:pt x="13588" y="29885"/>
                    </a:cubicBezTo>
                    <a:cubicBezTo>
                      <a:pt x="19303" y="30837"/>
                      <a:pt x="25971" y="29885"/>
                      <a:pt x="32638" y="27980"/>
                    </a:cubicBezTo>
                    <a:cubicBezTo>
                      <a:pt x="39306" y="26075"/>
                      <a:pt x="45973" y="23217"/>
                      <a:pt x="53593" y="18455"/>
                    </a:cubicBezTo>
                    <a:cubicBezTo>
                      <a:pt x="49783" y="13692"/>
                      <a:pt x="45973" y="8930"/>
                      <a:pt x="42163" y="5120"/>
                    </a:cubicBezTo>
                    <a:cubicBezTo>
                      <a:pt x="37401" y="3215"/>
                      <a:pt x="32638" y="1310"/>
                      <a:pt x="28828" y="357"/>
                    </a:cubicBez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  <a:defRPr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</a:endParaRPr>
              </a:p>
            </p:txBody>
          </p:sp>
          <p:sp>
            <p:nvSpPr>
              <p:cNvPr id="1185" name="Google Shape;1185;p10"/>
              <p:cNvSpPr/>
              <p:nvPr/>
            </p:nvSpPr>
            <p:spPr bwMode="auto">
              <a:xfrm rot="-1451705">
                <a:off x="6823932" y="4289955"/>
                <a:ext cx="36210" cy="37162"/>
              </a:xfrm>
              <a:custGeom>
                <a:avLst/>
                <a:gdLst/>
                <a:ahLst/>
                <a:cxnLst/>
                <a:rect l="l" t="t" r="r" b="b"/>
                <a:pathLst>
                  <a:path w="36196" h="37148" fill="norm" stroke="1" extrusionOk="0">
                    <a:moveTo>
                      <a:pt x="0" y="0"/>
                    </a:moveTo>
                    <a:lnTo>
                      <a:pt x="36196" y="0"/>
                    </a:lnTo>
                    <a:lnTo>
                      <a:pt x="36196" y="37149"/>
                    </a:lnTo>
                    <a:lnTo>
                      <a:pt x="0" y="37149"/>
                    </a:ln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  <a:defRPr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</a:endParaRPr>
              </a:p>
            </p:txBody>
          </p:sp>
          <p:sp>
            <p:nvSpPr>
              <p:cNvPr id="1186" name="Google Shape;1186;p10"/>
              <p:cNvSpPr/>
              <p:nvPr/>
            </p:nvSpPr>
            <p:spPr bwMode="auto">
              <a:xfrm>
                <a:off x="6727133" y="4373310"/>
                <a:ext cx="54368" cy="46764"/>
              </a:xfrm>
              <a:custGeom>
                <a:avLst/>
                <a:gdLst/>
                <a:ahLst/>
                <a:cxnLst/>
                <a:rect l="l" t="t" r="r" b="b"/>
                <a:pathLst>
                  <a:path w="54368" h="46765" fill="norm" stroke="1" extrusionOk="0">
                    <a:moveTo>
                      <a:pt x="2279" y="24382"/>
                    </a:moveTo>
                    <a:cubicBezTo>
                      <a:pt x="374" y="28192"/>
                      <a:pt x="-579" y="31050"/>
                      <a:pt x="374" y="34859"/>
                    </a:cubicBezTo>
                    <a:cubicBezTo>
                      <a:pt x="2279" y="40575"/>
                      <a:pt x="6089" y="43432"/>
                      <a:pt x="11804" y="45337"/>
                    </a:cubicBezTo>
                    <a:cubicBezTo>
                      <a:pt x="17519" y="47242"/>
                      <a:pt x="24186" y="47242"/>
                      <a:pt x="29901" y="45337"/>
                    </a:cubicBezTo>
                    <a:cubicBezTo>
                      <a:pt x="39426" y="41527"/>
                      <a:pt x="46094" y="36765"/>
                      <a:pt x="49904" y="29145"/>
                    </a:cubicBezTo>
                    <a:cubicBezTo>
                      <a:pt x="54666" y="22477"/>
                      <a:pt x="55619" y="14857"/>
                      <a:pt x="52761" y="8190"/>
                    </a:cubicBezTo>
                    <a:cubicBezTo>
                      <a:pt x="50856" y="4380"/>
                      <a:pt x="47999" y="1522"/>
                      <a:pt x="42284" y="570"/>
                    </a:cubicBezTo>
                    <a:cubicBezTo>
                      <a:pt x="36569" y="-383"/>
                      <a:pt x="30854" y="-383"/>
                      <a:pt x="25139" y="2475"/>
                    </a:cubicBezTo>
                    <a:cubicBezTo>
                      <a:pt x="23234" y="5332"/>
                      <a:pt x="18471" y="9142"/>
                      <a:pt x="11804" y="13905"/>
                    </a:cubicBezTo>
                    <a:cubicBezTo>
                      <a:pt x="7994" y="16762"/>
                      <a:pt x="4184" y="20572"/>
                      <a:pt x="2279" y="24382"/>
                    </a:cubicBez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  <a:defRPr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</a:endParaRPr>
              </a:p>
            </p:txBody>
          </p:sp>
          <p:sp>
            <p:nvSpPr>
              <p:cNvPr id="1187" name="Google Shape;1187;p10"/>
              <p:cNvSpPr/>
              <p:nvPr/>
            </p:nvSpPr>
            <p:spPr bwMode="auto">
              <a:xfrm>
                <a:off x="6563677" y="4377690"/>
                <a:ext cx="48577" cy="69294"/>
              </a:xfrm>
              <a:custGeom>
                <a:avLst/>
                <a:gdLst/>
                <a:ahLst/>
                <a:cxnLst/>
                <a:rect l="l" t="t" r="r" b="b"/>
                <a:pathLst>
                  <a:path w="48577" h="69294" fill="norm" stroke="1" extrusionOk="0">
                    <a:moveTo>
                      <a:pt x="0" y="11430"/>
                    </a:moveTo>
                    <a:lnTo>
                      <a:pt x="15240" y="63817"/>
                    </a:lnTo>
                    <a:cubicBezTo>
                      <a:pt x="16192" y="65722"/>
                      <a:pt x="17145" y="67628"/>
                      <a:pt x="19050" y="68580"/>
                    </a:cubicBezTo>
                    <a:cubicBezTo>
                      <a:pt x="20955" y="69532"/>
                      <a:pt x="22860" y="69532"/>
                      <a:pt x="24765" y="68580"/>
                    </a:cubicBezTo>
                    <a:cubicBezTo>
                      <a:pt x="30480" y="66675"/>
                      <a:pt x="36195" y="62865"/>
                      <a:pt x="40005" y="58103"/>
                    </a:cubicBezTo>
                    <a:cubicBezTo>
                      <a:pt x="44767" y="52388"/>
                      <a:pt x="46672" y="46672"/>
                      <a:pt x="48577" y="39053"/>
                    </a:cubicBezTo>
                    <a:lnTo>
                      <a:pt x="37147" y="0"/>
                    </a:lnTo>
                    <a:lnTo>
                      <a:pt x="0" y="11430"/>
                    </a:ln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  <a:defRPr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</a:endParaRPr>
              </a:p>
            </p:txBody>
          </p:sp>
          <p:sp>
            <p:nvSpPr>
              <p:cNvPr id="1188" name="Google Shape;1188;p10"/>
              <p:cNvSpPr/>
              <p:nvPr/>
            </p:nvSpPr>
            <p:spPr bwMode="auto">
              <a:xfrm>
                <a:off x="6273165" y="4475797"/>
                <a:ext cx="53339" cy="33337"/>
              </a:xfrm>
              <a:custGeom>
                <a:avLst/>
                <a:gdLst/>
                <a:ahLst/>
                <a:cxnLst/>
                <a:rect l="l" t="t" r="r" b="b"/>
                <a:pathLst>
                  <a:path w="53339" h="33337" fill="norm" stroke="1" extrusionOk="0">
                    <a:moveTo>
                      <a:pt x="23813" y="0"/>
                    </a:moveTo>
                    <a:cubicBezTo>
                      <a:pt x="16192" y="953"/>
                      <a:pt x="10477" y="3810"/>
                      <a:pt x="6667" y="7620"/>
                    </a:cubicBezTo>
                    <a:cubicBezTo>
                      <a:pt x="1905" y="12383"/>
                      <a:pt x="0" y="17145"/>
                      <a:pt x="0" y="21908"/>
                    </a:cubicBezTo>
                    <a:cubicBezTo>
                      <a:pt x="0" y="25718"/>
                      <a:pt x="1905" y="28575"/>
                      <a:pt x="5715" y="30480"/>
                    </a:cubicBezTo>
                    <a:cubicBezTo>
                      <a:pt x="8572" y="32385"/>
                      <a:pt x="12382" y="33338"/>
                      <a:pt x="17145" y="33338"/>
                    </a:cubicBezTo>
                    <a:cubicBezTo>
                      <a:pt x="22860" y="32385"/>
                      <a:pt x="28575" y="30480"/>
                      <a:pt x="35242" y="26670"/>
                    </a:cubicBezTo>
                    <a:cubicBezTo>
                      <a:pt x="40957" y="22860"/>
                      <a:pt x="46672" y="18097"/>
                      <a:pt x="53340" y="12383"/>
                    </a:cubicBezTo>
                    <a:cubicBezTo>
                      <a:pt x="48577" y="8572"/>
                      <a:pt x="43815" y="4763"/>
                      <a:pt x="39052" y="2858"/>
                    </a:cubicBezTo>
                    <a:cubicBezTo>
                      <a:pt x="33338" y="953"/>
                      <a:pt x="28575" y="0"/>
                      <a:pt x="23813" y="0"/>
                    </a:cubicBez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  <a:defRPr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</a:endParaRPr>
              </a:p>
            </p:txBody>
          </p:sp>
          <p:sp>
            <p:nvSpPr>
              <p:cNvPr id="1189" name="Google Shape;1189;p10"/>
              <p:cNvSpPr/>
              <p:nvPr/>
            </p:nvSpPr>
            <p:spPr bwMode="auto">
              <a:xfrm>
                <a:off x="6383654" y="4415790"/>
                <a:ext cx="75247" cy="88024"/>
              </a:xfrm>
              <a:custGeom>
                <a:avLst/>
                <a:gdLst/>
                <a:ahLst/>
                <a:cxnLst/>
                <a:rect l="l" t="t" r="r" b="b"/>
                <a:pathLst>
                  <a:path w="75247" h="88024" fill="norm" stroke="1" extrusionOk="0">
                    <a:moveTo>
                      <a:pt x="39053" y="6667"/>
                    </a:moveTo>
                    <a:lnTo>
                      <a:pt x="44767" y="35242"/>
                    </a:lnTo>
                    <a:lnTo>
                      <a:pt x="7620" y="41910"/>
                    </a:lnTo>
                    <a:cubicBezTo>
                      <a:pt x="4763" y="41910"/>
                      <a:pt x="2858" y="43815"/>
                      <a:pt x="1905" y="45720"/>
                    </a:cubicBezTo>
                    <a:cubicBezTo>
                      <a:pt x="0" y="47625"/>
                      <a:pt x="0" y="49530"/>
                      <a:pt x="0" y="52388"/>
                    </a:cubicBezTo>
                    <a:cubicBezTo>
                      <a:pt x="0" y="54292"/>
                      <a:pt x="1905" y="56197"/>
                      <a:pt x="3810" y="58103"/>
                    </a:cubicBezTo>
                    <a:cubicBezTo>
                      <a:pt x="5715" y="60007"/>
                      <a:pt x="8573" y="60960"/>
                      <a:pt x="11430" y="61913"/>
                    </a:cubicBezTo>
                    <a:cubicBezTo>
                      <a:pt x="13335" y="60007"/>
                      <a:pt x="16192" y="58103"/>
                      <a:pt x="20003" y="56197"/>
                    </a:cubicBezTo>
                    <a:cubicBezTo>
                      <a:pt x="22860" y="55245"/>
                      <a:pt x="27623" y="53340"/>
                      <a:pt x="33338" y="52388"/>
                    </a:cubicBezTo>
                    <a:lnTo>
                      <a:pt x="45720" y="65722"/>
                    </a:lnTo>
                    <a:lnTo>
                      <a:pt x="34290" y="67628"/>
                    </a:lnTo>
                    <a:cubicBezTo>
                      <a:pt x="30480" y="68580"/>
                      <a:pt x="26670" y="70485"/>
                      <a:pt x="23813" y="72390"/>
                    </a:cubicBezTo>
                    <a:cubicBezTo>
                      <a:pt x="20955" y="75247"/>
                      <a:pt x="20003" y="78105"/>
                      <a:pt x="20955" y="80963"/>
                    </a:cubicBezTo>
                    <a:cubicBezTo>
                      <a:pt x="21908" y="83820"/>
                      <a:pt x="22860" y="85725"/>
                      <a:pt x="25717" y="86678"/>
                    </a:cubicBezTo>
                    <a:cubicBezTo>
                      <a:pt x="28575" y="87630"/>
                      <a:pt x="32385" y="88582"/>
                      <a:pt x="35242" y="87630"/>
                    </a:cubicBezTo>
                    <a:cubicBezTo>
                      <a:pt x="43815" y="85725"/>
                      <a:pt x="52388" y="81915"/>
                      <a:pt x="59055" y="75247"/>
                    </a:cubicBezTo>
                    <a:cubicBezTo>
                      <a:pt x="66675" y="68580"/>
                      <a:pt x="71438" y="60007"/>
                      <a:pt x="75248" y="49530"/>
                    </a:cubicBezTo>
                    <a:lnTo>
                      <a:pt x="65723" y="0"/>
                    </a:lnTo>
                    <a:lnTo>
                      <a:pt x="39053" y="6667"/>
                    </a:ln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  <a:defRPr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</a:endParaRPr>
              </a:p>
            </p:txBody>
          </p:sp>
          <p:sp>
            <p:nvSpPr>
              <p:cNvPr id="1190" name="Google Shape;1190;p10"/>
              <p:cNvSpPr/>
              <p:nvPr/>
            </p:nvSpPr>
            <p:spPr bwMode="auto">
              <a:xfrm>
                <a:off x="4910701" y="3818108"/>
                <a:ext cx="2376312" cy="776751"/>
              </a:xfrm>
              <a:custGeom>
                <a:avLst/>
                <a:gdLst/>
                <a:ahLst/>
                <a:cxnLst/>
                <a:rect l="l" t="t" r="r" b="b"/>
                <a:pathLst>
                  <a:path w="2376312" h="776751" fill="norm" stroke="1" extrusionOk="0">
                    <a:moveTo>
                      <a:pt x="2324489" y="401466"/>
                    </a:moveTo>
                    <a:cubicBezTo>
                      <a:pt x="2315916" y="384321"/>
                      <a:pt x="2307344" y="367176"/>
                      <a:pt x="2299724" y="350031"/>
                    </a:cubicBezTo>
                    <a:cubicBezTo>
                      <a:pt x="2316869" y="337649"/>
                      <a:pt x="2332109" y="325266"/>
                      <a:pt x="2348301" y="310979"/>
                    </a:cubicBezTo>
                    <a:cubicBezTo>
                      <a:pt x="2399736" y="264306"/>
                      <a:pt x="2369256" y="202394"/>
                      <a:pt x="2344491" y="152864"/>
                    </a:cubicBezTo>
                    <a:lnTo>
                      <a:pt x="2339729" y="142386"/>
                    </a:lnTo>
                    <a:cubicBezTo>
                      <a:pt x="2327346" y="116669"/>
                      <a:pt x="2329251" y="90951"/>
                      <a:pt x="2331156" y="69044"/>
                    </a:cubicBezTo>
                    <a:cubicBezTo>
                      <a:pt x="2333061" y="48089"/>
                      <a:pt x="2334966" y="28086"/>
                      <a:pt x="2321631" y="14751"/>
                    </a:cubicBezTo>
                    <a:cubicBezTo>
                      <a:pt x="2310201" y="2369"/>
                      <a:pt x="2288294" y="-1441"/>
                      <a:pt x="2253051" y="464"/>
                    </a:cubicBezTo>
                    <a:lnTo>
                      <a:pt x="2253051" y="464"/>
                    </a:lnTo>
                    <a:cubicBezTo>
                      <a:pt x="2253051" y="464"/>
                      <a:pt x="2252099" y="464"/>
                      <a:pt x="2252099" y="464"/>
                    </a:cubicBezTo>
                    <a:cubicBezTo>
                      <a:pt x="2175899" y="5226"/>
                      <a:pt x="2128274" y="68091"/>
                      <a:pt x="2118749" y="177629"/>
                    </a:cubicBezTo>
                    <a:cubicBezTo>
                      <a:pt x="2112081" y="180486"/>
                      <a:pt x="2106366" y="184296"/>
                      <a:pt x="2099699" y="187154"/>
                    </a:cubicBezTo>
                    <a:cubicBezTo>
                      <a:pt x="2052074" y="209061"/>
                      <a:pt x="1995876" y="226206"/>
                      <a:pt x="1943489" y="239541"/>
                    </a:cubicBezTo>
                    <a:lnTo>
                      <a:pt x="1943489" y="239541"/>
                    </a:lnTo>
                    <a:cubicBezTo>
                      <a:pt x="1932059" y="242399"/>
                      <a:pt x="1923486" y="244304"/>
                      <a:pt x="1915866" y="246209"/>
                    </a:cubicBezTo>
                    <a:cubicBezTo>
                      <a:pt x="1915866" y="246209"/>
                      <a:pt x="1915866" y="246209"/>
                      <a:pt x="1914914" y="246209"/>
                    </a:cubicBezTo>
                    <a:lnTo>
                      <a:pt x="1914914" y="246209"/>
                    </a:lnTo>
                    <a:cubicBezTo>
                      <a:pt x="1906341" y="249066"/>
                      <a:pt x="1900626" y="250971"/>
                      <a:pt x="1896816" y="253829"/>
                    </a:cubicBezTo>
                    <a:cubicBezTo>
                      <a:pt x="1866336" y="272879"/>
                      <a:pt x="1887291" y="351936"/>
                      <a:pt x="1896816" y="381464"/>
                    </a:cubicBezTo>
                    <a:cubicBezTo>
                      <a:pt x="1760609" y="478619"/>
                      <a:pt x="1504386" y="540531"/>
                      <a:pt x="1219589" y="540531"/>
                    </a:cubicBezTo>
                    <a:cubicBezTo>
                      <a:pt x="1209111" y="540531"/>
                      <a:pt x="1199586" y="540531"/>
                      <a:pt x="1189109" y="540531"/>
                    </a:cubicBezTo>
                    <a:lnTo>
                      <a:pt x="1189109" y="540531"/>
                    </a:lnTo>
                    <a:cubicBezTo>
                      <a:pt x="1189109" y="540531"/>
                      <a:pt x="1189109" y="540531"/>
                      <a:pt x="1188156" y="540531"/>
                    </a:cubicBezTo>
                    <a:cubicBezTo>
                      <a:pt x="1188156" y="540531"/>
                      <a:pt x="1188156" y="540531"/>
                      <a:pt x="1187204" y="540531"/>
                    </a:cubicBezTo>
                    <a:lnTo>
                      <a:pt x="1187204" y="540531"/>
                    </a:lnTo>
                    <a:cubicBezTo>
                      <a:pt x="1176726" y="540531"/>
                      <a:pt x="1167201" y="540531"/>
                      <a:pt x="1156724" y="540531"/>
                    </a:cubicBezTo>
                    <a:cubicBezTo>
                      <a:pt x="871926" y="540531"/>
                      <a:pt x="615704" y="479571"/>
                      <a:pt x="479496" y="381464"/>
                    </a:cubicBezTo>
                    <a:cubicBezTo>
                      <a:pt x="489021" y="351936"/>
                      <a:pt x="509976" y="272879"/>
                      <a:pt x="479496" y="253829"/>
                    </a:cubicBezTo>
                    <a:cubicBezTo>
                      <a:pt x="475686" y="250971"/>
                      <a:pt x="469019" y="249066"/>
                      <a:pt x="461399" y="246209"/>
                    </a:cubicBezTo>
                    <a:lnTo>
                      <a:pt x="461399" y="246209"/>
                    </a:lnTo>
                    <a:cubicBezTo>
                      <a:pt x="461399" y="246209"/>
                      <a:pt x="461399" y="246209"/>
                      <a:pt x="460446" y="246209"/>
                    </a:cubicBezTo>
                    <a:cubicBezTo>
                      <a:pt x="452826" y="244304"/>
                      <a:pt x="444254" y="241446"/>
                      <a:pt x="432824" y="239541"/>
                    </a:cubicBezTo>
                    <a:lnTo>
                      <a:pt x="432824" y="239541"/>
                    </a:lnTo>
                    <a:cubicBezTo>
                      <a:pt x="379484" y="226206"/>
                      <a:pt x="323286" y="208109"/>
                      <a:pt x="276614" y="187154"/>
                    </a:cubicBezTo>
                    <a:cubicBezTo>
                      <a:pt x="269946" y="184296"/>
                      <a:pt x="263279" y="181439"/>
                      <a:pt x="257564" y="177629"/>
                    </a:cubicBezTo>
                    <a:cubicBezTo>
                      <a:pt x="248039" y="68091"/>
                      <a:pt x="200414" y="6179"/>
                      <a:pt x="124214" y="464"/>
                    </a:cubicBezTo>
                    <a:cubicBezTo>
                      <a:pt x="124214" y="464"/>
                      <a:pt x="123261" y="464"/>
                      <a:pt x="123261" y="464"/>
                    </a:cubicBezTo>
                    <a:lnTo>
                      <a:pt x="123261" y="464"/>
                    </a:lnTo>
                    <a:cubicBezTo>
                      <a:pt x="87066" y="-1441"/>
                      <a:pt x="66111" y="3321"/>
                      <a:pt x="54681" y="14751"/>
                    </a:cubicBezTo>
                    <a:cubicBezTo>
                      <a:pt x="41346" y="28086"/>
                      <a:pt x="43251" y="48089"/>
                      <a:pt x="45156" y="69044"/>
                    </a:cubicBezTo>
                    <a:cubicBezTo>
                      <a:pt x="47061" y="91904"/>
                      <a:pt x="49919" y="116669"/>
                      <a:pt x="36584" y="142386"/>
                    </a:cubicBezTo>
                    <a:lnTo>
                      <a:pt x="31821" y="152864"/>
                    </a:lnTo>
                    <a:cubicBezTo>
                      <a:pt x="7056" y="202394"/>
                      <a:pt x="-23424" y="264306"/>
                      <a:pt x="28011" y="310979"/>
                    </a:cubicBezTo>
                    <a:cubicBezTo>
                      <a:pt x="43251" y="325266"/>
                      <a:pt x="59444" y="338601"/>
                      <a:pt x="76589" y="350031"/>
                    </a:cubicBezTo>
                    <a:cubicBezTo>
                      <a:pt x="69921" y="367176"/>
                      <a:pt x="60396" y="385274"/>
                      <a:pt x="51824" y="401466"/>
                    </a:cubicBezTo>
                    <a:cubicBezTo>
                      <a:pt x="36584" y="430041"/>
                      <a:pt x="21344" y="460521"/>
                      <a:pt x="13724" y="493859"/>
                    </a:cubicBezTo>
                    <a:cubicBezTo>
                      <a:pt x="10866" y="506241"/>
                      <a:pt x="4199" y="609111"/>
                      <a:pt x="25154" y="616731"/>
                    </a:cubicBezTo>
                    <a:cubicBezTo>
                      <a:pt x="28964" y="617684"/>
                      <a:pt x="36584" y="618636"/>
                      <a:pt x="42299" y="606254"/>
                    </a:cubicBezTo>
                    <a:cubicBezTo>
                      <a:pt x="64206" y="562439"/>
                      <a:pt x="100401" y="516719"/>
                      <a:pt x="123261" y="515766"/>
                    </a:cubicBezTo>
                    <a:cubicBezTo>
                      <a:pt x="127071" y="515766"/>
                      <a:pt x="133739" y="516719"/>
                      <a:pt x="140406" y="526244"/>
                    </a:cubicBezTo>
                    <a:cubicBezTo>
                      <a:pt x="146121" y="534816"/>
                      <a:pt x="150884" y="548151"/>
                      <a:pt x="155646" y="557676"/>
                    </a:cubicBezTo>
                    <a:cubicBezTo>
                      <a:pt x="162314" y="573869"/>
                      <a:pt x="165171" y="581489"/>
                      <a:pt x="173744" y="579584"/>
                    </a:cubicBezTo>
                    <a:cubicBezTo>
                      <a:pt x="182316" y="577679"/>
                      <a:pt x="182316" y="568154"/>
                      <a:pt x="182316" y="560534"/>
                    </a:cubicBezTo>
                    <a:cubicBezTo>
                      <a:pt x="182316" y="511004"/>
                      <a:pt x="196604" y="463379"/>
                      <a:pt x="211844" y="419564"/>
                    </a:cubicBezTo>
                    <a:cubicBezTo>
                      <a:pt x="247086" y="432899"/>
                      <a:pt x="281376" y="442424"/>
                      <a:pt x="315666" y="451949"/>
                    </a:cubicBezTo>
                    <a:cubicBezTo>
                      <a:pt x="316619" y="451949"/>
                      <a:pt x="317571" y="452901"/>
                      <a:pt x="318524" y="452901"/>
                    </a:cubicBezTo>
                    <a:lnTo>
                      <a:pt x="315666" y="455759"/>
                    </a:lnTo>
                    <a:cubicBezTo>
                      <a:pt x="305189" y="467189"/>
                      <a:pt x="289949" y="481476"/>
                      <a:pt x="289949" y="481476"/>
                    </a:cubicBezTo>
                    <a:cubicBezTo>
                      <a:pt x="279471" y="492906"/>
                      <a:pt x="273756" y="507194"/>
                      <a:pt x="275661" y="520529"/>
                    </a:cubicBezTo>
                    <a:cubicBezTo>
                      <a:pt x="276614" y="533864"/>
                      <a:pt x="284234" y="545294"/>
                      <a:pt x="296616" y="553866"/>
                    </a:cubicBezTo>
                    <a:cubicBezTo>
                      <a:pt x="492831" y="693884"/>
                      <a:pt x="814776" y="776751"/>
                      <a:pt x="1157676" y="776751"/>
                    </a:cubicBezTo>
                    <a:cubicBezTo>
                      <a:pt x="1167201" y="776751"/>
                      <a:pt x="1177679" y="776751"/>
                      <a:pt x="1189109" y="776751"/>
                    </a:cubicBezTo>
                    <a:cubicBezTo>
                      <a:pt x="1199586" y="776751"/>
                      <a:pt x="1210064" y="776751"/>
                      <a:pt x="1220541" y="776751"/>
                    </a:cubicBezTo>
                    <a:cubicBezTo>
                      <a:pt x="1563441" y="776751"/>
                      <a:pt x="1885386" y="692931"/>
                      <a:pt x="2081601" y="553866"/>
                    </a:cubicBezTo>
                    <a:cubicBezTo>
                      <a:pt x="2093984" y="545294"/>
                      <a:pt x="2100651" y="532911"/>
                      <a:pt x="2102556" y="520529"/>
                    </a:cubicBezTo>
                    <a:cubicBezTo>
                      <a:pt x="2103509" y="507194"/>
                      <a:pt x="2098746" y="492906"/>
                      <a:pt x="2088269" y="481476"/>
                    </a:cubicBezTo>
                    <a:cubicBezTo>
                      <a:pt x="2088269" y="481476"/>
                      <a:pt x="2073029" y="467189"/>
                      <a:pt x="2062551" y="455759"/>
                    </a:cubicBezTo>
                    <a:lnTo>
                      <a:pt x="2059694" y="452901"/>
                    </a:lnTo>
                    <a:cubicBezTo>
                      <a:pt x="2060646" y="452901"/>
                      <a:pt x="2061599" y="451949"/>
                      <a:pt x="2062551" y="451949"/>
                    </a:cubicBezTo>
                    <a:cubicBezTo>
                      <a:pt x="2096841" y="442424"/>
                      <a:pt x="2132084" y="431946"/>
                      <a:pt x="2166374" y="419564"/>
                    </a:cubicBezTo>
                    <a:cubicBezTo>
                      <a:pt x="2181614" y="463379"/>
                      <a:pt x="2195901" y="511004"/>
                      <a:pt x="2195901" y="560534"/>
                    </a:cubicBezTo>
                    <a:cubicBezTo>
                      <a:pt x="2195901" y="568154"/>
                      <a:pt x="2195901" y="577679"/>
                      <a:pt x="2204474" y="579584"/>
                    </a:cubicBezTo>
                    <a:cubicBezTo>
                      <a:pt x="2213046" y="581489"/>
                      <a:pt x="2215904" y="573869"/>
                      <a:pt x="2222571" y="557676"/>
                    </a:cubicBezTo>
                    <a:cubicBezTo>
                      <a:pt x="2226381" y="547199"/>
                      <a:pt x="2232096" y="534816"/>
                      <a:pt x="2237811" y="526244"/>
                    </a:cubicBezTo>
                    <a:cubicBezTo>
                      <a:pt x="2244479" y="516719"/>
                      <a:pt x="2250194" y="515766"/>
                      <a:pt x="2254956" y="515766"/>
                    </a:cubicBezTo>
                    <a:cubicBezTo>
                      <a:pt x="2277816" y="516719"/>
                      <a:pt x="2314011" y="563391"/>
                      <a:pt x="2335919" y="606254"/>
                    </a:cubicBezTo>
                    <a:cubicBezTo>
                      <a:pt x="2341634" y="618636"/>
                      <a:pt x="2349254" y="617684"/>
                      <a:pt x="2353064" y="616731"/>
                    </a:cubicBezTo>
                    <a:cubicBezTo>
                      <a:pt x="2374019" y="609111"/>
                      <a:pt x="2367351" y="506241"/>
                      <a:pt x="2364494" y="493859"/>
                    </a:cubicBezTo>
                    <a:cubicBezTo>
                      <a:pt x="2354969" y="459569"/>
                      <a:pt x="2339729" y="430041"/>
                      <a:pt x="2324489" y="401466"/>
                    </a:cubicBezTo>
                    <a:close/>
                    <a:moveTo>
                      <a:pt x="165171" y="538626"/>
                    </a:moveTo>
                    <a:cubicBezTo>
                      <a:pt x="162314" y="531006"/>
                      <a:pt x="158504" y="523386"/>
                      <a:pt x="153741" y="516719"/>
                    </a:cubicBezTo>
                    <a:cubicBezTo>
                      <a:pt x="143264" y="500526"/>
                      <a:pt x="130881" y="497669"/>
                      <a:pt x="121356" y="498621"/>
                    </a:cubicBezTo>
                    <a:cubicBezTo>
                      <a:pt x="87066" y="500526"/>
                      <a:pt x="48966" y="554819"/>
                      <a:pt x="29916" y="591966"/>
                    </a:cubicBezTo>
                    <a:cubicBezTo>
                      <a:pt x="26106" y="568154"/>
                      <a:pt x="26106" y="515766"/>
                      <a:pt x="29916" y="497669"/>
                    </a:cubicBezTo>
                    <a:cubicBezTo>
                      <a:pt x="37536" y="466236"/>
                      <a:pt x="51824" y="437661"/>
                      <a:pt x="67064" y="409086"/>
                    </a:cubicBezTo>
                    <a:cubicBezTo>
                      <a:pt x="75636" y="392894"/>
                      <a:pt x="84209" y="376701"/>
                      <a:pt x="90876" y="359556"/>
                    </a:cubicBezTo>
                    <a:cubicBezTo>
                      <a:pt x="122309" y="380511"/>
                      <a:pt x="156599" y="398609"/>
                      <a:pt x="194699" y="413849"/>
                    </a:cubicBezTo>
                    <a:cubicBezTo>
                      <a:pt x="181364" y="452901"/>
                      <a:pt x="168029" y="494811"/>
                      <a:pt x="165171" y="538626"/>
                    </a:cubicBezTo>
                    <a:close/>
                    <a:moveTo>
                      <a:pt x="103259" y="26181"/>
                    </a:moveTo>
                    <a:cubicBezTo>
                      <a:pt x="104211" y="23324"/>
                      <a:pt x="105164" y="16656"/>
                      <a:pt x="123261" y="16656"/>
                    </a:cubicBezTo>
                    <a:cubicBezTo>
                      <a:pt x="203271" y="22371"/>
                      <a:pt x="230894" y="97619"/>
                      <a:pt x="239466" y="166199"/>
                    </a:cubicBezTo>
                    <a:cubicBezTo>
                      <a:pt x="148979" y="115716"/>
                      <a:pt x="97544" y="50946"/>
                      <a:pt x="103259" y="26181"/>
                    </a:cubicBezTo>
                    <a:close/>
                    <a:moveTo>
                      <a:pt x="469019" y="345269"/>
                    </a:moveTo>
                    <a:cubicBezTo>
                      <a:pt x="467114" y="351936"/>
                      <a:pt x="465209" y="357651"/>
                      <a:pt x="464256" y="364319"/>
                    </a:cubicBezTo>
                    <a:cubicBezTo>
                      <a:pt x="462351" y="363366"/>
                      <a:pt x="461399" y="362414"/>
                      <a:pt x="459494" y="360509"/>
                    </a:cubicBezTo>
                    <a:cubicBezTo>
                      <a:pt x="441396" y="346221"/>
                      <a:pt x="431871" y="336696"/>
                      <a:pt x="435681" y="324314"/>
                    </a:cubicBezTo>
                    <a:cubicBezTo>
                      <a:pt x="438539" y="314789"/>
                      <a:pt x="444254" y="312884"/>
                      <a:pt x="452826" y="312884"/>
                    </a:cubicBezTo>
                    <a:cubicBezTo>
                      <a:pt x="456636" y="312884"/>
                      <a:pt x="460446" y="312884"/>
                      <a:pt x="465209" y="313836"/>
                    </a:cubicBezTo>
                    <a:cubicBezTo>
                      <a:pt x="469019" y="313836"/>
                      <a:pt x="471876" y="314789"/>
                      <a:pt x="475686" y="314789"/>
                    </a:cubicBezTo>
                    <a:moveTo>
                      <a:pt x="565221" y="589109"/>
                    </a:moveTo>
                    <a:cubicBezTo>
                      <a:pt x="560459" y="578631"/>
                      <a:pt x="559506" y="571011"/>
                      <a:pt x="561411" y="565296"/>
                    </a:cubicBezTo>
                    <a:cubicBezTo>
                      <a:pt x="561411" y="564344"/>
                      <a:pt x="563316" y="563391"/>
                      <a:pt x="564269" y="563391"/>
                    </a:cubicBezTo>
                    <a:cubicBezTo>
                      <a:pt x="566174" y="563391"/>
                      <a:pt x="568079" y="563391"/>
                      <a:pt x="569984" y="563391"/>
                    </a:cubicBezTo>
                    <a:lnTo>
                      <a:pt x="580461" y="567201"/>
                    </a:lnTo>
                    <a:lnTo>
                      <a:pt x="591891" y="531959"/>
                    </a:lnTo>
                    <a:lnTo>
                      <a:pt x="572841" y="525291"/>
                    </a:lnTo>
                    <a:lnTo>
                      <a:pt x="572841" y="526244"/>
                    </a:lnTo>
                    <a:lnTo>
                      <a:pt x="553791" y="518624"/>
                    </a:lnTo>
                    <a:lnTo>
                      <a:pt x="512834" y="615779"/>
                    </a:lnTo>
                    <a:lnTo>
                      <a:pt x="499499" y="597681"/>
                    </a:lnTo>
                    <a:lnTo>
                      <a:pt x="513786" y="564344"/>
                    </a:lnTo>
                    <a:cubicBezTo>
                      <a:pt x="511881" y="565296"/>
                      <a:pt x="509976" y="566249"/>
                      <a:pt x="507119" y="566249"/>
                    </a:cubicBezTo>
                    <a:cubicBezTo>
                      <a:pt x="505214" y="566249"/>
                      <a:pt x="503309" y="566249"/>
                      <a:pt x="501404" y="565296"/>
                    </a:cubicBezTo>
                    <a:cubicBezTo>
                      <a:pt x="499499" y="564344"/>
                      <a:pt x="498546" y="563391"/>
                      <a:pt x="496641" y="561486"/>
                    </a:cubicBezTo>
                    <a:cubicBezTo>
                      <a:pt x="494736" y="559581"/>
                      <a:pt x="492831" y="557676"/>
                      <a:pt x="491879" y="554819"/>
                    </a:cubicBezTo>
                    <a:cubicBezTo>
                      <a:pt x="491879" y="558629"/>
                      <a:pt x="490926" y="561486"/>
                      <a:pt x="489974" y="564344"/>
                    </a:cubicBezTo>
                    <a:cubicBezTo>
                      <a:pt x="487116" y="571011"/>
                      <a:pt x="482354" y="575774"/>
                      <a:pt x="475686" y="577679"/>
                    </a:cubicBezTo>
                    <a:cubicBezTo>
                      <a:pt x="469019" y="580536"/>
                      <a:pt x="463304" y="580536"/>
                      <a:pt x="456636" y="577679"/>
                    </a:cubicBezTo>
                    <a:cubicBezTo>
                      <a:pt x="447111" y="573869"/>
                      <a:pt x="440444" y="565296"/>
                      <a:pt x="435681" y="551961"/>
                    </a:cubicBezTo>
                    <a:cubicBezTo>
                      <a:pt x="430919" y="538626"/>
                      <a:pt x="429014" y="522434"/>
                      <a:pt x="429966" y="504336"/>
                    </a:cubicBezTo>
                    <a:lnTo>
                      <a:pt x="436634" y="503384"/>
                    </a:lnTo>
                    <a:cubicBezTo>
                      <a:pt x="435681" y="515766"/>
                      <a:pt x="438539" y="527196"/>
                      <a:pt x="442349" y="536721"/>
                    </a:cubicBezTo>
                    <a:cubicBezTo>
                      <a:pt x="446159" y="546246"/>
                      <a:pt x="452826" y="552914"/>
                      <a:pt x="460446" y="555771"/>
                    </a:cubicBezTo>
                    <a:cubicBezTo>
                      <a:pt x="465209" y="557676"/>
                      <a:pt x="469019" y="557676"/>
                      <a:pt x="473781" y="556724"/>
                    </a:cubicBezTo>
                    <a:cubicBezTo>
                      <a:pt x="478544" y="554819"/>
                      <a:pt x="481401" y="551961"/>
                      <a:pt x="483306" y="548151"/>
                    </a:cubicBezTo>
                    <a:cubicBezTo>
                      <a:pt x="484259" y="546246"/>
                      <a:pt x="484259" y="543389"/>
                      <a:pt x="484259" y="540531"/>
                    </a:cubicBezTo>
                    <a:cubicBezTo>
                      <a:pt x="484259" y="537674"/>
                      <a:pt x="483306" y="534816"/>
                      <a:pt x="482354" y="532911"/>
                    </a:cubicBezTo>
                    <a:cubicBezTo>
                      <a:pt x="476639" y="533864"/>
                      <a:pt x="469019" y="532911"/>
                      <a:pt x="459494" y="531006"/>
                    </a:cubicBezTo>
                    <a:lnTo>
                      <a:pt x="457589" y="511004"/>
                    </a:lnTo>
                    <a:cubicBezTo>
                      <a:pt x="465209" y="513861"/>
                      <a:pt x="472829" y="514814"/>
                      <a:pt x="480449" y="513861"/>
                    </a:cubicBezTo>
                    <a:cubicBezTo>
                      <a:pt x="487116" y="512909"/>
                      <a:pt x="491879" y="509099"/>
                      <a:pt x="494736" y="504336"/>
                    </a:cubicBezTo>
                    <a:cubicBezTo>
                      <a:pt x="495689" y="501479"/>
                      <a:pt x="495689" y="499574"/>
                      <a:pt x="494736" y="496716"/>
                    </a:cubicBezTo>
                    <a:cubicBezTo>
                      <a:pt x="493784" y="493859"/>
                      <a:pt x="491879" y="492906"/>
                      <a:pt x="489974" y="491954"/>
                    </a:cubicBezTo>
                    <a:cubicBezTo>
                      <a:pt x="484259" y="490049"/>
                      <a:pt x="478544" y="488144"/>
                      <a:pt x="472829" y="488144"/>
                    </a:cubicBezTo>
                    <a:cubicBezTo>
                      <a:pt x="467114" y="488144"/>
                      <a:pt x="461399" y="489096"/>
                      <a:pt x="456636" y="491954"/>
                    </a:cubicBezTo>
                    <a:lnTo>
                      <a:pt x="451874" y="471951"/>
                    </a:lnTo>
                    <a:cubicBezTo>
                      <a:pt x="456636" y="470046"/>
                      <a:pt x="462351" y="469094"/>
                      <a:pt x="468066" y="469094"/>
                    </a:cubicBezTo>
                    <a:cubicBezTo>
                      <a:pt x="473781" y="469094"/>
                      <a:pt x="479496" y="470999"/>
                      <a:pt x="486164" y="472904"/>
                    </a:cubicBezTo>
                    <a:cubicBezTo>
                      <a:pt x="491879" y="475761"/>
                      <a:pt x="497594" y="482429"/>
                      <a:pt x="501404" y="493859"/>
                    </a:cubicBezTo>
                    <a:cubicBezTo>
                      <a:pt x="505214" y="505289"/>
                      <a:pt x="506166" y="513861"/>
                      <a:pt x="504261" y="519576"/>
                    </a:cubicBezTo>
                    <a:cubicBezTo>
                      <a:pt x="503309" y="522434"/>
                      <a:pt x="501404" y="525291"/>
                      <a:pt x="498546" y="527196"/>
                    </a:cubicBezTo>
                    <a:cubicBezTo>
                      <a:pt x="495689" y="529101"/>
                      <a:pt x="492831" y="531006"/>
                      <a:pt x="489021" y="531959"/>
                    </a:cubicBezTo>
                    <a:cubicBezTo>
                      <a:pt x="490926" y="534816"/>
                      <a:pt x="491879" y="538626"/>
                      <a:pt x="492831" y="544341"/>
                    </a:cubicBezTo>
                    <a:cubicBezTo>
                      <a:pt x="494736" y="546246"/>
                      <a:pt x="497594" y="548151"/>
                      <a:pt x="500451" y="549104"/>
                    </a:cubicBezTo>
                    <a:cubicBezTo>
                      <a:pt x="504261" y="551009"/>
                      <a:pt x="508071" y="551009"/>
                      <a:pt x="511881" y="551009"/>
                    </a:cubicBezTo>
                    <a:cubicBezTo>
                      <a:pt x="515691" y="550056"/>
                      <a:pt x="519501" y="549104"/>
                      <a:pt x="522359" y="546246"/>
                    </a:cubicBezTo>
                    <a:lnTo>
                      <a:pt x="536646" y="511004"/>
                    </a:lnTo>
                    <a:lnTo>
                      <a:pt x="521406" y="504336"/>
                    </a:lnTo>
                    <a:lnTo>
                      <a:pt x="515691" y="486239"/>
                    </a:lnTo>
                    <a:lnTo>
                      <a:pt x="568079" y="508146"/>
                    </a:lnTo>
                    <a:lnTo>
                      <a:pt x="675711" y="544341"/>
                    </a:lnTo>
                    <a:lnTo>
                      <a:pt x="675711" y="545294"/>
                    </a:lnTo>
                    <a:lnTo>
                      <a:pt x="782391" y="573869"/>
                    </a:lnTo>
                    <a:lnTo>
                      <a:pt x="789059" y="590061"/>
                    </a:lnTo>
                    <a:lnTo>
                      <a:pt x="769056" y="585299"/>
                    </a:lnTo>
                    <a:lnTo>
                      <a:pt x="742386" y="686264"/>
                    </a:lnTo>
                    <a:lnTo>
                      <a:pt x="727146" y="670071"/>
                    </a:lnTo>
                    <a:lnTo>
                      <a:pt x="741434" y="616731"/>
                    </a:lnTo>
                    <a:lnTo>
                      <a:pt x="706191" y="607206"/>
                    </a:lnTo>
                    <a:cubicBezTo>
                      <a:pt x="703334" y="606254"/>
                      <a:pt x="700476" y="607206"/>
                      <a:pt x="697619" y="609111"/>
                    </a:cubicBezTo>
                    <a:cubicBezTo>
                      <a:pt x="694761" y="611969"/>
                      <a:pt x="692856" y="614826"/>
                      <a:pt x="691904" y="619589"/>
                    </a:cubicBezTo>
                    <a:cubicBezTo>
                      <a:pt x="689999" y="627209"/>
                      <a:pt x="689999" y="634829"/>
                      <a:pt x="691904" y="643401"/>
                    </a:cubicBezTo>
                    <a:cubicBezTo>
                      <a:pt x="693809" y="651974"/>
                      <a:pt x="697619" y="659594"/>
                      <a:pt x="702381" y="667214"/>
                    </a:cubicBezTo>
                    <a:lnTo>
                      <a:pt x="693809" y="671024"/>
                    </a:lnTo>
                    <a:cubicBezTo>
                      <a:pt x="686189" y="656736"/>
                      <a:pt x="680474" y="644354"/>
                      <a:pt x="677616" y="633876"/>
                    </a:cubicBezTo>
                    <a:cubicBezTo>
                      <a:pt x="673806" y="623399"/>
                      <a:pt x="673806" y="613874"/>
                      <a:pt x="674759" y="608159"/>
                    </a:cubicBezTo>
                    <a:cubicBezTo>
                      <a:pt x="676664" y="601491"/>
                      <a:pt x="680474" y="596729"/>
                      <a:pt x="685236" y="592919"/>
                    </a:cubicBezTo>
                    <a:cubicBezTo>
                      <a:pt x="690951" y="589109"/>
                      <a:pt x="695714" y="588156"/>
                      <a:pt x="701429" y="590061"/>
                    </a:cubicBezTo>
                    <a:lnTo>
                      <a:pt x="745244" y="601491"/>
                    </a:lnTo>
                    <a:lnTo>
                      <a:pt x="750959" y="580536"/>
                    </a:lnTo>
                    <a:lnTo>
                      <a:pt x="681426" y="562439"/>
                    </a:lnTo>
                    <a:lnTo>
                      <a:pt x="681426" y="562439"/>
                    </a:lnTo>
                    <a:lnTo>
                      <a:pt x="678569" y="561486"/>
                    </a:lnTo>
                    <a:lnTo>
                      <a:pt x="677616" y="561486"/>
                    </a:lnTo>
                    <a:lnTo>
                      <a:pt x="677616" y="561486"/>
                    </a:lnTo>
                    <a:lnTo>
                      <a:pt x="662376" y="556724"/>
                    </a:lnTo>
                    <a:lnTo>
                      <a:pt x="632849" y="645306"/>
                    </a:lnTo>
                    <a:lnTo>
                      <a:pt x="634754" y="646259"/>
                    </a:lnTo>
                    <a:lnTo>
                      <a:pt x="640469" y="661499"/>
                    </a:lnTo>
                    <a:lnTo>
                      <a:pt x="623324" y="656736"/>
                    </a:lnTo>
                    <a:cubicBezTo>
                      <a:pt x="619514" y="655784"/>
                      <a:pt x="614751" y="655784"/>
                      <a:pt x="610941" y="658641"/>
                    </a:cubicBezTo>
                    <a:cubicBezTo>
                      <a:pt x="607131" y="661499"/>
                      <a:pt x="604274" y="665309"/>
                      <a:pt x="603321" y="670071"/>
                    </a:cubicBezTo>
                    <a:cubicBezTo>
                      <a:pt x="602369" y="672929"/>
                      <a:pt x="602369" y="675786"/>
                      <a:pt x="604274" y="679596"/>
                    </a:cubicBezTo>
                    <a:cubicBezTo>
                      <a:pt x="606179" y="682454"/>
                      <a:pt x="608084" y="684359"/>
                      <a:pt x="610941" y="685311"/>
                    </a:cubicBezTo>
                    <a:cubicBezTo>
                      <a:pt x="615704" y="686264"/>
                      <a:pt x="620466" y="687216"/>
                      <a:pt x="625229" y="686264"/>
                    </a:cubicBezTo>
                    <a:cubicBezTo>
                      <a:pt x="630944" y="685311"/>
                      <a:pt x="635706" y="684359"/>
                      <a:pt x="640469" y="681501"/>
                    </a:cubicBezTo>
                    <a:lnTo>
                      <a:pt x="647136" y="698646"/>
                    </a:lnTo>
                    <a:cubicBezTo>
                      <a:pt x="642374" y="700551"/>
                      <a:pt x="637611" y="701504"/>
                      <a:pt x="631896" y="701504"/>
                    </a:cubicBezTo>
                    <a:cubicBezTo>
                      <a:pt x="626181" y="701504"/>
                      <a:pt x="620466" y="700551"/>
                      <a:pt x="613799" y="698646"/>
                    </a:cubicBezTo>
                    <a:cubicBezTo>
                      <a:pt x="607131" y="696741"/>
                      <a:pt x="602369" y="691026"/>
                      <a:pt x="598559" y="681501"/>
                    </a:cubicBezTo>
                    <a:cubicBezTo>
                      <a:pt x="594749" y="671976"/>
                      <a:pt x="593796" y="663404"/>
                      <a:pt x="595701" y="655784"/>
                    </a:cubicBezTo>
                    <a:cubicBezTo>
                      <a:pt x="597606" y="650069"/>
                      <a:pt x="600464" y="646259"/>
                      <a:pt x="606179" y="643401"/>
                    </a:cubicBezTo>
                    <a:cubicBezTo>
                      <a:pt x="609036" y="641496"/>
                      <a:pt x="612846" y="641496"/>
                      <a:pt x="616656" y="641496"/>
                    </a:cubicBezTo>
                    <a:lnTo>
                      <a:pt x="613799" y="638639"/>
                    </a:lnTo>
                    <a:lnTo>
                      <a:pt x="626181" y="601491"/>
                    </a:lnTo>
                    <a:lnTo>
                      <a:pt x="591891" y="590061"/>
                    </a:lnTo>
                    <a:lnTo>
                      <a:pt x="588081" y="601491"/>
                    </a:lnTo>
                    <a:cubicBezTo>
                      <a:pt x="587129" y="604349"/>
                      <a:pt x="586176" y="606254"/>
                      <a:pt x="584271" y="607206"/>
                    </a:cubicBezTo>
                    <a:cubicBezTo>
                      <a:pt x="582366" y="608159"/>
                      <a:pt x="580461" y="609111"/>
                      <a:pt x="578556" y="608159"/>
                    </a:cubicBezTo>
                    <a:moveTo>
                      <a:pt x="1193871" y="634829"/>
                    </a:moveTo>
                    <a:lnTo>
                      <a:pt x="1191966" y="739604"/>
                    </a:lnTo>
                    <a:lnTo>
                      <a:pt x="1172916" y="727221"/>
                    </a:lnTo>
                    <a:lnTo>
                      <a:pt x="1172916" y="703409"/>
                    </a:lnTo>
                    <a:cubicBezTo>
                      <a:pt x="1168154" y="707219"/>
                      <a:pt x="1163391" y="710076"/>
                      <a:pt x="1158629" y="711981"/>
                    </a:cubicBezTo>
                    <a:cubicBezTo>
                      <a:pt x="1153866" y="713886"/>
                      <a:pt x="1149104" y="714839"/>
                      <a:pt x="1144341" y="714839"/>
                    </a:cubicBezTo>
                    <a:cubicBezTo>
                      <a:pt x="1135769" y="714839"/>
                      <a:pt x="1126244" y="710076"/>
                      <a:pt x="1117671" y="701504"/>
                    </a:cubicBezTo>
                    <a:cubicBezTo>
                      <a:pt x="1109099" y="692931"/>
                      <a:pt x="1104336" y="684359"/>
                      <a:pt x="1104336" y="676739"/>
                    </a:cubicBezTo>
                    <a:cubicBezTo>
                      <a:pt x="1104336" y="670071"/>
                      <a:pt x="1107194" y="664356"/>
                      <a:pt x="1112909" y="659594"/>
                    </a:cubicBezTo>
                    <a:cubicBezTo>
                      <a:pt x="1118624" y="654831"/>
                      <a:pt x="1126244" y="652926"/>
                      <a:pt x="1133864" y="652926"/>
                    </a:cubicBezTo>
                    <a:cubicBezTo>
                      <a:pt x="1141484" y="652926"/>
                      <a:pt x="1148151" y="654831"/>
                      <a:pt x="1154819" y="659594"/>
                    </a:cubicBezTo>
                    <a:cubicBezTo>
                      <a:pt x="1161486" y="663404"/>
                      <a:pt x="1167201" y="669119"/>
                      <a:pt x="1172916" y="676739"/>
                    </a:cubicBezTo>
                    <a:lnTo>
                      <a:pt x="1173869" y="634829"/>
                    </a:lnTo>
                    <a:lnTo>
                      <a:pt x="1095764" y="632924"/>
                    </a:lnTo>
                    <a:lnTo>
                      <a:pt x="1095764" y="631971"/>
                    </a:lnTo>
                    <a:lnTo>
                      <a:pt x="1070999" y="630066"/>
                    </a:lnTo>
                    <a:cubicBezTo>
                      <a:pt x="1076714" y="634829"/>
                      <a:pt x="1080524" y="639591"/>
                      <a:pt x="1083381" y="646259"/>
                    </a:cubicBezTo>
                    <a:cubicBezTo>
                      <a:pt x="1086239" y="652926"/>
                      <a:pt x="1088144" y="658641"/>
                      <a:pt x="1087191" y="665309"/>
                    </a:cubicBezTo>
                    <a:cubicBezTo>
                      <a:pt x="1086239" y="672929"/>
                      <a:pt x="1083381" y="680549"/>
                      <a:pt x="1077666" y="688169"/>
                    </a:cubicBezTo>
                    <a:cubicBezTo>
                      <a:pt x="1071951" y="694836"/>
                      <a:pt x="1065284" y="700551"/>
                      <a:pt x="1056711" y="705314"/>
                    </a:cubicBezTo>
                    <a:lnTo>
                      <a:pt x="1079571" y="735794"/>
                    </a:lnTo>
                    <a:lnTo>
                      <a:pt x="1069094" y="743414"/>
                    </a:lnTo>
                    <a:lnTo>
                      <a:pt x="1049091" y="708171"/>
                    </a:lnTo>
                    <a:cubicBezTo>
                      <a:pt x="1048139" y="709124"/>
                      <a:pt x="1047186" y="709124"/>
                      <a:pt x="1045281" y="709124"/>
                    </a:cubicBezTo>
                    <a:cubicBezTo>
                      <a:pt x="1044329" y="709124"/>
                      <a:pt x="1042424" y="709124"/>
                      <a:pt x="1040519" y="709124"/>
                    </a:cubicBezTo>
                    <a:cubicBezTo>
                      <a:pt x="1036709" y="709124"/>
                      <a:pt x="1031946" y="706266"/>
                      <a:pt x="1028136" y="701504"/>
                    </a:cubicBezTo>
                    <a:cubicBezTo>
                      <a:pt x="1024326" y="696741"/>
                      <a:pt x="1022421" y="691979"/>
                      <a:pt x="1022421" y="688169"/>
                    </a:cubicBezTo>
                    <a:cubicBezTo>
                      <a:pt x="1022421" y="685311"/>
                      <a:pt x="1023374" y="682454"/>
                      <a:pt x="1026231" y="680549"/>
                    </a:cubicBezTo>
                    <a:cubicBezTo>
                      <a:pt x="1028136" y="678644"/>
                      <a:pt x="1030041" y="677691"/>
                      <a:pt x="1032899" y="677691"/>
                    </a:cubicBezTo>
                    <a:cubicBezTo>
                      <a:pt x="1035756" y="677691"/>
                      <a:pt x="1038614" y="678644"/>
                      <a:pt x="1041471" y="680549"/>
                    </a:cubicBezTo>
                    <a:cubicBezTo>
                      <a:pt x="1044329" y="682454"/>
                      <a:pt x="1046234" y="685311"/>
                      <a:pt x="1048139" y="688169"/>
                    </a:cubicBezTo>
                    <a:cubicBezTo>
                      <a:pt x="1050996" y="687216"/>
                      <a:pt x="1054806" y="685311"/>
                      <a:pt x="1057664" y="682454"/>
                    </a:cubicBezTo>
                    <a:cubicBezTo>
                      <a:pt x="1060521" y="679596"/>
                      <a:pt x="1063379" y="675786"/>
                      <a:pt x="1066236" y="671976"/>
                    </a:cubicBezTo>
                    <a:cubicBezTo>
                      <a:pt x="1053854" y="670071"/>
                      <a:pt x="1045281" y="665309"/>
                      <a:pt x="1038614" y="659594"/>
                    </a:cubicBezTo>
                    <a:cubicBezTo>
                      <a:pt x="1031946" y="652926"/>
                      <a:pt x="1028136" y="646259"/>
                      <a:pt x="1029089" y="638639"/>
                    </a:cubicBezTo>
                    <a:cubicBezTo>
                      <a:pt x="1029089" y="636734"/>
                      <a:pt x="1030041" y="634829"/>
                      <a:pt x="1030994" y="632924"/>
                    </a:cubicBezTo>
                    <a:cubicBezTo>
                      <a:pt x="1031946" y="631019"/>
                      <a:pt x="1033851" y="630066"/>
                      <a:pt x="1035756" y="628161"/>
                    </a:cubicBezTo>
                    <a:lnTo>
                      <a:pt x="1023374" y="627209"/>
                    </a:lnTo>
                    <a:lnTo>
                      <a:pt x="1023374" y="628161"/>
                    </a:lnTo>
                    <a:lnTo>
                      <a:pt x="1003371" y="625304"/>
                    </a:lnTo>
                    <a:lnTo>
                      <a:pt x="990036" y="729126"/>
                    </a:lnTo>
                    <a:lnTo>
                      <a:pt x="972891" y="714839"/>
                    </a:lnTo>
                    <a:lnTo>
                      <a:pt x="975749" y="691026"/>
                    </a:lnTo>
                    <a:cubicBezTo>
                      <a:pt x="970986" y="693884"/>
                      <a:pt x="966224" y="696741"/>
                      <a:pt x="960509" y="697694"/>
                    </a:cubicBezTo>
                    <a:cubicBezTo>
                      <a:pt x="955746" y="699599"/>
                      <a:pt x="950031" y="699599"/>
                      <a:pt x="946221" y="699599"/>
                    </a:cubicBezTo>
                    <a:cubicBezTo>
                      <a:pt x="937649" y="698646"/>
                      <a:pt x="929076" y="692931"/>
                      <a:pt x="921456" y="683406"/>
                    </a:cubicBezTo>
                    <a:cubicBezTo>
                      <a:pt x="913836" y="673881"/>
                      <a:pt x="910026" y="665309"/>
                      <a:pt x="910979" y="657689"/>
                    </a:cubicBezTo>
                    <a:cubicBezTo>
                      <a:pt x="911931" y="651021"/>
                      <a:pt x="915741" y="645306"/>
                      <a:pt x="921456" y="641496"/>
                    </a:cubicBezTo>
                    <a:cubicBezTo>
                      <a:pt x="928124" y="637686"/>
                      <a:pt x="935744" y="635781"/>
                      <a:pt x="943364" y="636734"/>
                    </a:cubicBezTo>
                    <a:cubicBezTo>
                      <a:pt x="950984" y="637686"/>
                      <a:pt x="957651" y="640544"/>
                      <a:pt x="963366" y="645306"/>
                    </a:cubicBezTo>
                    <a:cubicBezTo>
                      <a:pt x="970034" y="650069"/>
                      <a:pt x="974796" y="656736"/>
                      <a:pt x="979559" y="664356"/>
                    </a:cubicBezTo>
                    <a:lnTo>
                      <a:pt x="985274" y="623399"/>
                    </a:lnTo>
                    <a:lnTo>
                      <a:pt x="908121" y="613874"/>
                    </a:lnTo>
                    <a:lnTo>
                      <a:pt x="907169" y="612921"/>
                    </a:lnTo>
                    <a:lnTo>
                      <a:pt x="893834" y="610064"/>
                    </a:lnTo>
                    <a:lnTo>
                      <a:pt x="875736" y="712934"/>
                    </a:lnTo>
                    <a:lnTo>
                      <a:pt x="858591" y="697694"/>
                    </a:lnTo>
                    <a:lnTo>
                      <a:pt x="874784" y="606254"/>
                    </a:lnTo>
                    <a:lnTo>
                      <a:pt x="855734" y="603396"/>
                    </a:lnTo>
                    <a:lnTo>
                      <a:pt x="848114" y="587204"/>
                    </a:lnTo>
                    <a:lnTo>
                      <a:pt x="883356" y="593871"/>
                    </a:lnTo>
                    <a:cubicBezTo>
                      <a:pt x="881451" y="588156"/>
                      <a:pt x="880499" y="583394"/>
                      <a:pt x="879546" y="580536"/>
                    </a:cubicBezTo>
                    <a:cubicBezTo>
                      <a:pt x="878594" y="576726"/>
                      <a:pt x="878594" y="573869"/>
                      <a:pt x="878594" y="571011"/>
                    </a:cubicBezTo>
                    <a:cubicBezTo>
                      <a:pt x="880499" y="561486"/>
                      <a:pt x="885261" y="553866"/>
                      <a:pt x="893834" y="548151"/>
                    </a:cubicBezTo>
                    <a:cubicBezTo>
                      <a:pt x="902406" y="542436"/>
                      <a:pt x="911931" y="540531"/>
                      <a:pt x="922409" y="542436"/>
                    </a:cubicBezTo>
                    <a:cubicBezTo>
                      <a:pt x="930981" y="544341"/>
                      <a:pt x="939554" y="550056"/>
                      <a:pt x="948126" y="560534"/>
                    </a:cubicBezTo>
                    <a:cubicBezTo>
                      <a:pt x="957651" y="571964"/>
                      <a:pt x="967176" y="586251"/>
                      <a:pt x="975749" y="603396"/>
                    </a:cubicBezTo>
                    <a:lnTo>
                      <a:pt x="970034" y="606254"/>
                    </a:lnTo>
                    <a:cubicBezTo>
                      <a:pt x="964319" y="593871"/>
                      <a:pt x="957651" y="582441"/>
                      <a:pt x="949079" y="573869"/>
                    </a:cubicBezTo>
                    <a:cubicBezTo>
                      <a:pt x="941459" y="565296"/>
                      <a:pt x="932886" y="560534"/>
                      <a:pt x="924314" y="559581"/>
                    </a:cubicBezTo>
                    <a:cubicBezTo>
                      <a:pt x="916694" y="558629"/>
                      <a:pt x="909074" y="559581"/>
                      <a:pt x="902406" y="564344"/>
                    </a:cubicBezTo>
                    <a:cubicBezTo>
                      <a:pt x="895739" y="569106"/>
                      <a:pt x="891929" y="574821"/>
                      <a:pt x="890024" y="582441"/>
                    </a:cubicBezTo>
                    <a:cubicBezTo>
                      <a:pt x="889071" y="588156"/>
                      <a:pt x="889071" y="591966"/>
                      <a:pt x="889071" y="594824"/>
                    </a:cubicBezTo>
                    <a:lnTo>
                      <a:pt x="904311" y="597681"/>
                    </a:lnTo>
                    <a:lnTo>
                      <a:pt x="905264" y="598634"/>
                    </a:lnTo>
                    <a:lnTo>
                      <a:pt x="1013849" y="612921"/>
                    </a:lnTo>
                    <a:lnTo>
                      <a:pt x="1013849" y="612921"/>
                    </a:lnTo>
                    <a:lnTo>
                      <a:pt x="1092906" y="618636"/>
                    </a:lnTo>
                    <a:lnTo>
                      <a:pt x="1093859" y="619589"/>
                    </a:lnTo>
                    <a:lnTo>
                      <a:pt x="1204349" y="621494"/>
                    </a:lnTo>
                    <a:lnTo>
                      <a:pt x="1214826" y="635781"/>
                    </a:lnTo>
                    <a:lnTo>
                      <a:pt x="1193871" y="634829"/>
                    </a:lnTo>
                    <a:close/>
                    <a:moveTo>
                      <a:pt x="1911104" y="313836"/>
                    </a:moveTo>
                    <a:cubicBezTo>
                      <a:pt x="1915866" y="312884"/>
                      <a:pt x="1919676" y="312884"/>
                      <a:pt x="1923486" y="312884"/>
                    </a:cubicBezTo>
                    <a:cubicBezTo>
                      <a:pt x="1933011" y="312884"/>
                      <a:pt x="1937774" y="315741"/>
                      <a:pt x="1940631" y="324314"/>
                    </a:cubicBezTo>
                    <a:cubicBezTo>
                      <a:pt x="1945394" y="336696"/>
                      <a:pt x="1934916" y="346221"/>
                      <a:pt x="1916819" y="360509"/>
                    </a:cubicBezTo>
                    <a:cubicBezTo>
                      <a:pt x="1914914" y="361461"/>
                      <a:pt x="1913961" y="362414"/>
                      <a:pt x="1912056" y="364319"/>
                    </a:cubicBezTo>
                    <a:cubicBezTo>
                      <a:pt x="1911104" y="357651"/>
                      <a:pt x="1908246" y="351936"/>
                      <a:pt x="1907294" y="345269"/>
                    </a:cubicBezTo>
                    <a:cubicBezTo>
                      <a:pt x="1904436" y="334791"/>
                      <a:pt x="1900626" y="323361"/>
                      <a:pt x="1900626" y="314789"/>
                    </a:cubicBezTo>
                    <a:cubicBezTo>
                      <a:pt x="1903484" y="314789"/>
                      <a:pt x="1907294" y="313836"/>
                      <a:pt x="1911104" y="313836"/>
                    </a:cubicBezTo>
                    <a:close/>
                    <a:moveTo>
                      <a:pt x="1933964" y="540531"/>
                    </a:moveTo>
                    <a:cubicBezTo>
                      <a:pt x="1934916" y="543389"/>
                      <a:pt x="1935869" y="545294"/>
                      <a:pt x="1934916" y="547199"/>
                    </a:cubicBezTo>
                    <a:cubicBezTo>
                      <a:pt x="1933964" y="550056"/>
                      <a:pt x="1933011" y="551009"/>
                      <a:pt x="1931106" y="551961"/>
                    </a:cubicBezTo>
                    <a:cubicBezTo>
                      <a:pt x="1925391" y="554819"/>
                      <a:pt x="1917771" y="553866"/>
                      <a:pt x="1908246" y="549104"/>
                    </a:cubicBezTo>
                    <a:cubicBezTo>
                      <a:pt x="1898721" y="544341"/>
                      <a:pt x="1892054" y="539579"/>
                      <a:pt x="1889196" y="533864"/>
                    </a:cubicBezTo>
                    <a:cubicBezTo>
                      <a:pt x="1888244" y="532911"/>
                      <a:pt x="1889196" y="531006"/>
                      <a:pt x="1890149" y="530054"/>
                    </a:cubicBezTo>
                    <a:cubicBezTo>
                      <a:pt x="1891101" y="528149"/>
                      <a:pt x="1893006" y="527196"/>
                      <a:pt x="1894911" y="526244"/>
                    </a:cubicBezTo>
                    <a:lnTo>
                      <a:pt x="1904436" y="521481"/>
                    </a:lnTo>
                    <a:lnTo>
                      <a:pt x="1889196" y="488144"/>
                    </a:lnTo>
                    <a:lnTo>
                      <a:pt x="1871099" y="496716"/>
                    </a:lnTo>
                    <a:lnTo>
                      <a:pt x="1871099" y="496716"/>
                    </a:lnTo>
                    <a:lnTo>
                      <a:pt x="1867289" y="498621"/>
                    </a:lnTo>
                    <a:lnTo>
                      <a:pt x="1866336" y="499574"/>
                    </a:lnTo>
                    <a:lnTo>
                      <a:pt x="1866336" y="499574"/>
                    </a:lnTo>
                    <a:lnTo>
                      <a:pt x="1832999" y="511956"/>
                    </a:lnTo>
                    <a:cubicBezTo>
                      <a:pt x="1837761" y="514814"/>
                      <a:pt x="1841571" y="517671"/>
                      <a:pt x="1844429" y="520529"/>
                    </a:cubicBezTo>
                    <a:cubicBezTo>
                      <a:pt x="1847286" y="523386"/>
                      <a:pt x="1850144" y="527196"/>
                      <a:pt x="1851096" y="530054"/>
                    </a:cubicBezTo>
                    <a:cubicBezTo>
                      <a:pt x="1852049" y="532911"/>
                      <a:pt x="1852049" y="535769"/>
                      <a:pt x="1851096" y="539579"/>
                    </a:cubicBezTo>
                    <a:cubicBezTo>
                      <a:pt x="1850144" y="543389"/>
                      <a:pt x="1848239" y="546246"/>
                      <a:pt x="1846334" y="550056"/>
                    </a:cubicBezTo>
                    <a:cubicBezTo>
                      <a:pt x="1855859" y="548151"/>
                      <a:pt x="1865384" y="549104"/>
                      <a:pt x="1873004" y="551961"/>
                    </a:cubicBezTo>
                    <a:cubicBezTo>
                      <a:pt x="1880624" y="554819"/>
                      <a:pt x="1886339" y="560534"/>
                      <a:pt x="1889196" y="567201"/>
                    </a:cubicBezTo>
                    <a:cubicBezTo>
                      <a:pt x="1893006" y="575774"/>
                      <a:pt x="1892054" y="585299"/>
                      <a:pt x="1886339" y="593871"/>
                    </a:cubicBezTo>
                    <a:cubicBezTo>
                      <a:pt x="1880624" y="603396"/>
                      <a:pt x="1872051" y="610064"/>
                      <a:pt x="1861574" y="613874"/>
                    </a:cubicBezTo>
                    <a:cubicBezTo>
                      <a:pt x="1852049" y="617684"/>
                      <a:pt x="1840619" y="615779"/>
                      <a:pt x="1827284" y="609111"/>
                    </a:cubicBezTo>
                    <a:cubicBezTo>
                      <a:pt x="1813949" y="602444"/>
                      <a:pt x="1805376" y="593871"/>
                      <a:pt x="1801566" y="583394"/>
                    </a:cubicBezTo>
                    <a:cubicBezTo>
                      <a:pt x="1799661" y="578631"/>
                      <a:pt x="1800614" y="572916"/>
                      <a:pt x="1803471" y="567201"/>
                    </a:cubicBezTo>
                    <a:cubicBezTo>
                      <a:pt x="1807281" y="561486"/>
                      <a:pt x="1812044" y="556724"/>
                      <a:pt x="1818711" y="551961"/>
                    </a:cubicBezTo>
                    <a:cubicBezTo>
                      <a:pt x="1824426" y="549104"/>
                      <a:pt x="1828236" y="544341"/>
                      <a:pt x="1831094" y="539579"/>
                    </a:cubicBezTo>
                    <a:cubicBezTo>
                      <a:pt x="1833951" y="534816"/>
                      <a:pt x="1834904" y="531006"/>
                      <a:pt x="1832999" y="527196"/>
                    </a:cubicBezTo>
                    <a:cubicBezTo>
                      <a:pt x="1832046" y="524339"/>
                      <a:pt x="1830141" y="521481"/>
                      <a:pt x="1828236" y="519576"/>
                    </a:cubicBezTo>
                    <a:cubicBezTo>
                      <a:pt x="1826331" y="517671"/>
                      <a:pt x="1825379" y="515766"/>
                      <a:pt x="1822521" y="514814"/>
                    </a:cubicBezTo>
                    <a:lnTo>
                      <a:pt x="1772039" y="533864"/>
                    </a:lnTo>
                    <a:lnTo>
                      <a:pt x="1772039" y="533864"/>
                    </a:lnTo>
                    <a:lnTo>
                      <a:pt x="1757751" y="538626"/>
                    </a:lnTo>
                    <a:lnTo>
                      <a:pt x="1791089" y="637686"/>
                    </a:lnTo>
                    <a:lnTo>
                      <a:pt x="1769181" y="632924"/>
                    </a:lnTo>
                    <a:lnTo>
                      <a:pt x="1739654" y="545294"/>
                    </a:lnTo>
                    <a:lnTo>
                      <a:pt x="1726319" y="550056"/>
                    </a:lnTo>
                    <a:lnTo>
                      <a:pt x="1727271" y="551009"/>
                    </a:lnTo>
                    <a:lnTo>
                      <a:pt x="1708221" y="556724"/>
                    </a:lnTo>
                    <a:lnTo>
                      <a:pt x="1737749" y="657689"/>
                    </a:lnTo>
                    <a:lnTo>
                      <a:pt x="1715841" y="651974"/>
                    </a:lnTo>
                    <a:lnTo>
                      <a:pt x="1708221" y="627209"/>
                    </a:lnTo>
                    <a:cubicBezTo>
                      <a:pt x="1707269" y="630066"/>
                      <a:pt x="1705364" y="631971"/>
                      <a:pt x="1702506" y="633876"/>
                    </a:cubicBezTo>
                    <a:cubicBezTo>
                      <a:pt x="1699649" y="635781"/>
                      <a:pt x="1696791" y="637686"/>
                      <a:pt x="1693934" y="638639"/>
                    </a:cubicBezTo>
                    <a:cubicBezTo>
                      <a:pt x="1685361" y="641496"/>
                      <a:pt x="1675836" y="640544"/>
                      <a:pt x="1665359" y="635781"/>
                    </a:cubicBezTo>
                    <a:cubicBezTo>
                      <a:pt x="1654881" y="631971"/>
                      <a:pt x="1648214" y="626256"/>
                      <a:pt x="1646309" y="619589"/>
                    </a:cubicBezTo>
                    <a:lnTo>
                      <a:pt x="1633926" y="578631"/>
                    </a:lnTo>
                    <a:lnTo>
                      <a:pt x="1622496" y="582441"/>
                    </a:lnTo>
                    <a:lnTo>
                      <a:pt x="1621544" y="581489"/>
                    </a:lnTo>
                    <a:lnTo>
                      <a:pt x="1607256" y="585299"/>
                    </a:lnTo>
                    <a:lnTo>
                      <a:pt x="1632021" y="687216"/>
                    </a:lnTo>
                    <a:lnTo>
                      <a:pt x="1611066" y="680549"/>
                    </a:lnTo>
                    <a:lnTo>
                      <a:pt x="1589159" y="590061"/>
                    </a:lnTo>
                    <a:lnTo>
                      <a:pt x="1574871" y="593871"/>
                    </a:lnTo>
                    <a:lnTo>
                      <a:pt x="1575824" y="594824"/>
                    </a:lnTo>
                    <a:lnTo>
                      <a:pt x="1555821" y="598634"/>
                    </a:lnTo>
                    <a:lnTo>
                      <a:pt x="1574871" y="701504"/>
                    </a:lnTo>
                    <a:lnTo>
                      <a:pt x="1553916" y="692931"/>
                    </a:lnTo>
                    <a:lnTo>
                      <a:pt x="1551059" y="676739"/>
                    </a:lnTo>
                    <a:cubicBezTo>
                      <a:pt x="1548201" y="682454"/>
                      <a:pt x="1543439" y="686264"/>
                      <a:pt x="1537724" y="690074"/>
                    </a:cubicBezTo>
                    <a:cubicBezTo>
                      <a:pt x="1531056" y="693884"/>
                      <a:pt x="1524389" y="696741"/>
                      <a:pt x="1516769" y="697694"/>
                    </a:cubicBezTo>
                    <a:cubicBezTo>
                      <a:pt x="1508196" y="699599"/>
                      <a:pt x="1499624" y="697694"/>
                      <a:pt x="1490099" y="692931"/>
                    </a:cubicBezTo>
                    <a:cubicBezTo>
                      <a:pt x="1480574" y="688169"/>
                      <a:pt x="1474859" y="682454"/>
                      <a:pt x="1473906" y="676739"/>
                    </a:cubicBezTo>
                    <a:cubicBezTo>
                      <a:pt x="1473906" y="675786"/>
                      <a:pt x="1473906" y="673881"/>
                      <a:pt x="1474859" y="671976"/>
                    </a:cubicBezTo>
                    <a:cubicBezTo>
                      <a:pt x="1475811" y="670071"/>
                      <a:pt x="1476764" y="668166"/>
                      <a:pt x="1478669" y="666261"/>
                    </a:cubicBezTo>
                    <a:cubicBezTo>
                      <a:pt x="1472954" y="664356"/>
                      <a:pt x="1467239" y="661499"/>
                      <a:pt x="1463429" y="657689"/>
                    </a:cubicBezTo>
                    <a:cubicBezTo>
                      <a:pt x="1459619" y="653879"/>
                      <a:pt x="1456761" y="650069"/>
                      <a:pt x="1455809" y="646259"/>
                    </a:cubicBezTo>
                    <a:cubicBezTo>
                      <a:pt x="1454856" y="641496"/>
                      <a:pt x="1455809" y="636734"/>
                      <a:pt x="1459619" y="633876"/>
                    </a:cubicBezTo>
                    <a:cubicBezTo>
                      <a:pt x="1462476" y="630066"/>
                      <a:pt x="1466286" y="628161"/>
                      <a:pt x="1472001" y="626256"/>
                    </a:cubicBezTo>
                    <a:lnTo>
                      <a:pt x="1495814" y="621494"/>
                    </a:lnTo>
                    <a:lnTo>
                      <a:pt x="1493909" y="610064"/>
                    </a:lnTo>
                    <a:lnTo>
                      <a:pt x="1443426" y="619589"/>
                    </a:lnTo>
                    <a:lnTo>
                      <a:pt x="1443426" y="619589"/>
                    </a:lnTo>
                    <a:lnTo>
                      <a:pt x="1429139" y="621494"/>
                    </a:lnTo>
                    <a:lnTo>
                      <a:pt x="1441521" y="725316"/>
                    </a:lnTo>
                    <a:lnTo>
                      <a:pt x="1421519" y="715791"/>
                    </a:lnTo>
                    <a:lnTo>
                      <a:pt x="1418661" y="691979"/>
                    </a:lnTo>
                    <a:cubicBezTo>
                      <a:pt x="1414851" y="696741"/>
                      <a:pt x="1410089" y="699599"/>
                      <a:pt x="1405326" y="702456"/>
                    </a:cubicBezTo>
                    <a:cubicBezTo>
                      <a:pt x="1400564" y="705314"/>
                      <a:pt x="1395801" y="707219"/>
                      <a:pt x="1391991" y="707219"/>
                    </a:cubicBezTo>
                    <a:cubicBezTo>
                      <a:pt x="1383419" y="708171"/>
                      <a:pt x="1373894" y="705314"/>
                      <a:pt x="1363416" y="697694"/>
                    </a:cubicBezTo>
                    <a:cubicBezTo>
                      <a:pt x="1353891" y="690074"/>
                      <a:pt x="1348176" y="683406"/>
                      <a:pt x="1347224" y="674834"/>
                    </a:cubicBezTo>
                    <a:cubicBezTo>
                      <a:pt x="1346271" y="668166"/>
                      <a:pt x="1348176" y="661499"/>
                      <a:pt x="1353891" y="656736"/>
                    </a:cubicBezTo>
                    <a:cubicBezTo>
                      <a:pt x="1359606" y="651021"/>
                      <a:pt x="1366274" y="648164"/>
                      <a:pt x="1373894" y="647211"/>
                    </a:cubicBezTo>
                    <a:cubicBezTo>
                      <a:pt x="1381514" y="646259"/>
                      <a:pt x="1388181" y="647211"/>
                      <a:pt x="1395801" y="651021"/>
                    </a:cubicBezTo>
                    <a:cubicBezTo>
                      <a:pt x="1403421" y="653879"/>
                      <a:pt x="1410089" y="658641"/>
                      <a:pt x="1415804" y="665309"/>
                    </a:cubicBezTo>
                    <a:lnTo>
                      <a:pt x="1411041" y="624351"/>
                    </a:lnTo>
                    <a:lnTo>
                      <a:pt x="1333889" y="633876"/>
                    </a:lnTo>
                    <a:lnTo>
                      <a:pt x="1332936" y="632924"/>
                    </a:lnTo>
                    <a:lnTo>
                      <a:pt x="1318649" y="633876"/>
                    </a:lnTo>
                    <a:lnTo>
                      <a:pt x="1326269" y="738651"/>
                    </a:lnTo>
                    <a:lnTo>
                      <a:pt x="1306266" y="728174"/>
                    </a:lnTo>
                    <a:lnTo>
                      <a:pt x="1299599" y="635781"/>
                    </a:lnTo>
                    <a:lnTo>
                      <a:pt x="1280549" y="636734"/>
                    </a:lnTo>
                    <a:lnTo>
                      <a:pt x="1269119" y="623399"/>
                    </a:lnTo>
                    <a:lnTo>
                      <a:pt x="1304361" y="620541"/>
                    </a:lnTo>
                    <a:cubicBezTo>
                      <a:pt x="1301504" y="615779"/>
                      <a:pt x="1298646" y="611969"/>
                      <a:pt x="1297694" y="608159"/>
                    </a:cubicBezTo>
                    <a:cubicBezTo>
                      <a:pt x="1295789" y="604349"/>
                      <a:pt x="1294836" y="601491"/>
                      <a:pt x="1294836" y="599586"/>
                    </a:cubicBezTo>
                    <a:cubicBezTo>
                      <a:pt x="1293884" y="590061"/>
                      <a:pt x="1297694" y="581489"/>
                      <a:pt x="1304361" y="573869"/>
                    </a:cubicBezTo>
                    <a:cubicBezTo>
                      <a:pt x="1311029" y="566249"/>
                      <a:pt x="1319601" y="562439"/>
                      <a:pt x="1330079" y="561486"/>
                    </a:cubicBezTo>
                    <a:cubicBezTo>
                      <a:pt x="1338651" y="560534"/>
                      <a:pt x="1348176" y="564344"/>
                      <a:pt x="1359606" y="572916"/>
                    </a:cubicBezTo>
                    <a:cubicBezTo>
                      <a:pt x="1371989" y="581489"/>
                      <a:pt x="1384371" y="592919"/>
                      <a:pt x="1396754" y="608159"/>
                    </a:cubicBezTo>
                    <a:lnTo>
                      <a:pt x="1391991" y="611969"/>
                    </a:lnTo>
                    <a:cubicBezTo>
                      <a:pt x="1383419" y="600539"/>
                      <a:pt x="1373894" y="591966"/>
                      <a:pt x="1364369" y="585299"/>
                    </a:cubicBezTo>
                    <a:cubicBezTo>
                      <a:pt x="1354844" y="579584"/>
                      <a:pt x="1345319" y="576726"/>
                      <a:pt x="1337699" y="576726"/>
                    </a:cubicBezTo>
                    <a:cubicBezTo>
                      <a:pt x="1330079" y="577679"/>
                      <a:pt x="1322459" y="580536"/>
                      <a:pt x="1316744" y="587204"/>
                    </a:cubicBezTo>
                    <a:cubicBezTo>
                      <a:pt x="1311029" y="592919"/>
                      <a:pt x="1309124" y="599586"/>
                      <a:pt x="1309124" y="608159"/>
                    </a:cubicBezTo>
                    <a:cubicBezTo>
                      <a:pt x="1309124" y="613874"/>
                      <a:pt x="1310076" y="617684"/>
                      <a:pt x="1311029" y="619589"/>
                    </a:cubicBezTo>
                    <a:lnTo>
                      <a:pt x="1326269" y="618636"/>
                    </a:lnTo>
                    <a:lnTo>
                      <a:pt x="1327221" y="619589"/>
                    </a:lnTo>
                    <a:lnTo>
                      <a:pt x="1436759" y="607206"/>
                    </a:lnTo>
                    <a:lnTo>
                      <a:pt x="1437711" y="608159"/>
                    </a:lnTo>
                    <a:lnTo>
                      <a:pt x="1558679" y="585299"/>
                    </a:lnTo>
                    <a:lnTo>
                      <a:pt x="1558679" y="585299"/>
                    </a:lnTo>
                    <a:lnTo>
                      <a:pt x="1615829" y="571011"/>
                    </a:lnTo>
                    <a:lnTo>
                      <a:pt x="1616781" y="571964"/>
                    </a:lnTo>
                    <a:lnTo>
                      <a:pt x="1709174" y="545294"/>
                    </a:lnTo>
                    <a:lnTo>
                      <a:pt x="1744416" y="533864"/>
                    </a:lnTo>
                    <a:cubicBezTo>
                      <a:pt x="1737749" y="524339"/>
                      <a:pt x="1731081" y="516719"/>
                      <a:pt x="1722509" y="511956"/>
                    </a:cubicBezTo>
                    <a:cubicBezTo>
                      <a:pt x="1713936" y="507194"/>
                      <a:pt x="1706316" y="506241"/>
                      <a:pt x="1699649" y="509099"/>
                    </a:cubicBezTo>
                    <a:cubicBezTo>
                      <a:pt x="1694886" y="511004"/>
                      <a:pt x="1691076" y="513861"/>
                      <a:pt x="1689171" y="519576"/>
                    </a:cubicBezTo>
                    <a:cubicBezTo>
                      <a:pt x="1687266" y="524339"/>
                      <a:pt x="1687266" y="530054"/>
                      <a:pt x="1689171" y="535769"/>
                    </a:cubicBezTo>
                    <a:cubicBezTo>
                      <a:pt x="1690124" y="537674"/>
                      <a:pt x="1691076" y="540531"/>
                      <a:pt x="1692981" y="542436"/>
                    </a:cubicBezTo>
                    <a:cubicBezTo>
                      <a:pt x="1694886" y="544341"/>
                      <a:pt x="1696791" y="546246"/>
                      <a:pt x="1699649" y="548151"/>
                    </a:cubicBezTo>
                    <a:lnTo>
                      <a:pt x="1692981" y="550056"/>
                    </a:lnTo>
                    <a:cubicBezTo>
                      <a:pt x="1689171" y="548151"/>
                      <a:pt x="1685361" y="544341"/>
                      <a:pt x="1682504" y="540531"/>
                    </a:cubicBezTo>
                    <a:cubicBezTo>
                      <a:pt x="1679646" y="535769"/>
                      <a:pt x="1676789" y="531959"/>
                      <a:pt x="1675836" y="527196"/>
                    </a:cubicBezTo>
                    <a:cubicBezTo>
                      <a:pt x="1672979" y="519576"/>
                      <a:pt x="1673931" y="512909"/>
                      <a:pt x="1676789" y="505289"/>
                    </a:cubicBezTo>
                    <a:cubicBezTo>
                      <a:pt x="1679646" y="498621"/>
                      <a:pt x="1685361" y="493859"/>
                      <a:pt x="1692029" y="491001"/>
                    </a:cubicBezTo>
                    <a:cubicBezTo>
                      <a:pt x="1701554" y="488144"/>
                      <a:pt x="1712031" y="490049"/>
                      <a:pt x="1722509" y="497669"/>
                    </a:cubicBezTo>
                    <a:cubicBezTo>
                      <a:pt x="1733939" y="505289"/>
                      <a:pt x="1743464" y="516719"/>
                      <a:pt x="1752036" y="531006"/>
                    </a:cubicBezTo>
                    <a:lnTo>
                      <a:pt x="1765371" y="526244"/>
                    </a:lnTo>
                    <a:lnTo>
                      <a:pt x="1766324" y="526244"/>
                    </a:lnTo>
                    <a:lnTo>
                      <a:pt x="1859669" y="491001"/>
                    </a:lnTo>
                    <a:lnTo>
                      <a:pt x="1859669" y="491001"/>
                    </a:lnTo>
                    <a:lnTo>
                      <a:pt x="1962539" y="445281"/>
                    </a:lnTo>
                    <a:lnTo>
                      <a:pt x="1977779" y="453854"/>
                    </a:lnTo>
                    <a:lnTo>
                      <a:pt x="1959681" y="462426"/>
                    </a:lnTo>
                    <a:lnTo>
                      <a:pt x="2002544" y="557676"/>
                    </a:lnTo>
                    <a:lnTo>
                      <a:pt x="1980636" y="554819"/>
                    </a:lnTo>
                    <a:lnTo>
                      <a:pt x="1964444" y="518624"/>
                    </a:lnTo>
                    <a:lnTo>
                      <a:pt x="1932059" y="532911"/>
                    </a:lnTo>
                    <a:lnTo>
                      <a:pt x="1933964" y="540531"/>
                    </a:lnTo>
                    <a:close/>
                    <a:moveTo>
                      <a:pt x="2038739" y="575774"/>
                    </a:moveTo>
                    <a:lnTo>
                      <a:pt x="2006354" y="565296"/>
                    </a:lnTo>
                    <a:cubicBezTo>
                      <a:pt x="2004449" y="564344"/>
                      <a:pt x="2001591" y="564344"/>
                      <a:pt x="1999686" y="563391"/>
                    </a:cubicBezTo>
                    <a:cubicBezTo>
                      <a:pt x="1997781" y="563391"/>
                      <a:pt x="1995876" y="563391"/>
                      <a:pt x="1994924" y="563391"/>
                    </a:cubicBezTo>
                    <a:cubicBezTo>
                      <a:pt x="1993971" y="564344"/>
                      <a:pt x="1992066" y="565296"/>
                      <a:pt x="1991114" y="566249"/>
                    </a:cubicBezTo>
                    <a:cubicBezTo>
                      <a:pt x="1990161" y="567201"/>
                      <a:pt x="1988256" y="570059"/>
                      <a:pt x="1986351" y="572916"/>
                    </a:cubicBezTo>
                    <a:lnTo>
                      <a:pt x="1974921" y="566249"/>
                    </a:lnTo>
                    <a:cubicBezTo>
                      <a:pt x="1976826" y="564344"/>
                      <a:pt x="1978731" y="561486"/>
                      <a:pt x="1980636" y="559581"/>
                    </a:cubicBezTo>
                    <a:cubicBezTo>
                      <a:pt x="1982541" y="557676"/>
                      <a:pt x="1984446" y="556724"/>
                      <a:pt x="1985399" y="555771"/>
                    </a:cubicBezTo>
                    <a:cubicBezTo>
                      <a:pt x="1987304" y="554819"/>
                      <a:pt x="1988256" y="554819"/>
                      <a:pt x="1989209" y="554819"/>
                    </a:cubicBezTo>
                    <a:cubicBezTo>
                      <a:pt x="1990161" y="554819"/>
                      <a:pt x="1992066" y="554819"/>
                      <a:pt x="1993971" y="555771"/>
                    </a:cubicBezTo>
                    <a:lnTo>
                      <a:pt x="2041596" y="569106"/>
                    </a:lnTo>
                    <a:lnTo>
                      <a:pt x="2038739" y="575774"/>
                    </a:lnTo>
                    <a:close/>
                    <a:moveTo>
                      <a:pt x="2137799" y="166199"/>
                    </a:moveTo>
                    <a:cubicBezTo>
                      <a:pt x="2145419" y="97619"/>
                      <a:pt x="2173041" y="21419"/>
                      <a:pt x="2254004" y="16656"/>
                    </a:cubicBezTo>
                    <a:cubicBezTo>
                      <a:pt x="2271149" y="16656"/>
                      <a:pt x="2273054" y="24276"/>
                      <a:pt x="2274006" y="26181"/>
                    </a:cubicBezTo>
                    <a:cubicBezTo>
                      <a:pt x="2278769" y="50946"/>
                      <a:pt x="2227334" y="115716"/>
                      <a:pt x="2137799" y="166199"/>
                    </a:cubicBezTo>
                    <a:close/>
                    <a:moveTo>
                      <a:pt x="2346396" y="591014"/>
                    </a:moveTo>
                    <a:cubicBezTo>
                      <a:pt x="2327346" y="553866"/>
                      <a:pt x="2289246" y="499574"/>
                      <a:pt x="2254956" y="497669"/>
                    </a:cubicBezTo>
                    <a:cubicBezTo>
                      <a:pt x="2246384" y="496716"/>
                      <a:pt x="2233049" y="499574"/>
                      <a:pt x="2222571" y="515766"/>
                    </a:cubicBezTo>
                    <a:cubicBezTo>
                      <a:pt x="2218761" y="522434"/>
                      <a:pt x="2214951" y="530054"/>
                      <a:pt x="2211141" y="537674"/>
                    </a:cubicBezTo>
                    <a:cubicBezTo>
                      <a:pt x="2207331" y="493859"/>
                      <a:pt x="2194949" y="451949"/>
                      <a:pt x="2181614" y="412896"/>
                    </a:cubicBezTo>
                    <a:cubicBezTo>
                      <a:pt x="2219714" y="397656"/>
                      <a:pt x="2254004" y="379559"/>
                      <a:pt x="2285436" y="358604"/>
                    </a:cubicBezTo>
                    <a:cubicBezTo>
                      <a:pt x="2293056" y="375749"/>
                      <a:pt x="2300676" y="391941"/>
                      <a:pt x="2309249" y="408134"/>
                    </a:cubicBezTo>
                    <a:cubicBezTo>
                      <a:pt x="2323536" y="435756"/>
                      <a:pt x="2338776" y="465284"/>
                      <a:pt x="2346396" y="496716"/>
                    </a:cubicBezTo>
                    <a:cubicBezTo>
                      <a:pt x="2350206" y="515766"/>
                      <a:pt x="2350206" y="568154"/>
                      <a:pt x="2346396" y="591014"/>
                    </a:cubicBez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  <a:defRPr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</a:endParaRPr>
              </a:p>
            </p:txBody>
          </p:sp>
        </p:grpSp>
      </p:grpSp>
      <p:cxnSp>
        <p:nvCxnSpPr>
          <p:cNvPr id="1616345408" name="Google Shape;1191;p10"/>
          <p:cNvCxnSpPr/>
          <p:nvPr/>
        </p:nvCxnSpPr>
        <p:spPr bwMode="auto">
          <a:xfrm>
            <a:off x="1419285" y="472722"/>
            <a:ext cx="0" cy="708300"/>
          </a:xfrm>
          <a:prstGeom prst="straightConnector1">
            <a:avLst/>
          </a:prstGeom>
          <a:noFill/>
          <a:ln w="9525" cap="flat" cmpd="sng">
            <a:solidFill>
              <a:srgbClr val="B8114F"/>
            </a:solidFill>
            <a:prstDash val="solid"/>
            <a:miter lim="800000"/>
            <a:headEnd type="none" w="sm" len="sm"/>
            <a:tailEnd type="none" w="sm" len="sm"/>
          </a:ln>
        </p:spPr>
      </p:cxnSp>
      <p:grpSp>
        <p:nvGrpSpPr>
          <p:cNvPr id="607425315" name="Google Shape;1192;p10"/>
          <p:cNvGrpSpPr/>
          <p:nvPr/>
        </p:nvGrpSpPr>
        <p:grpSpPr bwMode="auto">
          <a:xfrm>
            <a:off x="-2313494" y="6251576"/>
            <a:ext cx="22234031" cy="490550"/>
            <a:chOff x="-9757307" y="6258187"/>
            <a:chExt cx="21948698" cy="484255"/>
          </a:xfrm>
        </p:grpSpPr>
        <p:sp>
          <p:nvSpPr>
            <p:cNvPr id="1193" name="Google Shape;1193;p10"/>
            <p:cNvSpPr/>
            <p:nvPr/>
          </p:nvSpPr>
          <p:spPr bwMode="auto">
            <a:xfrm>
              <a:off x="-9757307" y="6258187"/>
              <a:ext cx="10470371" cy="483649"/>
            </a:xfrm>
            <a:custGeom>
              <a:avLst/>
              <a:gdLst/>
              <a:ahLst/>
              <a:cxnLst/>
              <a:rect l="l" t="t" r="r" b="b"/>
              <a:pathLst>
                <a:path w="10470371" h="483649" fill="norm" stroke="1" extrusionOk="0">
                  <a:moveTo>
                    <a:pt x="10470372" y="483649"/>
                  </a:moveTo>
                  <a:lnTo>
                    <a:pt x="0" y="483649"/>
                  </a:lnTo>
                  <a:lnTo>
                    <a:pt x="0" y="0"/>
                  </a:lnTo>
                  <a:lnTo>
                    <a:pt x="9986722" y="0"/>
                  </a:lnTo>
                  <a:cubicBezTo>
                    <a:pt x="10120226" y="0"/>
                    <a:pt x="10228244" y="108017"/>
                    <a:pt x="10228244" y="241521"/>
                  </a:cubicBezTo>
                  <a:cubicBezTo>
                    <a:pt x="10228244" y="375025"/>
                    <a:pt x="10336868" y="483649"/>
                    <a:pt x="10470372" y="483649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194" name="Google Shape;1194;p10"/>
            <p:cNvSpPr/>
            <p:nvPr/>
          </p:nvSpPr>
          <p:spPr bwMode="auto">
            <a:xfrm>
              <a:off x="2107576" y="6258187"/>
              <a:ext cx="10083815" cy="484255"/>
            </a:xfrm>
            <a:custGeom>
              <a:avLst/>
              <a:gdLst/>
              <a:ahLst/>
              <a:cxnLst/>
              <a:rect l="l" t="t" r="r" b="b"/>
              <a:pathLst>
                <a:path w="10083815" h="484255" fill="norm" stroke="1" extrusionOk="0">
                  <a:moveTo>
                    <a:pt x="10083816" y="607"/>
                  </a:moveTo>
                  <a:lnTo>
                    <a:pt x="10083816" y="484256"/>
                  </a:lnTo>
                  <a:lnTo>
                    <a:pt x="0" y="484256"/>
                  </a:lnTo>
                  <a:cubicBezTo>
                    <a:pt x="66752" y="484256"/>
                    <a:pt x="127436" y="456948"/>
                    <a:pt x="171129" y="413256"/>
                  </a:cubicBezTo>
                  <a:cubicBezTo>
                    <a:pt x="214821" y="369564"/>
                    <a:pt x="242128" y="308880"/>
                    <a:pt x="242128" y="242128"/>
                  </a:cubicBezTo>
                  <a:cubicBezTo>
                    <a:pt x="242128" y="175376"/>
                    <a:pt x="269436" y="114692"/>
                    <a:pt x="313129" y="71000"/>
                  </a:cubicBezTo>
                  <a:cubicBezTo>
                    <a:pt x="356821" y="27308"/>
                    <a:pt x="417504" y="0"/>
                    <a:pt x="484257" y="0"/>
                  </a:cubicBezTo>
                  <a:lnTo>
                    <a:pt x="10083816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</p:grpSp>
      <p:grpSp>
        <p:nvGrpSpPr>
          <p:cNvPr id="1608425846" name="Google Shape;1195;p10"/>
          <p:cNvGrpSpPr/>
          <p:nvPr/>
        </p:nvGrpSpPr>
        <p:grpSpPr bwMode="auto">
          <a:xfrm>
            <a:off x="6473371" y="6378004"/>
            <a:ext cx="344329" cy="344244"/>
            <a:chOff x="4719817" y="6336659"/>
            <a:chExt cx="344329" cy="344244"/>
          </a:xfrm>
        </p:grpSpPr>
        <p:sp>
          <p:nvSpPr>
            <p:cNvPr id="1196" name="Google Shape;1196;p10"/>
            <p:cNvSpPr/>
            <p:nvPr/>
          </p:nvSpPr>
          <p:spPr bwMode="auto">
            <a:xfrm>
              <a:off x="4719817" y="6336659"/>
              <a:ext cx="177727" cy="344244"/>
            </a:xfrm>
            <a:custGeom>
              <a:avLst/>
              <a:gdLst/>
              <a:ahLst/>
              <a:cxnLst/>
              <a:rect l="l" t="t" r="r" b="b"/>
              <a:pathLst>
                <a:path w="177727" h="344244" fill="norm" stroke="1" extrusionOk="0">
                  <a:moveTo>
                    <a:pt x="143455" y="324582"/>
                  </a:moveTo>
                  <a:cubicBezTo>
                    <a:pt x="135751" y="322500"/>
                    <a:pt x="128412" y="320522"/>
                    <a:pt x="120760" y="318492"/>
                  </a:cubicBezTo>
                  <a:cubicBezTo>
                    <a:pt x="118730" y="322032"/>
                    <a:pt x="116596" y="325727"/>
                    <a:pt x="114410" y="329371"/>
                  </a:cubicBezTo>
                  <a:cubicBezTo>
                    <a:pt x="111859" y="333639"/>
                    <a:pt x="109100" y="334368"/>
                    <a:pt x="104884" y="331922"/>
                  </a:cubicBezTo>
                  <a:cubicBezTo>
                    <a:pt x="92340" y="324738"/>
                    <a:pt x="79847" y="317503"/>
                    <a:pt x="67355" y="310268"/>
                  </a:cubicBezTo>
                  <a:cubicBezTo>
                    <a:pt x="62826" y="307613"/>
                    <a:pt x="62150" y="305011"/>
                    <a:pt x="64700" y="300482"/>
                  </a:cubicBezTo>
                  <a:cubicBezTo>
                    <a:pt x="66730" y="296839"/>
                    <a:pt x="68864" y="293247"/>
                    <a:pt x="70686" y="290020"/>
                  </a:cubicBezTo>
                  <a:cubicBezTo>
                    <a:pt x="65065" y="284450"/>
                    <a:pt x="59651" y="279141"/>
                    <a:pt x="53874" y="273415"/>
                  </a:cubicBezTo>
                  <a:cubicBezTo>
                    <a:pt x="50855" y="275133"/>
                    <a:pt x="47159" y="277319"/>
                    <a:pt x="43463" y="279401"/>
                  </a:cubicBezTo>
                  <a:cubicBezTo>
                    <a:pt x="39091" y="281848"/>
                    <a:pt x="36384" y="281223"/>
                    <a:pt x="33886" y="276903"/>
                  </a:cubicBezTo>
                  <a:cubicBezTo>
                    <a:pt x="26598" y="264306"/>
                    <a:pt x="19311" y="251710"/>
                    <a:pt x="12076" y="239061"/>
                  </a:cubicBezTo>
                  <a:cubicBezTo>
                    <a:pt x="9682" y="234845"/>
                    <a:pt x="10514" y="232086"/>
                    <a:pt x="14783" y="229588"/>
                  </a:cubicBezTo>
                  <a:cubicBezTo>
                    <a:pt x="18270" y="227506"/>
                    <a:pt x="21810" y="225528"/>
                    <a:pt x="25297" y="223498"/>
                  </a:cubicBezTo>
                  <a:cubicBezTo>
                    <a:pt x="25401" y="223445"/>
                    <a:pt x="25453" y="223289"/>
                    <a:pt x="25557" y="223185"/>
                  </a:cubicBezTo>
                  <a:cubicBezTo>
                    <a:pt x="23579" y="215898"/>
                    <a:pt x="21601" y="208559"/>
                    <a:pt x="19467" y="200699"/>
                  </a:cubicBezTo>
                  <a:cubicBezTo>
                    <a:pt x="15459" y="200699"/>
                    <a:pt x="11087" y="200751"/>
                    <a:pt x="6715" y="200699"/>
                  </a:cubicBezTo>
                  <a:cubicBezTo>
                    <a:pt x="1978" y="200647"/>
                    <a:pt x="52" y="198669"/>
                    <a:pt x="0" y="193880"/>
                  </a:cubicBezTo>
                  <a:cubicBezTo>
                    <a:pt x="0" y="179306"/>
                    <a:pt x="0" y="164731"/>
                    <a:pt x="0" y="150157"/>
                  </a:cubicBezTo>
                  <a:cubicBezTo>
                    <a:pt x="0" y="145368"/>
                    <a:pt x="1978" y="143390"/>
                    <a:pt x="6715" y="143390"/>
                  </a:cubicBezTo>
                  <a:cubicBezTo>
                    <a:pt x="10983" y="143338"/>
                    <a:pt x="15303" y="143390"/>
                    <a:pt x="19467" y="143390"/>
                  </a:cubicBezTo>
                  <a:cubicBezTo>
                    <a:pt x="21497" y="135738"/>
                    <a:pt x="23475" y="128451"/>
                    <a:pt x="25557" y="120695"/>
                  </a:cubicBezTo>
                  <a:cubicBezTo>
                    <a:pt x="22174" y="118717"/>
                    <a:pt x="18635" y="116687"/>
                    <a:pt x="15043" y="114605"/>
                  </a:cubicBezTo>
                  <a:cubicBezTo>
                    <a:pt x="10358" y="111898"/>
                    <a:pt x="9578" y="109192"/>
                    <a:pt x="12232" y="104611"/>
                  </a:cubicBezTo>
                  <a:cubicBezTo>
                    <a:pt x="19363" y="92171"/>
                    <a:pt x="26546" y="79782"/>
                    <a:pt x="33730" y="67394"/>
                  </a:cubicBezTo>
                  <a:cubicBezTo>
                    <a:pt x="36436" y="62709"/>
                    <a:pt x="39039" y="62085"/>
                    <a:pt x="43776" y="64792"/>
                  </a:cubicBezTo>
                  <a:cubicBezTo>
                    <a:pt x="47315" y="66769"/>
                    <a:pt x="50803" y="68852"/>
                    <a:pt x="53978" y="70673"/>
                  </a:cubicBezTo>
                  <a:cubicBezTo>
                    <a:pt x="59495" y="65104"/>
                    <a:pt x="64804" y="59690"/>
                    <a:pt x="70582" y="53861"/>
                  </a:cubicBezTo>
                  <a:cubicBezTo>
                    <a:pt x="68812" y="50790"/>
                    <a:pt x="66626" y="47042"/>
                    <a:pt x="64492" y="43242"/>
                  </a:cubicBezTo>
                  <a:cubicBezTo>
                    <a:pt x="62150" y="39078"/>
                    <a:pt x="62826" y="36423"/>
                    <a:pt x="66991" y="33977"/>
                  </a:cubicBezTo>
                  <a:cubicBezTo>
                    <a:pt x="79691" y="26585"/>
                    <a:pt x="92392" y="19246"/>
                    <a:pt x="105145" y="11959"/>
                  </a:cubicBezTo>
                  <a:cubicBezTo>
                    <a:pt x="109048" y="9721"/>
                    <a:pt x="111807" y="10501"/>
                    <a:pt x="114150" y="14405"/>
                  </a:cubicBezTo>
                  <a:cubicBezTo>
                    <a:pt x="116388" y="18049"/>
                    <a:pt x="118470" y="21797"/>
                    <a:pt x="120656" y="25596"/>
                  </a:cubicBezTo>
                  <a:cubicBezTo>
                    <a:pt x="128151" y="23566"/>
                    <a:pt x="135595" y="21588"/>
                    <a:pt x="143351" y="19506"/>
                  </a:cubicBezTo>
                  <a:cubicBezTo>
                    <a:pt x="143351" y="15394"/>
                    <a:pt x="143351" y="11074"/>
                    <a:pt x="143351" y="6806"/>
                  </a:cubicBezTo>
                  <a:cubicBezTo>
                    <a:pt x="143403" y="2017"/>
                    <a:pt x="145329" y="39"/>
                    <a:pt x="150065" y="39"/>
                  </a:cubicBezTo>
                  <a:cubicBezTo>
                    <a:pt x="157092" y="-13"/>
                    <a:pt x="164171" y="-13"/>
                    <a:pt x="171198" y="39"/>
                  </a:cubicBezTo>
                  <a:cubicBezTo>
                    <a:pt x="175675" y="91"/>
                    <a:pt x="177705" y="2121"/>
                    <a:pt x="177705" y="6650"/>
                  </a:cubicBezTo>
                  <a:cubicBezTo>
                    <a:pt x="177757" y="24816"/>
                    <a:pt x="177705" y="42982"/>
                    <a:pt x="177705" y="61148"/>
                  </a:cubicBezTo>
                  <a:cubicBezTo>
                    <a:pt x="177705" y="67134"/>
                    <a:pt x="176091" y="68747"/>
                    <a:pt x="170105" y="68904"/>
                  </a:cubicBezTo>
                  <a:cubicBezTo>
                    <a:pt x="125705" y="69997"/>
                    <a:pt x="87343" y="98573"/>
                    <a:pt x="73705" y="140631"/>
                  </a:cubicBezTo>
                  <a:cubicBezTo>
                    <a:pt x="54654" y="199346"/>
                    <a:pt x="91819" y="261912"/>
                    <a:pt x="152668" y="273363"/>
                  </a:cubicBezTo>
                  <a:cubicBezTo>
                    <a:pt x="158758" y="274508"/>
                    <a:pt x="164952" y="274873"/>
                    <a:pt x="171146" y="275341"/>
                  </a:cubicBezTo>
                  <a:cubicBezTo>
                    <a:pt x="175675" y="275706"/>
                    <a:pt x="177653" y="277475"/>
                    <a:pt x="177653" y="282004"/>
                  </a:cubicBezTo>
                  <a:cubicBezTo>
                    <a:pt x="177653" y="300534"/>
                    <a:pt x="177653" y="319065"/>
                    <a:pt x="177653" y="337595"/>
                  </a:cubicBezTo>
                  <a:cubicBezTo>
                    <a:pt x="177653" y="342124"/>
                    <a:pt x="175623" y="344206"/>
                    <a:pt x="171146" y="344206"/>
                  </a:cubicBezTo>
                  <a:cubicBezTo>
                    <a:pt x="163963" y="344258"/>
                    <a:pt x="156780" y="344258"/>
                    <a:pt x="149649" y="344206"/>
                  </a:cubicBezTo>
                  <a:cubicBezTo>
                    <a:pt x="145381" y="344154"/>
                    <a:pt x="143351" y="342124"/>
                    <a:pt x="143299" y="337803"/>
                  </a:cubicBezTo>
                  <a:cubicBezTo>
                    <a:pt x="143403" y="333223"/>
                    <a:pt x="143455" y="328798"/>
                    <a:pt x="143455" y="324582"/>
                  </a:cubicBezTo>
                  <a:close/>
                  <a:moveTo>
                    <a:pt x="106654" y="24347"/>
                  </a:moveTo>
                  <a:cubicBezTo>
                    <a:pt x="96608" y="30177"/>
                    <a:pt x="86874" y="35799"/>
                    <a:pt x="77037" y="41524"/>
                  </a:cubicBezTo>
                  <a:cubicBezTo>
                    <a:pt x="78286" y="43658"/>
                    <a:pt x="79223" y="45324"/>
                    <a:pt x="80160" y="46938"/>
                  </a:cubicBezTo>
                  <a:cubicBezTo>
                    <a:pt x="81097" y="48603"/>
                    <a:pt x="82086" y="50217"/>
                    <a:pt x="83023" y="51883"/>
                  </a:cubicBezTo>
                  <a:cubicBezTo>
                    <a:pt x="85209" y="55839"/>
                    <a:pt x="84688" y="57817"/>
                    <a:pt x="81461" y="60992"/>
                  </a:cubicBezTo>
                  <a:cubicBezTo>
                    <a:pt x="74642" y="67654"/>
                    <a:pt x="67876" y="74421"/>
                    <a:pt x="61213" y="81240"/>
                  </a:cubicBezTo>
                  <a:cubicBezTo>
                    <a:pt x="57986" y="84519"/>
                    <a:pt x="56060" y="85040"/>
                    <a:pt x="52104" y="82801"/>
                  </a:cubicBezTo>
                  <a:cubicBezTo>
                    <a:pt x="48720" y="80876"/>
                    <a:pt x="45337" y="78898"/>
                    <a:pt x="41693" y="76815"/>
                  </a:cubicBezTo>
                  <a:cubicBezTo>
                    <a:pt x="35916" y="86809"/>
                    <a:pt x="30294" y="96491"/>
                    <a:pt x="24568" y="106485"/>
                  </a:cubicBezTo>
                  <a:cubicBezTo>
                    <a:pt x="28108" y="108515"/>
                    <a:pt x="31491" y="110493"/>
                    <a:pt x="34875" y="112471"/>
                  </a:cubicBezTo>
                  <a:cubicBezTo>
                    <a:pt x="38779" y="114813"/>
                    <a:pt x="39403" y="116843"/>
                    <a:pt x="38206" y="121112"/>
                  </a:cubicBezTo>
                  <a:cubicBezTo>
                    <a:pt x="35603" y="130377"/>
                    <a:pt x="33157" y="139694"/>
                    <a:pt x="30763" y="149063"/>
                  </a:cubicBezTo>
                  <a:cubicBezTo>
                    <a:pt x="29722" y="153071"/>
                    <a:pt x="27952" y="154685"/>
                    <a:pt x="23788" y="154737"/>
                  </a:cubicBezTo>
                  <a:cubicBezTo>
                    <a:pt x="19780" y="154789"/>
                    <a:pt x="15772" y="154737"/>
                    <a:pt x="11816" y="154737"/>
                  </a:cubicBezTo>
                  <a:cubicBezTo>
                    <a:pt x="11816" y="166501"/>
                    <a:pt x="11816" y="177796"/>
                    <a:pt x="11816" y="189195"/>
                  </a:cubicBezTo>
                  <a:cubicBezTo>
                    <a:pt x="15928" y="189195"/>
                    <a:pt x="19728" y="189195"/>
                    <a:pt x="23527" y="189195"/>
                  </a:cubicBezTo>
                  <a:cubicBezTo>
                    <a:pt x="27952" y="189195"/>
                    <a:pt x="29722" y="190809"/>
                    <a:pt x="30763" y="194973"/>
                  </a:cubicBezTo>
                  <a:cubicBezTo>
                    <a:pt x="33105" y="204186"/>
                    <a:pt x="35499" y="213400"/>
                    <a:pt x="38102" y="222561"/>
                  </a:cubicBezTo>
                  <a:cubicBezTo>
                    <a:pt x="39351" y="227037"/>
                    <a:pt x="38779" y="229067"/>
                    <a:pt x="34719" y="231461"/>
                  </a:cubicBezTo>
                  <a:cubicBezTo>
                    <a:pt x="31387" y="233439"/>
                    <a:pt x="28004" y="235365"/>
                    <a:pt x="24568" y="237395"/>
                  </a:cubicBezTo>
                  <a:cubicBezTo>
                    <a:pt x="30346" y="247493"/>
                    <a:pt x="35916" y="257175"/>
                    <a:pt x="41433" y="266701"/>
                  </a:cubicBezTo>
                  <a:cubicBezTo>
                    <a:pt x="42110" y="266596"/>
                    <a:pt x="42370" y="266649"/>
                    <a:pt x="42526" y="266544"/>
                  </a:cubicBezTo>
                  <a:cubicBezTo>
                    <a:pt x="45649" y="264775"/>
                    <a:pt x="48720" y="262953"/>
                    <a:pt x="51844" y="261183"/>
                  </a:cubicBezTo>
                  <a:cubicBezTo>
                    <a:pt x="56060" y="258789"/>
                    <a:pt x="57882" y="259257"/>
                    <a:pt x="61265" y="262693"/>
                  </a:cubicBezTo>
                  <a:cubicBezTo>
                    <a:pt x="67823" y="269459"/>
                    <a:pt x="74486" y="276122"/>
                    <a:pt x="81253" y="282680"/>
                  </a:cubicBezTo>
                  <a:cubicBezTo>
                    <a:pt x="84844" y="286168"/>
                    <a:pt x="85313" y="287886"/>
                    <a:pt x="82762" y="292362"/>
                  </a:cubicBezTo>
                  <a:cubicBezTo>
                    <a:pt x="80888" y="295641"/>
                    <a:pt x="79015" y="298921"/>
                    <a:pt x="77037" y="302408"/>
                  </a:cubicBezTo>
                  <a:cubicBezTo>
                    <a:pt x="87083" y="308186"/>
                    <a:pt x="96764" y="313807"/>
                    <a:pt x="106654" y="319533"/>
                  </a:cubicBezTo>
                  <a:cubicBezTo>
                    <a:pt x="108736" y="315942"/>
                    <a:pt x="110662" y="312506"/>
                    <a:pt x="112692" y="309175"/>
                  </a:cubicBezTo>
                  <a:cubicBezTo>
                    <a:pt x="114982" y="305323"/>
                    <a:pt x="117012" y="304750"/>
                    <a:pt x="121385" y="305948"/>
                  </a:cubicBezTo>
                  <a:cubicBezTo>
                    <a:pt x="130546" y="308498"/>
                    <a:pt x="139759" y="310945"/>
                    <a:pt x="148972" y="313287"/>
                  </a:cubicBezTo>
                  <a:cubicBezTo>
                    <a:pt x="153240" y="314380"/>
                    <a:pt x="154854" y="316046"/>
                    <a:pt x="154906" y="320418"/>
                  </a:cubicBezTo>
                  <a:cubicBezTo>
                    <a:pt x="154906" y="324426"/>
                    <a:pt x="154906" y="328434"/>
                    <a:pt x="154906" y="332390"/>
                  </a:cubicBezTo>
                  <a:cubicBezTo>
                    <a:pt x="159018" y="332390"/>
                    <a:pt x="162558" y="332390"/>
                    <a:pt x="166201" y="332390"/>
                  </a:cubicBezTo>
                  <a:cubicBezTo>
                    <a:pt x="166201" y="317087"/>
                    <a:pt x="166201" y="301992"/>
                    <a:pt x="166201" y="286845"/>
                  </a:cubicBezTo>
                  <a:cubicBezTo>
                    <a:pt x="105769" y="283409"/>
                    <a:pt x="59651" y="234272"/>
                    <a:pt x="57465" y="176859"/>
                  </a:cubicBezTo>
                  <a:cubicBezTo>
                    <a:pt x="56372" y="148022"/>
                    <a:pt x="64752" y="122153"/>
                    <a:pt x="82971" y="99770"/>
                  </a:cubicBezTo>
                  <a:cubicBezTo>
                    <a:pt x="104364" y="73484"/>
                    <a:pt x="132420" y="59690"/>
                    <a:pt x="166201" y="57088"/>
                  </a:cubicBezTo>
                  <a:cubicBezTo>
                    <a:pt x="166201" y="41785"/>
                    <a:pt x="166201" y="26638"/>
                    <a:pt x="166201" y="11490"/>
                  </a:cubicBezTo>
                  <a:cubicBezTo>
                    <a:pt x="162349" y="11490"/>
                    <a:pt x="158758" y="11490"/>
                    <a:pt x="154906" y="11490"/>
                  </a:cubicBezTo>
                  <a:cubicBezTo>
                    <a:pt x="154906" y="15655"/>
                    <a:pt x="154906" y="19611"/>
                    <a:pt x="154906" y="23514"/>
                  </a:cubicBezTo>
                  <a:cubicBezTo>
                    <a:pt x="154854" y="27679"/>
                    <a:pt x="153240" y="29448"/>
                    <a:pt x="149232" y="30489"/>
                  </a:cubicBezTo>
                  <a:cubicBezTo>
                    <a:pt x="139915" y="32884"/>
                    <a:pt x="130598" y="35330"/>
                    <a:pt x="121281" y="37881"/>
                  </a:cubicBezTo>
                  <a:cubicBezTo>
                    <a:pt x="117012" y="39078"/>
                    <a:pt x="114982" y="38453"/>
                    <a:pt x="112640" y="34549"/>
                  </a:cubicBezTo>
                  <a:cubicBezTo>
                    <a:pt x="110714" y="31374"/>
                    <a:pt x="108840" y="28043"/>
                    <a:pt x="106654" y="24347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197" name="Google Shape;1197;p10"/>
            <p:cNvSpPr/>
            <p:nvPr/>
          </p:nvSpPr>
          <p:spPr bwMode="auto">
            <a:xfrm>
              <a:off x="4800186" y="6416806"/>
              <a:ext cx="183534" cy="183586"/>
            </a:xfrm>
            <a:custGeom>
              <a:avLst/>
              <a:gdLst/>
              <a:ahLst/>
              <a:cxnLst/>
              <a:rect l="l" t="t" r="r" b="b"/>
              <a:pathLst>
                <a:path w="183534" h="183586" fill="norm" stroke="1" extrusionOk="0">
                  <a:moveTo>
                    <a:pt x="183535" y="91715"/>
                  </a:moveTo>
                  <a:cubicBezTo>
                    <a:pt x="183535" y="142466"/>
                    <a:pt x="142518" y="183587"/>
                    <a:pt x="91871" y="183587"/>
                  </a:cubicBezTo>
                  <a:cubicBezTo>
                    <a:pt x="41121" y="183587"/>
                    <a:pt x="0" y="142570"/>
                    <a:pt x="0" y="91872"/>
                  </a:cubicBezTo>
                  <a:cubicBezTo>
                    <a:pt x="0" y="40965"/>
                    <a:pt x="41069" y="-52"/>
                    <a:pt x="92028" y="0"/>
                  </a:cubicBezTo>
                  <a:cubicBezTo>
                    <a:pt x="142518" y="104"/>
                    <a:pt x="183535" y="41173"/>
                    <a:pt x="183535" y="91715"/>
                  </a:cubicBezTo>
                  <a:close/>
                  <a:moveTo>
                    <a:pt x="58975" y="18999"/>
                  </a:moveTo>
                  <a:cubicBezTo>
                    <a:pt x="61577" y="24204"/>
                    <a:pt x="63972" y="29253"/>
                    <a:pt x="66678" y="34146"/>
                  </a:cubicBezTo>
                  <a:cubicBezTo>
                    <a:pt x="67355" y="35395"/>
                    <a:pt x="68708" y="36436"/>
                    <a:pt x="70010" y="37113"/>
                  </a:cubicBezTo>
                  <a:cubicBezTo>
                    <a:pt x="75735" y="40080"/>
                    <a:pt x="81513" y="42891"/>
                    <a:pt x="87239" y="45806"/>
                  </a:cubicBezTo>
                  <a:cubicBezTo>
                    <a:pt x="92132" y="48304"/>
                    <a:pt x="93016" y="51219"/>
                    <a:pt x="90206" y="55904"/>
                  </a:cubicBezTo>
                  <a:cubicBezTo>
                    <a:pt x="85937" y="63087"/>
                    <a:pt x="81201" y="70010"/>
                    <a:pt x="77453" y="77453"/>
                  </a:cubicBezTo>
                  <a:cubicBezTo>
                    <a:pt x="74122" y="84064"/>
                    <a:pt x="69801" y="87187"/>
                    <a:pt x="62254" y="86146"/>
                  </a:cubicBezTo>
                  <a:cubicBezTo>
                    <a:pt x="58350" y="85573"/>
                    <a:pt x="53249" y="84897"/>
                    <a:pt x="50490" y="86822"/>
                  </a:cubicBezTo>
                  <a:cubicBezTo>
                    <a:pt x="47888" y="88644"/>
                    <a:pt x="47575" y="93797"/>
                    <a:pt x="46274" y="97493"/>
                  </a:cubicBezTo>
                  <a:cubicBezTo>
                    <a:pt x="44608" y="102334"/>
                    <a:pt x="43359" y="103219"/>
                    <a:pt x="38154" y="103219"/>
                  </a:cubicBezTo>
                  <a:cubicBezTo>
                    <a:pt x="29722" y="103219"/>
                    <a:pt x="21237" y="103219"/>
                    <a:pt x="11868" y="103219"/>
                  </a:cubicBezTo>
                  <a:cubicBezTo>
                    <a:pt x="14158" y="110923"/>
                    <a:pt x="16240" y="118002"/>
                    <a:pt x="18426" y="125237"/>
                  </a:cubicBezTo>
                  <a:cubicBezTo>
                    <a:pt x="20196" y="124716"/>
                    <a:pt x="21081" y="124456"/>
                    <a:pt x="22018" y="124144"/>
                  </a:cubicBezTo>
                  <a:cubicBezTo>
                    <a:pt x="30867" y="121229"/>
                    <a:pt x="39663" y="118366"/>
                    <a:pt x="48460" y="115347"/>
                  </a:cubicBezTo>
                  <a:cubicBezTo>
                    <a:pt x="51323" y="114358"/>
                    <a:pt x="53717" y="114670"/>
                    <a:pt x="56112" y="116544"/>
                  </a:cubicBezTo>
                  <a:cubicBezTo>
                    <a:pt x="61317" y="120552"/>
                    <a:pt x="66730" y="124300"/>
                    <a:pt x="71831" y="128412"/>
                  </a:cubicBezTo>
                  <a:cubicBezTo>
                    <a:pt x="73861" y="130026"/>
                    <a:pt x="75111" y="129869"/>
                    <a:pt x="76985" y="128308"/>
                  </a:cubicBezTo>
                  <a:cubicBezTo>
                    <a:pt x="84168" y="122374"/>
                    <a:pt x="91455" y="116596"/>
                    <a:pt x="98794" y="110818"/>
                  </a:cubicBezTo>
                  <a:cubicBezTo>
                    <a:pt x="102282" y="108060"/>
                    <a:pt x="104832" y="108164"/>
                    <a:pt x="107955" y="111235"/>
                  </a:cubicBezTo>
                  <a:cubicBezTo>
                    <a:pt x="113317" y="116492"/>
                    <a:pt x="118730" y="121749"/>
                    <a:pt x="123883" y="127267"/>
                  </a:cubicBezTo>
                  <a:cubicBezTo>
                    <a:pt x="125132" y="128620"/>
                    <a:pt x="125965" y="130754"/>
                    <a:pt x="126069" y="132628"/>
                  </a:cubicBezTo>
                  <a:cubicBezTo>
                    <a:pt x="126382" y="137729"/>
                    <a:pt x="126173" y="142882"/>
                    <a:pt x="126173" y="148035"/>
                  </a:cubicBezTo>
                  <a:cubicBezTo>
                    <a:pt x="126173" y="152252"/>
                    <a:pt x="124976" y="153813"/>
                    <a:pt x="120916" y="154906"/>
                  </a:cubicBezTo>
                  <a:cubicBezTo>
                    <a:pt x="115086" y="156468"/>
                    <a:pt x="109257" y="157925"/>
                    <a:pt x="103427" y="159435"/>
                  </a:cubicBezTo>
                  <a:cubicBezTo>
                    <a:pt x="103427" y="163391"/>
                    <a:pt x="103427" y="167034"/>
                    <a:pt x="103427" y="171042"/>
                  </a:cubicBezTo>
                  <a:cubicBezTo>
                    <a:pt x="126382" y="167295"/>
                    <a:pt x="144287" y="155999"/>
                    <a:pt x="157821" y="137313"/>
                  </a:cubicBezTo>
                  <a:cubicBezTo>
                    <a:pt x="151887" y="131379"/>
                    <a:pt x="146109" y="125653"/>
                    <a:pt x="140384" y="119927"/>
                  </a:cubicBezTo>
                  <a:cubicBezTo>
                    <a:pt x="136896" y="116388"/>
                    <a:pt x="136688" y="114358"/>
                    <a:pt x="139447" y="110194"/>
                  </a:cubicBezTo>
                  <a:cubicBezTo>
                    <a:pt x="141997" y="106290"/>
                    <a:pt x="144600" y="102438"/>
                    <a:pt x="147150" y="98534"/>
                  </a:cubicBezTo>
                  <a:cubicBezTo>
                    <a:pt x="147671" y="97753"/>
                    <a:pt x="148452" y="96764"/>
                    <a:pt x="148295" y="96036"/>
                  </a:cubicBezTo>
                  <a:cubicBezTo>
                    <a:pt x="147306" y="91455"/>
                    <a:pt x="146109" y="86927"/>
                    <a:pt x="144964" y="82138"/>
                  </a:cubicBezTo>
                  <a:cubicBezTo>
                    <a:pt x="141112" y="83387"/>
                    <a:pt x="137833" y="84376"/>
                    <a:pt x="134606" y="85521"/>
                  </a:cubicBezTo>
                  <a:cubicBezTo>
                    <a:pt x="131379" y="86666"/>
                    <a:pt x="128828" y="85938"/>
                    <a:pt x="126746" y="83127"/>
                  </a:cubicBezTo>
                  <a:cubicBezTo>
                    <a:pt x="121385" y="75944"/>
                    <a:pt x="115867" y="68865"/>
                    <a:pt x="110766" y="61525"/>
                  </a:cubicBezTo>
                  <a:cubicBezTo>
                    <a:pt x="109569" y="59808"/>
                    <a:pt x="109048" y="56997"/>
                    <a:pt x="109413" y="54915"/>
                  </a:cubicBezTo>
                  <a:cubicBezTo>
                    <a:pt x="110766" y="48044"/>
                    <a:pt x="112692" y="41225"/>
                    <a:pt x="114462" y="34458"/>
                  </a:cubicBezTo>
                  <a:cubicBezTo>
                    <a:pt x="115711" y="29670"/>
                    <a:pt x="117064" y="28681"/>
                    <a:pt x="122009" y="28681"/>
                  </a:cubicBezTo>
                  <a:cubicBezTo>
                    <a:pt x="128047" y="28681"/>
                    <a:pt x="134033" y="28681"/>
                    <a:pt x="140644" y="28681"/>
                  </a:cubicBezTo>
                  <a:cubicBezTo>
                    <a:pt x="118730" y="10358"/>
                    <a:pt x="84220" y="6298"/>
                    <a:pt x="58975" y="18999"/>
                  </a:cubicBezTo>
                  <a:close/>
                  <a:moveTo>
                    <a:pt x="11399" y="91819"/>
                  </a:moveTo>
                  <a:cubicBezTo>
                    <a:pt x="19363" y="91819"/>
                    <a:pt x="26859" y="91872"/>
                    <a:pt x="34354" y="91715"/>
                  </a:cubicBezTo>
                  <a:cubicBezTo>
                    <a:pt x="35135" y="91715"/>
                    <a:pt x="36228" y="90466"/>
                    <a:pt x="36592" y="89581"/>
                  </a:cubicBezTo>
                  <a:cubicBezTo>
                    <a:pt x="37946" y="86146"/>
                    <a:pt x="39039" y="82606"/>
                    <a:pt x="40184" y="79119"/>
                  </a:cubicBezTo>
                  <a:cubicBezTo>
                    <a:pt x="41225" y="75996"/>
                    <a:pt x="43255" y="74538"/>
                    <a:pt x="46638" y="74590"/>
                  </a:cubicBezTo>
                  <a:cubicBezTo>
                    <a:pt x="52156" y="74694"/>
                    <a:pt x="57621" y="74642"/>
                    <a:pt x="63139" y="74590"/>
                  </a:cubicBezTo>
                  <a:cubicBezTo>
                    <a:pt x="64128" y="74590"/>
                    <a:pt x="65533" y="74382"/>
                    <a:pt x="65950" y="73705"/>
                  </a:cubicBezTo>
                  <a:cubicBezTo>
                    <a:pt x="69958" y="67303"/>
                    <a:pt x="73809" y="60745"/>
                    <a:pt x="77869" y="54030"/>
                  </a:cubicBezTo>
                  <a:cubicBezTo>
                    <a:pt x="72560" y="51375"/>
                    <a:pt x="67511" y="49189"/>
                    <a:pt x="62826" y="46378"/>
                  </a:cubicBezTo>
                  <a:cubicBezTo>
                    <a:pt x="60536" y="45025"/>
                    <a:pt x="58350" y="42891"/>
                    <a:pt x="56997" y="40548"/>
                  </a:cubicBezTo>
                  <a:cubicBezTo>
                    <a:pt x="53978" y="35343"/>
                    <a:pt x="51479" y="29774"/>
                    <a:pt x="48668" y="24152"/>
                  </a:cubicBezTo>
                  <a:cubicBezTo>
                    <a:pt x="24777" y="40600"/>
                    <a:pt x="12492" y="62775"/>
                    <a:pt x="11399" y="91819"/>
                  </a:cubicBezTo>
                  <a:close/>
                  <a:moveTo>
                    <a:pt x="24881" y="135543"/>
                  </a:moveTo>
                  <a:cubicBezTo>
                    <a:pt x="40288" y="160528"/>
                    <a:pt x="70426" y="173281"/>
                    <a:pt x="91819" y="171615"/>
                  </a:cubicBezTo>
                  <a:cubicBezTo>
                    <a:pt x="91819" y="166410"/>
                    <a:pt x="91819" y="161153"/>
                    <a:pt x="91819" y="155895"/>
                  </a:cubicBezTo>
                  <a:cubicBezTo>
                    <a:pt x="91819" y="151731"/>
                    <a:pt x="93016" y="150222"/>
                    <a:pt x="97181" y="149129"/>
                  </a:cubicBezTo>
                  <a:cubicBezTo>
                    <a:pt x="103010" y="147619"/>
                    <a:pt x="108840" y="146110"/>
                    <a:pt x="114774" y="144600"/>
                  </a:cubicBezTo>
                  <a:cubicBezTo>
                    <a:pt x="114774" y="142258"/>
                    <a:pt x="114878" y="140228"/>
                    <a:pt x="114722" y="138198"/>
                  </a:cubicBezTo>
                  <a:cubicBezTo>
                    <a:pt x="114618" y="136636"/>
                    <a:pt x="114618" y="134606"/>
                    <a:pt x="113733" y="133565"/>
                  </a:cubicBezTo>
                  <a:cubicBezTo>
                    <a:pt x="110402" y="129661"/>
                    <a:pt x="106758" y="126122"/>
                    <a:pt x="103115" y="122374"/>
                  </a:cubicBezTo>
                  <a:cubicBezTo>
                    <a:pt x="94942" y="128880"/>
                    <a:pt x="87239" y="135075"/>
                    <a:pt x="79483" y="141217"/>
                  </a:cubicBezTo>
                  <a:cubicBezTo>
                    <a:pt x="75631" y="144288"/>
                    <a:pt x="73861" y="144288"/>
                    <a:pt x="69958" y="141425"/>
                  </a:cubicBezTo>
                  <a:cubicBezTo>
                    <a:pt x="64232" y="137157"/>
                    <a:pt x="58506" y="132784"/>
                    <a:pt x="52728" y="128620"/>
                  </a:cubicBezTo>
                  <a:cubicBezTo>
                    <a:pt x="51792" y="127943"/>
                    <a:pt x="50282" y="127319"/>
                    <a:pt x="49345" y="127579"/>
                  </a:cubicBezTo>
                  <a:cubicBezTo>
                    <a:pt x="41173" y="130078"/>
                    <a:pt x="33209" y="132784"/>
                    <a:pt x="24881" y="135543"/>
                  </a:cubicBezTo>
                  <a:close/>
                  <a:moveTo>
                    <a:pt x="124976" y="40184"/>
                  </a:moveTo>
                  <a:cubicBezTo>
                    <a:pt x="123831" y="44869"/>
                    <a:pt x="122582" y="49241"/>
                    <a:pt x="121749" y="53665"/>
                  </a:cubicBezTo>
                  <a:cubicBezTo>
                    <a:pt x="121489" y="55071"/>
                    <a:pt x="121801" y="56945"/>
                    <a:pt x="122582" y="58142"/>
                  </a:cubicBezTo>
                  <a:cubicBezTo>
                    <a:pt x="125393" y="62306"/>
                    <a:pt x="128724" y="66054"/>
                    <a:pt x="131431" y="70270"/>
                  </a:cubicBezTo>
                  <a:cubicBezTo>
                    <a:pt x="133305" y="73185"/>
                    <a:pt x="135178" y="73601"/>
                    <a:pt x="138197" y="72248"/>
                  </a:cubicBezTo>
                  <a:cubicBezTo>
                    <a:pt x="140748" y="71051"/>
                    <a:pt x="143611" y="70374"/>
                    <a:pt x="146318" y="69541"/>
                  </a:cubicBezTo>
                  <a:cubicBezTo>
                    <a:pt x="151002" y="68084"/>
                    <a:pt x="153657" y="69437"/>
                    <a:pt x="154906" y="74174"/>
                  </a:cubicBezTo>
                  <a:cubicBezTo>
                    <a:pt x="156780" y="81201"/>
                    <a:pt x="158706" y="88176"/>
                    <a:pt x="160163" y="95307"/>
                  </a:cubicBezTo>
                  <a:cubicBezTo>
                    <a:pt x="160580" y="97285"/>
                    <a:pt x="159955" y="99835"/>
                    <a:pt x="159018" y="101657"/>
                  </a:cubicBezTo>
                  <a:cubicBezTo>
                    <a:pt x="157040" y="105301"/>
                    <a:pt x="154438" y="108632"/>
                    <a:pt x="152251" y="112172"/>
                  </a:cubicBezTo>
                  <a:cubicBezTo>
                    <a:pt x="151783" y="112953"/>
                    <a:pt x="151627" y="114618"/>
                    <a:pt x="152095" y="115139"/>
                  </a:cubicBezTo>
                  <a:cubicBezTo>
                    <a:pt x="155843" y="119147"/>
                    <a:pt x="159747" y="122946"/>
                    <a:pt x="163703" y="126902"/>
                  </a:cubicBezTo>
                  <a:cubicBezTo>
                    <a:pt x="177705" y="99315"/>
                    <a:pt x="173697" y="65481"/>
                    <a:pt x="154177" y="41589"/>
                  </a:cubicBezTo>
                  <a:cubicBezTo>
                    <a:pt x="153605" y="40913"/>
                    <a:pt x="152408" y="40340"/>
                    <a:pt x="151523" y="40288"/>
                  </a:cubicBezTo>
                  <a:cubicBezTo>
                    <a:pt x="142778" y="40132"/>
                    <a:pt x="134085" y="40184"/>
                    <a:pt x="124976" y="40184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198" name="Google Shape;1198;p10"/>
            <p:cNvSpPr/>
            <p:nvPr/>
          </p:nvSpPr>
          <p:spPr bwMode="auto">
            <a:xfrm>
              <a:off x="4909338" y="6611944"/>
              <a:ext cx="91573" cy="63200"/>
            </a:xfrm>
            <a:custGeom>
              <a:avLst/>
              <a:gdLst/>
              <a:ahLst/>
              <a:cxnLst/>
              <a:rect l="l" t="t" r="r" b="b"/>
              <a:pathLst>
                <a:path w="91573" h="63200" fill="norm" stroke="1" extrusionOk="0">
                  <a:moveTo>
                    <a:pt x="44400" y="40137"/>
                  </a:moveTo>
                  <a:cubicBezTo>
                    <a:pt x="48512" y="40137"/>
                    <a:pt x="52364" y="40345"/>
                    <a:pt x="56112" y="40032"/>
                  </a:cubicBezTo>
                  <a:cubicBezTo>
                    <a:pt x="57257" y="39928"/>
                    <a:pt x="58662" y="38627"/>
                    <a:pt x="59287" y="37534"/>
                  </a:cubicBezTo>
                  <a:cubicBezTo>
                    <a:pt x="63451" y="30507"/>
                    <a:pt x="71259" y="27124"/>
                    <a:pt x="78858" y="29258"/>
                  </a:cubicBezTo>
                  <a:cubicBezTo>
                    <a:pt x="86926" y="31548"/>
                    <a:pt x="91871" y="38419"/>
                    <a:pt x="91559" y="46955"/>
                  </a:cubicBezTo>
                  <a:cubicBezTo>
                    <a:pt x="91299" y="54451"/>
                    <a:pt x="85521" y="61113"/>
                    <a:pt x="77817" y="62831"/>
                  </a:cubicBezTo>
                  <a:cubicBezTo>
                    <a:pt x="70686" y="64393"/>
                    <a:pt x="63035" y="60905"/>
                    <a:pt x="59391" y="54138"/>
                  </a:cubicBezTo>
                  <a:cubicBezTo>
                    <a:pt x="58298" y="52161"/>
                    <a:pt x="57153" y="51484"/>
                    <a:pt x="55019" y="51536"/>
                  </a:cubicBezTo>
                  <a:cubicBezTo>
                    <a:pt x="50386" y="51692"/>
                    <a:pt x="45701" y="51484"/>
                    <a:pt x="41069" y="51640"/>
                  </a:cubicBezTo>
                  <a:cubicBezTo>
                    <a:pt x="37269" y="51744"/>
                    <a:pt x="35135" y="50078"/>
                    <a:pt x="34094" y="46435"/>
                  </a:cubicBezTo>
                  <a:cubicBezTo>
                    <a:pt x="30867" y="34879"/>
                    <a:pt x="27483" y="23324"/>
                    <a:pt x="24048" y="11508"/>
                  </a:cubicBezTo>
                  <a:cubicBezTo>
                    <a:pt x="16084" y="11508"/>
                    <a:pt x="8120" y="11508"/>
                    <a:pt x="0" y="11508"/>
                  </a:cubicBezTo>
                  <a:cubicBezTo>
                    <a:pt x="0" y="7656"/>
                    <a:pt x="0" y="4117"/>
                    <a:pt x="0" y="57"/>
                  </a:cubicBezTo>
                  <a:cubicBezTo>
                    <a:pt x="2967" y="57"/>
                    <a:pt x="6038" y="57"/>
                    <a:pt x="9057" y="57"/>
                  </a:cubicBezTo>
                  <a:cubicBezTo>
                    <a:pt x="15147" y="57"/>
                    <a:pt x="21237" y="161"/>
                    <a:pt x="27327" y="5"/>
                  </a:cubicBezTo>
                  <a:cubicBezTo>
                    <a:pt x="31127" y="-100"/>
                    <a:pt x="33261" y="1566"/>
                    <a:pt x="34302" y="5210"/>
                  </a:cubicBezTo>
                  <a:cubicBezTo>
                    <a:pt x="37581" y="16713"/>
                    <a:pt x="40965" y="28269"/>
                    <a:pt x="44400" y="40137"/>
                  </a:cubicBezTo>
                  <a:close/>
                  <a:moveTo>
                    <a:pt x="80108" y="45706"/>
                  </a:moveTo>
                  <a:cubicBezTo>
                    <a:pt x="80056" y="42739"/>
                    <a:pt x="77245" y="40032"/>
                    <a:pt x="74278" y="40137"/>
                  </a:cubicBezTo>
                  <a:cubicBezTo>
                    <a:pt x="71311" y="40189"/>
                    <a:pt x="68604" y="42999"/>
                    <a:pt x="68708" y="45966"/>
                  </a:cubicBezTo>
                  <a:cubicBezTo>
                    <a:pt x="68760" y="48933"/>
                    <a:pt x="71571" y="51640"/>
                    <a:pt x="74538" y="51536"/>
                  </a:cubicBezTo>
                  <a:cubicBezTo>
                    <a:pt x="77453" y="51484"/>
                    <a:pt x="80160" y="48673"/>
                    <a:pt x="80108" y="45706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199" name="Google Shape;1199;p10"/>
            <p:cNvSpPr/>
            <p:nvPr/>
          </p:nvSpPr>
          <p:spPr bwMode="auto">
            <a:xfrm>
              <a:off x="4909338" y="6347899"/>
              <a:ext cx="91562" cy="57560"/>
            </a:xfrm>
            <a:custGeom>
              <a:avLst/>
              <a:gdLst/>
              <a:ahLst/>
              <a:cxnLst/>
              <a:rect l="l" t="t" r="r" b="b"/>
              <a:pathLst>
                <a:path w="91562" h="57560" fill="norm" stroke="1" extrusionOk="0">
                  <a:moveTo>
                    <a:pt x="0" y="57455"/>
                  </a:moveTo>
                  <a:cubicBezTo>
                    <a:pt x="0" y="53499"/>
                    <a:pt x="0" y="49960"/>
                    <a:pt x="0" y="46004"/>
                  </a:cubicBezTo>
                  <a:cubicBezTo>
                    <a:pt x="5361" y="46004"/>
                    <a:pt x="10567" y="45900"/>
                    <a:pt x="15772" y="46056"/>
                  </a:cubicBezTo>
                  <a:cubicBezTo>
                    <a:pt x="18218" y="46160"/>
                    <a:pt x="19571" y="45431"/>
                    <a:pt x="20665" y="43089"/>
                  </a:cubicBezTo>
                  <a:cubicBezTo>
                    <a:pt x="24985" y="34032"/>
                    <a:pt x="29670" y="25183"/>
                    <a:pt x="33990" y="16178"/>
                  </a:cubicBezTo>
                  <a:cubicBezTo>
                    <a:pt x="35603" y="12847"/>
                    <a:pt x="37842" y="11389"/>
                    <a:pt x="41589" y="11545"/>
                  </a:cubicBezTo>
                  <a:cubicBezTo>
                    <a:pt x="46222" y="11754"/>
                    <a:pt x="50907" y="11754"/>
                    <a:pt x="55539" y="11493"/>
                  </a:cubicBezTo>
                  <a:cubicBezTo>
                    <a:pt x="56736" y="11441"/>
                    <a:pt x="58402" y="10452"/>
                    <a:pt x="58975" y="9411"/>
                  </a:cubicBezTo>
                  <a:cubicBezTo>
                    <a:pt x="63035" y="2228"/>
                    <a:pt x="70738" y="-1415"/>
                    <a:pt x="78286" y="511"/>
                  </a:cubicBezTo>
                  <a:cubicBezTo>
                    <a:pt x="86042" y="2488"/>
                    <a:pt x="91403" y="9047"/>
                    <a:pt x="91559" y="16751"/>
                  </a:cubicBezTo>
                  <a:cubicBezTo>
                    <a:pt x="91715" y="25079"/>
                    <a:pt x="86718" y="31794"/>
                    <a:pt x="78702" y="33980"/>
                  </a:cubicBezTo>
                  <a:cubicBezTo>
                    <a:pt x="71103" y="36062"/>
                    <a:pt x="63191" y="32731"/>
                    <a:pt x="59287" y="25495"/>
                  </a:cubicBezTo>
                  <a:cubicBezTo>
                    <a:pt x="58298" y="23622"/>
                    <a:pt x="57205" y="22945"/>
                    <a:pt x="55175" y="23049"/>
                  </a:cubicBezTo>
                  <a:cubicBezTo>
                    <a:pt x="51375" y="23257"/>
                    <a:pt x="46742" y="21956"/>
                    <a:pt x="43984" y="23674"/>
                  </a:cubicBezTo>
                  <a:cubicBezTo>
                    <a:pt x="41173" y="25391"/>
                    <a:pt x="40184" y="30024"/>
                    <a:pt x="38466" y="33407"/>
                  </a:cubicBezTo>
                  <a:cubicBezTo>
                    <a:pt x="35135" y="40018"/>
                    <a:pt x="31752" y="46576"/>
                    <a:pt x="28524" y="53239"/>
                  </a:cubicBezTo>
                  <a:cubicBezTo>
                    <a:pt x="27067" y="56310"/>
                    <a:pt x="24881" y="57611"/>
                    <a:pt x="21445" y="57559"/>
                  </a:cubicBezTo>
                  <a:cubicBezTo>
                    <a:pt x="14418" y="57351"/>
                    <a:pt x="7391" y="57455"/>
                    <a:pt x="0" y="57455"/>
                  </a:cubicBezTo>
                  <a:close/>
                  <a:moveTo>
                    <a:pt x="80108" y="17271"/>
                  </a:moveTo>
                  <a:cubicBezTo>
                    <a:pt x="80108" y="14304"/>
                    <a:pt x="77297" y="11598"/>
                    <a:pt x="74382" y="11598"/>
                  </a:cubicBezTo>
                  <a:cubicBezTo>
                    <a:pt x="71415" y="11598"/>
                    <a:pt x="68656" y="14408"/>
                    <a:pt x="68708" y="17323"/>
                  </a:cubicBezTo>
                  <a:cubicBezTo>
                    <a:pt x="68760" y="20290"/>
                    <a:pt x="71519" y="22997"/>
                    <a:pt x="74434" y="22997"/>
                  </a:cubicBezTo>
                  <a:cubicBezTo>
                    <a:pt x="77401" y="22997"/>
                    <a:pt x="80108" y="20238"/>
                    <a:pt x="80108" y="1727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200" name="Google Shape;1200;p10"/>
            <p:cNvSpPr/>
            <p:nvPr/>
          </p:nvSpPr>
          <p:spPr bwMode="auto">
            <a:xfrm>
              <a:off x="4966700" y="6399581"/>
              <a:ext cx="85885" cy="40233"/>
            </a:xfrm>
            <a:custGeom>
              <a:avLst/>
              <a:gdLst/>
              <a:ahLst/>
              <a:cxnLst/>
              <a:rect l="l" t="t" r="r" b="b"/>
              <a:pathLst>
                <a:path w="85885" h="40233" fill="norm" stroke="1" extrusionOk="0">
                  <a:moveTo>
                    <a:pt x="0" y="40180"/>
                  </a:moveTo>
                  <a:cubicBezTo>
                    <a:pt x="0" y="36276"/>
                    <a:pt x="0" y="32736"/>
                    <a:pt x="0" y="28728"/>
                  </a:cubicBezTo>
                  <a:cubicBezTo>
                    <a:pt x="2655" y="28728"/>
                    <a:pt x="5257" y="28416"/>
                    <a:pt x="7808" y="28780"/>
                  </a:cubicBezTo>
                  <a:cubicBezTo>
                    <a:pt x="12544" y="29561"/>
                    <a:pt x="15355" y="27635"/>
                    <a:pt x="17437" y="23575"/>
                  </a:cubicBezTo>
                  <a:cubicBezTo>
                    <a:pt x="18895" y="20712"/>
                    <a:pt x="21081" y="18266"/>
                    <a:pt x="22695" y="15507"/>
                  </a:cubicBezTo>
                  <a:cubicBezTo>
                    <a:pt x="24412" y="12644"/>
                    <a:pt x="26651" y="11395"/>
                    <a:pt x="30034" y="11499"/>
                  </a:cubicBezTo>
                  <a:cubicBezTo>
                    <a:pt x="36384" y="11707"/>
                    <a:pt x="42682" y="11447"/>
                    <a:pt x="49033" y="11603"/>
                  </a:cubicBezTo>
                  <a:cubicBezTo>
                    <a:pt x="51271" y="11655"/>
                    <a:pt x="52572" y="11135"/>
                    <a:pt x="53769" y="8949"/>
                  </a:cubicBezTo>
                  <a:cubicBezTo>
                    <a:pt x="57569" y="1870"/>
                    <a:pt x="65481" y="-1410"/>
                    <a:pt x="72925" y="568"/>
                  </a:cubicBezTo>
                  <a:cubicBezTo>
                    <a:pt x="80784" y="2702"/>
                    <a:pt x="85885" y="9313"/>
                    <a:pt x="85885" y="17381"/>
                  </a:cubicBezTo>
                  <a:cubicBezTo>
                    <a:pt x="85885" y="25345"/>
                    <a:pt x="80628" y="31955"/>
                    <a:pt x="72716" y="34038"/>
                  </a:cubicBezTo>
                  <a:cubicBezTo>
                    <a:pt x="65325" y="35963"/>
                    <a:pt x="57517" y="32528"/>
                    <a:pt x="53665" y="25397"/>
                  </a:cubicBezTo>
                  <a:cubicBezTo>
                    <a:pt x="52624" y="23523"/>
                    <a:pt x="51583" y="22898"/>
                    <a:pt x="49553" y="22951"/>
                  </a:cubicBezTo>
                  <a:cubicBezTo>
                    <a:pt x="43828" y="23055"/>
                    <a:pt x="37165" y="21233"/>
                    <a:pt x="32584" y="23523"/>
                  </a:cubicBezTo>
                  <a:cubicBezTo>
                    <a:pt x="28108" y="25813"/>
                    <a:pt x="25662" y="32216"/>
                    <a:pt x="22434" y="36848"/>
                  </a:cubicBezTo>
                  <a:cubicBezTo>
                    <a:pt x="20873" y="39087"/>
                    <a:pt x="18999" y="40284"/>
                    <a:pt x="16188" y="40232"/>
                  </a:cubicBezTo>
                  <a:cubicBezTo>
                    <a:pt x="10931" y="40128"/>
                    <a:pt x="5674" y="40180"/>
                    <a:pt x="0" y="40180"/>
                  </a:cubicBezTo>
                  <a:close/>
                  <a:moveTo>
                    <a:pt x="74382" y="17121"/>
                  </a:moveTo>
                  <a:cubicBezTo>
                    <a:pt x="74278" y="14154"/>
                    <a:pt x="71467" y="11447"/>
                    <a:pt x="68552" y="11551"/>
                  </a:cubicBezTo>
                  <a:cubicBezTo>
                    <a:pt x="65585" y="11655"/>
                    <a:pt x="62931" y="14466"/>
                    <a:pt x="62983" y="17381"/>
                  </a:cubicBezTo>
                  <a:cubicBezTo>
                    <a:pt x="63087" y="20348"/>
                    <a:pt x="65898" y="23055"/>
                    <a:pt x="68812" y="22951"/>
                  </a:cubicBezTo>
                  <a:cubicBezTo>
                    <a:pt x="71779" y="22846"/>
                    <a:pt x="74434" y="20036"/>
                    <a:pt x="74382" y="1712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201" name="Google Shape;1201;p10"/>
            <p:cNvSpPr/>
            <p:nvPr/>
          </p:nvSpPr>
          <p:spPr bwMode="auto">
            <a:xfrm>
              <a:off x="4972425" y="6571723"/>
              <a:ext cx="74454" cy="51657"/>
            </a:xfrm>
            <a:custGeom>
              <a:avLst/>
              <a:gdLst/>
              <a:ahLst/>
              <a:cxnLst/>
              <a:rect l="l" t="t" r="r" b="b"/>
              <a:pathLst>
                <a:path w="74454" h="51657" fill="norm" stroke="1" extrusionOk="0">
                  <a:moveTo>
                    <a:pt x="0" y="11492"/>
                  </a:moveTo>
                  <a:cubicBezTo>
                    <a:pt x="0" y="7484"/>
                    <a:pt x="0" y="3945"/>
                    <a:pt x="0" y="93"/>
                  </a:cubicBezTo>
                  <a:cubicBezTo>
                    <a:pt x="6090" y="93"/>
                    <a:pt x="12076" y="-219"/>
                    <a:pt x="17958" y="301"/>
                  </a:cubicBezTo>
                  <a:cubicBezTo>
                    <a:pt x="19676" y="457"/>
                    <a:pt x="21810" y="2696"/>
                    <a:pt x="22643" y="4465"/>
                  </a:cubicBezTo>
                  <a:cubicBezTo>
                    <a:pt x="25714" y="11284"/>
                    <a:pt x="28316" y="18363"/>
                    <a:pt x="31179" y="25286"/>
                  </a:cubicBezTo>
                  <a:cubicBezTo>
                    <a:pt x="31804" y="26796"/>
                    <a:pt x="31752" y="29138"/>
                    <a:pt x="34406" y="28669"/>
                  </a:cubicBezTo>
                  <a:cubicBezTo>
                    <a:pt x="37165" y="28201"/>
                    <a:pt x="40288" y="30179"/>
                    <a:pt x="42370" y="26067"/>
                  </a:cubicBezTo>
                  <a:cubicBezTo>
                    <a:pt x="45806" y="19404"/>
                    <a:pt x="51896" y="16437"/>
                    <a:pt x="59339" y="17322"/>
                  </a:cubicBezTo>
                  <a:cubicBezTo>
                    <a:pt x="66366" y="18155"/>
                    <a:pt x="71155" y="22267"/>
                    <a:pt x="73497" y="28878"/>
                  </a:cubicBezTo>
                  <a:cubicBezTo>
                    <a:pt x="76464" y="37154"/>
                    <a:pt x="72300" y="46523"/>
                    <a:pt x="64284" y="50115"/>
                  </a:cubicBezTo>
                  <a:cubicBezTo>
                    <a:pt x="56216" y="53758"/>
                    <a:pt x="46638" y="50791"/>
                    <a:pt x="42370" y="42880"/>
                  </a:cubicBezTo>
                  <a:cubicBezTo>
                    <a:pt x="41121" y="40537"/>
                    <a:pt x="39768" y="39913"/>
                    <a:pt x="37373" y="40069"/>
                  </a:cubicBezTo>
                  <a:cubicBezTo>
                    <a:pt x="34771" y="40225"/>
                    <a:pt x="32116" y="40017"/>
                    <a:pt x="29513" y="40121"/>
                  </a:cubicBezTo>
                  <a:cubicBezTo>
                    <a:pt x="26026" y="40277"/>
                    <a:pt x="23944" y="38767"/>
                    <a:pt x="22695" y="35540"/>
                  </a:cubicBezTo>
                  <a:cubicBezTo>
                    <a:pt x="19884" y="28305"/>
                    <a:pt x="16917" y="21174"/>
                    <a:pt x="14158" y="13939"/>
                  </a:cubicBezTo>
                  <a:cubicBezTo>
                    <a:pt x="13377" y="11909"/>
                    <a:pt x="12336" y="11232"/>
                    <a:pt x="10254" y="11336"/>
                  </a:cubicBezTo>
                  <a:cubicBezTo>
                    <a:pt x="6975" y="11596"/>
                    <a:pt x="3644" y="11492"/>
                    <a:pt x="0" y="11492"/>
                  </a:cubicBezTo>
                  <a:close/>
                  <a:moveTo>
                    <a:pt x="57153" y="40121"/>
                  </a:moveTo>
                  <a:cubicBezTo>
                    <a:pt x="60120" y="40121"/>
                    <a:pt x="62879" y="37414"/>
                    <a:pt x="62879" y="34447"/>
                  </a:cubicBezTo>
                  <a:cubicBezTo>
                    <a:pt x="62879" y="31480"/>
                    <a:pt x="60172" y="28721"/>
                    <a:pt x="57205" y="28721"/>
                  </a:cubicBezTo>
                  <a:cubicBezTo>
                    <a:pt x="54238" y="28721"/>
                    <a:pt x="51479" y="31428"/>
                    <a:pt x="51479" y="34395"/>
                  </a:cubicBezTo>
                  <a:cubicBezTo>
                    <a:pt x="51479" y="37362"/>
                    <a:pt x="54238" y="40121"/>
                    <a:pt x="57153" y="4012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202" name="Google Shape;1202;p10"/>
            <p:cNvSpPr/>
            <p:nvPr/>
          </p:nvSpPr>
          <p:spPr bwMode="auto">
            <a:xfrm>
              <a:off x="4995328" y="6491387"/>
              <a:ext cx="68819" cy="34505"/>
            </a:xfrm>
            <a:custGeom>
              <a:avLst/>
              <a:gdLst/>
              <a:ahLst/>
              <a:cxnLst/>
              <a:rect l="l" t="t" r="r" b="b"/>
              <a:pathLst>
                <a:path w="68819" h="34505" fill="norm" stroke="1" extrusionOk="0">
                  <a:moveTo>
                    <a:pt x="0" y="22964"/>
                  </a:moveTo>
                  <a:cubicBezTo>
                    <a:pt x="0" y="18956"/>
                    <a:pt x="0" y="15468"/>
                    <a:pt x="0" y="11512"/>
                  </a:cubicBezTo>
                  <a:cubicBezTo>
                    <a:pt x="1353" y="11512"/>
                    <a:pt x="2603" y="11512"/>
                    <a:pt x="3852" y="11512"/>
                  </a:cubicBezTo>
                  <a:cubicBezTo>
                    <a:pt x="13429" y="11512"/>
                    <a:pt x="22955" y="11460"/>
                    <a:pt x="32532" y="11564"/>
                  </a:cubicBezTo>
                  <a:cubicBezTo>
                    <a:pt x="34406" y="11564"/>
                    <a:pt x="35447" y="11044"/>
                    <a:pt x="36384" y="9326"/>
                  </a:cubicBezTo>
                  <a:cubicBezTo>
                    <a:pt x="40757" y="1258"/>
                    <a:pt x="49501" y="-1969"/>
                    <a:pt x="57725" y="1206"/>
                  </a:cubicBezTo>
                  <a:cubicBezTo>
                    <a:pt x="65481" y="4173"/>
                    <a:pt x="70114" y="12553"/>
                    <a:pt x="68500" y="20569"/>
                  </a:cubicBezTo>
                  <a:cubicBezTo>
                    <a:pt x="66782" y="29158"/>
                    <a:pt x="59183" y="35040"/>
                    <a:pt x="50282" y="34467"/>
                  </a:cubicBezTo>
                  <a:cubicBezTo>
                    <a:pt x="44244" y="34103"/>
                    <a:pt x="39559" y="31084"/>
                    <a:pt x="36749" y="25826"/>
                  </a:cubicBezTo>
                  <a:cubicBezTo>
                    <a:pt x="35499" y="23484"/>
                    <a:pt x="34094" y="23016"/>
                    <a:pt x="31752" y="23016"/>
                  </a:cubicBezTo>
                  <a:cubicBezTo>
                    <a:pt x="22434" y="23120"/>
                    <a:pt x="13117" y="23068"/>
                    <a:pt x="3800" y="23068"/>
                  </a:cubicBezTo>
                  <a:cubicBezTo>
                    <a:pt x="2603" y="22964"/>
                    <a:pt x="1457" y="22964"/>
                    <a:pt x="0" y="22964"/>
                  </a:cubicBezTo>
                  <a:close/>
                  <a:moveTo>
                    <a:pt x="57205" y="17394"/>
                  </a:moveTo>
                  <a:cubicBezTo>
                    <a:pt x="57309" y="14479"/>
                    <a:pt x="54654" y="11616"/>
                    <a:pt x="51687" y="11512"/>
                  </a:cubicBezTo>
                  <a:cubicBezTo>
                    <a:pt x="48773" y="11408"/>
                    <a:pt x="45910" y="14063"/>
                    <a:pt x="45806" y="17030"/>
                  </a:cubicBezTo>
                  <a:cubicBezTo>
                    <a:pt x="45701" y="19945"/>
                    <a:pt x="48356" y="22807"/>
                    <a:pt x="51323" y="22912"/>
                  </a:cubicBezTo>
                  <a:cubicBezTo>
                    <a:pt x="54238" y="23068"/>
                    <a:pt x="57101" y="20361"/>
                    <a:pt x="57205" y="17394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</p:grpSp>
      <p:grpSp>
        <p:nvGrpSpPr>
          <p:cNvPr id="52541127" name="Google Shape;1203;p10"/>
          <p:cNvGrpSpPr/>
          <p:nvPr/>
        </p:nvGrpSpPr>
        <p:grpSpPr bwMode="auto">
          <a:xfrm>
            <a:off x="2740313" y="6376331"/>
            <a:ext cx="347590" cy="347590"/>
            <a:chOff x="590912" y="6333677"/>
            <a:chExt cx="347590" cy="347590"/>
          </a:xfrm>
        </p:grpSpPr>
        <p:sp>
          <p:nvSpPr>
            <p:cNvPr id="1204" name="Google Shape;1204;p10"/>
            <p:cNvSpPr/>
            <p:nvPr/>
          </p:nvSpPr>
          <p:spPr bwMode="auto">
            <a:xfrm>
              <a:off x="590912" y="6335150"/>
              <a:ext cx="347590" cy="346116"/>
            </a:xfrm>
            <a:custGeom>
              <a:avLst/>
              <a:gdLst/>
              <a:ahLst/>
              <a:cxnLst/>
              <a:rect l="l" t="t" r="r" b="b"/>
              <a:pathLst>
                <a:path w="347590" h="346117" fill="norm" stroke="1" extrusionOk="0">
                  <a:moveTo>
                    <a:pt x="347591" y="98395"/>
                  </a:moveTo>
                  <a:cubicBezTo>
                    <a:pt x="346440" y="105506"/>
                    <a:pt x="345290" y="112617"/>
                    <a:pt x="344192" y="119728"/>
                  </a:cubicBezTo>
                  <a:cubicBezTo>
                    <a:pt x="343669" y="123074"/>
                    <a:pt x="343303" y="126473"/>
                    <a:pt x="342780" y="129819"/>
                  </a:cubicBezTo>
                  <a:cubicBezTo>
                    <a:pt x="342100" y="134107"/>
                    <a:pt x="339434" y="136041"/>
                    <a:pt x="335094" y="135414"/>
                  </a:cubicBezTo>
                  <a:cubicBezTo>
                    <a:pt x="328401" y="134473"/>
                    <a:pt x="321656" y="133479"/>
                    <a:pt x="314964" y="132486"/>
                  </a:cubicBezTo>
                  <a:cubicBezTo>
                    <a:pt x="312192" y="132068"/>
                    <a:pt x="309735" y="132434"/>
                    <a:pt x="308114" y="134996"/>
                  </a:cubicBezTo>
                  <a:cubicBezTo>
                    <a:pt x="306388" y="137715"/>
                    <a:pt x="307225" y="140172"/>
                    <a:pt x="309003" y="142473"/>
                  </a:cubicBezTo>
                  <a:cubicBezTo>
                    <a:pt x="312977" y="147701"/>
                    <a:pt x="316898" y="152930"/>
                    <a:pt x="320820" y="158211"/>
                  </a:cubicBezTo>
                  <a:cubicBezTo>
                    <a:pt x="324114" y="162655"/>
                    <a:pt x="323695" y="165427"/>
                    <a:pt x="319251" y="168825"/>
                  </a:cubicBezTo>
                  <a:cubicBezTo>
                    <a:pt x="311042" y="174995"/>
                    <a:pt x="302781" y="181217"/>
                    <a:pt x="294519" y="187335"/>
                  </a:cubicBezTo>
                  <a:cubicBezTo>
                    <a:pt x="289970" y="190681"/>
                    <a:pt x="287251" y="190315"/>
                    <a:pt x="283905" y="185871"/>
                  </a:cubicBezTo>
                  <a:cubicBezTo>
                    <a:pt x="279984" y="180747"/>
                    <a:pt x="276114" y="175570"/>
                    <a:pt x="272297" y="170394"/>
                  </a:cubicBezTo>
                  <a:cubicBezTo>
                    <a:pt x="270572" y="168041"/>
                    <a:pt x="268480" y="166368"/>
                    <a:pt x="265448" y="167100"/>
                  </a:cubicBezTo>
                  <a:cubicBezTo>
                    <a:pt x="262206" y="167884"/>
                    <a:pt x="261160" y="170446"/>
                    <a:pt x="260742" y="173479"/>
                  </a:cubicBezTo>
                  <a:cubicBezTo>
                    <a:pt x="259853" y="179962"/>
                    <a:pt x="258912" y="186446"/>
                    <a:pt x="257971" y="192930"/>
                  </a:cubicBezTo>
                  <a:cubicBezTo>
                    <a:pt x="257291" y="197635"/>
                    <a:pt x="255043" y="199570"/>
                    <a:pt x="250337" y="198943"/>
                  </a:cubicBezTo>
                  <a:cubicBezTo>
                    <a:pt x="239566" y="197531"/>
                    <a:pt x="228847" y="196015"/>
                    <a:pt x="218128" y="194341"/>
                  </a:cubicBezTo>
                  <a:cubicBezTo>
                    <a:pt x="213318" y="193609"/>
                    <a:pt x="211749" y="191413"/>
                    <a:pt x="212377" y="186551"/>
                  </a:cubicBezTo>
                  <a:cubicBezTo>
                    <a:pt x="213109" y="180485"/>
                    <a:pt x="214050" y="174472"/>
                    <a:pt x="214886" y="168407"/>
                  </a:cubicBezTo>
                  <a:cubicBezTo>
                    <a:pt x="215043" y="167414"/>
                    <a:pt x="215461" y="166263"/>
                    <a:pt x="215200" y="165427"/>
                  </a:cubicBezTo>
                  <a:cubicBezTo>
                    <a:pt x="214520" y="163440"/>
                    <a:pt x="213893" y="161087"/>
                    <a:pt x="212429" y="159727"/>
                  </a:cubicBezTo>
                  <a:cubicBezTo>
                    <a:pt x="210546" y="157950"/>
                    <a:pt x="207932" y="158629"/>
                    <a:pt x="205841" y="160146"/>
                  </a:cubicBezTo>
                  <a:cubicBezTo>
                    <a:pt x="200664" y="163963"/>
                    <a:pt x="195488" y="167832"/>
                    <a:pt x="190364" y="171701"/>
                  </a:cubicBezTo>
                  <a:cubicBezTo>
                    <a:pt x="184769" y="175884"/>
                    <a:pt x="182416" y="175570"/>
                    <a:pt x="178285" y="170028"/>
                  </a:cubicBezTo>
                  <a:cubicBezTo>
                    <a:pt x="172325" y="162080"/>
                    <a:pt x="166312" y="154133"/>
                    <a:pt x="160351" y="146133"/>
                  </a:cubicBezTo>
                  <a:cubicBezTo>
                    <a:pt x="156900" y="141532"/>
                    <a:pt x="157318" y="138760"/>
                    <a:pt x="161920" y="135309"/>
                  </a:cubicBezTo>
                  <a:cubicBezTo>
                    <a:pt x="167044" y="131440"/>
                    <a:pt x="172220" y="127519"/>
                    <a:pt x="177397" y="123702"/>
                  </a:cubicBezTo>
                  <a:cubicBezTo>
                    <a:pt x="179802" y="121924"/>
                    <a:pt x="181266" y="119780"/>
                    <a:pt x="180429" y="116748"/>
                  </a:cubicBezTo>
                  <a:cubicBezTo>
                    <a:pt x="179645" y="113872"/>
                    <a:pt x="177397" y="112774"/>
                    <a:pt x="174573" y="112408"/>
                  </a:cubicBezTo>
                  <a:cubicBezTo>
                    <a:pt x="168194" y="111571"/>
                    <a:pt x="161815" y="110630"/>
                    <a:pt x="155436" y="109689"/>
                  </a:cubicBezTo>
                  <a:cubicBezTo>
                    <a:pt x="149684" y="108852"/>
                    <a:pt x="147959" y="106656"/>
                    <a:pt x="148743" y="100957"/>
                  </a:cubicBezTo>
                  <a:cubicBezTo>
                    <a:pt x="150155" y="90552"/>
                    <a:pt x="151671" y="80147"/>
                    <a:pt x="153292" y="69742"/>
                  </a:cubicBezTo>
                  <a:cubicBezTo>
                    <a:pt x="154024" y="64879"/>
                    <a:pt x="156534" y="63101"/>
                    <a:pt x="161344" y="63781"/>
                  </a:cubicBezTo>
                  <a:cubicBezTo>
                    <a:pt x="167933" y="64722"/>
                    <a:pt x="174573" y="65611"/>
                    <a:pt x="181161" y="66657"/>
                  </a:cubicBezTo>
                  <a:cubicBezTo>
                    <a:pt x="183985" y="67127"/>
                    <a:pt x="186390" y="66657"/>
                    <a:pt x="188011" y="64147"/>
                  </a:cubicBezTo>
                  <a:cubicBezTo>
                    <a:pt x="189736" y="61480"/>
                    <a:pt x="188900" y="59023"/>
                    <a:pt x="187122" y="56670"/>
                  </a:cubicBezTo>
                  <a:cubicBezTo>
                    <a:pt x="183200" y="51546"/>
                    <a:pt x="179279" y="46422"/>
                    <a:pt x="175567" y="41193"/>
                  </a:cubicBezTo>
                  <a:cubicBezTo>
                    <a:pt x="174312" y="39415"/>
                    <a:pt x="173527" y="37324"/>
                    <a:pt x="172534" y="35337"/>
                  </a:cubicBezTo>
                  <a:cubicBezTo>
                    <a:pt x="172638" y="34918"/>
                    <a:pt x="172795" y="34552"/>
                    <a:pt x="172900" y="34134"/>
                  </a:cubicBezTo>
                  <a:cubicBezTo>
                    <a:pt x="165580" y="35232"/>
                    <a:pt x="158155" y="35807"/>
                    <a:pt x="150992" y="37428"/>
                  </a:cubicBezTo>
                  <a:cubicBezTo>
                    <a:pt x="112352" y="46369"/>
                    <a:pt x="82077" y="78944"/>
                    <a:pt x="77110" y="118212"/>
                  </a:cubicBezTo>
                  <a:cubicBezTo>
                    <a:pt x="72195" y="157270"/>
                    <a:pt x="85999" y="188904"/>
                    <a:pt x="117789" y="212485"/>
                  </a:cubicBezTo>
                  <a:cubicBezTo>
                    <a:pt x="122286" y="215831"/>
                    <a:pt x="126940" y="219230"/>
                    <a:pt x="130757" y="223308"/>
                  </a:cubicBezTo>
                  <a:cubicBezTo>
                    <a:pt x="136770" y="229687"/>
                    <a:pt x="139593" y="237740"/>
                    <a:pt x="139855" y="246471"/>
                  </a:cubicBezTo>
                  <a:cubicBezTo>
                    <a:pt x="140064" y="254262"/>
                    <a:pt x="139907" y="262105"/>
                    <a:pt x="139959" y="269896"/>
                  </a:cubicBezTo>
                  <a:cubicBezTo>
                    <a:pt x="140011" y="277739"/>
                    <a:pt x="144508" y="282445"/>
                    <a:pt x="152351" y="282497"/>
                  </a:cubicBezTo>
                  <a:cubicBezTo>
                    <a:pt x="167201" y="282602"/>
                    <a:pt x="181998" y="282602"/>
                    <a:pt x="196847" y="282497"/>
                  </a:cubicBezTo>
                  <a:cubicBezTo>
                    <a:pt x="204743" y="282445"/>
                    <a:pt x="209187" y="277791"/>
                    <a:pt x="209187" y="269896"/>
                  </a:cubicBezTo>
                  <a:cubicBezTo>
                    <a:pt x="209239" y="262994"/>
                    <a:pt x="209082" y="256092"/>
                    <a:pt x="209239" y="249190"/>
                  </a:cubicBezTo>
                  <a:cubicBezTo>
                    <a:pt x="209448" y="235282"/>
                    <a:pt x="215095" y="224093"/>
                    <a:pt x="226494" y="215884"/>
                  </a:cubicBezTo>
                  <a:cubicBezTo>
                    <a:pt x="230991" y="212642"/>
                    <a:pt x="235435" y="209348"/>
                    <a:pt x="240193" y="205845"/>
                  </a:cubicBezTo>
                  <a:cubicBezTo>
                    <a:pt x="242546" y="208511"/>
                    <a:pt x="245004" y="211230"/>
                    <a:pt x="247827" y="214367"/>
                  </a:cubicBezTo>
                  <a:cubicBezTo>
                    <a:pt x="243435" y="217661"/>
                    <a:pt x="239513" y="221008"/>
                    <a:pt x="235174" y="223831"/>
                  </a:cubicBezTo>
                  <a:cubicBezTo>
                    <a:pt x="225030" y="230419"/>
                    <a:pt x="220376" y="239622"/>
                    <a:pt x="220742" y="251596"/>
                  </a:cubicBezTo>
                  <a:cubicBezTo>
                    <a:pt x="220952" y="257922"/>
                    <a:pt x="220795" y="264249"/>
                    <a:pt x="220742" y="270628"/>
                  </a:cubicBezTo>
                  <a:cubicBezTo>
                    <a:pt x="220690" y="278523"/>
                    <a:pt x="217448" y="284746"/>
                    <a:pt x="211279" y="289661"/>
                  </a:cubicBezTo>
                  <a:cubicBezTo>
                    <a:pt x="210180" y="290549"/>
                    <a:pt x="209344" y="292379"/>
                    <a:pt x="209292" y="293791"/>
                  </a:cubicBezTo>
                  <a:cubicBezTo>
                    <a:pt x="209135" y="303046"/>
                    <a:pt x="209239" y="312353"/>
                    <a:pt x="209187" y="321608"/>
                  </a:cubicBezTo>
                  <a:cubicBezTo>
                    <a:pt x="209135" y="336144"/>
                    <a:pt x="199462" y="345921"/>
                    <a:pt x="184978" y="346078"/>
                  </a:cubicBezTo>
                  <a:cubicBezTo>
                    <a:pt x="178076" y="346130"/>
                    <a:pt x="171174" y="346130"/>
                    <a:pt x="164273" y="346078"/>
                  </a:cubicBezTo>
                  <a:cubicBezTo>
                    <a:pt x="149841" y="345921"/>
                    <a:pt x="140116" y="336196"/>
                    <a:pt x="139959" y="321660"/>
                  </a:cubicBezTo>
                  <a:cubicBezTo>
                    <a:pt x="139907" y="312249"/>
                    <a:pt x="140011" y="302889"/>
                    <a:pt x="139855" y="293477"/>
                  </a:cubicBezTo>
                  <a:cubicBezTo>
                    <a:pt x="139855" y="292170"/>
                    <a:pt x="138966" y="290497"/>
                    <a:pt x="137972" y="289661"/>
                  </a:cubicBezTo>
                  <a:cubicBezTo>
                    <a:pt x="131750" y="284798"/>
                    <a:pt x="128613" y="278471"/>
                    <a:pt x="128456" y="270628"/>
                  </a:cubicBezTo>
                  <a:cubicBezTo>
                    <a:pt x="128351" y="265661"/>
                    <a:pt x="128456" y="260694"/>
                    <a:pt x="128456" y="254785"/>
                  </a:cubicBezTo>
                  <a:cubicBezTo>
                    <a:pt x="125685" y="257504"/>
                    <a:pt x="123436" y="259700"/>
                    <a:pt x="121188" y="261948"/>
                  </a:cubicBezTo>
                  <a:cubicBezTo>
                    <a:pt x="117005" y="266079"/>
                    <a:pt x="115123" y="266288"/>
                    <a:pt x="110312" y="262942"/>
                  </a:cubicBezTo>
                  <a:cubicBezTo>
                    <a:pt x="105763" y="259857"/>
                    <a:pt x="101267" y="256720"/>
                    <a:pt x="96299" y="253321"/>
                  </a:cubicBezTo>
                  <a:cubicBezTo>
                    <a:pt x="94940" y="259543"/>
                    <a:pt x="93737" y="265295"/>
                    <a:pt x="92483" y="270942"/>
                  </a:cubicBezTo>
                  <a:cubicBezTo>
                    <a:pt x="91489" y="275386"/>
                    <a:pt x="89711" y="276746"/>
                    <a:pt x="85162" y="276798"/>
                  </a:cubicBezTo>
                  <a:cubicBezTo>
                    <a:pt x="78365" y="276850"/>
                    <a:pt x="71568" y="276850"/>
                    <a:pt x="64770" y="276798"/>
                  </a:cubicBezTo>
                  <a:cubicBezTo>
                    <a:pt x="60431" y="276746"/>
                    <a:pt x="58653" y="275334"/>
                    <a:pt x="57712" y="271046"/>
                  </a:cubicBezTo>
                  <a:cubicBezTo>
                    <a:pt x="56457" y="265452"/>
                    <a:pt x="55254" y="259805"/>
                    <a:pt x="53999" y="254158"/>
                  </a:cubicBezTo>
                  <a:cubicBezTo>
                    <a:pt x="53999" y="254053"/>
                    <a:pt x="53842" y="254001"/>
                    <a:pt x="53372" y="253583"/>
                  </a:cubicBezTo>
                  <a:cubicBezTo>
                    <a:pt x="49241" y="256406"/>
                    <a:pt x="45006" y="259334"/>
                    <a:pt x="40771" y="262210"/>
                  </a:cubicBezTo>
                  <a:cubicBezTo>
                    <a:pt x="34601" y="266445"/>
                    <a:pt x="33398" y="266341"/>
                    <a:pt x="28065" y="261007"/>
                  </a:cubicBezTo>
                  <a:cubicBezTo>
                    <a:pt x="23673" y="256615"/>
                    <a:pt x="19281" y="252223"/>
                    <a:pt x="14889" y="247779"/>
                  </a:cubicBezTo>
                  <a:cubicBezTo>
                    <a:pt x="10758" y="243648"/>
                    <a:pt x="10601" y="241766"/>
                    <a:pt x="13948" y="236903"/>
                  </a:cubicBezTo>
                  <a:cubicBezTo>
                    <a:pt x="16980" y="232406"/>
                    <a:pt x="20065" y="227962"/>
                    <a:pt x="23464" y="222995"/>
                  </a:cubicBezTo>
                  <a:cubicBezTo>
                    <a:pt x="18287" y="221844"/>
                    <a:pt x="13529" y="220851"/>
                    <a:pt x="8771" y="219805"/>
                  </a:cubicBezTo>
                  <a:cubicBezTo>
                    <a:pt x="7673" y="219544"/>
                    <a:pt x="6575" y="219387"/>
                    <a:pt x="5477" y="219125"/>
                  </a:cubicBezTo>
                  <a:cubicBezTo>
                    <a:pt x="1660" y="218184"/>
                    <a:pt x="92" y="216354"/>
                    <a:pt x="39" y="212485"/>
                  </a:cubicBezTo>
                  <a:cubicBezTo>
                    <a:pt x="-13" y="205374"/>
                    <a:pt x="-13" y="198211"/>
                    <a:pt x="39" y="191100"/>
                  </a:cubicBezTo>
                  <a:cubicBezTo>
                    <a:pt x="92" y="187230"/>
                    <a:pt x="1660" y="185296"/>
                    <a:pt x="5477" y="184459"/>
                  </a:cubicBezTo>
                  <a:cubicBezTo>
                    <a:pt x="11281" y="183152"/>
                    <a:pt x="17085" y="181949"/>
                    <a:pt x="23464" y="180590"/>
                  </a:cubicBezTo>
                  <a:cubicBezTo>
                    <a:pt x="20065" y="175675"/>
                    <a:pt x="16980" y="171126"/>
                    <a:pt x="13843" y="166577"/>
                  </a:cubicBezTo>
                  <a:cubicBezTo>
                    <a:pt x="10549" y="161767"/>
                    <a:pt x="10706" y="159832"/>
                    <a:pt x="14836" y="155701"/>
                  </a:cubicBezTo>
                  <a:cubicBezTo>
                    <a:pt x="19699" y="150839"/>
                    <a:pt x="24562" y="145924"/>
                    <a:pt x="29477" y="141061"/>
                  </a:cubicBezTo>
                  <a:cubicBezTo>
                    <a:pt x="32875" y="137715"/>
                    <a:pt x="35019" y="137505"/>
                    <a:pt x="39045" y="140224"/>
                  </a:cubicBezTo>
                  <a:cubicBezTo>
                    <a:pt x="43803" y="143466"/>
                    <a:pt x="48509" y="146708"/>
                    <a:pt x="53790" y="150316"/>
                  </a:cubicBezTo>
                  <a:cubicBezTo>
                    <a:pt x="54941" y="144721"/>
                    <a:pt x="56143" y="139597"/>
                    <a:pt x="57084" y="134473"/>
                  </a:cubicBezTo>
                  <a:cubicBezTo>
                    <a:pt x="57921" y="129976"/>
                    <a:pt x="59437" y="126316"/>
                    <a:pt x="65032" y="126787"/>
                  </a:cubicBezTo>
                  <a:cubicBezTo>
                    <a:pt x="66078" y="113035"/>
                    <a:pt x="68901" y="100068"/>
                    <a:pt x="74548" y="87833"/>
                  </a:cubicBezTo>
                  <a:cubicBezTo>
                    <a:pt x="87358" y="59964"/>
                    <a:pt x="108116" y="40565"/>
                    <a:pt x="136822" y="29690"/>
                  </a:cubicBezTo>
                  <a:cubicBezTo>
                    <a:pt x="150992" y="24356"/>
                    <a:pt x="165684" y="22160"/>
                    <a:pt x="180743" y="23468"/>
                  </a:cubicBezTo>
                  <a:cubicBezTo>
                    <a:pt x="184246" y="23781"/>
                    <a:pt x="187017" y="22997"/>
                    <a:pt x="189736" y="20696"/>
                  </a:cubicBezTo>
                  <a:cubicBezTo>
                    <a:pt x="193449" y="17559"/>
                    <a:pt x="197475" y="14788"/>
                    <a:pt x="201344" y="11860"/>
                  </a:cubicBezTo>
                  <a:cubicBezTo>
                    <a:pt x="205998" y="8357"/>
                    <a:pt x="208769" y="8723"/>
                    <a:pt x="212220" y="13272"/>
                  </a:cubicBezTo>
                  <a:cubicBezTo>
                    <a:pt x="216089" y="18396"/>
                    <a:pt x="219958" y="23572"/>
                    <a:pt x="223827" y="28749"/>
                  </a:cubicBezTo>
                  <a:cubicBezTo>
                    <a:pt x="225501" y="30945"/>
                    <a:pt x="227435" y="32618"/>
                    <a:pt x="230363" y="31990"/>
                  </a:cubicBezTo>
                  <a:cubicBezTo>
                    <a:pt x="233448" y="31311"/>
                    <a:pt x="234703" y="29062"/>
                    <a:pt x="235121" y="26134"/>
                  </a:cubicBezTo>
                  <a:cubicBezTo>
                    <a:pt x="236063" y="19441"/>
                    <a:pt x="237004" y="12696"/>
                    <a:pt x="238102" y="6004"/>
                  </a:cubicBezTo>
                  <a:cubicBezTo>
                    <a:pt x="238886" y="1089"/>
                    <a:pt x="241291" y="-532"/>
                    <a:pt x="246154" y="148"/>
                  </a:cubicBezTo>
                  <a:cubicBezTo>
                    <a:pt x="256454" y="1612"/>
                    <a:pt x="266755" y="3076"/>
                    <a:pt x="277055" y="4487"/>
                  </a:cubicBezTo>
                  <a:cubicBezTo>
                    <a:pt x="282546" y="5272"/>
                    <a:pt x="284428" y="7677"/>
                    <a:pt x="283644" y="13324"/>
                  </a:cubicBezTo>
                  <a:cubicBezTo>
                    <a:pt x="282755" y="19703"/>
                    <a:pt x="281866" y="26082"/>
                    <a:pt x="280925" y="32461"/>
                  </a:cubicBezTo>
                  <a:cubicBezTo>
                    <a:pt x="280506" y="35389"/>
                    <a:pt x="280872" y="37951"/>
                    <a:pt x="283644" y="39520"/>
                  </a:cubicBezTo>
                  <a:cubicBezTo>
                    <a:pt x="286415" y="41141"/>
                    <a:pt x="288820" y="39990"/>
                    <a:pt x="291121" y="38265"/>
                  </a:cubicBezTo>
                  <a:cubicBezTo>
                    <a:pt x="296349" y="34291"/>
                    <a:pt x="301578" y="30369"/>
                    <a:pt x="306859" y="26448"/>
                  </a:cubicBezTo>
                  <a:cubicBezTo>
                    <a:pt x="310937" y="23415"/>
                    <a:pt x="313918" y="23834"/>
                    <a:pt x="317003" y="27964"/>
                  </a:cubicBezTo>
                  <a:cubicBezTo>
                    <a:pt x="323329" y="36330"/>
                    <a:pt x="329656" y="44748"/>
                    <a:pt x="335931" y="53219"/>
                  </a:cubicBezTo>
                  <a:cubicBezTo>
                    <a:pt x="339120" y="57506"/>
                    <a:pt x="338702" y="60225"/>
                    <a:pt x="334310" y="63572"/>
                  </a:cubicBezTo>
                  <a:cubicBezTo>
                    <a:pt x="329186" y="67493"/>
                    <a:pt x="324009" y="71310"/>
                    <a:pt x="318833" y="75179"/>
                  </a:cubicBezTo>
                  <a:cubicBezTo>
                    <a:pt x="316375" y="77009"/>
                    <a:pt x="314702" y="79153"/>
                    <a:pt x="315643" y="82395"/>
                  </a:cubicBezTo>
                  <a:cubicBezTo>
                    <a:pt x="316532" y="85480"/>
                    <a:pt x="318990" y="86369"/>
                    <a:pt x="321865" y="86735"/>
                  </a:cubicBezTo>
                  <a:cubicBezTo>
                    <a:pt x="328244" y="87571"/>
                    <a:pt x="334623" y="88617"/>
                    <a:pt x="341002" y="89401"/>
                  </a:cubicBezTo>
                  <a:cubicBezTo>
                    <a:pt x="343931" y="89767"/>
                    <a:pt x="345970" y="91231"/>
                    <a:pt x="347591" y="93480"/>
                  </a:cubicBezTo>
                  <a:cubicBezTo>
                    <a:pt x="347591" y="95258"/>
                    <a:pt x="347591" y="96826"/>
                    <a:pt x="347591" y="98395"/>
                  </a:cubicBezTo>
                  <a:close/>
                  <a:moveTo>
                    <a:pt x="332009" y="123283"/>
                  </a:moveTo>
                  <a:cubicBezTo>
                    <a:pt x="333107" y="115545"/>
                    <a:pt x="334205" y="108120"/>
                    <a:pt x="335303" y="100539"/>
                  </a:cubicBezTo>
                  <a:cubicBezTo>
                    <a:pt x="333369" y="100225"/>
                    <a:pt x="331800" y="99963"/>
                    <a:pt x="330284" y="99754"/>
                  </a:cubicBezTo>
                  <a:cubicBezTo>
                    <a:pt x="326048" y="99075"/>
                    <a:pt x="321761" y="98604"/>
                    <a:pt x="317578" y="97767"/>
                  </a:cubicBezTo>
                  <a:cubicBezTo>
                    <a:pt x="310728" y="96408"/>
                    <a:pt x="306232" y="92068"/>
                    <a:pt x="304454" y="85480"/>
                  </a:cubicBezTo>
                  <a:cubicBezTo>
                    <a:pt x="302624" y="78735"/>
                    <a:pt x="304402" y="72617"/>
                    <a:pt x="309839" y="68016"/>
                  </a:cubicBezTo>
                  <a:cubicBezTo>
                    <a:pt x="314388" y="64199"/>
                    <a:pt x="319251" y="60696"/>
                    <a:pt x="324166" y="56931"/>
                  </a:cubicBezTo>
                  <a:cubicBezTo>
                    <a:pt x="319460" y="50709"/>
                    <a:pt x="314964" y="44696"/>
                    <a:pt x="310415" y="38631"/>
                  </a:cubicBezTo>
                  <a:cubicBezTo>
                    <a:pt x="305186" y="42448"/>
                    <a:pt x="300375" y="46265"/>
                    <a:pt x="295251" y="49559"/>
                  </a:cubicBezTo>
                  <a:cubicBezTo>
                    <a:pt x="287356" y="54578"/>
                    <a:pt x="277108" y="52016"/>
                    <a:pt x="271984" y="44225"/>
                  </a:cubicBezTo>
                  <a:cubicBezTo>
                    <a:pt x="268794" y="39415"/>
                    <a:pt x="269003" y="34186"/>
                    <a:pt x="269788" y="28853"/>
                  </a:cubicBezTo>
                  <a:cubicBezTo>
                    <a:pt x="270415" y="24513"/>
                    <a:pt x="271042" y="20226"/>
                    <a:pt x="271670" y="15677"/>
                  </a:cubicBezTo>
                  <a:cubicBezTo>
                    <a:pt x="267644" y="15102"/>
                    <a:pt x="263984" y="14579"/>
                    <a:pt x="260271" y="14056"/>
                  </a:cubicBezTo>
                  <a:cubicBezTo>
                    <a:pt x="256507" y="13533"/>
                    <a:pt x="252794" y="13010"/>
                    <a:pt x="248873" y="12487"/>
                  </a:cubicBezTo>
                  <a:cubicBezTo>
                    <a:pt x="248036" y="18239"/>
                    <a:pt x="247670" y="23572"/>
                    <a:pt x="246363" y="28644"/>
                  </a:cubicBezTo>
                  <a:cubicBezTo>
                    <a:pt x="245422" y="32199"/>
                    <a:pt x="243853" y="36069"/>
                    <a:pt x="241396" y="38735"/>
                  </a:cubicBezTo>
                  <a:cubicBezTo>
                    <a:pt x="233971" y="46683"/>
                    <a:pt x="222154" y="45480"/>
                    <a:pt x="215148" y="36539"/>
                  </a:cubicBezTo>
                  <a:cubicBezTo>
                    <a:pt x="211854" y="32304"/>
                    <a:pt x="208664" y="27964"/>
                    <a:pt x="205370" y="23572"/>
                  </a:cubicBezTo>
                  <a:cubicBezTo>
                    <a:pt x="199043" y="28330"/>
                    <a:pt x="193030" y="32827"/>
                    <a:pt x="186965" y="37376"/>
                  </a:cubicBezTo>
                  <a:cubicBezTo>
                    <a:pt x="190521" y="42186"/>
                    <a:pt x="193867" y="46422"/>
                    <a:pt x="197004" y="50866"/>
                  </a:cubicBezTo>
                  <a:cubicBezTo>
                    <a:pt x="201396" y="57088"/>
                    <a:pt x="201867" y="63781"/>
                    <a:pt x="197893" y="70264"/>
                  </a:cubicBezTo>
                  <a:cubicBezTo>
                    <a:pt x="193919" y="76748"/>
                    <a:pt x="187749" y="79310"/>
                    <a:pt x="180168" y="78264"/>
                  </a:cubicBezTo>
                  <a:cubicBezTo>
                    <a:pt x="174939" y="77532"/>
                    <a:pt x="169658" y="76800"/>
                    <a:pt x="164063" y="76016"/>
                  </a:cubicBezTo>
                  <a:cubicBezTo>
                    <a:pt x="162965" y="83650"/>
                    <a:pt x="161920" y="91075"/>
                    <a:pt x="160822" y="98761"/>
                  </a:cubicBezTo>
                  <a:cubicBezTo>
                    <a:pt x="166259" y="99545"/>
                    <a:pt x="171384" y="100329"/>
                    <a:pt x="176508" y="101061"/>
                  </a:cubicBezTo>
                  <a:cubicBezTo>
                    <a:pt x="180638" y="101637"/>
                    <a:pt x="184351" y="103205"/>
                    <a:pt x="187331" y="106186"/>
                  </a:cubicBezTo>
                  <a:cubicBezTo>
                    <a:pt x="194338" y="113297"/>
                    <a:pt x="194076" y="124643"/>
                    <a:pt x="186442" y="131231"/>
                  </a:cubicBezTo>
                  <a:cubicBezTo>
                    <a:pt x="181946" y="135100"/>
                    <a:pt x="177031" y="138551"/>
                    <a:pt x="172063" y="142368"/>
                  </a:cubicBezTo>
                  <a:cubicBezTo>
                    <a:pt x="176717" y="148538"/>
                    <a:pt x="181214" y="154551"/>
                    <a:pt x="185867" y="160721"/>
                  </a:cubicBezTo>
                  <a:cubicBezTo>
                    <a:pt x="190311" y="157427"/>
                    <a:pt x="194494" y="154290"/>
                    <a:pt x="198625" y="151205"/>
                  </a:cubicBezTo>
                  <a:cubicBezTo>
                    <a:pt x="202913" y="148015"/>
                    <a:pt x="207618" y="146447"/>
                    <a:pt x="212952" y="147545"/>
                  </a:cubicBezTo>
                  <a:cubicBezTo>
                    <a:pt x="222834" y="149584"/>
                    <a:pt x="228272" y="158054"/>
                    <a:pt x="226651" y="168721"/>
                  </a:cubicBezTo>
                  <a:cubicBezTo>
                    <a:pt x="225919" y="173583"/>
                    <a:pt x="225239" y="178498"/>
                    <a:pt x="224507" y="183623"/>
                  </a:cubicBezTo>
                  <a:cubicBezTo>
                    <a:pt x="232298" y="184721"/>
                    <a:pt x="239618" y="185766"/>
                    <a:pt x="247252" y="186864"/>
                  </a:cubicBezTo>
                  <a:cubicBezTo>
                    <a:pt x="247932" y="181792"/>
                    <a:pt x="248664" y="177139"/>
                    <a:pt x="249239" y="172433"/>
                  </a:cubicBezTo>
                  <a:cubicBezTo>
                    <a:pt x="250337" y="163753"/>
                    <a:pt x="254834" y="158002"/>
                    <a:pt x="262206" y="155963"/>
                  </a:cubicBezTo>
                  <a:cubicBezTo>
                    <a:pt x="269578" y="153924"/>
                    <a:pt x="276271" y="156590"/>
                    <a:pt x="281657" y="163649"/>
                  </a:cubicBezTo>
                  <a:cubicBezTo>
                    <a:pt x="284637" y="167623"/>
                    <a:pt x="287617" y="171597"/>
                    <a:pt x="290755" y="175727"/>
                  </a:cubicBezTo>
                  <a:cubicBezTo>
                    <a:pt x="296977" y="171021"/>
                    <a:pt x="303042" y="166525"/>
                    <a:pt x="309212" y="161871"/>
                  </a:cubicBezTo>
                  <a:cubicBezTo>
                    <a:pt x="305866" y="157427"/>
                    <a:pt x="302624" y="153192"/>
                    <a:pt x="299539" y="148904"/>
                  </a:cubicBezTo>
                  <a:cubicBezTo>
                    <a:pt x="294885" y="142473"/>
                    <a:pt x="294467" y="135048"/>
                    <a:pt x="298284" y="128878"/>
                  </a:cubicBezTo>
                  <a:cubicBezTo>
                    <a:pt x="302101" y="122708"/>
                    <a:pt x="309055" y="119780"/>
                    <a:pt x="316794" y="120983"/>
                  </a:cubicBezTo>
                  <a:cubicBezTo>
                    <a:pt x="321604" y="121872"/>
                    <a:pt x="326519" y="122499"/>
                    <a:pt x="332009" y="123283"/>
                  </a:cubicBezTo>
                  <a:close/>
                  <a:moveTo>
                    <a:pt x="66078" y="149375"/>
                  </a:moveTo>
                  <a:cubicBezTo>
                    <a:pt x="65816" y="150107"/>
                    <a:pt x="65607" y="150473"/>
                    <a:pt x="65502" y="150943"/>
                  </a:cubicBezTo>
                  <a:cubicBezTo>
                    <a:pt x="62365" y="162446"/>
                    <a:pt x="54784" y="165218"/>
                    <a:pt x="44901" y="158473"/>
                  </a:cubicBezTo>
                  <a:cubicBezTo>
                    <a:pt x="41660" y="156276"/>
                    <a:pt x="38470" y="154028"/>
                    <a:pt x="35647" y="152146"/>
                  </a:cubicBezTo>
                  <a:cubicBezTo>
                    <a:pt x="31882" y="155806"/>
                    <a:pt x="28483" y="159100"/>
                    <a:pt x="24876" y="162551"/>
                  </a:cubicBezTo>
                  <a:cubicBezTo>
                    <a:pt x="27385" y="166211"/>
                    <a:pt x="30000" y="169923"/>
                    <a:pt x="32457" y="173688"/>
                  </a:cubicBezTo>
                  <a:cubicBezTo>
                    <a:pt x="37634" y="181583"/>
                    <a:pt x="34287" y="190106"/>
                    <a:pt x="25085" y="192250"/>
                  </a:cubicBezTo>
                  <a:cubicBezTo>
                    <a:pt x="20588" y="193296"/>
                    <a:pt x="16091" y="194237"/>
                    <a:pt x="11647" y="195178"/>
                  </a:cubicBezTo>
                  <a:cubicBezTo>
                    <a:pt x="11647" y="199936"/>
                    <a:pt x="11647" y="204380"/>
                    <a:pt x="11647" y="208929"/>
                  </a:cubicBezTo>
                  <a:cubicBezTo>
                    <a:pt x="15725" y="209766"/>
                    <a:pt x="19595" y="210550"/>
                    <a:pt x="23464" y="211387"/>
                  </a:cubicBezTo>
                  <a:cubicBezTo>
                    <a:pt x="34862" y="213897"/>
                    <a:pt x="38156" y="222210"/>
                    <a:pt x="31568" y="231779"/>
                  </a:cubicBezTo>
                  <a:cubicBezTo>
                    <a:pt x="29268" y="235073"/>
                    <a:pt x="27019" y="238419"/>
                    <a:pt x="25032" y="241295"/>
                  </a:cubicBezTo>
                  <a:cubicBezTo>
                    <a:pt x="28692" y="245112"/>
                    <a:pt x="31987" y="248511"/>
                    <a:pt x="35385" y="252066"/>
                  </a:cubicBezTo>
                  <a:cubicBezTo>
                    <a:pt x="39098" y="249556"/>
                    <a:pt x="42758" y="246942"/>
                    <a:pt x="46522" y="244485"/>
                  </a:cubicBezTo>
                  <a:cubicBezTo>
                    <a:pt x="54418" y="239308"/>
                    <a:pt x="62993" y="242707"/>
                    <a:pt x="65136" y="251805"/>
                  </a:cubicBezTo>
                  <a:cubicBezTo>
                    <a:pt x="66182" y="256301"/>
                    <a:pt x="67071" y="260798"/>
                    <a:pt x="68065" y="265295"/>
                  </a:cubicBezTo>
                  <a:cubicBezTo>
                    <a:pt x="72770" y="265295"/>
                    <a:pt x="77267" y="265295"/>
                    <a:pt x="81764" y="265295"/>
                  </a:cubicBezTo>
                  <a:cubicBezTo>
                    <a:pt x="82705" y="260903"/>
                    <a:pt x="83541" y="256720"/>
                    <a:pt x="84483" y="252537"/>
                  </a:cubicBezTo>
                  <a:cubicBezTo>
                    <a:pt x="86836" y="242236"/>
                    <a:pt x="95254" y="238994"/>
                    <a:pt x="103986" y="244903"/>
                  </a:cubicBezTo>
                  <a:cubicBezTo>
                    <a:pt x="107489" y="247308"/>
                    <a:pt x="110992" y="249713"/>
                    <a:pt x="114809" y="252328"/>
                  </a:cubicBezTo>
                  <a:cubicBezTo>
                    <a:pt x="118260" y="248772"/>
                    <a:pt x="121293" y="245269"/>
                    <a:pt x="124744" y="242184"/>
                  </a:cubicBezTo>
                  <a:cubicBezTo>
                    <a:pt x="126731" y="240354"/>
                    <a:pt x="126678" y="238942"/>
                    <a:pt x="125632" y="236694"/>
                  </a:cubicBezTo>
                  <a:cubicBezTo>
                    <a:pt x="121502" y="227648"/>
                    <a:pt x="112613" y="223884"/>
                    <a:pt x="105554" y="218080"/>
                  </a:cubicBezTo>
                  <a:cubicBezTo>
                    <a:pt x="95254" y="235491"/>
                    <a:pt x="78313" y="238733"/>
                    <a:pt x="66182" y="235648"/>
                  </a:cubicBezTo>
                  <a:cubicBezTo>
                    <a:pt x="51960" y="231988"/>
                    <a:pt x="40928" y="219805"/>
                    <a:pt x="40352" y="204746"/>
                  </a:cubicBezTo>
                  <a:cubicBezTo>
                    <a:pt x="39516" y="184041"/>
                    <a:pt x="50914" y="172172"/>
                    <a:pt x="70313" y="167414"/>
                  </a:cubicBezTo>
                  <a:cubicBezTo>
                    <a:pt x="68901" y="161348"/>
                    <a:pt x="67542" y="155544"/>
                    <a:pt x="66078" y="149375"/>
                  </a:cubicBezTo>
                  <a:close/>
                  <a:moveTo>
                    <a:pt x="76587" y="224877"/>
                  </a:moveTo>
                  <a:cubicBezTo>
                    <a:pt x="83907" y="224668"/>
                    <a:pt x="90862" y="220589"/>
                    <a:pt x="95411" y="212276"/>
                  </a:cubicBezTo>
                  <a:cubicBezTo>
                    <a:pt x="96456" y="210341"/>
                    <a:pt x="96195" y="209139"/>
                    <a:pt x="94731" y="207622"/>
                  </a:cubicBezTo>
                  <a:cubicBezTo>
                    <a:pt x="87672" y="200250"/>
                    <a:pt x="81816" y="191936"/>
                    <a:pt x="77215" y="182838"/>
                  </a:cubicBezTo>
                  <a:cubicBezTo>
                    <a:pt x="75071" y="178551"/>
                    <a:pt x="74705" y="178446"/>
                    <a:pt x="69842" y="179544"/>
                  </a:cubicBezTo>
                  <a:cubicBezTo>
                    <a:pt x="58391" y="182263"/>
                    <a:pt x="50914" y="192668"/>
                    <a:pt x="52065" y="204119"/>
                  </a:cubicBezTo>
                  <a:cubicBezTo>
                    <a:pt x="53267" y="215988"/>
                    <a:pt x="62574" y="224511"/>
                    <a:pt x="76587" y="224877"/>
                  </a:cubicBezTo>
                  <a:close/>
                  <a:moveTo>
                    <a:pt x="151410" y="317477"/>
                  </a:moveTo>
                  <a:cubicBezTo>
                    <a:pt x="151410" y="319046"/>
                    <a:pt x="151410" y="320248"/>
                    <a:pt x="151410" y="321503"/>
                  </a:cubicBezTo>
                  <a:cubicBezTo>
                    <a:pt x="151462" y="330078"/>
                    <a:pt x="156063" y="334627"/>
                    <a:pt x="164639" y="334680"/>
                  </a:cubicBezTo>
                  <a:cubicBezTo>
                    <a:pt x="169135" y="334680"/>
                    <a:pt x="173684" y="334680"/>
                    <a:pt x="178181" y="334680"/>
                  </a:cubicBezTo>
                  <a:cubicBezTo>
                    <a:pt x="181109" y="334680"/>
                    <a:pt x="184089" y="334836"/>
                    <a:pt x="186965" y="334575"/>
                  </a:cubicBezTo>
                  <a:cubicBezTo>
                    <a:pt x="194860" y="333843"/>
                    <a:pt x="198886" y="327046"/>
                    <a:pt x="197109" y="317477"/>
                  </a:cubicBezTo>
                  <a:cubicBezTo>
                    <a:pt x="182102" y="317477"/>
                    <a:pt x="166991" y="317477"/>
                    <a:pt x="151410" y="317477"/>
                  </a:cubicBezTo>
                  <a:close/>
                  <a:moveTo>
                    <a:pt x="197475" y="294575"/>
                  </a:moveTo>
                  <a:cubicBezTo>
                    <a:pt x="181946" y="294575"/>
                    <a:pt x="166782" y="294575"/>
                    <a:pt x="151671" y="294575"/>
                  </a:cubicBezTo>
                  <a:cubicBezTo>
                    <a:pt x="151671" y="298445"/>
                    <a:pt x="151671" y="302000"/>
                    <a:pt x="151671" y="305556"/>
                  </a:cubicBezTo>
                  <a:cubicBezTo>
                    <a:pt x="167096" y="305556"/>
                    <a:pt x="182259" y="305556"/>
                    <a:pt x="197475" y="305556"/>
                  </a:cubicBezTo>
                  <a:cubicBezTo>
                    <a:pt x="197475" y="301739"/>
                    <a:pt x="197475" y="298288"/>
                    <a:pt x="197475" y="294575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205" name="Google Shape;1205;p10"/>
            <p:cNvSpPr/>
            <p:nvPr/>
          </p:nvSpPr>
          <p:spPr bwMode="auto">
            <a:xfrm>
              <a:off x="655839" y="6333677"/>
              <a:ext cx="22901" cy="49097"/>
            </a:xfrm>
            <a:custGeom>
              <a:avLst/>
              <a:gdLst/>
              <a:ahLst/>
              <a:cxnLst/>
              <a:rect l="l" t="t" r="r" b="b"/>
              <a:pathLst>
                <a:path w="22901" h="49097" fill="norm" stroke="1" extrusionOk="0">
                  <a:moveTo>
                    <a:pt x="11085" y="52"/>
                  </a:moveTo>
                  <a:cubicBezTo>
                    <a:pt x="15006" y="15320"/>
                    <a:pt x="18876" y="30588"/>
                    <a:pt x="22902" y="46169"/>
                  </a:cubicBezTo>
                  <a:cubicBezTo>
                    <a:pt x="19189" y="47163"/>
                    <a:pt x="15738" y="48052"/>
                    <a:pt x="11765" y="49097"/>
                  </a:cubicBezTo>
                  <a:cubicBezTo>
                    <a:pt x="7843" y="33725"/>
                    <a:pt x="3922" y="18510"/>
                    <a:pt x="0" y="3190"/>
                  </a:cubicBezTo>
                  <a:cubicBezTo>
                    <a:pt x="3399" y="2091"/>
                    <a:pt x="6536" y="1046"/>
                    <a:pt x="9725" y="0"/>
                  </a:cubicBezTo>
                  <a:cubicBezTo>
                    <a:pt x="10144" y="52"/>
                    <a:pt x="10614" y="52"/>
                    <a:pt x="11085" y="52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206" name="Google Shape;1206;p10"/>
            <p:cNvSpPr/>
            <p:nvPr/>
          </p:nvSpPr>
          <p:spPr bwMode="auto">
            <a:xfrm>
              <a:off x="684819" y="6399349"/>
              <a:ext cx="86206" cy="177984"/>
            </a:xfrm>
            <a:custGeom>
              <a:avLst/>
              <a:gdLst/>
              <a:ahLst/>
              <a:cxnLst/>
              <a:rect l="l" t="t" r="r" b="b"/>
              <a:pathLst>
                <a:path w="86206" h="177984" fill="norm" stroke="1" extrusionOk="0">
                  <a:moveTo>
                    <a:pt x="86207" y="177985"/>
                  </a:moveTo>
                  <a:cubicBezTo>
                    <a:pt x="82442" y="177985"/>
                    <a:pt x="78834" y="177985"/>
                    <a:pt x="74965" y="177985"/>
                  </a:cubicBezTo>
                  <a:cubicBezTo>
                    <a:pt x="74704" y="175789"/>
                    <a:pt x="74547" y="173540"/>
                    <a:pt x="74129" y="171344"/>
                  </a:cubicBezTo>
                  <a:cubicBezTo>
                    <a:pt x="71410" y="158482"/>
                    <a:pt x="64037" y="149279"/>
                    <a:pt x="51959" y="144155"/>
                  </a:cubicBezTo>
                  <a:cubicBezTo>
                    <a:pt x="40142" y="139136"/>
                    <a:pt x="29685" y="132286"/>
                    <a:pt x="20900" y="122874"/>
                  </a:cubicBezTo>
                  <a:cubicBezTo>
                    <a:pt x="-9217" y="90666"/>
                    <a:pt x="-6446" y="36915"/>
                    <a:pt x="27018" y="8209"/>
                  </a:cubicBezTo>
                  <a:cubicBezTo>
                    <a:pt x="30260" y="5438"/>
                    <a:pt x="33763" y="2876"/>
                    <a:pt x="37423" y="0"/>
                  </a:cubicBezTo>
                  <a:cubicBezTo>
                    <a:pt x="39567" y="3399"/>
                    <a:pt x="41554" y="6484"/>
                    <a:pt x="43645" y="9778"/>
                  </a:cubicBezTo>
                  <a:cubicBezTo>
                    <a:pt x="41345" y="11555"/>
                    <a:pt x="39149" y="13072"/>
                    <a:pt x="37109" y="14797"/>
                  </a:cubicBezTo>
                  <a:cubicBezTo>
                    <a:pt x="-2890" y="47424"/>
                    <a:pt x="5267" y="110430"/>
                    <a:pt x="52273" y="131502"/>
                  </a:cubicBezTo>
                  <a:cubicBezTo>
                    <a:pt x="61893" y="135842"/>
                    <a:pt x="70835" y="140861"/>
                    <a:pt x="77109" y="149645"/>
                  </a:cubicBezTo>
                  <a:cubicBezTo>
                    <a:pt x="83070" y="158116"/>
                    <a:pt x="86207" y="167475"/>
                    <a:pt x="86207" y="177985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207" name="Google Shape;1207;p10"/>
            <p:cNvSpPr/>
            <p:nvPr/>
          </p:nvSpPr>
          <p:spPr bwMode="auto">
            <a:xfrm>
              <a:off x="606323" y="6365153"/>
              <a:ext cx="47058" cy="38221"/>
            </a:xfrm>
            <a:custGeom>
              <a:avLst/>
              <a:gdLst/>
              <a:ahLst/>
              <a:cxnLst/>
              <a:rect l="l" t="t" r="r" b="b"/>
              <a:pathLst>
                <a:path w="47058" h="38221" fill="norm" stroke="1" extrusionOk="0">
                  <a:moveTo>
                    <a:pt x="0" y="9359"/>
                  </a:moveTo>
                  <a:cubicBezTo>
                    <a:pt x="2353" y="6118"/>
                    <a:pt x="4392" y="3242"/>
                    <a:pt x="6693" y="0"/>
                  </a:cubicBezTo>
                  <a:cubicBezTo>
                    <a:pt x="20183" y="9621"/>
                    <a:pt x="33516" y="19137"/>
                    <a:pt x="47058" y="28810"/>
                  </a:cubicBezTo>
                  <a:cubicBezTo>
                    <a:pt x="44810" y="31947"/>
                    <a:pt x="42771" y="34875"/>
                    <a:pt x="40366" y="38222"/>
                  </a:cubicBezTo>
                  <a:cubicBezTo>
                    <a:pt x="26928" y="28601"/>
                    <a:pt x="13595" y="19085"/>
                    <a:pt x="0" y="9359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208" name="Google Shape;1208;p10"/>
            <p:cNvSpPr/>
            <p:nvPr/>
          </p:nvSpPr>
          <p:spPr bwMode="auto">
            <a:xfrm>
              <a:off x="596755" y="6421937"/>
              <a:ext cx="48888" cy="22692"/>
            </a:xfrm>
            <a:custGeom>
              <a:avLst/>
              <a:gdLst/>
              <a:ahLst/>
              <a:cxnLst/>
              <a:rect l="l" t="t" r="r" b="b"/>
              <a:pathLst>
                <a:path w="48888" h="22692" fill="norm" stroke="1" extrusionOk="0">
                  <a:moveTo>
                    <a:pt x="0" y="11503"/>
                  </a:moveTo>
                  <a:cubicBezTo>
                    <a:pt x="15582" y="7582"/>
                    <a:pt x="30692" y="3817"/>
                    <a:pt x="46117" y="0"/>
                  </a:cubicBezTo>
                  <a:cubicBezTo>
                    <a:pt x="47058" y="3765"/>
                    <a:pt x="47947" y="7320"/>
                    <a:pt x="48888" y="11189"/>
                  </a:cubicBezTo>
                  <a:cubicBezTo>
                    <a:pt x="33464" y="15059"/>
                    <a:pt x="18405" y="18823"/>
                    <a:pt x="2823" y="22693"/>
                  </a:cubicBezTo>
                  <a:cubicBezTo>
                    <a:pt x="1882" y="18980"/>
                    <a:pt x="993" y="15477"/>
                    <a:pt x="0" y="11503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209" name="Google Shape;1209;p10"/>
            <p:cNvSpPr/>
            <p:nvPr/>
          </p:nvSpPr>
          <p:spPr bwMode="auto">
            <a:xfrm>
              <a:off x="865614" y="6578850"/>
              <a:ext cx="41986" cy="37698"/>
            </a:xfrm>
            <a:custGeom>
              <a:avLst/>
              <a:gdLst/>
              <a:ahLst/>
              <a:cxnLst/>
              <a:rect l="l" t="t" r="r" b="b"/>
              <a:pathLst>
                <a:path w="41986" h="37698" fill="norm" stroke="1" extrusionOk="0">
                  <a:moveTo>
                    <a:pt x="34562" y="37699"/>
                  </a:moveTo>
                  <a:cubicBezTo>
                    <a:pt x="22902" y="27974"/>
                    <a:pt x="11555" y="18510"/>
                    <a:pt x="0" y="8889"/>
                  </a:cubicBezTo>
                  <a:cubicBezTo>
                    <a:pt x="2510" y="5856"/>
                    <a:pt x="4863" y="2980"/>
                    <a:pt x="7372" y="0"/>
                  </a:cubicBezTo>
                  <a:cubicBezTo>
                    <a:pt x="18928" y="9621"/>
                    <a:pt x="30274" y="19085"/>
                    <a:pt x="41986" y="28810"/>
                  </a:cubicBezTo>
                  <a:cubicBezTo>
                    <a:pt x="39529" y="31790"/>
                    <a:pt x="37176" y="34562"/>
                    <a:pt x="34562" y="37699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210" name="Google Shape;1210;p10"/>
            <p:cNvSpPr/>
            <p:nvPr/>
          </p:nvSpPr>
          <p:spPr bwMode="auto">
            <a:xfrm>
              <a:off x="840726" y="6595006"/>
              <a:ext cx="10927" cy="40104"/>
            </a:xfrm>
            <a:custGeom>
              <a:avLst/>
              <a:gdLst/>
              <a:ahLst/>
              <a:cxnLst/>
              <a:rect l="l" t="t" r="r" b="b"/>
              <a:pathLst>
                <a:path w="10927" h="40104" fill="norm" stroke="1" extrusionOk="0">
                  <a:moveTo>
                    <a:pt x="10928" y="40104"/>
                  </a:moveTo>
                  <a:cubicBezTo>
                    <a:pt x="7216" y="40104"/>
                    <a:pt x="3712" y="40104"/>
                    <a:pt x="0" y="40104"/>
                  </a:cubicBezTo>
                  <a:cubicBezTo>
                    <a:pt x="0" y="26719"/>
                    <a:pt x="0" y="13438"/>
                    <a:pt x="0" y="0"/>
                  </a:cubicBezTo>
                  <a:cubicBezTo>
                    <a:pt x="3660" y="0"/>
                    <a:pt x="7163" y="0"/>
                    <a:pt x="10928" y="0"/>
                  </a:cubicBezTo>
                  <a:cubicBezTo>
                    <a:pt x="10928" y="13281"/>
                    <a:pt x="10928" y="26562"/>
                    <a:pt x="10928" y="40104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211" name="Google Shape;1211;p10"/>
            <p:cNvSpPr/>
            <p:nvPr/>
          </p:nvSpPr>
          <p:spPr bwMode="auto">
            <a:xfrm>
              <a:off x="875287" y="6548942"/>
              <a:ext cx="39947" cy="11032"/>
            </a:xfrm>
            <a:custGeom>
              <a:avLst/>
              <a:gdLst/>
              <a:ahLst/>
              <a:cxnLst/>
              <a:rect l="l" t="t" r="r" b="b"/>
              <a:pathLst>
                <a:path w="39947" h="11032" fill="norm" stroke="1" extrusionOk="0">
                  <a:moveTo>
                    <a:pt x="0" y="11033"/>
                  </a:moveTo>
                  <a:cubicBezTo>
                    <a:pt x="0" y="7320"/>
                    <a:pt x="0" y="3765"/>
                    <a:pt x="0" y="0"/>
                  </a:cubicBezTo>
                  <a:cubicBezTo>
                    <a:pt x="13385" y="0"/>
                    <a:pt x="26562" y="0"/>
                    <a:pt x="39947" y="0"/>
                  </a:cubicBezTo>
                  <a:cubicBezTo>
                    <a:pt x="39947" y="3608"/>
                    <a:pt x="39947" y="7216"/>
                    <a:pt x="39947" y="11033"/>
                  </a:cubicBezTo>
                  <a:cubicBezTo>
                    <a:pt x="26719" y="11033"/>
                    <a:pt x="13438" y="11033"/>
                    <a:pt x="0" y="11033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212" name="Google Shape;1212;p10"/>
            <p:cNvSpPr/>
            <p:nvPr/>
          </p:nvSpPr>
          <p:spPr bwMode="auto">
            <a:xfrm>
              <a:off x="759942" y="6589150"/>
              <a:ext cx="11032" cy="16993"/>
            </a:xfrm>
            <a:custGeom>
              <a:avLst/>
              <a:gdLst/>
              <a:ahLst/>
              <a:cxnLst/>
              <a:rect l="l" t="t" r="r" b="b"/>
              <a:pathLst>
                <a:path w="11032" h="16993" fill="norm" stroke="1" extrusionOk="0">
                  <a:moveTo>
                    <a:pt x="0" y="0"/>
                  </a:moveTo>
                  <a:cubicBezTo>
                    <a:pt x="3817" y="0"/>
                    <a:pt x="7268" y="0"/>
                    <a:pt x="11033" y="0"/>
                  </a:cubicBezTo>
                  <a:cubicBezTo>
                    <a:pt x="11033" y="5647"/>
                    <a:pt x="11033" y="11189"/>
                    <a:pt x="11033" y="16993"/>
                  </a:cubicBezTo>
                  <a:cubicBezTo>
                    <a:pt x="7320" y="16993"/>
                    <a:pt x="3765" y="16993"/>
                    <a:pt x="0" y="16993"/>
                  </a:cubicBezTo>
                  <a:cubicBezTo>
                    <a:pt x="0" y="11294"/>
                    <a:pt x="0" y="5804"/>
                    <a:pt x="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213" name="Google Shape;1213;p10"/>
            <p:cNvSpPr/>
            <p:nvPr/>
          </p:nvSpPr>
          <p:spPr bwMode="auto">
            <a:xfrm>
              <a:off x="792726" y="6388682"/>
              <a:ext cx="92286" cy="92286"/>
            </a:xfrm>
            <a:custGeom>
              <a:avLst/>
              <a:gdLst/>
              <a:ahLst/>
              <a:cxnLst/>
              <a:rect l="l" t="t" r="r" b="b"/>
              <a:pathLst>
                <a:path w="92286" h="92286" fill="norm" stroke="1" extrusionOk="0">
                  <a:moveTo>
                    <a:pt x="0" y="46117"/>
                  </a:moveTo>
                  <a:cubicBezTo>
                    <a:pt x="52" y="20706"/>
                    <a:pt x="20810" y="-52"/>
                    <a:pt x="46274" y="0"/>
                  </a:cubicBezTo>
                  <a:cubicBezTo>
                    <a:pt x="71738" y="52"/>
                    <a:pt x="92339" y="20758"/>
                    <a:pt x="92286" y="46274"/>
                  </a:cubicBezTo>
                  <a:cubicBezTo>
                    <a:pt x="92234" y="71633"/>
                    <a:pt x="71633" y="92182"/>
                    <a:pt x="46274" y="92287"/>
                  </a:cubicBezTo>
                  <a:cubicBezTo>
                    <a:pt x="20915" y="92391"/>
                    <a:pt x="0" y="71476"/>
                    <a:pt x="0" y="46117"/>
                  </a:cubicBezTo>
                  <a:close/>
                  <a:moveTo>
                    <a:pt x="80731" y="46274"/>
                  </a:moveTo>
                  <a:cubicBezTo>
                    <a:pt x="80783" y="27242"/>
                    <a:pt x="65359" y="11660"/>
                    <a:pt x="46431" y="11556"/>
                  </a:cubicBezTo>
                  <a:cubicBezTo>
                    <a:pt x="27398" y="11451"/>
                    <a:pt x="11555" y="27189"/>
                    <a:pt x="11555" y="46169"/>
                  </a:cubicBezTo>
                  <a:cubicBezTo>
                    <a:pt x="11608" y="64941"/>
                    <a:pt x="27346" y="80731"/>
                    <a:pt x="46117" y="80783"/>
                  </a:cubicBezTo>
                  <a:cubicBezTo>
                    <a:pt x="64940" y="80836"/>
                    <a:pt x="80679" y="65097"/>
                    <a:pt x="80731" y="46274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</p:grpSp>
      <p:grpSp>
        <p:nvGrpSpPr>
          <p:cNvPr id="1404087145" name="Google Shape;1214;p10"/>
          <p:cNvGrpSpPr/>
          <p:nvPr/>
        </p:nvGrpSpPr>
        <p:grpSpPr bwMode="auto">
          <a:xfrm>
            <a:off x="4512595" y="6338111"/>
            <a:ext cx="346984" cy="353720"/>
            <a:chOff x="2499198" y="6329527"/>
            <a:chExt cx="346984" cy="353720"/>
          </a:xfrm>
        </p:grpSpPr>
        <p:sp>
          <p:nvSpPr>
            <p:cNvPr id="1215" name="Google Shape;1215;p10"/>
            <p:cNvSpPr/>
            <p:nvPr/>
          </p:nvSpPr>
          <p:spPr bwMode="auto">
            <a:xfrm>
              <a:off x="2510141" y="6329527"/>
              <a:ext cx="325277" cy="353720"/>
            </a:xfrm>
            <a:custGeom>
              <a:avLst/>
              <a:gdLst/>
              <a:ahLst/>
              <a:cxnLst/>
              <a:rect l="l" t="t" r="r" b="b"/>
              <a:pathLst>
                <a:path w="325277" h="353721" fill="norm" stroke="1" extrusionOk="0">
                  <a:moveTo>
                    <a:pt x="252337" y="212965"/>
                  </a:moveTo>
                  <a:cubicBezTo>
                    <a:pt x="252337" y="217932"/>
                    <a:pt x="252232" y="222533"/>
                    <a:pt x="252441" y="227082"/>
                  </a:cubicBezTo>
                  <a:cubicBezTo>
                    <a:pt x="252494" y="228128"/>
                    <a:pt x="253330" y="229331"/>
                    <a:pt x="254167" y="230167"/>
                  </a:cubicBezTo>
                  <a:cubicBezTo>
                    <a:pt x="256834" y="232938"/>
                    <a:pt x="259605" y="235605"/>
                    <a:pt x="262533" y="238481"/>
                  </a:cubicBezTo>
                  <a:cubicBezTo>
                    <a:pt x="259448" y="241304"/>
                    <a:pt x="256677" y="243866"/>
                    <a:pt x="253592" y="246638"/>
                  </a:cubicBezTo>
                  <a:cubicBezTo>
                    <a:pt x="248206" y="241252"/>
                    <a:pt x="242507" y="235501"/>
                    <a:pt x="236755" y="229801"/>
                  </a:cubicBezTo>
                  <a:cubicBezTo>
                    <a:pt x="235762" y="228808"/>
                    <a:pt x="234821" y="227867"/>
                    <a:pt x="233827" y="226873"/>
                  </a:cubicBezTo>
                  <a:cubicBezTo>
                    <a:pt x="230376" y="223579"/>
                    <a:pt x="226455" y="223370"/>
                    <a:pt x="223631" y="226298"/>
                  </a:cubicBezTo>
                  <a:cubicBezTo>
                    <a:pt x="220912" y="229174"/>
                    <a:pt x="221069" y="232938"/>
                    <a:pt x="224311" y="236233"/>
                  </a:cubicBezTo>
                  <a:cubicBezTo>
                    <a:pt x="230429" y="242455"/>
                    <a:pt x="236651" y="248572"/>
                    <a:pt x="242821" y="254742"/>
                  </a:cubicBezTo>
                  <a:cubicBezTo>
                    <a:pt x="247474" y="259448"/>
                    <a:pt x="247579" y="261539"/>
                    <a:pt x="243343" y="266454"/>
                  </a:cubicBezTo>
                  <a:cubicBezTo>
                    <a:pt x="233618" y="277748"/>
                    <a:pt x="234193" y="293801"/>
                    <a:pt x="244964" y="304728"/>
                  </a:cubicBezTo>
                  <a:cubicBezTo>
                    <a:pt x="257827" y="317800"/>
                    <a:pt x="270846" y="330663"/>
                    <a:pt x="283814" y="343630"/>
                  </a:cubicBezTo>
                  <a:cubicBezTo>
                    <a:pt x="284598" y="344414"/>
                    <a:pt x="285330" y="345251"/>
                    <a:pt x="286062" y="345983"/>
                  </a:cubicBezTo>
                  <a:cubicBezTo>
                    <a:pt x="283186" y="348597"/>
                    <a:pt x="280363" y="351159"/>
                    <a:pt x="277591" y="353721"/>
                  </a:cubicBezTo>
                  <a:cubicBezTo>
                    <a:pt x="270010" y="346087"/>
                    <a:pt x="261748" y="337774"/>
                    <a:pt x="253539" y="329513"/>
                  </a:cubicBezTo>
                  <a:cubicBezTo>
                    <a:pt x="253173" y="329669"/>
                    <a:pt x="252755" y="329826"/>
                    <a:pt x="252389" y="329983"/>
                  </a:cubicBezTo>
                  <a:cubicBezTo>
                    <a:pt x="252389" y="334114"/>
                    <a:pt x="252389" y="338244"/>
                    <a:pt x="252389" y="342375"/>
                  </a:cubicBezTo>
                  <a:cubicBezTo>
                    <a:pt x="252389" y="348702"/>
                    <a:pt x="250507" y="350584"/>
                    <a:pt x="244128" y="350584"/>
                  </a:cubicBezTo>
                  <a:cubicBezTo>
                    <a:pt x="226664" y="350584"/>
                    <a:pt x="209200" y="350584"/>
                    <a:pt x="191736" y="350584"/>
                  </a:cubicBezTo>
                  <a:cubicBezTo>
                    <a:pt x="188651" y="350584"/>
                    <a:pt x="185671" y="350480"/>
                    <a:pt x="184050" y="347238"/>
                  </a:cubicBezTo>
                  <a:cubicBezTo>
                    <a:pt x="182481" y="343996"/>
                    <a:pt x="184102" y="341643"/>
                    <a:pt x="186037" y="339133"/>
                  </a:cubicBezTo>
                  <a:cubicBezTo>
                    <a:pt x="194351" y="328414"/>
                    <a:pt x="194664" y="314140"/>
                    <a:pt x="186926" y="303264"/>
                  </a:cubicBezTo>
                  <a:cubicBezTo>
                    <a:pt x="179240" y="292441"/>
                    <a:pt x="165279" y="287997"/>
                    <a:pt x="152730" y="292336"/>
                  </a:cubicBezTo>
                  <a:cubicBezTo>
                    <a:pt x="140234" y="296676"/>
                    <a:pt x="132077" y="308702"/>
                    <a:pt x="132704" y="322140"/>
                  </a:cubicBezTo>
                  <a:cubicBezTo>
                    <a:pt x="133018" y="328676"/>
                    <a:pt x="135319" y="334532"/>
                    <a:pt x="139502" y="339604"/>
                  </a:cubicBezTo>
                  <a:cubicBezTo>
                    <a:pt x="141384" y="341905"/>
                    <a:pt x="142482" y="344257"/>
                    <a:pt x="141175" y="347133"/>
                  </a:cubicBezTo>
                  <a:cubicBezTo>
                    <a:pt x="139815" y="350009"/>
                    <a:pt x="137306" y="350636"/>
                    <a:pt x="134325" y="350636"/>
                  </a:cubicBezTo>
                  <a:cubicBezTo>
                    <a:pt x="116391" y="350584"/>
                    <a:pt x="98404" y="350636"/>
                    <a:pt x="80470" y="350584"/>
                  </a:cubicBezTo>
                  <a:cubicBezTo>
                    <a:pt x="74875" y="350584"/>
                    <a:pt x="72836" y="348545"/>
                    <a:pt x="72836" y="342898"/>
                  </a:cubicBezTo>
                  <a:cubicBezTo>
                    <a:pt x="72836" y="329669"/>
                    <a:pt x="72836" y="316441"/>
                    <a:pt x="72836" y="303264"/>
                  </a:cubicBezTo>
                  <a:cubicBezTo>
                    <a:pt x="72836" y="301905"/>
                    <a:pt x="72836" y="300598"/>
                    <a:pt x="72836" y="298820"/>
                  </a:cubicBezTo>
                  <a:cubicBezTo>
                    <a:pt x="61542" y="303578"/>
                    <a:pt x="50509" y="304153"/>
                    <a:pt x="39424" y="299761"/>
                  </a:cubicBezTo>
                  <a:cubicBezTo>
                    <a:pt x="31320" y="296519"/>
                    <a:pt x="24836" y="291238"/>
                    <a:pt x="19974" y="283971"/>
                  </a:cubicBezTo>
                  <a:cubicBezTo>
                    <a:pt x="10301" y="269435"/>
                    <a:pt x="10719" y="250402"/>
                    <a:pt x="20967" y="236233"/>
                  </a:cubicBezTo>
                  <a:cubicBezTo>
                    <a:pt x="32366" y="220494"/>
                    <a:pt x="48836" y="216102"/>
                    <a:pt x="72627" y="222481"/>
                  </a:cubicBezTo>
                  <a:cubicBezTo>
                    <a:pt x="72627" y="199475"/>
                    <a:pt x="72627" y="176469"/>
                    <a:pt x="72627" y="153096"/>
                  </a:cubicBezTo>
                  <a:cubicBezTo>
                    <a:pt x="67293" y="153096"/>
                    <a:pt x="62117" y="153096"/>
                    <a:pt x="56940" y="153096"/>
                  </a:cubicBezTo>
                  <a:cubicBezTo>
                    <a:pt x="40941" y="153096"/>
                    <a:pt x="30954" y="143162"/>
                    <a:pt x="30954" y="127266"/>
                  </a:cubicBezTo>
                  <a:cubicBezTo>
                    <a:pt x="30954" y="112051"/>
                    <a:pt x="30902" y="96835"/>
                    <a:pt x="31006" y="81620"/>
                  </a:cubicBezTo>
                  <a:cubicBezTo>
                    <a:pt x="31006" y="78953"/>
                    <a:pt x="30379" y="77019"/>
                    <a:pt x="28392" y="75084"/>
                  </a:cubicBezTo>
                  <a:cubicBezTo>
                    <a:pt x="19817" y="66718"/>
                    <a:pt x="11399" y="58195"/>
                    <a:pt x="2928" y="49725"/>
                  </a:cubicBezTo>
                  <a:cubicBezTo>
                    <a:pt x="1987" y="48784"/>
                    <a:pt x="1046" y="47738"/>
                    <a:pt x="0" y="46640"/>
                  </a:cubicBezTo>
                  <a:cubicBezTo>
                    <a:pt x="2876" y="43869"/>
                    <a:pt x="5595" y="41254"/>
                    <a:pt x="8575" y="38379"/>
                  </a:cubicBezTo>
                  <a:cubicBezTo>
                    <a:pt x="13333" y="43137"/>
                    <a:pt x="18144" y="47999"/>
                    <a:pt x="23006" y="52810"/>
                  </a:cubicBezTo>
                  <a:cubicBezTo>
                    <a:pt x="28653" y="58457"/>
                    <a:pt x="34457" y="63947"/>
                    <a:pt x="39843" y="69855"/>
                  </a:cubicBezTo>
                  <a:cubicBezTo>
                    <a:pt x="41516" y="71685"/>
                    <a:pt x="42771" y="74614"/>
                    <a:pt x="42823" y="77019"/>
                  </a:cubicBezTo>
                  <a:cubicBezTo>
                    <a:pt x="43084" y="93855"/>
                    <a:pt x="42928" y="110692"/>
                    <a:pt x="42980" y="127528"/>
                  </a:cubicBezTo>
                  <a:cubicBezTo>
                    <a:pt x="42980" y="136364"/>
                    <a:pt x="47738" y="141070"/>
                    <a:pt x="56627" y="141123"/>
                  </a:cubicBezTo>
                  <a:cubicBezTo>
                    <a:pt x="61855" y="141123"/>
                    <a:pt x="67084" y="141123"/>
                    <a:pt x="72836" y="141123"/>
                  </a:cubicBezTo>
                  <a:cubicBezTo>
                    <a:pt x="72836" y="136051"/>
                    <a:pt x="72940" y="131136"/>
                    <a:pt x="72731" y="126221"/>
                  </a:cubicBezTo>
                  <a:cubicBezTo>
                    <a:pt x="72679" y="125227"/>
                    <a:pt x="71424" y="124234"/>
                    <a:pt x="70535" y="123345"/>
                  </a:cubicBezTo>
                  <a:cubicBezTo>
                    <a:pt x="67973" y="120835"/>
                    <a:pt x="65359" y="118325"/>
                    <a:pt x="62587" y="115711"/>
                  </a:cubicBezTo>
                  <a:cubicBezTo>
                    <a:pt x="65777" y="112783"/>
                    <a:pt x="68548" y="110221"/>
                    <a:pt x="71633" y="107397"/>
                  </a:cubicBezTo>
                  <a:cubicBezTo>
                    <a:pt x="78692" y="114508"/>
                    <a:pt x="86012" y="121776"/>
                    <a:pt x="93280" y="129097"/>
                  </a:cubicBezTo>
                  <a:cubicBezTo>
                    <a:pt x="94587" y="130404"/>
                    <a:pt x="95894" y="131763"/>
                    <a:pt x="97254" y="133070"/>
                  </a:cubicBezTo>
                  <a:cubicBezTo>
                    <a:pt x="100757" y="136469"/>
                    <a:pt x="104574" y="136783"/>
                    <a:pt x="107450" y="133907"/>
                  </a:cubicBezTo>
                  <a:cubicBezTo>
                    <a:pt x="110378" y="131031"/>
                    <a:pt x="110169" y="127110"/>
                    <a:pt x="106770" y="123711"/>
                  </a:cubicBezTo>
                  <a:cubicBezTo>
                    <a:pt x="98875" y="115763"/>
                    <a:pt x="90927" y="107816"/>
                    <a:pt x="82979" y="99868"/>
                  </a:cubicBezTo>
                  <a:cubicBezTo>
                    <a:pt x="77542" y="94430"/>
                    <a:pt x="77489" y="92966"/>
                    <a:pt x="82352" y="87058"/>
                  </a:cubicBezTo>
                  <a:cubicBezTo>
                    <a:pt x="91554" y="75868"/>
                    <a:pt x="90822" y="59973"/>
                    <a:pt x="80313" y="49359"/>
                  </a:cubicBezTo>
                  <a:cubicBezTo>
                    <a:pt x="67555" y="36392"/>
                    <a:pt x="54588" y="23581"/>
                    <a:pt x="41673" y="10771"/>
                  </a:cubicBezTo>
                  <a:cubicBezTo>
                    <a:pt x="40732" y="9830"/>
                    <a:pt x="39320" y="9307"/>
                    <a:pt x="37908" y="8523"/>
                  </a:cubicBezTo>
                  <a:cubicBezTo>
                    <a:pt x="41725" y="4967"/>
                    <a:pt x="44392" y="2405"/>
                    <a:pt x="47006" y="0"/>
                  </a:cubicBezTo>
                  <a:cubicBezTo>
                    <a:pt x="55110" y="8104"/>
                    <a:pt x="63320" y="16366"/>
                    <a:pt x="71581" y="24627"/>
                  </a:cubicBezTo>
                  <a:cubicBezTo>
                    <a:pt x="71999" y="24470"/>
                    <a:pt x="72417" y="24261"/>
                    <a:pt x="72836" y="24104"/>
                  </a:cubicBezTo>
                  <a:cubicBezTo>
                    <a:pt x="72836" y="20130"/>
                    <a:pt x="72836" y="16104"/>
                    <a:pt x="72836" y="12131"/>
                  </a:cubicBezTo>
                  <a:cubicBezTo>
                    <a:pt x="72836" y="5229"/>
                    <a:pt x="74561" y="3503"/>
                    <a:pt x="81411" y="3503"/>
                  </a:cubicBezTo>
                  <a:cubicBezTo>
                    <a:pt x="98718" y="3503"/>
                    <a:pt x="116077" y="3503"/>
                    <a:pt x="133384" y="3503"/>
                  </a:cubicBezTo>
                  <a:cubicBezTo>
                    <a:pt x="136469" y="3503"/>
                    <a:pt x="139449" y="3556"/>
                    <a:pt x="141070" y="6797"/>
                  </a:cubicBezTo>
                  <a:cubicBezTo>
                    <a:pt x="142691" y="9987"/>
                    <a:pt x="141070" y="12392"/>
                    <a:pt x="139136" y="14902"/>
                  </a:cubicBezTo>
                  <a:cubicBezTo>
                    <a:pt x="129358" y="27503"/>
                    <a:pt x="130770" y="44810"/>
                    <a:pt x="142377" y="55476"/>
                  </a:cubicBezTo>
                  <a:cubicBezTo>
                    <a:pt x="153776" y="65986"/>
                    <a:pt x="171501" y="65934"/>
                    <a:pt x="182847" y="55372"/>
                  </a:cubicBezTo>
                  <a:cubicBezTo>
                    <a:pt x="194403" y="44653"/>
                    <a:pt x="195762" y="27398"/>
                    <a:pt x="185880" y="14745"/>
                  </a:cubicBezTo>
                  <a:cubicBezTo>
                    <a:pt x="183998" y="12340"/>
                    <a:pt x="182534" y="10039"/>
                    <a:pt x="183945" y="6954"/>
                  </a:cubicBezTo>
                  <a:cubicBezTo>
                    <a:pt x="185462" y="3660"/>
                    <a:pt x="188390" y="3451"/>
                    <a:pt x="191527" y="3451"/>
                  </a:cubicBezTo>
                  <a:cubicBezTo>
                    <a:pt x="209096" y="3503"/>
                    <a:pt x="226664" y="3451"/>
                    <a:pt x="244285" y="3503"/>
                  </a:cubicBezTo>
                  <a:cubicBezTo>
                    <a:pt x="250402" y="3503"/>
                    <a:pt x="252337" y="5438"/>
                    <a:pt x="252337" y="11503"/>
                  </a:cubicBezTo>
                  <a:cubicBezTo>
                    <a:pt x="252337" y="24575"/>
                    <a:pt x="252337" y="37699"/>
                    <a:pt x="252337" y="50771"/>
                  </a:cubicBezTo>
                  <a:cubicBezTo>
                    <a:pt x="252337" y="52130"/>
                    <a:pt x="252337" y="53490"/>
                    <a:pt x="252337" y="55267"/>
                  </a:cubicBezTo>
                  <a:cubicBezTo>
                    <a:pt x="263735" y="50405"/>
                    <a:pt x="274873" y="49934"/>
                    <a:pt x="286062" y="54431"/>
                  </a:cubicBezTo>
                  <a:cubicBezTo>
                    <a:pt x="294166" y="57673"/>
                    <a:pt x="300598" y="63058"/>
                    <a:pt x="305356" y="70378"/>
                  </a:cubicBezTo>
                  <a:cubicBezTo>
                    <a:pt x="314872" y="84914"/>
                    <a:pt x="314401" y="103737"/>
                    <a:pt x="304205" y="117803"/>
                  </a:cubicBezTo>
                  <a:cubicBezTo>
                    <a:pt x="292755" y="133593"/>
                    <a:pt x="276075" y="138090"/>
                    <a:pt x="252546" y="131606"/>
                  </a:cubicBezTo>
                  <a:cubicBezTo>
                    <a:pt x="252546" y="154613"/>
                    <a:pt x="252546" y="177619"/>
                    <a:pt x="252546" y="200991"/>
                  </a:cubicBezTo>
                  <a:cubicBezTo>
                    <a:pt x="257932" y="200991"/>
                    <a:pt x="263265" y="200991"/>
                    <a:pt x="268598" y="200991"/>
                  </a:cubicBezTo>
                  <a:cubicBezTo>
                    <a:pt x="284284" y="201043"/>
                    <a:pt x="294219" y="211030"/>
                    <a:pt x="294219" y="226769"/>
                  </a:cubicBezTo>
                  <a:cubicBezTo>
                    <a:pt x="294219" y="241984"/>
                    <a:pt x="294323" y="257200"/>
                    <a:pt x="294166" y="272415"/>
                  </a:cubicBezTo>
                  <a:cubicBezTo>
                    <a:pt x="294114" y="275291"/>
                    <a:pt x="295055" y="277226"/>
                    <a:pt x="297042" y="279212"/>
                  </a:cubicBezTo>
                  <a:cubicBezTo>
                    <a:pt x="306454" y="288467"/>
                    <a:pt x="315761" y="297827"/>
                    <a:pt x="325277" y="307291"/>
                  </a:cubicBezTo>
                  <a:cubicBezTo>
                    <a:pt x="322244" y="310114"/>
                    <a:pt x="319473" y="312676"/>
                    <a:pt x="316336" y="315552"/>
                  </a:cubicBezTo>
                  <a:cubicBezTo>
                    <a:pt x="312362" y="311526"/>
                    <a:pt x="308075" y="307186"/>
                    <a:pt x="303735" y="302898"/>
                  </a:cubicBezTo>
                  <a:cubicBezTo>
                    <a:pt x="297670" y="296833"/>
                    <a:pt x="291604" y="290663"/>
                    <a:pt x="285434" y="284703"/>
                  </a:cubicBezTo>
                  <a:cubicBezTo>
                    <a:pt x="283134" y="282454"/>
                    <a:pt x="282088" y="280049"/>
                    <a:pt x="282088" y="276755"/>
                  </a:cubicBezTo>
                  <a:cubicBezTo>
                    <a:pt x="282193" y="260023"/>
                    <a:pt x="282140" y="243344"/>
                    <a:pt x="282140" y="226612"/>
                  </a:cubicBezTo>
                  <a:cubicBezTo>
                    <a:pt x="282140" y="217723"/>
                    <a:pt x="277382" y="213017"/>
                    <a:pt x="268546" y="213017"/>
                  </a:cubicBezTo>
                  <a:cubicBezTo>
                    <a:pt x="263422" y="212965"/>
                    <a:pt x="258193" y="212965"/>
                    <a:pt x="252337" y="212965"/>
                  </a:cubicBezTo>
                  <a:close/>
                  <a:moveTo>
                    <a:pt x="240363" y="171083"/>
                  </a:moveTo>
                  <a:cubicBezTo>
                    <a:pt x="240363" y="154194"/>
                    <a:pt x="240363" y="137881"/>
                    <a:pt x="240363" y="121567"/>
                  </a:cubicBezTo>
                  <a:cubicBezTo>
                    <a:pt x="240363" y="118639"/>
                    <a:pt x="240938" y="116077"/>
                    <a:pt x="243814" y="114718"/>
                  </a:cubicBezTo>
                  <a:cubicBezTo>
                    <a:pt x="246690" y="113358"/>
                    <a:pt x="249043" y="114456"/>
                    <a:pt x="251291" y="116391"/>
                  </a:cubicBezTo>
                  <a:cubicBezTo>
                    <a:pt x="256311" y="120574"/>
                    <a:pt x="262219" y="122874"/>
                    <a:pt x="268755" y="123188"/>
                  </a:cubicBezTo>
                  <a:cubicBezTo>
                    <a:pt x="282140" y="123816"/>
                    <a:pt x="294219" y="115659"/>
                    <a:pt x="298559" y="103162"/>
                  </a:cubicBezTo>
                  <a:cubicBezTo>
                    <a:pt x="302846" y="90718"/>
                    <a:pt x="298559" y="76914"/>
                    <a:pt x="287944" y="69176"/>
                  </a:cubicBezTo>
                  <a:cubicBezTo>
                    <a:pt x="277016" y="61176"/>
                    <a:pt x="262637" y="61437"/>
                    <a:pt x="251814" y="69855"/>
                  </a:cubicBezTo>
                  <a:cubicBezTo>
                    <a:pt x="249304" y="71790"/>
                    <a:pt x="246951" y="73411"/>
                    <a:pt x="243709" y="71842"/>
                  </a:cubicBezTo>
                  <a:cubicBezTo>
                    <a:pt x="240468" y="70274"/>
                    <a:pt x="240363" y="67293"/>
                    <a:pt x="240363" y="64156"/>
                  </a:cubicBezTo>
                  <a:cubicBezTo>
                    <a:pt x="240415" y="49307"/>
                    <a:pt x="240363" y="34457"/>
                    <a:pt x="240363" y="19660"/>
                  </a:cubicBezTo>
                  <a:cubicBezTo>
                    <a:pt x="240363" y="18353"/>
                    <a:pt x="240363" y="17046"/>
                    <a:pt x="240363" y="15791"/>
                  </a:cubicBezTo>
                  <a:cubicBezTo>
                    <a:pt x="226873" y="15791"/>
                    <a:pt x="213906" y="15791"/>
                    <a:pt x="200834" y="15791"/>
                  </a:cubicBezTo>
                  <a:cubicBezTo>
                    <a:pt x="207579" y="37281"/>
                    <a:pt x="203501" y="54222"/>
                    <a:pt x="188808" y="66091"/>
                  </a:cubicBezTo>
                  <a:cubicBezTo>
                    <a:pt x="175318" y="76966"/>
                    <a:pt x="156233" y="78849"/>
                    <a:pt x="141593" y="69542"/>
                  </a:cubicBezTo>
                  <a:cubicBezTo>
                    <a:pt x="121201" y="56627"/>
                    <a:pt x="116600" y="37960"/>
                    <a:pt x="124182" y="15791"/>
                  </a:cubicBezTo>
                  <a:cubicBezTo>
                    <a:pt x="111057" y="15791"/>
                    <a:pt x="98038" y="15791"/>
                    <a:pt x="84809" y="15791"/>
                  </a:cubicBezTo>
                  <a:cubicBezTo>
                    <a:pt x="84809" y="21647"/>
                    <a:pt x="84966" y="27242"/>
                    <a:pt x="84757" y="32836"/>
                  </a:cubicBezTo>
                  <a:cubicBezTo>
                    <a:pt x="84600" y="35869"/>
                    <a:pt x="85594" y="37908"/>
                    <a:pt x="87738" y="39947"/>
                  </a:cubicBezTo>
                  <a:cubicBezTo>
                    <a:pt x="97149" y="48888"/>
                    <a:pt x="101489" y="59921"/>
                    <a:pt x="100496" y="72940"/>
                  </a:cubicBezTo>
                  <a:cubicBezTo>
                    <a:pt x="99920" y="80313"/>
                    <a:pt x="97149" y="86901"/>
                    <a:pt x="92966" y="93123"/>
                  </a:cubicBezTo>
                  <a:cubicBezTo>
                    <a:pt x="100705" y="100809"/>
                    <a:pt x="108391" y="108234"/>
                    <a:pt x="115868" y="115920"/>
                  </a:cubicBezTo>
                  <a:cubicBezTo>
                    <a:pt x="123293" y="123554"/>
                    <a:pt x="123240" y="134848"/>
                    <a:pt x="116025" y="142168"/>
                  </a:cubicBezTo>
                  <a:cubicBezTo>
                    <a:pt x="108757" y="149645"/>
                    <a:pt x="97358" y="149698"/>
                    <a:pt x="89515" y="142273"/>
                  </a:cubicBezTo>
                  <a:cubicBezTo>
                    <a:pt x="88156" y="140966"/>
                    <a:pt x="87058" y="139345"/>
                    <a:pt x="85855" y="137881"/>
                  </a:cubicBezTo>
                  <a:cubicBezTo>
                    <a:pt x="85594" y="138142"/>
                    <a:pt x="85385" y="138404"/>
                    <a:pt x="85123" y="138717"/>
                  </a:cubicBezTo>
                  <a:cubicBezTo>
                    <a:pt x="85123" y="149488"/>
                    <a:pt x="85123" y="160207"/>
                    <a:pt x="85123" y="171083"/>
                  </a:cubicBezTo>
                  <a:cubicBezTo>
                    <a:pt x="92130" y="171083"/>
                    <a:pt x="98875" y="171083"/>
                    <a:pt x="105620" y="171083"/>
                  </a:cubicBezTo>
                  <a:cubicBezTo>
                    <a:pt x="115240" y="171083"/>
                    <a:pt x="124809" y="171135"/>
                    <a:pt x="134430" y="171083"/>
                  </a:cubicBezTo>
                  <a:cubicBezTo>
                    <a:pt x="137410" y="171083"/>
                    <a:pt x="139920" y="171710"/>
                    <a:pt x="141279" y="174586"/>
                  </a:cubicBezTo>
                  <a:cubicBezTo>
                    <a:pt x="142534" y="177305"/>
                    <a:pt x="141698" y="179658"/>
                    <a:pt x="139815" y="181802"/>
                  </a:cubicBezTo>
                  <a:cubicBezTo>
                    <a:pt x="139083" y="182638"/>
                    <a:pt x="138404" y="183527"/>
                    <a:pt x="137776" y="184468"/>
                  </a:cubicBezTo>
                  <a:cubicBezTo>
                    <a:pt x="131554" y="194351"/>
                    <a:pt x="130822" y="204651"/>
                    <a:pt x="136312" y="215004"/>
                  </a:cubicBezTo>
                  <a:cubicBezTo>
                    <a:pt x="141698" y="225200"/>
                    <a:pt x="150534" y="230638"/>
                    <a:pt x="162037" y="230847"/>
                  </a:cubicBezTo>
                  <a:cubicBezTo>
                    <a:pt x="174325" y="231056"/>
                    <a:pt x="183789" y="225409"/>
                    <a:pt x="189279" y="214481"/>
                  </a:cubicBezTo>
                  <a:cubicBezTo>
                    <a:pt x="195030" y="203083"/>
                    <a:pt x="193462" y="191998"/>
                    <a:pt x="185619" y="181906"/>
                  </a:cubicBezTo>
                  <a:cubicBezTo>
                    <a:pt x="183789" y="179553"/>
                    <a:pt x="182743" y="177201"/>
                    <a:pt x="184155" y="174377"/>
                  </a:cubicBezTo>
                  <a:cubicBezTo>
                    <a:pt x="185514" y="171658"/>
                    <a:pt x="187919" y="171031"/>
                    <a:pt x="190743" y="171083"/>
                  </a:cubicBezTo>
                  <a:cubicBezTo>
                    <a:pt x="198220" y="171135"/>
                    <a:pt x="205697" y="171083"/>
                    <a:pt x="213174" y="171083"/>
                  </a:cubicBezTo>
                  <a:cubicBezTo>
                    <a:pt x="222063" y="171083"/>
                    <a:pt x="231004" y="171083"/>
                    <a:pt x="240363" y="171083"/>
                  </a:cubicBezTo>
                  <a:close/>
                  <a:moveTo>
                    <a:pt x="240363" y="338506"/>
                  </a:moveTo>
                  <a:cubicBezTo>
                    <a:pt x="240363" y="332702"/>
                    <a:pt x="240154" y="327369"/>
                    <a:pt x="240415" y="322035"/>
                  </a:cubicBezTo>
                  <a:cubicBezTo>
                    <a:pt x="240572" y="318637"/>
                    <a:pt x="239579" y="316284"/>
                    <a:pt x="237121" y="313879"/>
                  </a:cubicBezTo>
                  <a:cubicBezTo>
                    <a:pt x="227814" y="304990"/>
                    <a:pt x="223684" y="294010"/>
                    <a:pt x="224677" y="281199"/>
                  </a:cubicBezTo>
                  <a:cubicBezTo>
                    <a:pt x="225252" y="273827"/>
                    <a:pt x="228023" y="267291"/>
                    <a:pt x="232102" y="261226"/>
                  </a:cubicBezTo>
                  <a:cubicBezTo>
                    <a:pt x="231317" y="260389"/>
                    <a:pt x="230742" y="259762"/>
                    <a:pt x="230115" y="259187"/>
                  </a:cubicBezTo>
                  <a:cubicBezTo>
                    <a:pt x="224991" y="254062"/>
                    <a:pt x="219762" y="249095"/>
                    <a:pt x="214847" y="243814"/>
                  </a:cubicBezTo>
                  <a:cubicBezTo>
                    <a:pt x="208311" y="236860"/>
                    <a:pt x="207997" y="226873"/>
                    <a:pt x="213697" y="219501"/>
                  </a:cubicBezTo>
                  <a:cubicBezTo>
                    <a:pt x="219344" y="212233"/>
                    <a:pt x="229278" y="210246"/>
                    <a:pt x="237592" y="214743"/>
                  </a:cubicBezTo>
                  <a:cubicBezTo>
                    <a:pt x="238429" y="215161"/>
                    <a:pt x="239265" y="215579"/>
                    <a:pt x="240154" y="216050"/>
                  </a:cubicBezTo>
                  <a:cubicBezTo>
                    <a:pt x="240154" y="204965"/>
                    <a:pt x="240154" y="194142"/>
                    <a:pt x="240154" y="183423"/>
                  </a:cubicBezTo>
                  <a:cubicBezTo>
                    <a:pt x="226925" y="183423"/>
                    <a:pt x="213958" y="183423"/>
                    <a:pt x="200886" y="183423"/>
                  </a:cubicBezTo>
                  <a:cubicBezTo>
                    <a:pt x="207631" y="205645"/>
                    <a:pt x="203292" y="222638"/>
                    <a:pt x="187972" y="234402"/>
                  </a:cubicBezTo>
                  <a:cubicBezTo>
                    <a:pt x="174168" y="245017"/>
                    <a:pt x="155083" y="245906"/>
                    <a:pt x="140286" y="236546"/>
                  </a:cubicBezTo>
                  <a:cubicBezTo>
                    <a:pt x="132913" y="231893"/>
                    <a:pt x="127476" y="225514"/>
                    <a:pt x="124077" y="217514"/>
                  </a:cubicBezTo>
                  <a:cubicBezTo>
                    <a:pt x="119267" y="206168"/>
                    <a:pt x="119685" y="194769"/>
                    <a:pt x="124495" y="183370"/>
                  </a:cubicBezTo>
                  <a:cubicBezTo>
                    <a:pt x="111110" y="183370"/>
                    <a:pt x="98090" y="183370"/>
                    <a:pt x="84757" y="183370"/>
                  </a:cubicBezTo>
                  <a:cubicBezTo>
                    <a:pt x="84757" y="185096"/>
                    <a:pt x="84757" y="186560"/>
                    <a:pt x="84757" y="188024"/>
                  </a:cubicBezTo>
                  <a:cubicBezTo>
                    <a:pt x="84757" y="202873"/>
                    <a:pt x="84705" y="217671"/>
                    <a:pt x="84757" y="232520"/>
                  </a:cubicBezTo>
                  <a:cubicBezTo>
                    <a:pt x="84757" y="235448"/>
                    <a:pt x="84287" y="238063"/>
                    <a:pt x="81411" y="239474"/>
                  </a:cubicBezTo>
                  <a:cubicBezTo>
                    <a:pt x="78587" y="240886"/>
                    <a:pt x="76130" y="239997"/>
                    <a:pt x="73881" y="237958"/>
                  </a:cubicBezTo>
                  <a:cubicBezTo>
                    <a:pt x="73149" y="237278"/>
                    <a:pt x="72313" y="236703"/>
                    <a:pt x="71476" y="236180"/>
                  </a:cubicBezTo>
                  <a:cubicBezTo>
                    <a:pt x="61646" y="229906"/>
                    <a:pt x="51346" y="229122"/>
                    <a:pt x="40993" y="234507"/>
                  </a:cubicBezTo>
                  <a:cubicBezTo>
                    <a:pt x="30640" y="239893"/>
                    <a:pt x="25098" y="248834"/>
                    <a:pt x="24941" y="260494"/>
                  </a:cubicBezTo>
                  <a:cubicBezTo>
                    <a:pt x="24784" y="272781"/>
                    <a:pt x="30483" y="282193"/>
                    <a:pt x="41464" y="287683"/>
                  </a:cubicBezTo>
                  <a:cubicBezTo>
                    <a:pt x="52601" y="293225"/>
                    <a:pt x="63476" y="291866"/>
                    <a:pt x="73411" y="284337"/>
                  </a:cubicBezTo>
                  <a:cubicBezTo>
                    <a:pt x="75816" y="282507"/>
                    <a:pt x="78169" y="280990"/>
                    <a:pt x="81202" y="282402"/>
                  </a:cubicBezTo>
                  <a:cubicBezTo>
                    <a:pt x="84496" y="283918"/>
                    <a:pt x="84757" y="286846"/>
                    <a:pt x="84705" y="289984"/>
                  </a:cubicBezTo>
                  <a:cubicBezTo>
                    <a:pt x="84653" y="302689"/>
                    <a:pt x="84705" y="315395"/>
                    <a:pt x="84705" y="328153"/>
                  </a:cubicBezTo>
                  <a:cubicBezTo>
                    <a:pt x="84705" y="331604"/>
                    <a:pt x="84705" y="335055"/>
                    <a:pt x="84705" y="338663"/>
                  </a:cubicBezTo>
                  <a:cubicBezTo>
                    <a:pt x="98090" y="338663"/>
                    <a:pt x="111110" y="338663"/>
                    <a:pt x="124234" y="338663"/>
                  </a:cubicBezTo>
                  <a:cubicBezTo>
                    <a:pt x="116914" y="318637"/>
                    <a:pt x="120208" y="301121"/>
                    <a:pt x="137044" y="287840"/>
                  </a:cubicBezTo>
                  <a:cubicBezTo>
                    <a:pt x="151057" y="276807"/>
                    <a:pt x="167161" y="275395"/>
                    <a:pt x="182586" y="284389"/>
                  </a:cubicBezTo>
                  <a:cubicBezTo>
                    <a:pt x="203867" y="296833"/>
                    <a:pt x="208520" y="315918"/>
                    <a:pt x="200886" y="338663"/>
                  </a:cubicBezTo>
                  <a:cubicBezTo>
                    <a:pt x="214115" y="338506"/>
                    <a:pt x="227082" y="338506"/>
                    <a:pt x="240363" y="338506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216" name="Google Shape;1216;p10"/>
            <p:cNvSpPr/>
            <p:nvPr/>
          </p:nvSpPr>
          <p:spPr bwMode="auto">
            <a:xfrm>
              <a:off x="2499198" y="6500819"/>
              <a:ext cx="71777" cy="125750"/>
            </a:xfrm>
            <a:custGeom>
              <a:avLst/>
              <a:gdLst/>
              <a:ahLst/>
              <a:cxnLst/>
              <a:rect l="l" t="t" r="r" b="b"/>
              <a:pathLst>
                <a:path w="71777" h="125750" fill="norm" stroke="1" extrusionOk="0">
                  <a:moveTo>
                    <a:pt x="59779" y="0"/>
                  </a:moveTo>
                  <a:cubicBezTo>
                    <a:pt x="64015" y="0"/>
                    <a:pt x="67675" y="0"/>
                    <a:pt x="71596" y="0"/>
                  </a:cubicBezTo>
                  <a:cubicBezTo>
                    <a:pt x="71596" y="7216"/>
                    <a:pt x="72067" y="14327"/>
                    <a:pt x="71492" y="21333"/>
                  </a:cubicBezTo>
                  <a:cubicBezTo>
                    <a:pt x="70812" y="29176"/>
                    <a:pt x="65008" y="34771"/>
                    <a:pt x="56590" y="36444"/>
                  </a:cubicBezTo>
                  <a:cubicBezTo>
                    <a:pt x="39858" y="39790"/>
                    <a:pt x="26839" y="48470"/>
                    <a:pt x="18734" y="63476"/>
                  </a:cubicBezTo>
                  <a:cubicBezTo>
                    <a:pt x="9166" y="81149"/>
                    <a:pt x="9584" y="98979"/>
                    <a:pt x="19257" y="116600"/>
                  </a:cubicBezTo>
                  <a:cubicBezTo>
                    <a:pt x="19675" y="117384"/>
                    <a:pt x="20094" y="118116"/>
                    <a:pt x="20721" y="119267"/>
                  </a:cubicBezTo>
                  <a:cubicBezTo>
                    <a:pt x="17532" y="121358"/>
                    <a:pt x="14342" y="123450"/>
                    <a:pt x="10943" y="125750"/>
                  </a:cubicBezTo>
                  <a:cubicBezTo>
                    <a:pt x="5453" y="117750"/>
                    <a:pt x="2107" y="109123"/>
                    <a:pt x="748" y="99816"/>
                  </a:cubicBezTo>
                  <a:cubicBezTo>
                    <a:pt x="-4429" y="64208"/>
                    <a:pt x="17741" y="32575"/>
                    <a:pt x="52930" y="25045"/>
                  </a:cubicBezTo>
                  <a:cubicBezTo>
                    <a:pt x="58420" y="23895"/>
                    <a:pt x="59727" y="22222"/>
                    <a:pt x="59727" y="16627"/>
                  </a:cubicBezTo>
                  <a:cubicBezTo>
                    <a:pt x="59779" y="11189"/>
                    <a:pt x="59779" y="5699"/>
                    <a:pt x="59779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217" name="Google Shape;1217;p10"/>
            <p:cNvSpPr/>
            <p:nvPr/>
          </p:nvSpPr>
          <p:spPr bwMode="auto">
            <a:xfrm>
              <a:off x="2791340" y="6358756"/>
              <a:ext cx="54842" cy="116547"/>
            </a:xfrm>
            <a:custGeom>
              <a:avLst/>
              <a:gdLst/>
              <a:ahLst/>
              <a:cxnLst/>
              <a:rect l="l" t="t" r="r" b="b"/>
              <a:pathLst>
                <a:path w="54842" h="116547" fill="norm" stroke="1" extrusionOk="0">
                  <a:moveTo>
                    <a:pt x="0" y="11033"/>
                  </a:moveTo>
                  <a:cubicBezTo>
                    <a:pt x="732" y="7216"/>
                    <a:pt x="1464" y="3608"/>
                    <a:pt x="2144" y="0"/>
                  </a:cubicBezTo>
                  <a:cubicBezTo>
                    <a:pt x="21385" y="366"/>
                    <a:pt x="45124" y="21961"/>
                    <a:pt x="52130" y="45281"/>
                  </a:cubicBezTo>
                  <a:cubicBezTo>
                    <a:pt x="60025" y="71581"/>
                    <a:pt x="50248" y="101489"/>
                    <a:pt x="28496" y="116548"/>
                  </a:cubicBezTo>
                  <a:cubicBezTo>
                    <a:pt x="26248" y="113567"/>
                    <a:pt x="23947" y="110535"/>
                    <a:pt x="21595" y="107345"/>
                  </a:cubicBezTo>
                  <a:cubicBezTo>
                    <a:pt x="38797" y="92705"/>
                    <a:pt x="46483" y="74561"/>
                    <a:pt x="41464" y="52392"/>
                  </a:cubicBezTo>
                  <a:cubicBezTo>
                    <a:pt x="36496" y="30379"/>
                    <a:pt x="22013" y="17150"/>
                    <a:pt x="0" y="11033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218" name="Google Shape;1218;p10"/>
            <p:cNvSpPr/>
            <p:nvPr/>
          </p:nvSpPr>
          <p:spPr bwMode="auto">
            <a:xfrm>
              <a:off x="2516572" y="6627092"/>
              <a:ext cx="15999" cy="15999"/>
            </a:xfrm>
            <a:custGeom>
              <a:avLst/>
              <a:gdLst/>
              <a:ahLst/>
              <a:cxnLst/>
              <a:rect l="l" t="t" r="r" b="b"/>
              <a:pathLst>
                <a:path w="15999" h="15999" fill="norm" stroke="1" extrusionOk="0">
                  <a:moveTo>
                    <a:pt x="0" y="8209"/>
                  </a:moveTo>
                  <a:cubicBezTo>
                    <a:pt x="3242" y="5229"/>
                    <a:pt x="6065" y="2614"/>
                    <a:pt x="8889" y="0"/>
                  </a:cubicBezTo>
                  <a:cubicBezTo>
                    <a:pt x="11346" y="2196"/>
                    <a:pt x="13490" y="4183"/>
                    <a:pt x="16000" y="6484"/>
                  </a:cubicBezTo>
                  <a:cubicBezTo>
                    <a:pt x="13699" y="9516"/>
                    <a:pt x="11451" y="12549"/>
                    <a:pt x="8836" y="16000"/>
                  </a:cubicBezTo>
                  <a:cubicBezTo>
                    <a:pt x="5908" y="13438"/>
                    <a:pt x="3190" y="11033"/>
                    <a:pt x="0" y="8209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</p:grpSp>
      <p:grpSp>
        <p:nvGrpSpPr>
          <p:cNvPr id="2127357032" name="Google Shape;1219;p10"/>
          <p:cNvGrpSpPr/>
          <p:nvPr/>
        </p:nvGrpSpPr>
        <p:grpSpPr bwMode="auto">
          <a:xfrm>
            <a:off x="8360775" y="6348026"/>
            <a:ext cx="346443" cy="346143"/>
            <a:chOff x="6401236" y="6334616"/>
            <a:chExt cx="346443" cy="346143"/>
          </a:xfrm>
        </p:grpSpPr>
        <p:sp>
          <p:nvSpPr>
            <p:cNvPr id="1220" name="Google Shape;1220;p10"/>
            <p:cNvSpPr/>
            <p:nvPr/>
          </p:nvSpPr>
          <p:spPr bwMode="auto">
            <a:xfrm>
              <a:off x="6401236" y="6334616"/>
              <a:ext cx="346443" cy="346143"/>
            </a:xfrm>
            <a:custGeom>
              <a:avLst/>
              <a:gdLst/>
              <a:ahLst/>
              <a:cxnLst/>
              <a:rect l="l" t="t" r="r" b="b"/>
              <a:pathLst>
                <a:path w="346443" h="346144" fill="norm" stroke="1" extrusionOk="0">
                  <a:moveTo>
                    <a:pt x="0" y="155947"/>
                  </a:moveTo>
                  <a:cubicBezTo>
                    <a:pt x="3696" y="155999"/>
                    <a:pt x="7443" y="155999"/>
                    <a:pt x="11139" y="156051"/>
                  </a:cubicBezTo>
                  <a:cubicBezTo>
                    <a:pt x="14210" y="156103"/>
                    <a:pt x="16344" y="154698"/>
                    <a:pt x="17489" y="151939"/>
                  </a:cubicBezTo>
                  <a:cubicBezTo>
                    <a:pt x="18635" y="149129"/>
                    <a:pt x="17958" y="146630"/>
                    <a:pt x="15876" y="144496"/>
                  </a:cubicBezTo>
                  <a:cubicBezTo>
                    <a:pt x="13325" y="141945"/>
                    <a:pt x="10671" y="139499"/>
                    <a:pt x="8224" y="137209"/>
                  </a:cubicBezTo>
                  <a:cubicBezTo>
                    <a:pt x="21549" y="123883"/>
                    <a:pt x="34614" y="110870"/>
                    <a:pt x="48044" y="97389"/>
                  </a:cubicBezTo>
                  <a:cubicBezTo>
                    <a:pt x="50178" y="99627"/>
                    <a:pt x="52572" y="102126"/>
                    <a:pt x="54967" y="104624"/>
                  </a:cubicBezTo>
                  <a:cubicBezTo>
                    <a:pt x="57205" y="106967"/>
                    <a:pt x="59755" y="108008"/>
                    <a:pt x="62879" y="106602"/>
                  </a:cubicBezTo>
                  <a:cubicBezTo>
                    <a:pt x="65950" y="105249"/>
                    <a:pt x="67095" y="102802"/>
                    <a:pt x="66991" y="99523"/>
                  </a:cubicBezTo>
                  <a:cubicBezTo>
                    <a:pt x="66887" y="96192"/>
                    <a:pt x="66991" y="92808"/>
                    <a:pt x="66991" y="89269"/>
                  </a:cubicBezTo>
                  <a:cubicBezTo>
                    <a:pt x="85729" y="89269"/>
                    <a:pt x="104156" y="89269"/>
                    <a:pt x="122946" y="89269"/>
                  </a:cubicBezTo>
                  <a:cubicBezTo>
                    <a:pt x="122946" y="92913"/>
                    <a:pt x="122998" y="96400"/>
                    <a:pt x="122946" y="99835"/>
                  </a:cubicBezTo>
                  <a:cubicBezTo>
                    <a:pt x="122894" y="102959"/>
                    <a:pt x="124039" y="105353"/>
                    <a:pt x="127006" y="106602"/>
                  </a:cubicBezTo>
                  <a:cubicBezTo>
                    <a:pt x="129973" y="107851"/>
                    <a:pt x="132524" y="107071"/>
                    <a:pt x="134710" y="104832"/>
                  </a:cubicBezTo>
                  <a:cubicBezTo>
                    <a:pt x="137156" y="102334"/>
                    <a:pt x="139551" y="99783"/>
                    <a:pt x="142049" y="97181"/>
                  </a:cubicBezTo>
                  <a:cubicBezTo>
                    <a:pt x="143194" y="98014"/>
                    <a:pt x="144027" y="98690"/>
                    <a:pt x="145329" y="99679"/>
                  </a:cubicBezTo>
                  <a:cubicBezTo>
                    <a:pt x="145329" y="92184"/>
                    <a:pt x="145329" y="85261"/>
                    <a:pt x="145329" y="77974"/>
                  </a:cubicBezTo>
                  <a:cubicBezTo>
                    <a:pt x="148139" y="77974"/>
                    <a:pt x="150586" y="77974"/>
                    <a:pt x="153032" y="77974"/>
                  </a:cubicBezTo>
                  <a:cubicBezTo>
                    <a:pt x="160111" y="77922"/>
                    <a:pt x="165525" y="75007"/>
                    <a:pt x="168335" y="68344"/>
                  </a:cubicBezTo>
                  <a:cubicBezTo>
                    <a:pt x="171146" y="61577"/>
                    <a:pt x="169585" y="55539"/>
                    <a:pt x="164379" y="50438"/>
                  </a:cubicBezTo>
                  <a:cubicBezTo>
                    <a:pt x="162610" y="48721"/>
                    <a:pt x="160684" y="47159"/>
                    <a:pt x="159018" y="45649"/>
                  </a:cubicBezTo>
                  <a:cubicBezTo>
                    <a:pt x="169897" y="34823"/>
                    <a:pt x="180359" y="24464"/>
                    <a:pt x="191446" y="13429"/>
                  </a:cubicBezTo>
                  <a:cubicBezTo>
                    <a:pt x="192748" y="14939"/>
                    <a:pt x="194205" y="16969"/>
                    <a:pt x="195923" y="18739"/>
                  </a:cubicBezTo>
                  <a:cubicBezTo>
                    <a:pt x="201284" y="24152"/>
                    <a:pt x="207478" y="25610"/>
                    <a:pt x="213777" y="22851"/>
                  </a:cubicBezTo>
                  <a:cubicBezTo>
                    <a:pt x="220491" y="19884"/>
                    <a:pt x="223666" y="14627"/>
                    <a:pt x="223458" y="7287"/>
                  </a:cubicBezTo>
                  <a:cubicBezTo>
                    <a:pt x="223406" y="4945"/>
                    <a:pt x="223458" y="2603"/>
                    <a:pt x="223458" y="0"/>
                  </a:cubicBezTo>
                  <a:cubicBezTo>
                    <a:pt x="238397" y="0"/>
                    <a:pt x="253076" y="0"/>
                    <a:pt x="268171" y="0"/>
                  </a:cubicBezTo>
                  <a:cubicBezTo>
                    <a:pt x="268171" y="2498"/>
                    <a:pt x="268171" y="4945"/>
                    <a:pt x="268171" y="7391"/>
                  </a:cubicBezTo>
                  <a:cubicBezTo>
                    <a:pt x="268223" y="14575"/>
                    <a:pt x="271138" y="20092"/>
                    <a:pt x="278008" y="22851"/>
                  </a:cubicBezTo>
                  <a:cubicBezTo>
                    <a:pt x="284827" y="25610"/>
                    <a:pt x="290813" y="23892"/>
                    <a:pt x="295862" y="18739"/>
                  </a:cubicBezTo>
                  <a:cubicBezTo>
                    <a:pt x="297528" y="17073"/>
                    <a:pt x="299089" y="15303"/>
                    <a:pt x="300391" y="13950"/>
                  </a:cubicBezTo>
                  <a:cubicBezTo>
                    <a:pt x="311061" y="24621"/>
                    <a:pt x="321472" y="35031"/>
                    <a:pt x="332351" y="45858"/>
                  </a:cubicBezTo>
                  <a:cubicBezTo>
                    <a:pt x="330841" y="47263"/>
                    <a:pt x="328811" y="48981"/>
                    <a:pt x="326937" y="50907"/>
                  </a:cubicBezTo>
                  <a:cubicBezTo>
                    <a:pt x="322148" y="55800"/>
                    <a:pt x="320691" y="61525"/>
                    <a:pt x="323241" y="67980"/>
                  </a:cubicBezTo>
                  <a:cubicBezTo>
                    <a:pt x="325792" y="74382"/>
                    <a:pt x="330737" y="77661"/>
                    <a:pt x="337556" y="78026"/>
                  </a:cubicBezTo>
                  <a:cubicBezTo>
                    <a:pt x="340366" y="78182"/>
                    <a:pt x="343177" y="78026"/>
                    <a:pt x="346196" y="78026"/>
                  </a:cubicBezTo>
                  <a:cubicBezTo>
                    <a:pt x="346196" y="92965"/>
                    <a:pt x="346196" y="107643"/>
                    <a:pt x="346196" y="122790"/>
                  </a:cubicBezTo>
                  <a:cubicBezTo>
                    <a:pt x="343438" y="122790"/>
                    <a:pt x="340783" y="122790"/>
                    <a:pt x="338076" y="122790"/>
                  </a:cubicBezTo>
                  <a:cubicBezTo>
                    <a:pt x="331049" y="122842"/>
                    <a:pt x="325948" y="126017"/>
                    <a:pt x="323293" y="132524"/>
                  </a:cubicBezTo>
                  <a:cubicBezTo>
                    <a:pt x="320639" y="139030"/>
                    <a:pt x="322044" y="144912"/>
                    <a:pt x="326989" y="149857"/>
                  </a:cubicBezTo>
                  <a:cubicBezTo>
                    <a:pt x="328811" y="151679"/>
                    <a:pt x="330789" y="153345"/>
                    <a:pt x="333392" y="155739"/>
                  </a:cubicBezTo>
                  <a:cubicBezTo>
                    <a:pt x="329175" y="159643"/>
                    <a:pt x="325376" y="163183"/>
                    <a:pt x="321576" y="166670"/>
                  </a:cubicBezTo>
                  <a:cubicBezTo>
                    <a:pt x="321732" y="166930"/>
                    <a:pt x="321888" y="167190"/>
                    <a:pt x="321992" y="167451"/>
                  </a:cubicBezTo>
                  <a:cubicBezTo>
                    <a:pt x="326104" y="167451"/>
                    <a:pt x="330216" y="167399"/>
                    <a:pt x="334381" y="167451"/>
                  </a:cubicBezTo>
                  <a:cubicBezTo>
                    <a:pt x="341876" y="167555"/>
                    <a:pt x="346404" y="171979"/>
                    <a:pt x="346404" y="179475"/>
                  </a:cubicBezTo>
                  <a:cubicBezTo>
                    <a:pt x="346457" y="204928"/>
                    <a:pt x="346457" y="230433"/>
                    <a:pt x="346404" y="255887"/>
                  </a:cubicBezTo>
                  <a:cubicBezTo>
                    <a:pt x="346404" y="263382"/>
                    <a:pt x="341928" y="267859"/>
                    <a:pt x="334381" y="267911"/>
                  </a:cubicBezTo>
                  <a:cubicBezTo>
                    <a:pt x="320170" y="267963"/>
                    <a:pt x="305960" y="267859"/>
                    <a:pt x="291750" y="267963"/>
                  </a:cubicBezTo>
                  <a:cubicBezTo>
                    <a:pt x="286649" y="268015"/>
                    <a:pt x="282901" y="265881"/>
                    <a:pt x="280195" y="261456"/>
                  </a:cubicBezTo>
                  <a:cubicBezTo>
                    <a:pt x="265932" y="270670"/>
                    <a:pt x="250473" y="276239"/>
                    <a:pt x="233504" y="278321"/>
                  </a:cubicBezTo>
                  <a:cubicBezTo>
                    <a:pt x="235014" y="283110"/>
                    <a:pt x="235066" y="287638"/>
                    <a:pt x="232932" y="291959"/>
                  </a:cubicBezTo>
                  <a:cubicBezTo>
                    <a:pt x="230745" y="296331"/>
                    <a:pt x="227206" y="299142"/>
                    <a:pt x="222521" y="300808"/>
                  </a:cubicBezTo>
                  <a:cubicBezTo>
                    <a:pt x="224291" y="307626"/>
                    <a:pt x="223562" y="313820"/>
                    <a:pt x="218409" y="319026"/>
                  </a:cubicBezTo>
                  <a:cubicBezTo>
                    <a:pt x="213360" y="324127"/>
                    <a:pt x="206906" y="324023"/>
                    <a:pt x="200399" y="323867"/>
                  </a:cubicBezTo>
                  <a:cubicBezTo>
                    <a:pt x="202585" y="333965"/>
                    <a:pt x="198994" y="342449"/>
                    <a:pt x="187386" y="346145"/>
                  </a:cubicBezTo>
                  <a:cubicBezTo>
                    <a:pt x="163911" y="346145"/>
                    <a:pt x="140488" y="346145"/>
                    <a:pt x="117012" y="346145"/>
                  </a:cubicBezTo>
                  <a:cubicBezTo>
                    <a:pt x="110506" y="344948"/>
                    <a:pt x="103947" y="344011"/>
                    <a:pt x="97545" y="342449"/>
                  </a:cubicBezTo>
                  <a:cubicBezTo>
                    <a:pt x="86354" y="339690"/>
                    <a:pt x="75996" y="334797"/>
                    <a:pt x="66314" y="328603"/>
                  </a:cubicBezTo>
                  <a:cubicBezTo>
                    <a:pt x="61577" y="334329"/>
                    <a:pt x="60328" y="334954"/>
                    <a:pt x="52937" y="334954"/>
                  </a:cubicBezTo>
                  <a:cubicBezTo>
                    <a:pt x="40080" y="334954"/>
                    <a:pt x="27275" y="334745"/>
                    <a:pt x="14470" y="335058"/>
                  </a:cubicBezTo>
                  <a:cubicBezTo>
                    <a:pt x="7600" y="335214"/>
                    <a:pt x="2655" y="333080"/>
                    <a:pt x="0" y="326573"/>
                  </a:cubicBezTo>
                  <a:cubicBezTo>
                    <a:pt x="0" y="298621"/>
                    <a:pt x="0" y="270670"/>
                    <a:pt x="0" y="242666"/>
                  </a:cubicBezTo>
                  <a:cubicBezTo>
                    <a:pt x="2134" y="238241"/>
                    <a:pt x="5205" y="235014"/>
                    <a:pt x="10567" y="234337"/>
                  </a:cubicBezTo>
                  <a:cubicBezTo>
                    <a:pt x="9630" y="233192"/>
                    <a:pt x="8953" y="232359"/>
                    <a:pt x="8068" y="231266"/>
                  </a:cubicBezTo>
                  <a:cubicBezTo>
                    <a:pt x="10775" y="228664"/>
                    <a:pt x="13377" y="226217"/>
                    <a:pt x="15928" y="223667"/>
                  </a:cubicBezTo>
                  <a:cubicBezTo>
                    <a:pt x="18010" y="221585"/>
                    <a:pt x="18739" y="219034"/>
                    <a:pt x="17489" y="216223"/>
                  </a:cubicBezTo>
                  <a:cubicBezTo>
                    <a:pt x="16292" y="213465"/>
                    <a:pt x="14158" y="212059"/>
                    <a:pt x="11139" y="212111"/>
                  </a:cubicBezTo>
                  <a:cubicBezTo>
                    <a:pt x="7443" y="212163"/>
                    <a:pt x="3696" y="212163"/>
                    <a:pt x="0" y="212215"/>
                  </a:cubicBezTo>
                  <a:cubicBezTo>
                    <a:pt x="0" y="193373"/>
                    <a:pt x="0" y="174634"/>
                    <a:pt x="0" y="155947"/>
                  </a:cubicBezTo>
                  <a:close/>
                  <a:moveTo>
                    <a:pt x="134137" y="290137"/>
                  </a:moveTo>
                  <a:cubicBezTo>
                    <a:pt x="135751" y="290137"/>
                    <a:pt x="137052" y="290137"/>
                    <a:pt x="138406" y="290137"/>
                  </a:cubicBezTo>
                  <a:cubicBezTo>
                    <a:pt x="164015" y="290137"/>
                    <a:pt x="189573" y="290137"/>
                    <a:pt x="215182" y="290137"/>
                  </a:cubicBezTo>
                  <a:cubicBezTo>
                    <a:pt x="216431" y="290137"/>
                    <a:pt x="217680" y="290189"/>
                    <a:pt x="218878" y="289981"/>
                  </a:cubicBezTo>
                  <a:cubicBezTo>
                    <a:pt x="221688" y="289460"/>
                    <a:pt x="223198" y="287638"/>
                    <a:pt x="223354" y="284828"/>
                  </a:cubicBezTo>
                  <a:cubicBezTo>
                    <a:pt x="223458" y="281809"/>
                    <a:pt x="221845" y="279935"/>
                    <a:pt x="219034" y="279206"/>
                  </a:cubicBezTo>
                  <a:cubicBezTo>
                    <a:pt x="217993" y="278946"/>
                    <a:pt x="216796" y="279102"/>
                    <a:pt x="215650" y="279102"/>
                  </a:cubicBezTo>
                  <a:cubicBezTo>
                    <a:pt x="189833" y="279102"/>
                    <a:pt x="164015" y="279102"/>
                    <a:pt x="138197" y="279102"/>
                  </a:cubicBezTo>
                  <a:cubicBezTo>
                    <a:pt x="136896" y="279102"/>
                    <a:pt x="135595" y="279102"/>
                    <a:pt x="134241" y="279102"/>
                  </a:cubicBezTo>
                  <a:cubicBezTo>
                    <a:pt x="134241" y="275146"/>
                    <a:pt x="134241" y="271711"/>
                    <a:pt x="134241" y="267859"/>
                  </a:cubicBezTo>
                  <a:cubicBezTo>
                    <a:pt x="135751" y="267859"/>
                    <a:pt x="137052" y="267859"/>
                    <a:pt x="138354" y="267859"/>
                  </a:cubicBezTo>
                  <a:cubicBezTo>
                    <a:pt x="160111" y="267859"/>
                    <a:pt x="181869" y="267859"/>
                    <a:pt x="203626" y="267859"/>
                  </a:cubicBezTo>
                  <a:cubicBezTo>
                    <a:pt x="204980" y="267859"/>
                    <a:pt x="206333" y="267911"/>
                    <a:pt x="207687" y="267703"/>
                  </a:cubicBezTo>
                  <a:cubicBezTo>
                    <a:pt x="210653" y="267182"/>
                    <a:pt x="212267" y="265152"/>
                    <a:pt x="212267" y="262289"/>
                  </a:cubicBezTo>
                  <a:cubicBezTo>
                    <a:pt x="212267" y="259374"/>
                    <a:pt x="210549" y="257448"/>
                    <a:pt x="207634" y="256876"/>
                  </a:cubicBezTo>
                  <a:cubicBezTo>
                    <a:pt x="206541" y="256668"/>
                    <a:pt x="205396" y="256772"/>
                    <a:pt x="204251" y="256772"/>
                  </a:cubicBezTo>
                  <a:cubicBezTo>
                    <a:pt x="182285" y="256772"/>
                    <a:pt x="160267" y="256772"/>
                    <a:pt x="138302" y="256772"/>
                  </a:cubicBezTo>
                  <a:cubicBezTo>
                    <a:pt x="137000" y="256772"/>
                    <a:pt x="135699" y="256772"/>
                    <a:pt x="134346" y="256772"/>
                  </a:cubicBezTo>
                  <a:cubicBezTo>
                    <a:pt x="134346" y="252816"/>
                    <a:pt x="134346" y="249276"/>
                    <a:pt x="134346" y="245476"/>
                  </a:cubicBezTo>
                  <a:cubicBezTo>
                    <a:pt x="135855" y="245476"/>
                    <a:pt x="137052" y="245476"/>
                    <a:pt x="138302" y="245476"/>
                  </a:cubicBezTo>
                  <a:cubicBezTo>
                    <a:pt x="144496" y="245476"/>
                    <a:pt x="150690" y="245581"/>
                    <a:pt x="156884" y="245424"/>
                  </a:cubicBezTo>
                  <a:cubicBezTo>
                    <a:pt x="163078" y="245268"/>
                    <a:pt x="167451" y="240584"/>
                    <a:pt x="167242" y="234702"/>
                  </a:cubicBezTo>
                  <a:cubicBezTo>
                    <a:pt x="150482" y="234702"/>
                    <a:pt x="133617" y="234025"/>
                    <a:pt x="116908" y="234858"/>
                  </a:cubicBezTo>
                  <a:cubicBezTo>
                    <a:pt x="99575" y="235743"/>
                    <a:pt x="83803" y="242145"/>
                    <a:pt x="69541" y="252087"/>
                  </a:cubicBezTo>
                  <a:cubicBezTo>
                    <a:pt x="67719" y="253388"/>
                    <a:pt x="66939" y="254742"/>
                    <a:pt x="66939" y="257084"/>
                  </a:cubicBezTo>
                  <a:cubicBezTo>
                    <a:pt x="67043" y="275562"/>
                    <a:pt x="66939" y="294041"/>
                    <a:pt x="67095" y="312571"/>
                  </a:cubicBezTo>
                  <a:cubicBezTo>
                    <a:pt x="67095" y="313977"/>
                    <a:pt x="67928" y="315903"/>
                    <a:pt x="69021" y="316683"/>
                  </a:cubicBezTo>
                  <a:cubicBezTo>
                    <a:pt x="83907" y="327458"/>
                    <a:pt x="100512" y="333913"/>
                    <a:pt x="118834" y="334589"/>
                  </a:cubicBezTo>
                  <a:cubicBezTo>
                    <a:pt x="136844" y="335266"/>
                    <a:pt x="154906" y="334901"/>
                    <a:pt x="172968" y="334954"/>
                  </a:cubicBezTo>
                  <a:cubicBezTo>
                    <a:pt x="176560" y="334954"/>
                    <a:pt x="180203" y="335266"/>
                    <a:pt x="183795" y="334797"/>
                  </a:cubicBezTo>
                  <a:cubicBezTo>
                    <a:pt x="185669" y="334589"/>
                    <a:pt x="188063" y="333496"/>
                    <a:pt x="189104" y="331987"/>
                  </a:cubicBezTo>
                  <a:cubicBezTo>
                    <a:pt x="191759" y="328239"/>
                    <a:pt x="188584" y="323814"/>
                    <a:pt x="183430" y="323814"/>
                  </a:cubicBezTo>
                  <a:cubicBezTo>
                    <a:pt x="168231" y="323762"/>
                    <a:pt x="152980" y="323814"/>
                    <a:pt x="137781" y="323814"/>
                  </a:cubicBezTo>
                  <a:cubicBezTo>
                    <a:pt x="136584" y="323814"/>
                    <a:pt x="135439" y="323814"/>
                    <a:pt x="134294" y="323814"/>
                  </a:cubicBezTo>
                  <a:cubicBezTo>
                    <a:pt x="134294" y="319806"/>
                    <a:pt x="134294" y="316371"/>
                    <a:pt x="134294" y="312623"/>
                  </a:cubicBezTo>
                  <a:cubicBezTo>
                    <a:pt x="135855" y="312623"/>
                    <a:pt x="137156" y="312623"/>
                    <a:pt x="138510" y="312623"/>
                  </a:cubicBezTo>
                  <a:cubicBezTo>
                    <a:pt x="160267" y="312623"/>
                    <a:pt x="182025" y="312623"/>
                    <a:pt x="203783" y="312623"/>
                  </a:cubicBezTo>
                  <a:cubicBezTo>
                    <a:pt x="205136" y="312623"/>
                    <a:pt x="206489" y="312623"/>
                    <a:pt x="207843" y="312415"/>
                  </a:cubicBezTo>
                  <a:cubicBezTo>
                    <a:pt x="210706" y="311895"/>
                    <a:pt x="212215" y="309917"/>
                    <a:pt x="212267" y="307210"/>
                  </a:cubicBezTo>
                  <a:cubicBezTo>
                    <a:pt x="212371" y="304295"/>
                    <a:pt x="210706" y="302317"/>
                    <a:pt x="207843" y="301640"/>
                  </a:cubicBezTo>
                  <a:cubicBezTo>
                    <a:pt x="206750" y="301380"/>
                    <a:pt x="205604" y="301484"/>
                    <a:pt x="204459" y="301484"/>
                  </a:cubicBezTo>
                  <a:cubicBezTo>
                    <a:pt x="182337" y="301484"/>
                    <a:pt x="160267" y="301484"/>
                    <a:pt x="138145" y="301484"/>
                  </a:cubicBezTo>
                  <a:cubicBezTo>
                    <a:pt x="136844" y="301484"/>
                    <a:pt x="135543" y="301484"/>
                    <a:pt x="134137" y="301484"/>
                  </a:cubicBezTo>
                  <a:cubicBezTo>
                    <a:pt x="134137" y="297476"/>
                    <a:pt x="134137" y="294093"/>
                    <a:pt x="134137" y="290137"/>
                  </a:cubicBezTo>
                  <a:close/>
                  <a:moveTo>
                    <a:pt x="174842" y="155791"/>
                  </a:moveTo>
                  <a:cubicBezTo>
                    <a:pt x="175414" y="156103"/>
                    <a:pt x="175675" y="156416"/>
                    <a:pt x="175987" y="156416"/>
                  </a:cubicBezTo>
                  <a:cubicBezTo>
                    <a:pt x="190614" y="156312"/>
                    <a:pt x="205292" y="156103"/>
                    <a:pt x="219919" y="156051"/>
                  </a:cubicBezTo>
                  <a:cubicBezTo>
                    <a:pt x="241052" y="156051"/>
                    <a:pt x="260623" y="161465"/>
                    <a:pt x="278581" y="172708"/>
                  </a:cubicBezTo>
                  <a:cubicBezTo>
                    <a:pt x="279102" y="173020"/>
                    <a:pt x="279726" y="173281"/>
                    <a:pt x="280403" y="173593"/>
                  </a:cubicBezTo>
                  <a:cubicBezTo>
                    <a:pt x="283162" y="168648"/>
                    <a:pt x="287378" y="166982"/>
                    <a:pt x="292687" y="167295"/>
                  </a:cubicBezTo>
                  <a:cubicBezTo>
                    <a:pt x="296070" y="167451"/>
                    <a:pt x="299454" y="167347"/>
                    <a:pt x="302837" y="167295"/>
                  </a:cubicBezTo>
                  <a:cubicBezTo>
                    <a:pt x="303826" y="167295"/>
                    <a:pt x="305075" y="167243"/>
                    <a:pt x="305700" y="166670"/>
                  </a:cubicBezTo>
                  <a:cubicBezTo>
                    <a:pt x="309552" y="163078"/>
                    <a:pt x="313247" y="159331"/>
                    <a:pt x="316891" y="155739"/>
                  </a:cubicBezTo>
                  <a:cubicBezTo>
                    <a:pt x="304815" y="136063"/>
                    <a:pt x="311842" y="117689"/>
                    <a:pt x="333287" y="111703"/>
                  </a:cubicBezTo>
                  <a:cubicBezTo>
                    <a:pt x="334068" y="111495"/>
                    <a:pt x="335109" y="110298"/>
                    <a:pt x="335109" y="109517"/>
                  </a:cubicBezTo>
                  <a:cubicBezTo>
                    <a:pt x="335265" y="102802"/>
                    <a:pt x="335213" y="96036"/>
                    <a:pt x="335213" y="89061"/>
                  </a:cubicBezTo>
                  <a:cubicBezTo>
                    <a:pt x="324647" y="87447"/>
                    <a:pt x="316943" y="82190"/>
                    <a:pt x="312935" y="72352"/>
                  </a:cubicBezTo>
                  <a:cubicBezTo>
                    <a:pt x="308979" y="62566"/>
                    <a:pt x="310593" y="53405"/>
                    <a:pt x="316371" y="45597"/>
                  </a:cubicBezTo>
                  <a:cubicBezTo>
                    <a:pt x="310905" y="40132"/>
                    <a:pt x="305700" y="34927"/>
                    <a:pt x="300443" y="29617"/>
                  </a:cubicBezTo>
                  <a:cubicBezTo>
                    <a:pt x="292427" y="35499"/>
                    <a:pt x="283370" y="37061"/>
                    <a:pt x="273688" y="33105"/>
                  </a:cubicBezTo>
                  <a:cubicBezTo>
                    <a:pt x="263902" y="29097"/>
                    <a:pt x="258645" y="21393"/>
                    <a:pt x="256927" y="10879"/>
                  </a:cubicBezTo>
                  <a:cubicBezTo>
                    <a:pt x="249953" y="10879"/>
                    <a:pt x="243238" y="10775"/>
                    <a:pt x="236471" y="10983"/>
                  </a:cubicBezTo>
                  <a:cubicBezTo>
                    <a:pt x="235690" y="10983"/>
                    <a:pt x="234389" y="12492"/>
                    <a:pt x="234181" y="13481"/>
                  </a:cubicBezTo>
                  <a:cubicBezTo>
                    <a:pt x="230017" y="32689"/>
                    <a:pt x="208728" y="41381"/>
                    <a:pt x="192435" y="30450"/>
                  </a:cubicBezTo>
                  <a:cubicBezTo>
                    <a:pt x="191811" y="30034"/>
                    <a:pt x="191134" y="29670"/>
                    <a:pt x="191030" y="29617"/>
                  </a:cubicBezTo>
                  <a:cubicBezTo>
                    <a:pt x="185617" y="34979"/>
                    <a:pt x="180463" y="40132"/>
                    <a:pt x="175102" y="45441"/>
                  </a:cubicBezTo>
                  <a:cubicBezTo>
                    <a:pt x="181140" y="53613"/>
                    <a:pt x="182650" y="62775"/>
                    <a:pt x="178590" y="72508"/>
                  </a:cubicBezTo>
                  <a:cubicBezTo>
                    <a:pt x="174530" y="82294"/>
                    <a:pt x="166774" y="87499"/>
                    <a:pt x="156520" y="89061"/>
                  </a:cubicBezTo>
                  <a:cubicBezTo>
                    <a:pt x="156520" y="96608"/>
                    <a:pt x="156520" y="103895"/>
                    <a:pt x="156520" y="111131"/>
                  </a:cubicBezTo>
                  <a:cubicBezTo>
                    <a:pt x="177705" y="113837"/>
                    <a:pt x="188219" y="138198"/>
                    <a:pt x="174842" y="155791"/>
                  </a:cubicBezTo>
                  <a:close/>
                  <a:moveTo>
                    <a:pt x="11347" y="200660"/>
                  </a:moveTo>
                  <a:cubicBezTo>
                    <a:pt x="19259" y="201336"/>
                    <a:pt x="24985" y="204772"/>
                    <a:pt x="27900" y="212059"/>
                  </a:cubicBezTo>
                  <a:cubicBezTo>
                    <a:pt x="30763" y="219242"/>
                    <a:pt x="29045" y="225697"/>
                    <a:pt x="23371" y="232307"/>
                  </a:cubicBezTo>
                  <a:cubicBezTo>
                    <a:pt x="25974" y="233140"/>
                    <a:pt x="27952" y="234285"/>
                    <a:pt x="29878" y="234337"/>
                  </a:cubicBezTo>
                  <a:cubicBezTo>
                    <a:pt x="37529" y="234546"/>
                    <a:pt x="45233" y="234598"/>
                    <a:pt x="52885" y="234337"/>
                  </a:cubicBezTo>
                  <a:cubicBezTo>
                    <a:pt x="58506" y="234181"/>
                    <a:pt x="63139" y="235430"/>
                    <a:pt x="66002" y="240688"/>
                  </a:cubicBezTo>
                  <a:cubicBezTo>
                    <a:pt x="71051" y="237929"/>
                    <a:pt x="75839" y="235274"/>
                    <a:pt x="80888" y="232463"/>
                  </a:cubicBezTo>
                  <a:cubicBezTo>
                    <a:pt x="52364" y="222730"/>
                    <a:pt x="42006" y="197068"/>
                    <a:pt x="45233" y="176039"/>
                  </a:cubicBezTo>
                  <a:cubicBezTo>
                    <a:pt x="48668" y="153709"/>
                    <a:pt x="67303" y="136220"/>
                    <a:pt x="91247" y="133929"/>
                  </a:cubicBezTo>
                  <a:cubicBezTo>
                    <a:pt x="102021" y="132888"/>
                    <a:pt x="112119" y="135491"/>
                    <a:pt x="121229" y="141269"/>
                  </a:cubicBezTo>
                  <a:cubicBezTo>
                    <a:pt x="134866" y="149857"/>
                    <a:pt x="142674" y="162402"/>
                    <a:pt x="145016" y="178434"/>
                  </a:cubicBezTo>
                  <a:cubicBezTo>
                    <a:pt x="149493" y="178434"/>
                    <a:pt x="153657" y="178434"/>
                    <a:pt x="157821" y="178434"/>
                  </a:cubicBezTo>
                  <a:cubicBezTo>
                    <a:pt x="161933" y="178434"/>
                    <a:pt x="165993" y="178434"/>
                    <a:pt x="170209" y="178434"/>
                  </a:cubicBezTo>
                  <a:cubicBezTo>
                    <a:pt x="169324" y="175623"/>
                    <a:pt x="167711" y="173176"/>
                    <a:pt x="168023" y="170990"/>
                  </a:cubicBezTo>
                  <a:cubicBezTo>
                    <a:pt x="168804" y="164744"/>
                    <a:pt x="164952" y="161361"/>
                    <a:pt x="161100" y="157769"/>
                  </a:cubicBezTo>
                  <a:cubicBezTo>
                    <a:pt x="160371" y="157092"/>
                    <a:pt x="159747" y="156364"/>
                    <a:pt x="158758" y="155219"/>
                  </a:cubicBezTo>
                  <a:cubicBezTo>
                    <a:pt x="160892" y="153293"/>
                    <a:pt x="162974" y="151575"/>
                    <a:pt x="164848" y="149597"/>
                  </a:cubicBezTo>
                  <a:cubicBezTo>
                    <a:pt x="169585" y="144704"/>
                    <a:pt x="171094" y="138926"/>
                    <a:pt x="168440" y="132524"/>
                  </a:cubicBezTo>
                  <a:cubicBezTo>
                    <a:pt x="165785" y="126017"/>
                    <a:pt x="160788" y="122738"/>
                    <a:pt x="153709" y="122686"/>
                  </a:cubicBezTo>
                  <a:cubicBezTo>
                    <a:pt x="151054" y="122686"/>
                    <a:pt x="148348" y="122686"/>
                    <a:pt x="145693" y="122686"/>
                  </a:cubicBezTo>
                  <a:cubicBezTo>
                    <a:pt x="144704" y="119251"/>
                    <a:pt x="146786" y="115035"/>
                    <a:pt x="142101" y="113369"/>
                  </a:cubicBezTo>
                  <a:cubicBezTo>
                    <a:pt x="136376" y="118366"/>
                    <a:pt x="129817" y="119823"/>
                    <a:pt x="122686" y="116856"/>
                  </a:cubicBezTo>
                  <a:cubicBezTo>
                    <a:pt x="115555" y="113889"/>
                    <a:pt x="112276" y="108008"/>
                    <a:pt x="111547" y="100356"/>
                  </a:cubicBezTo>
                  <a:cubicBezTo>
                    <a:pt x="101032" y="100356"/>
                    <a:pt x="90778" y="100356"/>
                    <a:pt x="80524" y="100356"/>
                  </a:cubicBezTo>
                  <a:cubicBezTo>
                    <a:pt x="79847" y="100356"/>
                    <a:pt x="79223" y="100512"/>
                    <a:pt x="78598" y="100564"/>
                  </a:cubicBezTo>
                  <a:cubicBezTo>
                    <a:pt x="77401" y="116596"/>
                    <a:pt x="59860" y="123883"/>
                    <a:pt x="47367" y="113161"/>
                  </a:cubicBezTo>
                  <a:cubicBezTo>
                    <a:pt x="40392" y="120136"/>
                    <a:pt x="33365" y="127163"/>
                    <a:pt x="26390" y="134138"/>
                  </a:cubicBezTo>
                  <a:cubicBezTo>
                    <a:pt x="25609" y="134918"/>
                    <a:pt x="24881" y="135751"/>
                    <a:pt x="23996" y="136688"/>
                  </a:cubicBezTo>
                  <a:cubicBezTo>
                    <a:pt x="29149" y="142518"/>
                    <a:pt x="30763" y="149024"/>
                    <a:pt x="27848" y="156208"/>
                  </a:cubicBezTo>
                  <a:cubicBezTo>
                    <a:pt x="24881" y="163495"/>
                    <a:pt x="18843" y="166774"/>
                    <a:pt x="11399" y="167555"/>
                  </a:cubicBezTo>
                  <a:cubicBezTo>
                    <a:pt x="11347" y="178694"/>
                    <a:pt x="11347" y="189521"/>
                    <a:pt x="11347" y="200660"/>
                  </a:cubicBezTo>
                  <a:close/>
                  <a:moveTo>
                    <a:pt x="222782" y="267390"/>
                  </a:moveTo>
                  <a:cubicBezTo>
                    <a:pt x="223250" y="267494"/>
                    <a:pt x="223718" y="267651"/>
                    <a:pt x="224135" y="267598"/>
                  </a:cubicBezTo>
                  <a:cubicBezTo>
                    <a:pt x="243967" y="267026"/>
                    <a:pt x="261872" y="260780"/>
                    <a:pt x="277904" y="249120"/>
                  </a:cubicBezTo>
                  <a:cubicBezTo>
                    <a:pt x="278841" y="248443"/>
                    <a:pt x="279310" y="246674"/>
                    <a:pt x="279310" y="245424"/>
                  </a:cubicBezTo>
                  <a:cubicBezTo>
                    <a:pt x="279414" y="226842"/>
                    <a:pt x="279362" y="208207"/>
                    <a:pt x="279414" y="189625"/>
                  </a:cubicBezTo>
                  <a:cubicBezTo>
                    <a:pt x="279414" y="187595"/>
                    <a:pt x="278841" y="186346"/>
                    <a:pt x="277176" y="185200"/>
                  </a:cubicBezTo>
                  <a:cubicBezTo>
                    <a:pt x="261144" y="174061"/>
                    <a:pt x="243446" y="167763"/>
                    <a:pt x="223823" y="167399"/>
                  </a:cubicBezTo>
                  <a:cubicBezTo>
                    <a:pt x="209717" y="167138"/>
                    <a:pt x="195663" y="167295"/>
                    <a:pt x="181557" y="167295"/>
                  </a:cubicBezTo>
                  <a:cubicBezTo>
                    <a:pt x="180672" y="167295"/>
                    <a:pt x="179839" y="167451"/>
                    <a:pt x="178954" y="167503"/>
                  </a:cubicBezTo>
                  <a:cubicBezTo>
                    <a:pt x="179474" y="174061"/>
                    <a:pt x="183587" y="178173"/>
                    <a:pt x="189833" y="178278"/>
                  </a:cubicBezTo>
                  <a:cubicBezTo>
                    <a:pt x="195142" y="178382"/>
                    <a:pt x="200451" y="178382"/>
                    <a:pt x="205709" y="178278"/>
                  </a:cubicBezTo>
                  <a:cubicBezTo>
                    <a:pt x="215650" y="178121"/>
                    <a:pt x="223094" y="182181"/>
                    <a:pt x="227779" y="191030"/>
                  </a:cubicBezTo>
                  <a:cubicBezTo>
                    <a:pt x="230433" y="195975"/>
                    <a:pt x="234545" y="199098"/>
                    <a:pt x="240063" y="200243"/>
                  </a:cubicBezTo>
                  <a:cubicBezTo>
                    <a:pt x="241780" y="200608"/>
                    <a:pt x="243602" y="200608"/>
                    <a:pt x="245580" y="200764"/>
                  </a:cubicBezTo>
                  <a:cubicBezTo>
                    <a:pt x="245580" y="204460"/>
                    <a:pt x="245580" y="207999"/>
                    <a:pt x="245580" y="211747"/>
                  </a:cubicBezTo>
                  <a:cubicBezTo>
                    <a:pt x="236575" y="212111"/>
                    <a:pt x="229132" y="209092"/>
                    <a:pt x="222677" y="202950"/>
                  </a:cubicBezTo>
                  <a:cubicBezTo>
                    <a:pt x="217680" y="207687"/>
                    <a:pt x="213933" y="213152"/>
                    <a:pt x="213256" y="219815"/>
                  </a:cubicBezTo>
                  <a:cubicBezTo>
                    <a:pt x="212423" y="228195"/>
                    <a:pt x="212631" y="236680"/>
                    <a:pt x="212475" y="245112"/>
                  </a:cubicBezTo>
                  <a:cubicBezTo>
                    <a:pt x="212475" y="245685"/>
                    <a:pt x="213048" y="246570"/>
                    <a:pt x="213620" y="246882"/>
                  </a:cubicBezTo>
                  <a:cubicBezTo>
                    <a:pt x="221949" y="251358"/>
                    <a:pt x="224655" y="258281"/>
                    <a:pt x="222782" y="267390"/>
                  </a:cubicBezTo>
                  <a:close/>
                  <a:moveTo>
                    <a:pt x="55695" y="245424"/>
                  </a:moveTo>
                  <a:cubicBezTo>
                    <a:pt x="41850" y="245424"/>
                    <a:pt x="28420" y="245528"/>
                    <a:pt x="15043" y="245372"/>
                  </a:cubicBezTo>
                  <a:cubicBezTo>
                    <a:pt x="11868" y="245320"/>
                    <a:pt x="11087" y="246309"/>
                    <a:pt x="11139" y="249328"/>
                  </a:cubicBezTo>
                  <a:cubicBezTo>
                    <a:pt x="11243" y="272856"/>
                    <a:pt x="11191" y="296435"/>
                    <a:pt x="11191" y="319963"/>
                  </a:cubicBezTo>
                  <a:cubicBezTo>
                    <a:pt x="11191" y="321160"/>
                    <a:pt x="11295" y="322357"/>
                    <a:pt x="11399" y="323554"/>
                  </a:cubicBezTo>
                  <a:cubicBezTo>
                    <a:pt x="26338" y="323554"/>
                    <a:pt x="40965" y="323554"/>
                    <a:pt x="55747" y="323554"/>
                  </a:cubicBezTo>
                  <a:cubicBezTo>
                    <a:pt x="55695" y="297528"/>
                    <a:pt x="55695" y="271659"/>
                    <a:pt x="55695" y="245424"/>
                  </a:cubicBezTo>
                  <a:close/>
                  <a:moveTo>
                    <a:pt x="335005" y="178642"/>
                  </a:moveTo>
                  <a:cubicBezTo>
                    <a:pt x="319962" y="178642"/>
                    <a:pt x="305388" y="178642"/>
                    <a:pt x="290657" y="178642"/>
                  </a:cubicBezTo>
                  <a:cubicBezTo>
                    <a:pt x="290657" y="204720"/>
                    <a:pt x="290657" y="230590"/>
                    <a:pt x="290657" y="256407"/>
                  </a:cubicBezTo>
                  <a:cubicBezTo>
                    <a:pt x="305544" y="256407"/>
                    <a:pt x="320222" y="256407"/>
                    <a:pt x="335005" y="256407"/>
                  </a:cubicBezTo>
                  <a:cubicBezTo>
                    <a:pt x="335005" y="230381"/>
                    <a:pt x="335005" y="204616"/>
                    <a:pt x="335005" y="178642"/>
                  </a:cubicBezTo>
                  <a:close/>
                  <a:moveTo>
                    <a:pt x="133669" y="179319"/>
                  </a:moveTo>
                  <a:cubicBezTo>
                    <a:pt x="130702" y="158498"/>
                    <a:pt x="113993" y="144184"/>
                    <a:pt x="93329" y="145121"/>
                  </a:cubicBezTo>
                  <a:cubicBezTo>
                    <a:pt x="76776" y="145901"/>
                    <a:pt x="64909" y="154282"/>
                    <a:pt x="58818" y="169585"/>
                  </a:cubicBezTo>
                  <a:cubicBezTo>
                    <a:pt x="52624" y="185148"/>
                    <a:pt x="55747" y="199567"/>
                    <a:pt x="67459" y="211643"/>
                  </a:cubicBezTo>
                  <a:cubicBezTo>
                    <a:pt x="78286" y="222834"/>
                    <a:pt x="94994" y="226061"/>
                    <a:pt x="109257" y="220387"/>
                  </a:cubicBezTo>
                  <a:cubicBezTo>
                    <a:pt x="111131" y="219659"/>
                    <a:pt x="111651" y="218722"/>
                    <a:pt x="111807" y="216744"/>
                  </a:cubicBezTo>
                  <a:cubicBezTo>
                    <a:pt x="112224" y="210133"/>
                    <a:pt x="115555" y="205344"/>
                    <a:pt x="121541" y="202430"/>
                  </a:cubicBezTo>
                  <a:cubicBezTo>
                    <a:pt x="122322" y="202065"/>
                    <a:pt x="123050" y="201649"/>
                    <a:pt x="123779" y="201284"/>
                  </a:cubicBezTo>
                  <a:cubicBezTo>
                    <a:pt x="121749" y="190145"/>
                    <a:pt x="123831" y="185513"/>
                    <a:pt x="133669" y="179319"/>
                  </a:cubicBezTo>
                  <a:close/>
                  <a:moveTo>
                    <a:pt x="203418" y="212007"/>
                  </a:moveTo>
                  <a:cubicBezTo>
                    <a:pt x="202013" y="212007"/>
                    <a:pt x="200920" y="212007"/>
                    <a:pt x="199775" y="212007"/>
                  </a:cubicBezTo>
                  <a:cubicBezTo>
                    <a:pt x="176768" y="212007"/>
                    <a:pt x="153813" y="212007"/>
                    <a:pt x="130806" y="212007"/>
                  </a:cubicBezTo>
                  <a:cubicBezTo>
                    <a:pt x="129817" y="212007"/>
                    <a:pt x="128776" y="211955"/>
                    <a:pt x="127787" y="212059"/>
                  </a:cubicBezTo>
                  <a:cubicBezTo>
                    <a:pt x="124872" y="212424"/>
                    <a:pt x="122894" y="214714"/>
                    <a:pt x="122998" y="217629"/>
                  </a:cubicBezTo>
                  <a:cubicBezTo>
                    <a:pt x="123102" y="220648"/>
                    <a:pt x="124716" y="222417"/>
                    <a:pt x="127631" y="222938"/>
                  </a:cubicBezTo>
                  <a:cubicBezTo>
                    <a:pt x="128308" y="223042"/>
                    <a:pt x="128984" y="223042"/>
                    <a:pt x="129661" y="223042"/>
                  </a:cubicBezTo>
                  <a:cubicBezTo>
                    <a:pt x="152772" y="223042"/>
                    <a:pt x="175831" y="223042"/>
                    <a:pt x="198942" y="223042"/>
                  </a:cubicBezTo>
                  <a:cubicBezTo>
                    <a:pt x="199671" y="223042"/>
                    <a:pt x="200451" y="222834"/>
                    <a:pt x="201128" y="222782"/>
                  </a:cubicBezTo>
                  <a:cubicBezTo>
                    <a:pt x="201909" y="219190"/>
                    <a:pt x="202638" y="215807"/>
                    <a:pt x="203418" y="212007"/>
                  </a:cubicBezTo>
                  <a:close/>
                  <a:moveTo>
                    <a:pt x="216744" y="192748"/>
                  </a:moveTo>
                  <a:cubicBezTo>
                    <a:pt x="213256" y="191551"/>
                    <a:pt x="210497" y="189833"/>
                    <a:pt x="207739" y="189781"/>
                  </a:cubicBezTo>
                  <a:cubicBezTo>
                    <a:pt x="185200" y="189573"/>
                    <a:pt x="162662" y="189625"/>
                    <a:pt x="140123" y="189677"/>
                  </a:cubicBezTo>
                  <a:cubicBezTo>
                    <a:pt x="136532" y="189677"/>
                    <a:pt x="134085" y="191967"/>
                    <a:pt x="134085" y="195142"/>
                  </a:cubicBezTo>
                  <a:cubicBezTo>
                    <a:pt x="134085" y="198317"/>
                    <a:pt x="136480" y="200660"/>
                    <a:pt x="140071" y="200660"/>
                  </a:cubicBezTo>
                  <a:cubicBezTo>
                    <a:pt x="162610" y="200712"/>
                    <a:pt x="185148" y="200712"/>
                    <a:pt x="207687" y="200660"/>
                  </a:cubicBezTo>
                  <a:cubicBezTo>
                    <a:pt x="208623" y="200660"/>
                    <a:pt x="209769" y="200348"/>
                    <a:pt x="210393" y="199775"/>
                  </a:cubicBezTo>
                  <a:cubicBezTo>
                    <a:pt x="212319" y="197901"/>
                    <a:pt x="213985" y="195819"/>
                    <a:pt x="216744" y="192748"/>
                  </a:cubicBezTo>
                  <a:close/>
                  <a:moveTo>
                    <a:pt x="200920" y="234546"/>
                  </a:moveTo>
                  <a:cubicBezTo>
                    <a:pt x="193372" y="234546"/>
                    <a:pt x="186189" y="234546"/>
                    <a:pt x="179266" y="234546"/>
                  </a:cubicBezTo>
                  <a:cubicBezTo>
                    <a:pt x="178277" y="238241"/>
                    <a:pt x="177288" y="241729"/>
                    <a:pt x="176351" y="245112"/>
                  </a:cubicBezTo>
                  <a:cubicBezTo>
                    <a:pt x="184576" y="245112"/>
                    <a:pt x="192748" y="245112"/>
                    <a:pt x="200920" y="245112"/>
                  </a:cubicBezTo>
                  <a:cubicBezTo>
                    <a:pt x="200920" y="241468"/>
                    <a:pt x="200920" y="238137"/>
                    <a:pt x="200920" y="234546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221" name="Google Shape;1221;p10"/>
            <p:cNvSpPr/>
            <p:nvPr/>
          </p:nvSpPr>
          <p:spPr bwMode="auto">
            <a:xfrm>
              <a:off x="6434965" y="6368085"/>
              <a:ext cx="10774" cy="10670"/>
            </a:xfrm>
            <a:custGeom>
              <a:avLst/>
              <a:gdLst/>
              <a:ahLst/>
              <a:cxnLst/>
              <a:rect l="l" t="t" r="r" b="b"/>
              <a:pathLst>
                <a:path w="10774" h="10670" fill="norm" stroke="1" extrusionOk="0">
                  <a:moveTo>
                    <a:pt x="10775" y="10671"/>
                  </a:moveTo>
                  <a:cubicBezTo>
                    <a:pt x="7079" y="10671"/>
                    <a:pt x="3644" y="10671"/>
                    <a:pt x="0" y="10671"/>
                  </a:cubicBezTo>
                  <a:cubicBezTo>
                    <a:pt x="0" y="7079"/>
                    <a:pt x="0" y="3644"/>
                    <a:pt x="0" y="0"/>
                  </a:cubicBezTo>
                  <a:cubicBezTo>
                    <a:pt x="3592" y="0"/>
                    <a:pt x="7079" y="0"/>
                    <a:pt x="10775" y="0"/>
                  </a:cubicBezTo>
                  <a:cubicBezTo>
                    <a:pt x="10775" y="3540"/>
                    <a:pt x="10775" y="6975"/>
                    <a:pt x="10775" y="1067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222" name="Google Shape;1222;p10"/>
            <p:cNvSpPr/>
            <p:nvPr/>
          </p:nvSpPr>
          <p:spPr bwMode="auto">
            <a:xfrm>
              <a:off x="6457452" y="6367929"/>
              <a:ext cx="10566" cy="10826"/>
            </a:xfrm>
            <a:custGeom>
              <a:avLst/>
              <a:gdLst/>
              <a:ahLst/>
              <a:cxnLst/>
              <a:rect l="l" t="t" r="r" b="b"/>
              <a:pathLst>
                <a:path w="10566" h="10826" fill="norm" stroke="1" extrusionOk="0">
                  <a:moveTo>
                    <a:pt x="0" y="0"/>
                  </a:moveTo>
                  <a:cubicBezTo>
                    <a:pt x="3644" y="0"/>
                    <a:pt x="6975" y="0"/>
                    <a:pt x="10567" y="0"/>
                  </a:cubicBezTo>
                  <a:cubicBezTo>
                    <a:pt x="10567" y="3644"/>
                    <a:pt x="10567" y="7131"/>
                    <a:pt x="10567" y="10827"/>
                  </a:cubicBezTo>
                  <a:cubicBezTo>
                    <a:pt x="7027" y="10827"/>
                    <a:pt x="3644" y="10827"/>
                    <a:pt x="0" y="10827"/>
                  </a:cubicBezTo>
                  <a:cubicBezTo>
                    <a:pt x="0" y="7183"/>
                    <a:pt x="0" y="3644"/>
                    <a:pt x="0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223" name="Google Shape;1223;p10"/>
            <p:cNvSpPr/>
            <p:nvPr/>
          </p:nvSpPr>
          <p:spPr bwMode="auto">
            <a:xfrm>
              <a:off x="6479730" y="6368033"/>
              <a:ext cx="10670" cy="10722"/>
            </a:xfrm>
            <a:custGeom>
              <a:avLst/>
              <a:gdLst/>
              <a:ahLst/>
              <a:cxnLst/>
              <a:rect l="l" t="t" r="r" b="b"/>
              <a:pathLst>
                <a:path w="10670" h="10722" fill="norm" stroke="1" extrusionOk="0">
                  <a:moveTo>
                    <a:pt x="10671" y="0"/>
                  </a:moveTo>
                  <a:cubicBezTo>
                    <a:pt x="10671" y="3696"/>
                    <a:pt x="10671" y="7131"/>
                    <a:pt x="10671" y="10723"/>
                  </a:cubicBezTo>
                  <a:cubicBezTo>
                    <a:pt x="7079" y="10723"/>
                    <a:pt x="3696" y="10723"/>
                    <a:pt x="0" y="10723"/>
                  </a:cubicBezTo>
                  <a:cubicBezTo>
                    <a:pt x="0" y="7183"/>
                    <a:pt x="0" y="3696"/>
                    <a:pt x="0" y="0"/>
                  </a:cubicBezTo>
                  <a:cubicBezTo>
                    <a:pt x="3540" y="0"/>
                    <a:pt x="6975" y="0"/>
                    <a:pt x="1067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224" name="Google Shape;1224;p10"/>
            <p:cNvSpPr/>
            <p:nvPr/>
          </p:nvSpPr>
          <p:spPr bwMode="auto">
            <a:xfrm>
              <a:off x="6658475" y="6636256"/>
              <a:ext cx="10774" cy="10566"/>
            </a:xfrm>
            <a:custGeom>
              <a:avLst/>
              <a:gdLst/>
              <a:ahLst/>
              <a:cxnLst/>
              <a:rect l="l" t="t" r="r" b="b"/>
              <a:pathLst>
                <a:path w="10774" h="10566" fill="norm" stroke="1" extrusionOk="0">
                  <a:moveTo>
                    <a:pt x="10775" y="0"/>
                  </a:moveTo>
                  <a:cubicBezTo>
                    <a:pt x="10775" y="3592"/>
                    <a:pt x="10775" y="6975"/>
                    <a:pt x="10775" y="10567"/>
                  </a:cubicBezTo>
                  <a:cubicBezTo>
                    <a:pt x="7183" y="10567"/>
                    <a:pt x="3696" y="10567"/>
                    <a:pt x="0" y="10567"/>
                  </a:cubicBezTo>
                  <a:cubicBezTo>
                    <a:pt x="0" y="7079"/>
                    <a:pt x="0" y="3644"/>
                    <a:pt x="0" y="0"/>
                  </a:cubicBezTo>
                  <a:cubicBezTo>
                    <a:pt x="3435" y="0"/>
                    <a:pt x="6975" y="0"/>
                    <a:pt x="1077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225" name="Google Shape;1225;p10"/>
            <p:cNvSpPr/>
            <p:nvPr/>
          </p:nvSpPr>
          <p:spPr bwMode="auto">
            <a:xfrm>
              <a:off x="6680858" y="6636204"/>
              <a:ext cx="10670" cy="10722"/>
            </a:xfrm>
            <a:custGeom>
              <a:avLst/>
              <a:gdLst/>
              <a:ahLst/>
              <a:cxnLst/>
              <a:rect l="l" t="t" r="r" b="b"/>
              <a:pathLst>
                <a:path w="10670" h="10722" fill="norm" stroke="1" extrusionOk="0">
                  <a:moveTo>
                    <a:pt x="10671" y="0"/>
                  </a:moveTo>
                  <a:cubicBezTo>
                    <a:pt x="10671" y="3644"/>
                    <a:pt x="10671" y="7027"/>
                    <a:pt x="10671" y="10723"/>
                  </a:cubicBezTo>
                  <a:cubicBezTo>
                    <a:pt x="7079" y="10723"/>
                    <a:pt x="3644" y="10723"/>
                    <a:pt x="0" y="10723"/>
                  </a:cubicBezTo>
                  <a:cubicBezTo>
                    <a:pt x="0" y="7235"/>
                    <a:pt x="0" y="3748"/>
                    <a:pt x="0" y="0"/>
                  </a:cubicBezTo>
                  <a:cubicBezTo>
                    <a:pt x="3435" y="0"/>
                    <a:pt x="6871" y="0"/>
                    <a:pt x="1067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226" name="Google Shape;1226;p10"/>
            <p:cNvSpPr/>
            <p:nvPr/>
          </p:nvSpPr>
          <p:spPr bwMode="auto">
            <a:xfrm>
              <a:off x="6703136" y="6636152"/>
              <a:ext cx="10670" cy="10722"/>
            </a:xfrm>
            <a:custGeom>
              <a:avLst/>
              <a:gdLst/>
              <a:ahLst/>
              <a:cxnLst/>
              <a:rect l="l" t="t" r="r" b="b"/>
              <a:pathLst>
                <a:path w="10670" h="10722" fill="norm" stroke="1" extrusionOk="0">
                  <a:moveTo>
                    <a:pt x="0" y="10723"/>
                  </a:moveTo>
                  <a:cubicBezTo>
                    <a:pt x="0" y="6975"/>
                    <a:pt x="0" y="3592"/>
                    <a:pt x="0" y="0"/>
                  </a:cubicBezTo>
                  <a:cubicBezTo>
                    <a:pt x="3592" y="0"/>
                    <a:pt x="7027" y="0"/>
                    <a:pt x="10671" y="0"/>
                  </a:cubicBezTo>
                  <a:cubicBezTo>
                    <a:pt x="10671" y="3540"/>
                    <a:pt x="10671" y="7027"/>
                    <a:pt x="10671" y="10723"/>
                  </a:cubicBezTo>
                  <a:cubicBezTo>
                    <a:pt x="7131" y="10723"/>
                    <a:pt x="3696" y="10723"/>
                    <a:pt x="0" y="10723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227" name="Google Shape;1227;p10"/>
            <p:cNvSpPr/>
            <p:nvPr/>
          </p:nvSpPr>
          <p:spPr bwMode="auto">
            <a:xfrm>
              <a:off x="6591224" y="6378912"/>
              <a:ext cx="111703" cy="111704"/>
            </a:xfrm>
            <a:custGeom>
              <a:avLst/>
              <a:gdLst/>
              <a:ahLst/>
              <a:cxnLst/>
              <a:rect l="l" t="t" r="r" b="b"/>
              <a:pathLst>
                <a:path w="111703" h="111704" fill="norm" stroke="1" extrusionOk="0">
                  <a:moveTo>
                    <a:pt x="0" y="55748"/>
                  </a:moveTo>
                  <a:cubicBezTo>
                    <a:pt x="52" y="24881"/>
                    <a:pt x="25141" y="-52"/>
                    <a:pt x="56060" y="0"/>
                  </a:cubicBezTo>
                  <a:cubicBezTo>
                    <a:pt x="86822" y="104"/>
                    <a:pt x="111807" y="25349"/>
                    <a:pt x="111703" y="56216"/>
                  </a:cubicBezTo>
                  <a:cubicBezTo>
                    <a:pt x="111599" y="86979"/>
                    <a:pt x="86354" y="111859"/>
                    <a:pt x="55435" y="111703"/>
                  </a:cubicBezTo>
                  <a:cubicBezTo>
                    <a:pt x="24725" y="111599"/>
                    <a:pt x="-52" y="86562"/>
                    <a:pt x="0" y="55748"/>
                  </a:cubicBezTo>
                  <a:close/>
                  <a:moveTo>
                    <a:pt x="100460" y="55904"/>
                  </a:moveTo>
                  <a:cubicBezTo>
                    <a:pt x="100408" y="31127"/>
                    <a:pt x="80472" y="11243"/>
                    <a:pt x="55695" y="11295"/>
                  </a:cubicBezTo>
                  <a:cubicBezTo>
                    <a:pt x="30971" y="11347"/>
                    <a:pt x="10931" y="31491"/>
                    <a:pt x="11087" y="56112"/>
                  </a:cubicBezTo>
                  <a:cubicBezTo>
                    <a:pt x="11191" y="80576"/>
                    <a:pt x="31335" y="100616"/>
                    <a:pt x="55748" y="100668"/>
                  </a:cubicBezTo>
                  <a:cubicBezTo>
                    <a:pt x="80368" y="100720"/>
                    <a:pt x="100512" y="80576"/>
                    <a:pt x="100460" y="55904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228" name="Google Shape;1228;p10"/>
            <p:cNvSpPr/>
            <p:nvPr/>
          </p:nvSpPr>
          <p:spPr bwMode="auto">
            <a:xfrm>
              <a:off x="6591221" y="6378912"/>
              <a:ext cx="11038" cy="11139"/>
            </a:xfrm>
            <a:custGeom>
              <a:avLst/>
              <a:gdLst/>
              <a:ahLst/>
              <a:cxnLst/>
              <a:rect l="l" t="t" r="r" b="b"/>
              <a:pathLst>
                <a:path w="11038" h="11139" fill="norm" stroke="1" extrusionOk="0">
                  <a:moveTo>
                    <a:pt x="11038" y="5570"/>
                  </a:moveTo>
                  <a:cubicBezTo>
                    <a:pt x="11038" y="8693"/>
                    <a:pt x="8592" y="11191"/>
                    <a:pt x="5469" y="11139"/>
                  </a:cubicBezTo>
                  <a:cubicBezTo>
                    <a:pt x="2502" y="11087"/>
                    <a:pt x="107" y="8745"/>
                    <a:pt x="3" y="5778"/>
                  </a:cubicBezTo>
                  <a:cubicBezTo>
                    <a:pt x="-101" y="2655"/>
                    <a:pt x="2294" y="104"/>
                    <a:pt x="5365" y="0"/>
                  </a:cubicBezTo>
                  <a:cubicBezTo>
                    <a:pt x="8488" y="0"/>
                    <a:pt x="11038" y="2446"/>
                    <a:pt x="11038" y="557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229" name="Google Shape;1229;p10"/>
            <p:cNvSpPr/>
            <p:nvPr/>
          </p:nvSpPr>
          <p:spPr bwMode="auto">
            <a:xfrm>
              <a:off x="6641454" y="6356633"/>
              <a:ext cx="11140" cy="11088"/>
            </a:xfrm>
            <a:custGeom>
              <a:avLst/>
              <a:gdLst/>
              <a:ahLst/>
              <a:cxnLst/>
              <a:rect l="l" t="t" r="r" b="b"/>
              <a:pathLst>
                <a:path w="11140" h="11088" fill="norm" stroke="1" extrusionOk="0">
                  <a:moveTo>
                    <a:pt x="11140" y="5466"/>
                  </a:moveTo>
                  <a:cubicBezTo>
                    <a:pt x="11192" y="8485"/>
                    <a:pt x="8745" y="11036"/>
                    <a:pt x="5674" y="11088"/>
                  </a:cubicBezTo>
                  <a:cubicBezTo>
                    <a:pt x="2655" y="11140"/>
                    <a:pt x="53" y="8641"/>
                    <a:pt x="1" y="5622"/>
                  </a:cubicBezTo>
                  <a:cubicBezTo>
                    <a:pt x="-51" y="2655"/>
                    <a:pt x="2499" y="1"/>
                    <a:pt x="5518" y="1"/>
                  </a:cubicBezTo>
                  <a:cubicBezTo>
                    <a:pt x="8537" y="-51"/>
                    <a:pt x="11088" y="2447"/>
                    <a:pt x="11140" y="5466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230" name="Google Shape;1230;p10"/>
            <p:cNvSpPr/>
            <p:nvPr/>
          </p:nvSpPr>
          <p:spPr bwMode="auto">
            <a:xfrm>
              <a:off x="6691781" y="6479632"/>
              <a:ext cx="11146" cy="10986"/>
            </a:xfrm>
            <a:custGeom>
              <a:avLst/>
              <a:gdLst/>
              <a:ahLst/>
              <a:cxnLst/>
              <a:rect l="l" t="t" r="r" b="b"/>
              <a:pathLst>
                <a:path w="11146" h="10986" fill="norm" stroke="1" extrusionOk="0">
                  <a:moveTo>
                    <a:pt x="11146" y="5622"/>
                  </a:moveTo>
                  <a:cubicBezTo>
                    <a:pt x="11094" y="8693"/>
                    <a:pt x="8492" y="11087"/>
                    <a:pt x="5368" y="10983"/>
                  </a:cubicBezTo>
                  <a:cubicBezTo>
                    <a:pt x="2297" y="10879"/>
                    <a:pt x="-149" y="8276"/>
                    <a:pt x="7" y="5205"/>
                  </a:cubicBezTo>
                  <a:cubicBezTo>
                    <a:pt x="163" y="2238"/>
                    <a:pt x="2610" y="0"/>
                    <a:pt x="5577" y="0"/>
                  </a:cubicBezTo>
                  <a:cubicBezTo>
                    <a:pt x="8752" y="0"/>
                    <a:pt x="11198" y="2498"/>
                    <a:pt x="11146" y="5622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231" name="Google Shape;1231;p10"/>
            <p:cNvSpPr/>
            <p:nvPr/>
          </p:nvSpPr>
          <p:spPr bwMode="auto">
            <a:xfrm>
              <a:off x="6714170" y="6429245"/>
              <a:ext cx="11088" cy="11192"/>
            </a:xfrm>
            <a:custGeom>
              <a:avLst/>
              <a:gdLst/>
              <a:ahLst/>
              <a:cxnLst/>
              <a:rect l="l" t="t" r="r" b="b"/>
              <a:pathLst>
                <a:path w="11088" h="11192" fill="norm" stroke="1" extrusionOk="0">
                  <a:moveTo>
                    <a:pt x="11088" y="5518"/>
                  </a:moveTo>
                  <a:cubicBezTo>
                    <a:pt x="11140" y="8485"/>
                    <a:pt x="8589" y="11140"/>
                    <a:pt x="5622" y="11192"/>
                  </a:cubicBezTo>
                  <a:cubicBezTo>
                    <a:pt x="2603" y="11244"/>
                    <a:pt x="53" y="8745"/>
                    <a:pt x="1" y="5674"/>
                  </a:cubicBezTo>
                  <a:cubicBezTo>
                    <a:pt x="-51" y="2603"/>
                    <a:pt x="2395" y="53"/>
                    <a:pt x="5466" y="1"/>
                  </a:cubicBezTo>
                  <a:cubicBezTo>
                    <a:pt x="8433" y="-51"/>
                    <a:pt x="11036" y="2499"/>
                    <a:pt x="11088" y="5518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232" name="Google Shape;1232;p10"/>
            <p:cNvSpPr/>
            <p:nvPr/>
          </p:nvSpPr>
          <p:spPr bwMode="auto">
            <a:xfrm>
              <a:off x="6691788" y="6378964"/>
              <a:ext cx="11140" cy="11139"/>
            </a:xfrm>
            <a:custGeom>
              <a:avLst/>
              <a:gdLst/>
              <a:ahLst/>
              <a:cxnLst/>
              <a:rect l="l" t="t" r="r" b="b"/>
              <a:pathLst>
                <a:path w="11140" h="11139" fill="norm" stroke="1" extrusionOk="0">
                  <a:moveTo>
                    <a:pt x="5466" y="11139"/>
                  </a:moveTo>
                  <a:cubicBezTo>
                    <a:pt x="2447" y="11087"/>
                    <a:pt x="-51" y="8537"/>
                    <a:pt x="1" y="5517"/>
                  </a:cubicBezTo>
                  <a:cubicBezTo>
                    <a:pt x="53" y="2498"/>
                    <a:pt x="2655" y="0"/>
                    <a:pt x="5622" y="0"/>
                  </a:cubicBezTo>
                  <a:cubicBezTo>
                    <a:pt x="8589" y="52"/>
                    <a:pt x="11192" y="2707"/>
                    <a:pt x="11140" y="5674"/>
                  </a:cubicBezTo>
                  <a:cubicBezTo>
                    <a:pt x="11088" y="8641"/>
                    <a:pt x="8485" y="11191"/>
                    <a:pt x="5466" y="11139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233" name="Google Shape;1233;p10"/>
            <p:cNvSpPr/>
            <p:nvPr/>
          </p:nvSpPr>
          <p:spPr bwMode="auto">
            <a:xfrm>
              <a:off x="6568934" y="6429226"/>
              <a:ext cx="10947" cy="11165"/>
            </a:xfrm>
            <a:custGeom>
              <a:avLst/>
              <a:gdLst/>
              <a:ahLst/>
              <a:cxnLst/>
              <a:rect l="l" t="t" r="r" b="b"/>
              <a:pathLst>
                <a:path w="10947" h="11165" fill="norm" stroke="1" extrusionOk="0">
                  <a:moveTo>
                    <a:pt x="5218" y="11159"/>
                  </a:moveTo>
                  <a:cubicBezTo>
                    <a:pt x="2147" y="11003"/>
                    <a:pt x="-195" y="8400"/>
                    <a:pt x="13" y="5225"/>
                  </a:cubicBezTo>
                  <a:cubicBezTo>
                    <a:pt x="169" y="2102"/>
                    <a:pt x="2824" y="-241"/>
                    <a:pt x="5895" y="20"/>
                  </a:cubicBezTo>
                  <a:cubicBezTo>
                    <a:pt x="8862" y="280"/>
                    <a:pt x="11048" y="2726"/>
                    <a:pt x="10944" y="5745"/>
                  </a:cubicBezTo>
                  <a:cubicBezTo>
                    <a:pt x="10892" y="8869"/>
                    <a:pt x="8289" y="11315"/>
                    <a:pt x="5218" y="11159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234" name="Google Shape;1234;p10"/>
            <p:cNvSpPr/>
            <p:nvPr/>
          </p:nvSpPr>
          <p:spPr bwMode="auto">
            <a:xfrm>
              <a:off x="6490556" y="6446056"/>
              <a:ext cx="11192" cy="11143"/>
            </a:xfrm>
            <a:custGeom>
              <a:avLst/>
              <a:gdLst/>
              <a:ahLst/>
              <a:cxnLst/>
              <a:rect l="l" t="t" r="r" b="b"/>
              <a:pathLst>
                <a:path w="11192" h="11143" fill="norm" stroke="1" extrusionOk="0">
                  <a:moveTo>
                    <a:pt x="11192" y="5417"/>
                  </a:moveTo>
                  <a:cubicBezTo>
                    <a:pt x="11244" y="8383"/>
                    <a:pt x="8693" y="11038"/>
                    <a:pt x="5726" y="11142"/>
                  </a:cubicBezTo>
                  <a:cubicBezTo>
                    <a:pt x="2760" y="11194"/>
                    <a:pt x="105" y="8644"/>
                    <a:pt x="1" y="5677"/>
                  </a:cubicBezTo>
                  <a:cubicBezTo>
                    <a:pt x="-51" y="2710"/>
                    <a:pt x="2499" y="55"/>
                    <a:pt x="5466" y="3"/>
                  </a:cubicBezTo>
                  <a:cubicBezTo>
                    <a:pt x="8485" y="-101"/>
                    <a:pt x="11140" y="2398"/>
                    <a:pt x="11192" y="5417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235" name="Google Shape;1235;p10"/>
            <p:cNvSpPr/>
            <p:nvPr/>
          </p:nvSpPr>
          <p:spPr bwMode="auto">
            <a:xfrm>
              <a:off x="6538025" y="6465630"/>
              <a:ext cx="11194" cy="11192"/>
            </a:xfrm>
            <a:custGeom>
              <a:avLst/>
              <a:gdLst/>
              <a:ahLst/>
              <a:cxnLst/>
              <a:rect l="l" t="t" r="r" b="b"/>
              <a:pathLst>
                <a:path w="11194" h="11192" fill="norm" stroke="1" extrusionOk="0">
                  <a:moveTo>
                    <a:pt x="5468" y="1"/>
                  </a:moveTo>
                  <a:cubicBezTo>
                    <a:pt x="8435" y="-51"/>
                    <a:pt x="11090" y="2499"/>
                    <a:pt x="11194" y="5466"/>
                  </a:cubicBezTo>
                  <a:cubicBezTo>
                    <a:pt x="11246" y="8433"/>
                    <a:pt x="8696" y="11088"/>
                    <a:pt x="5729" y="11192"/>
                  </a:cubicBezTo>
                  <a:cubicBezTo>
                    <a:pt x="2762" y="11244"/>
                    <a:pt x="107" y="8693"/>
                    <a:pt x="3" y="5726"/>
                  </a:cubicBezTo>
                  <a:cubicBezTo>
                    <a:pt x="-101" y="2760"/>
                    <a:pt x="2502" y="53"/>
                    <a:pt x="5468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236" name="Google Shape;1236;p10"/>
            <p:cNvSpPr/>
            <p:nvPr/>
          </p:nvSpPr>
          <p:spPr bwMode="auto">
            <a:xfrm>
              <a:off x="6443238" y="6465679"/>
              <a:ext cx="11142" cy="11145"/>
            </a:xfrm>
            <a:custGeom>
              <a:avLst/>
              <a:gdLst/>
              <a:ahLst/>
              <a:cxnLst/>
              <a:rect l="l" t="t" r="r" b="b"/>
              <a:pathLst>
                <a:path w="11142" h="11145" fill="norm" stroke="1" extrusionOk="0">
                  <a:moveTo>
                    <a:pt x="5729" y="11142"/>
                  </a:moveTo>
                  <a:cubicBezTo>
                    <a:pt x="2762" y="11246"/>
                    <a:pt x="107" y="8696"/>
                    <a:pt x="3" y="5729"/>
                  </a:cubicBezTo>
                  <a:cubicBezTo>
                    <a:pt x="-101" y="2762"/>
                    <a:pt x="2450" y="107"/>
                    <a:pt x="5416" y="3"/>
                  </a:cubicBezTo>
                  <a:cubicBezTo>
                    <a:pt x="8383" y="-101"/>
                    <a:pt x="11038" y="2398"/>
                    <a:pt x="11142" y="5417"/>
                  </a:cubicBezTo>
                  <a:cubicBezTo>
                    <a:pt x="11194" y="8383"/>
                    <a:pt x="8748" y="11038"/>
                    <a:pt x="5729" y="11142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237" name="Google Shape;1237;p10"/>
            <p:cNvSpPr/>
            <p:nvPr/>
          </p:nvSpPr>
          <p:spPr bwMode="auto">
            <a:xfrm>
              <a:off x="6423563" y="6513047"/>
              <a:ext cx="11093" cy="11195"/>
            </a:xfrm>
            <a:custGeom>
              <a:avLst/>
              <a:gdLst/>
              <a:ahLst/>
              <a:cxnLst/>
              <a:rect l="l" t="t" r="r" b="b"/>
              <a:pathLst>
                <a:path w="11093" h="11195" fill="norm" stroke="1" extrusionOk="0">
                  <a:moveTo>
                    <a:pt x="5729" y="3"/>
                  </a:moveTo>
                  <a:cubicBezTo>
                    <a:pt x="8748" y="107"/>
                    <a:pt x="11194" y="2710"/>
                    <a:pt x="11090" y="5729"/>
                  </a:cubicBezTo>
                  <a:cubicBezTo>
                    <a:pt x="10986" y="8748"/>
                    <a:pt x="8383" y="11246"/>
                    <a:pt x="5416" y="11194"/>
                  </a:cubicBezTo>
                  <a:cubicBezTo>
                    <a:pt x="2450" y="11090"/>
                    <a:pt x="-101" y="8435"/>
                    <a:pt x="3" y="5469"/>
                  </a:cubicBezTo>
                  <a:cubicBezTo>
                    <a:pt x="107" y="2450"/>
                    <a:pt x="2762" y="-101"/>
                    <a:pt x="5729" y="3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238" name="Google Shape;1238;p10"/>
            <p:cNvSpPr/>
            <p:nvPr/>
          </p:nvSpPr>
          <p:spPr bwMode="auto">
            <a:xfrm>
              <a:off x="6468226" y="6490667"/>
              <a:ext cx="55905" cy="55904"/>
            </a:xfrm>
            <a:custGeom>
              <a:avLst/>
              <a:gdLst/>
              <a:ahLst/>
              <a:cxnLst/>
              <a:rect l="l" t="t" r="r" b="b"/>
              <a:pathLst>
                <a:path w="55905" h="55904" fill="norm" stroke="1" extrusionOk="0">
                  <a:moveTo>
                    <a:pt x="0" y="27952"/>
                  </a:moveTo>
                  <a:cubicBezTo>
                    <a:pt x="0" y="12597"/>
                    <a:pt x="12701" y="-52"/>
                    <a:pt x="28004" y="0"/>
                  </a:cubicBezTo>
                  <a:cubicBezTo>
                    <a:pt x="43359" y="52"/>
                    <a:pt x="56060" y="12857"/>
                    <a:pt x="55904" y="28108"/>
                  </a:cubicBezTo>
                  <a:cubicBezTo>
                    <a:pt x="55747" y="43359"/>
                    <a:pt x="43255" y="55852"/>
                    <a:pt x="28056" y="55904"/>
                  </a:cubicBezTo>
                  <a:cubicBezTo>
                    <a:pt x="12805" y="56008"/>
                    <a:pt x="52" y="43307"/>
                    <a:pt x="0" y="27952"/>
                  </a:cubicBezTo>
                  <a:close/>
                  <a:moveTo>
                    <a:pt x="27952" y="11295"/>
                  </a:moveTo>
                  <a:cubicBezTo>
                    <a:pt x="18635" y="11295"/>
                    <a:pt x="11295" y="18687"/>
                    <a:pt x="11295" y="28004"/>
                  </a:cubicBezTo>
                  <a:cubicBezTo>
                    <a:pt x="11295" y="37321"/>
                    <a:pt x="18687" y="44661"/>
                    <a:pt x="28004" y="44661"/>
                  </a:cubicBezTo>
                  <a:cubicBezTo>
                    <a:pt x="37321" y="44661"/>
                    <a:pt x="44712" y="37217"/>
                    <a:pt x="44660" y="27952"/>
                  </a:cubicBezTo>
                  <a:cubicBezTo>
                    <a:pt x="44660" y="18635"/>
                    <a:pt x="37269" y="11243"/>
                    <a:pt x="27952" y="11295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239" name="Google Shape;1239;p10"/>
            <p:cNvSpPr/>
            <p:nvPr/>
          </p:nvSpPr>
          <p:spPr bwMode="auto">
            <a:xfrm>
              <a:off x="6613607" y="6401294"/>
              <a:ext cx="66990" cy="66990"/>
            </a:xfrm>
            <a:custGeom>
              <a:avLst/>
              <a:gdLst/>
              <a:ahLst/>
              <a:cxnLst/>
              <a:rect l="l" t="t" r="r" b="b"/>
              <a:pathLst>
                <a:path w="66990" h="66990" fill="norm" stroke="1" extrusionOk="0">
                  <a:moveTo>
                    <a:pt x="0" y="33625"/>
                  </a:moveTo>
                  <a:cubicBezTo>
                    <a:pt x="-52" y="15095"/>
                    <a:pt x="14991" y="0"/>
                    <a:pt x="33469" y="0"/>
                  </a:cubicBezTo>
                  <a:cubicBezTo>
                    <a:pt x="51896" y="0"/>
                    <a:pt x="67043" y="15199"/>
                    <a:pt x="66991" y="33625"/>
                  </a:cubicBezTo>
                  <a:cubicBezTo>
                    <a:pt x="66939" y="51948"/>
                    <a:pt x="52000" y="66939"/>
                    <a:pt x="33626" y="66991"/>
                  </a:cubicBezTo>
                  <a:cubicBezTo>
                    <a:pt x="15043" y="67043"/>
                    <a:pt x="52" y="52156"/>
                    <a:pt x="0" y="33625"/>
                  </a:cubicBezTo>
                  <a:close/>
                  <a:moveTo>
                    <a:pt x="33365" y="11243"/>
                  </a:moveTo>
                  <a:cubicBezTo>
                    <a:pt x="20977" y="11295"/>
                    <a:pt x="10931" y="21445"/>
                    <a:pt x="11087" y="33678"/>
                  </a:cubicBezTo>
                  <a:cubicBezTo>
                    <a:pt x="11243" y="45858"/>
                    <a:pt x="21237" y="55800"/>
                    <a:pt x="33365" y="55904"/>
                  </a:cubicBezTo>
                  <a:cubicBezTo>
                    <a:pt x="45650" y="55956"/>
                    <a:pt x="55696" y="45910"/>
                    <a:pt x="55748" y="33521"/>
                  </a:cubicBezTo>
                  <a:cubicBezTo>
                    <a:pt x="55748" y="21081"/>
                    <a:pt x="45806" y="11191"/>
                    <a:pt x="33365" y="11243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</p:grpSp>
      <p:sp>
        <p:nvSpPr>
          <p:cNvPr id="1332390730" name="Google Shape;1240;p10"/>
          <p:cNvSpPr txBox="1"/>
          <p:nvPr/>
        </p:nvSpPr>
        <p:spPr bwMode="auto">
          <a:xfrm>
            <a:off x="875187" y="6390182"/>
            <a:ext cx="13785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pPr>
            <a:r>
              <a:rPr lang="en-US" sz="14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</a:rPr>
              <a:t>The University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083499505" name="Google Shape;1241;p10"/>
          <p:cNvSpPr txBox="1"/>
          <p:nvPr/>
        </p:nvSpPr>
        <p:spPr bwMode="auto">
          <a:xfrm>
            <a:off x="3035846" y="6390182"/>
            <a:ext cx="10311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pPr>
            <a:r>
              <a:rPr lang="en-US" sz="14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</a:rPr>
              <a:t>Innovations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002659717" name="Google Shape;1242;p10"/>
          <p:cNvSpPr txBox="1"/>
          <p:nvPr/>
        </p:nvSpPr>
        <p:spPr bwMode="auto">
          <a:xfrm>
            <a:off x="4848939" y="6276042"/>
            <a:ext cx="1155900" cy="52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pPr>
            <a:r>
              <a:rPr lang="en-US" sz="14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</a:rPr>
              <a:t>Translational Research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754294135" name="Google Shape;1243;p10"/>
          <p:cNvSpPr txBox="1"/>
          <p:nvPr/>
        </p:nvSpPr>
        <p:spPr bwMode="auto">
          <a:xfrm>
            <a:off x="6786916" y="6390182"/>
            <a:ext cx="11214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pPr>
            <a:r>
              <a:rPr lang="en-US" sz="14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</a:rPr>
              <a:t>Mobilization 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07080220" name="Google Shape;1244;p10"/>
          <p:cNvSpPr txBox="1"/>
          <p:nvPr/>
        </p:nvSpPr>
        <p:spPr bwMode="auto">
          <a:xfrm>
            <a:off x="8690450" y="6390182"/>
            <a:ext cx="12090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pPr>
            <a:r>
              <a:rPr lang="en-US"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Collaborators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44743074" name="Google Shape;1245;p10"/>
          <p:cNvSpPr/>
          <p:nvPr/>
        </p:nvSpPr>
        <p:spPr bwMode="auto">
          <a:xfrm>
            <a:off x="543031" y="6352930"/>
            <a:ext cx="332155" cy="336336"/>
          </a:xfrm>
          <a:custGeom>
            <a:avLst/>
            <a:gdLst/>
            <a:ahLst/>
            <a:cxnLst/>
            <a:rect l="l" t="t" r="r" b="b"/>
            <a:pathLst>
              <a:path w="332156" h="336336" fill="norm" stroke="1" extrusionOk="0">
                <a:moveTo>
                  <a:pt x="320402" y="336337"/>
                </a:moveTo>
                <a:cubicBezTo>
                  <a:pt x="224802" y="336337"/>
                  <a:pt x="129113" y="336337"/>
                  <a:pt x="33512" y="336337"/>
                </a:cubicBezTo>
                <a:cubicBezTo>
                  <a:pt x="32898" y="336161"/>
                  <a:pt x="32372" y="335810"/>
                  <a:pt x="31758" y="335723"/>
                </a:cubicBezTo>
                <a:cubicBezTo>
                  <a:pt x="16936" y="332565"/>
                  <a:pt x="6762" y="323970"/>
                  <a:pt x="2026" y="309498"/>
                </a:cubicBezTo>
                <a:cubicBezTo>
                  <a:pt x="-2535" y="295290"/>
                  <a:pt x="710" y="282572"/>
                  <a:pt x="10709" y="271521"/>
                </a:cubicBezTo>
                <a:cubicBezTo>
                  <a:pt x="11323" y="270820"/>
                  <a:pt x="11936" y="270118"/>
                  <a:pt x="12726" y="269241"/>
                </a:cubicBezTo>
                <a:cubicBezTo>
                  <a:pt x="11323" y="268802"/>
                  <a:pt x="10182" y="268451"/>
                  <a:pt x="9130" y="268013"/>
                </a:cubicBezTo>
                <a:cubicBezTo>
                  <a:pt x="3604" y="265733"/>
                  <a:pt x="8" y="260295"/>
                  <a:pt x="184" y="254331"/>
                </a:cubicBezTo>
                <a:cubicBezTo>
                  <a:pt x="359" y="248103"/>
                  <a:pt x="2990" y="242841"/>
                  <a:pt x="9042" y="241087"/>
                </a:cubicBezTo>
                <a:cubicBezTo>
                  <a:pt x="13691" y="239683"/>
                  <a:pt x="14305" y="236965"/>
                  <a:pt x="14392" y="233281"/>
                </a:cubicBezTo>
                <a:cubicBezTo>
                  <a:pt x="14480" y="230737"/>
                  <a:pt x="14129" y="228282"/>
                  <a:pt x="14129" y="225738"/>
                </a:cubicBezTo>
                <a:cubicBezTo>
                  <a:pt x="14041" y="223107"/>
                  <a:pt x="12989" y="221791"/>
                  <a:pt x="10270" y="221002"/>
                </a:cubicBezTo>
                <a:cubicBezTo>
                  <a:pt x="3692" y="219072"/>
                  <a:pt x="-343" y="212845"/>
                  <a:pt x="184" y="206179"/>
                </a:cubicBezTo>
                <a:cubicBezTo>
                  <a:pt x="798" y="198812"/>
                  <a:pt x="5622" y="193286"/>
                  <a:pt x="12901" y="192585"/>
                </a:cubicBezTo>
                <a:cubicBezTo>
                  <a:pt x="17988" y="192059"/>
                  <a:pt x="23163" y="192322"/>
                  <a:pt x="28338" y="192234"/>
                </a:cubicBezTo>
                <a:cubicBezTo>
                  <a:pt x="29478" y="192234"/>
                  <a:pt x="30530" y="192146"/>
                  <a:pt x="32197" y="192059"/>
                </a:cubicBezTo>
                <a:cubicBezTo>
                  <a:pt x="31232" y="191006"/>
                  <a:pt x="30706" y="190392"/>
                  <a:pt x="30180" y="189866"/>
                </a:cubicBezTo>
                <a:cubicBezTo>
                  <a:pt x="12112" y="170044"/>
                  <a:pt x="18515" y="139434"/>
                  <a:pt x="42897" y="128383"/>
                </a:cubicBezTo>
                <a:cubicBezTo>
                  <a:pt x="50791" y="124875"/>
                  <a:pt x="59035" y="124787"/>
                  <a:pt x="67367" y="125050"/>
                </a:cubicBezTo>
                <a:cubicBezTo>
                  <a:pt x="69735" y="125138"/>
                  <a:pt x="70788" y="124436"/>
                  <a:pt x="71490" y="122068"/>
                </a:cubicBezTo>
                <a:cubicBezTo>
                  <a:pt x="75524" y="108123"/>
                  <a:pt x="79734" y="94177"/>
                  <a:pt x="83856" y="80232"/>
                </a:cubicBezTo>
                <a:cubicBezTo>
                  <a:pt x="84119" y="79443"/>
                  <a:pt x="84207" y="78653"/>
                  <a:pt x="84470" y="77688"/>
                </a:cubicBezTo>
                <a:cubicBezTo>
                  <a:pt x="80173" y="76548"/>
                  <a:pt x="76226" y="75496"/>
                  <a:pt x="72191" y="74443"/>
                </a:cubicBezTo>
                <a:cubicBezTo>
                  <a:pt x="54387" y="69795"/>
                  <a:pt x="36670" y="65146"/>
                  <a:pt x="18865" y="60498"/>
                </a:cubicBezTo>
                <a:cubicBezTo>
                  <a:pt x="14743" y="59445"/>
                  <a:pt x="11323" y="57604"/>
                  <a:pt x="9568" y="53481"/>
                </a:cubicBezTo>
                <a:cubicBezTo>
                  <a:pt x="6499" y="46465"/>
                  <a:pt x="9919" y="39010"/>
                  <a:pt x="17462" y="36905"/>
                </a:cubicBezTo>
                <a:cubicBezTo>
                  <a:pt x="28864" y="33747"/>
                  <a:pt x="40266" y="30853"/>
                  <a:pt x="51668" y="27783"/>
                </a:cubicBezTo>
                <a:cubicBezTo>
                  <a:pt x="58947" y="25854"/>
                  <a:pt x="66227" y="23924"/>
                  <a:pt x="73507" y="22082"/>
                </a:cubicBezTo>
                <a:cubicBezTo>
                  <a:pt x="77892" y="20942"/>
                  <a:pt x="80874" y="23661"/>
                  <a:pt x="80173" y="27783"/>
                </a:cubicBezTo>
                <a:cubicBezTo>
                  <a:pt x="79734" y="30414"/>
                  <a:pt x="77717" y="31204"/>
                  <a:pt x="75524" y="31730"/>
                </a:cubicBezTo>
                <a:cubicBezTo>
                  <a:pt x="57983" y="36291"/>
                  <a:pt x="40441" y="40851"/>
                  <a:pt x="22900" y="45588"/>
                </a:cubicBezTo>
                <a:cubicBezTo>
                  <a:pt x="21233" y="46026"/>
                  <a:pt x="19742" y="47429"/>
                  <a:pt x="18251" y="48307"/>
                </a:cubicBezTo>
                <a:cubicBezTo>
                  <a:pt x="19742" y="49271"/>
                  <a:pt x="21146" y="50762"/>
                  <a:pt x="22724" y="51201"/>
                </a:cubicBezTo>
                <a:cubicBezTo>
                  <a:pt x="63157" y="61901"/>
                  <a:pt x="103766" y="71900"/>
                  <a:pt x="144023" y="83302"/>
                </a:cubicBezTo>
                <a:cubicBezTo>
                  <a:pt x="163494" y="88827"/>
                  <a:pt x="181474" y="85845"/>
                  <a:pt x="199893" y="79706"/>
                </a:cubicBezTo>
                <a:cubicBezTo>
                  <a:pt x="199717" y="79443"/>
                  <a:pt x="199717" y="79092"/>
                  <a:pt x="199454" y="78916"/>
                </a:cubicBezTo>
                <a:cubicBezTo>
                  <a:pt x="191648" y="71812"/>
                  <a:pt x="183930" y="64796"/>
                  <a:pt x="176036" y="57779"/>
                </a:cubicBezTo>
                <a:cubicBezTo>
                  <a:pt x="175335" y="57165"/>
                  <a:pt x="173668" y="57077"/>
                  <a:pt x="172616" y="57340"/>
                </a:cubicBezTo>
                <a:cubicBezTo>
                  <a:pt x="166038" y="59358"/>
                  <a:pt x="159811" y="58744"/>
                  <a:pt x="154022" y="55148"/>
                </a:cubicBezTo>
                <a:cubicBezTo>
                  <a:pt x="152619" y="54271"/>
                  <a:pt x="151215" y="52166"/>
                  <a:pt x="151040" y="50499"/>
                </a:cubicBezTo>
                <a:cubicBezTo>
                  <a:pt x="150689" y="45588"/>
                  <a:pt x="150689" y="40676"/>
                  <a:pt x="150952" y="35764"/>
                </a:cubicBezTo>
                <a:cubicBezTo>
                  <a:pt x="151391" y="27959"/>
                  <a:pt x="157267" y="22345"/>
                  <a:pt x="165073" y="22170"/>
                </a:cubicBezTo>
                <a:cubicBezTo>
                  <a:pt x="172791" y="21907"/>
                  <a:pt x="178843" y="26906"/>
                  <a:pt x="179808" y="34624"/>
                </a:cubicBezTo>
                <a:cubicBezTo>
                  <a:pt x="180246" y="38045"/>
                  <a:pt x="180159" y="41641"/>
                  <a:pt x="180159" y="45061"/>
                </a:cubicBezTo>
                <a:cubicBezTo>
                  <a:pt x="180159" y="47166"/>
                  <a:pt x="180773" y="48657"/>
                  <a:pt x="182351" y="50148"/>
                </a:cubicBezTo>
                <a:cubicBezTo>
                  <a:pt x="191385" y="58217"/>
                  <a:pt x="200419" y="66374"/>
                  <a:pt x="209365" y="74619"/>
                </a:cubicBezTo>
                <a:cubicBezTo>
                  <a:pt x="211119" y="76197"/>
                  <a:pt x="212610" y="76636"/>
                  <a:pt x="214891" y="76022"/>
                </a:cubicBezTo>
                <a:cubicBezTo>
                  <a:pt x="246378" y="67690"/>
                  <a:pt x="277864" y="59445"/>
                  <a:pt x="309264" y="51113"/>
                </a:cubicBezTo>
                <a:cubicBezTo>
                  <a:pt x="310930" y="50675"/>
                  <a:pt x="312333" y="49184"/>
                  <a:pt x="313824" y="48219"/>
                </a:cubicBezTo>
                <a:cubicBezTo>
                  <a:pt x="312246" y="47254"/>
                  <a:pt x="310842" y="45851"/>
                  <a:pt x="309176" y="45412"/>
                </a:cubicBezTo>
                <a:cubicBezTo>
                  <a:pt x="270234" y="35063"/>
                  <a:pt x="231117" y="25240"/>
                  <a:pt x="192350" y="14452"/>
                </a:cubicBezTo>
                <a:cubicBezTo>
                  <a:pt x="174545" y="9452"/>
                  <a:pt x="157443" y="8926"/>
                  <a:pt x="139813" y="14539"/>
                </a:cubicBezTo>
                <a:cubicBezTo>
                  <a:pt x="127534" y="18486"/>
                  <a:pt x="114905" y="21205"/>
                  <a:pt x="102450" y="24450"/>
                </a:cubicBezTo>
                <a:cubicBezTo>
                  <a:pt x="99907" y="25152"/>
                  <a:pt x="97889" y="24889"/>
                  <a:pt x="96486" y="22521"/>
                </a:cubicBezTo>
                <a:cubicBezTo>
                  <a:pt x="94557" y="19363"/>
                  <a:pt x="95960" y="16030"/>
                  <a:pt x="99907" y="15066"/>
                </a:cubicBezTo>
                <a:cubicBezTo>
                  <a:pt x="116133" y="10768"/>
                  <a:pt x="132358" y="6383"/>
                  <a:pt x="148672" y="2173"/>
                </a:cubicBezTo>
                <a:cubicBezTo>
                  <a:pt x="160512" y="-809"/>
                  <a:pt x="172440" y="-722"/>
                  <a:pt x="184369" y="2436"/>
                </a:cubicBezTo>
                <a:cubicBezTo>
                  <a:pt x="208313" y="8751"/>
                  <a:pt x="232344" y="14978"/>
                  <a:pt x="256288" y="21293"/>
                </a:cubicBezTo>
                <a:cubicBezTo>
                  <a:pt x="275233" y="26292"/>
                  <a:pt x="294178" y="31116"/>
                  <a:pt x="312947" y="36291"/>
                </a:cubicBezTo>
                <a:cubicBezTo>
                  <a:pt x="315929" y="37080"/>
                  <a:pt x="319262" y="38834"/>
                  <a:pt x="321104" y="41202"/>
                </a:cubicBezTo>
                <a:cubicBezTo>
                  <a:pt x="326454" y="47780"/>
                  <a:pt x="322946" y="57516"/>
                  <a:pt x="314789" y="59796"/>
                </a:cubicBezTo>
                <a:cubicBezTo>
                  <a:pt x="299967" y="63918"/>
                  <a:pt x="285056" y="67690"/>
                  <a:pt x="270146" y="71637"/>
                </a:cubicBezTo>
                <a:cubicBezTo>
                  <a:pt x="262691" y="73566"/>
                  <a:pt x="255236" y="75583"/>
                  <a:pt x="247693" y="77601"/>
                </a:cubicBezTo>
                <a:cubicBezTo>
                  <a:pt x="247869" y="78566"/>
                  <a:pt x="247956" y="79179"/>
                  <a:pt x="248219" y="79793"/>
                </a:cubicBezTo>
                <a:cubicBezTo>
                  <a:pt x="252517" y="94265"/>
                  <a:pt x="256815" y="108649"/>
                  <a:pt x="261288" y="123121"/>
                </a:cubicBezTo>
                <a:cubicBezTo>
                  <a:pt x="261551" y="123910"/>
                  <a:pt x="263305" y="124787"/>
                  <a:pt x="264445" y="124787"/>
                </a:cubicBezTo>
                <a:cubicBezTo>
                  <a:pt x="275496" y="124875"/>
                  <a:pt x="286547" y="124787"/>
                  <a:pt x="297598" y="124875"/>
                </a:cubicBezTo>
                <a:cubicBezTo>
                  <a:pt x="305843" y="124963"/>
                  <a:pt x="311456" y="130488"/>
                  <a:pt x="311807" y="138557"/>
                </a:cubicBezTo>
                <a:cubicBezTo>
                  <a:pt x="312158" y="147328"/>
                  <a:pt x="307071" y="153555"/>
                  <a:pt x="298739" y="154432"/>
                </a:cubicBezTo>
                <a:cubicBezTo>
                  <a:pt x="296721" y="154608"/>
                  <a:pt x="296020" y="155397"/>
                  <a:pt x="296020" y="157239"/>
                </a:cubicBezTo>
                <a:cubicBezTo>
                  <a:pt x="296020" y="161361"/>
                  <a:pt x="296020" y="165483"/>
                  <a:pt x="296020" y="169606"/>
                </a:cubicBezTo>
                <a:cubicBezTo>
                  <a:pt x="296020" y="171535"/>
                  <a:pt x="296897" y="172061"/>
                  <a:pt x="298826" y="172324"/>
                </a:cubicBezTo>
                <a:cubicBezTo>
                  <a:pt x="306106" y="173289"/>
                  <a:pt x="311456" y="178289"/>
                  <a:pt x="312070" y="185568"/>
                </a:cubicBezTo>
                <a:cubicBezTo>
                  <a:pt x="312333" y="188813"/>
                  <a:pt x="311193" y="192322"/>
                  <a:pt x="310667" y="196005"/>
                </a:cubicBezTo>
                <a:cubicBezTo>
                  <a:pt x="321981" y="201969"/>
                  <a:pt x="329436" y="211529"/>
                  <a:pt x="331629" y="224861"/>
                </a:cubicBezTo>
                <a:cubicBezTo>
                  <a:pt x="333734" y="238368"/>
                  <a:pt x="328998" y="249594"/>
                  <a:pt x="319438" y="259242"/>
                </a:cubicBezTo>
                <a:cubicBezTo>
                  <a:pt x="320841" y="259681"/>
                  <a:pt x="321893" y="260032"/>
                  <a:pt x="322946" y="260382"/>
                </a:cubicBezTo>
                <a:cubicBezTo>
                  <a:pt x="328471" y="262575"/>
                  <a:pt x="332067" y="267837"/>
                  <a:pt x="332155" y="273889"/>
                </a:cubicBezTo>
                <a:cubicBezTo>
                  <a:pt x="332243" y="279941"/>
                  <a:pt x="328910" y="285905"/>
                  <a:pt x="323209" y="287484"/>
                </a:cubicBezTo>
                <a:cubicBezTo>
                  <a:pt x="318648" y="288712"/>
                  <a:pt x="318122" y="291518"/>
                  <a:pt x="317947" y="295114"/>
                </a:cubicBezTo>
                <a:cubicBezTo>
                  <a:pt x="317859" y="297833"/>
                  <a:pt x="318297" y="300552"/>
                  <a:pt x="318297" y="303271"/>
                </a:cubicBezTo>
                <a:cubicBezTo>
                  <a:pt x="318297" y="305727"/>
                  <a:pt x="319525" y="306779"/>
                  <a:pt x="321893" y="307481"/>
                </a:cubicBezTo>
                <a:cubicBezTo>
                  <a:pt x="329348" y="309674"/>
                  <a:pt x="333295" y="316778"/>
                  <a:pt x="331804" y="324409"/>
                </a:cubicBezTo>
                <a:cubicBezTo>
                  <a:pt x="330489" y="330899"/>
                  <a:pt x="326103" y="334232"/>
                  <a:pt x="320402" y="336337"/>
                </a:cubicBezTo>
                <a:close/>
                <a:moveTo>
                  <a:pt x="87540" y="279239"/>
                </a:moveTo>
                <a:cubicBezTo>
                  <a:pt x="88768" y="279239"/>
                  <a:pt x="89820" y="279239"/>
                  <a:pt x="90961" y="279239"/>
                </a:cubicBezTo>
                <a:cubicBezTo>
                  <a:pt x="165687" y="279239"/>
                  <a:pt x="240413" y="279239"/>
                  <a:pt x="315140" y="279239"/>
                </a:cubicBezTo>
                <a:cubicBezTo>
                  <a:pt x="316017" y="279239"/>
                  <a:pt x="316894" y="279327"/>
                  <a:pt x="317771" y="279152"/>
                </a:cubicBezTo>
                <a:cubicBezTo>
                  <a:pt x="320490" y="278801"/>
                  <a:pt x="322507" y="276520"/>
                  <a:pt x="322244" y="273977"/>
                </a:cubicBezTo>
                <a:cubicBezTo>
                  <a:pt x="321981" y="271258"/>
                  <a:pt x="320490" y="269592"/>
                  <a:pt x="317596" y="269328"/>
                </a:cubicBezTo>
                <a:cubicBezTo>
                  <a:pt x="316543" y="269241"/>
                  <a:pt x="315403" y="269241"/>
                  <a:pt x="314351" y="269241"/>
                </a:cubicBezTo>
                <a:cubicBezTo>
                  <a:pt x="299265" y="269241"/>
                  <a:pt x="284179" y="269241"/>
                  <a:pt x="269094" y="269153"/>
                </a:cubicBezTo>
                <a:cubicBezTo>
                  <a:pt x="267427" y="269153"/>
                  <a:pt x="265235" y="268802"/>
                  <a:pt x="264357" y="267750"/>
                </a:cubicBezTo>
                <a:cubicBezTo>
                  <a:pt x="263305" y="266434"/>
                  <a:pt x="262779" y="263891"/>
                  <a:pt x="263393" y="262487"/>
                </a:cubicBezTo>
                <a:cubicBezTo>
                  <a:pt x="264007" y="261084"/>
                  <a:pt x="266199" y="259593"/>
                  <a:pt x="267778" y="259505"/>
                </a:cubicBezTo>
                <a:cubicBezTo>
                  <a:pt x="276198" y="259242"/>
                  <a:pt x="284618" y="259418"/>
                  <a:pt x="293038" y="259330"/>
                </a:cubicBezTo>
                <a:cubicBezTo>
                  <a:pt x="311719" y="259067"/>
                  <a:pt x="324963" y="243279"/>
                  <a:pt x="321806" y="225387"/>
                </a:cubicBezTo>
                <a:cubicBezTo>
                  <a:pt x="319350" y="211529"/>
                  <a:pt x="307246" y="201969"/>
                  <a:pt x="291985" y="201969"/>
                </a:cubicBezTo>
                <a:cubicBezTo>
                  <a:pt x="200419" y="201969"/>
                  <a:pt x="108853" y="201969"/>
                  <a:pt x="17287" y="201969"/>
                </a:cubicBezTo>
                <a:cubicBezTo>
                  <a:pt x="16673" y="201969"/>
                  <a:pt x="15971" y="201969"/>
                  <a:pt x="15357" y="201969"/>
                </a:cubicBezTo>
                <a:cubicBezTo>
                  <a:pt x="12112" y="202233"/>
                  <a:pt x="10007" y="204338"/>
                  <a:pt x="10095" y="207056"/>
                </a:cubicBezTo>
                <a:cubicBezTo>
                  <a:pt x="10182" y="209688"/>
                  <a:pt x="12200" y="211705"/>
                  <a:pt x="15269" y="211968"/>
                </a:cubicBezTo>
                <a:cubicBezTo>
                  <a:pt x="16497" y="212056"/>
                  <a:pt x="17637" y="211968"/>
                  <a:pt x="18865" y="211968"/>
                </a:cubicBezTo>
                <a:cubicBezTo>
                  <a:pt x="109204" y="211968"/>
                  <a:pt x="199630" y="211968"/>
                  <a:pt x="289968" y="211968"/>
                </a:cubicBezTo>
                <a:cubicBezTo>
                  <a:pt x="291634" y="211968"/>
                  <a:pt x="293213" y="211968"/>
                  <a:pt x="294880" y="212056"/>
                </a:cubicBezTo>
                <a:cubicBezTo>
                  <a:pt x="303036" y="212494"/>
                  <a:pt x="309965" y="218283"/>
                  <a:pt x="311895" y="226089"/>
                </a:cubicBezTo>
                <a:cubicBezTo>
                  <a:pt x="313824" y="234070"/>
                  <a:pt x="310404" y="242227"/>
                  <a:pt x="303475" y="246525"/>
                </a:cubicBezTo>
                <a:cubicBezTo>
                  <a:pt x="299703" y="248893"/>
                  <a:pt x="295494" y="249244"/>
                  <a:pt x="291196" y="249244"/>
                </a:cubicBezTo>
                <a:cubicBezTo>
                  <a:pt x="224889" y="249244"/>
                  <a:pt x="158583" y="249244"/>
                  <a:pt x="92276" y="249244"/>
                </a:cubicBezTo>
                <a:cubicBezTo>
                  <a:pt x="90785" y="249244"/>
                  <a:pt x="89294" y="249244"/>
                  <a:pt x="87803" y="249244"/>
                </a:cubicBezTo>
                <a:cubicBezTo>
                  <a:pt x="87803" y="252840"/>
                  <a:pt x="87803" y="255909"/>
                  <a:pt x="87803" y="259330"/>
                </a:cubicBezTo>
                <a:cubicBezTo>
                  <a:pt x="89470" y="259330"/>
                  <a:pt x="90873" y="259330"/>
                  <a:pt x="92276" y="259330"/>
                </a:cubicBezTo>
                <a:cubicBezTo>
                  <a:pt x="140866" y="259330"/>
                  <a:pt x="189456" y="259330"/>
                  <a:pt x="237958" y="259330"/>
                </a:cubicBezTo>
                <a:cubicBezTo>
                  <a:pt x="239186" y="259330"/>
                  <a:pt x="240326" y="259330"/>
                  <a:pt x="241554" y="259330"/>
                </a:cubicBezTo>
                <a:cubicBezTo>
                  <a:pt x="244623" y="259505"/>
                  <a:pt x="246290" y="261172"/>
                  <a:pt x="246290" y="264066"/>
                </a:cubicBezTo>
                <a:cubicBezTo>
                  <a:pt x="246290" y="266873"/>
                  <a:pt x="244623" y="268802"/>
                  <a:pt x="241729" y="269065"/>
                </a:cubicBezTo>
                <a:cubicBezTo>
                  <a:pt x="240677" y="269153"/>
                  <a:pt x="239536" y="269153"/>
                  <a:pt x="238484" y="269153"/>
                </a:cubicBezTo>
                <a:cubicBezTo>
                  <a:pt x="189719" y="269153"/>
                  <a:pt x="140866" y="269153"/>
                  <a:pt x="92101" y="269153"/>
                </a:cubicBezTo>
                <a:cubicBezTo>
                  <a:pt x="90697" y="269153"/>
                  <a:pt x="89294" y="269153"/>
                  <a:pt x="87715" y="269153"/>
                </a:cubicBezTo>
                <a:cubicBezTo>
                  <a:pt x="87540" y="272661"/>
                  <a:pt x="87540" y="275643"/>
                  <a:pt x="87540" y="279239"/>
                </a:cubicBezTo>
                <a:close/>
                <a:moveTo>
                  <a:pt x="308211" y="289063"/>
                </a:moveTo>
                <a:cubicBezTo>
                  <a:pt x="307597" y="289063"/>
                  <a:pt x="306983" y="289063"/>
                  <a:pt x="306282" y="289063"/>
                </a:cubicBezTo>
                <a:cubicBezTo>
                  <a:pt x="232783" y="289063"/>
                  <a:pt x="159284" y="289063"/>
                  <a:pt x="85786" y="289063"/>
                </a:cubicBezTo>
                <a:cubicBezTo>
                  <a:pt x="84470" y="289063"/>
                  <a:pt x="82979" y="289501"/>
                  <a:pt x="81751" y="290115"/>
                </a:cubicBezTo>
                <a:cubicBezTo>
                  <a:pt x="75349" y="293360"/>
                  <a:pt x="68946" y="296781"/>
                  <a:pt x="62543" y="300114"/>
                </a:cubicBezTo>
                <a:cubicBezTo>
                  <a:pt x="57544" y="302657"/>
                  <a:pt x="54211" y="300640"/>
                  <a:pt x="54124" y="294939"/>
                </a:cubicBezTo>
                <a:cubicBezTo>
                  <a:pt x="54124" y="293097"/>
                  <a:pt x="54124" y="291255"/>
                  <a:pt x="54124" y="289150"/>
                </a:cubicBezTo>
                <a:cubicBezTo>
                  <a:pt x="48160" y="289150"/>
                  <a:pt x="42546" y="288887"/>
                  <a:pt x="36845" y="289238"/>
                </a:cubicBezTo>
                <a:cubicBezTo>
                  <a:pt x="32811" y="289501"/>
                  <a:pt x="29916" y="293448"/>
                  <a:pt x="29741" y="297482"/>
                </a:cubicBezTo>
                <a:cubicBezTo>
                  <a:pt x="29566" y="301517"/>
                  <a:pt x="32285" y="305201"/>
                  <a:pt x="36319" y="306165"/>
                </a:cubicBezTo>
                <a:cubicBezTo>
                  <a:pt x="37898" y="306516"/>
                  <a:pt x="39564" y="306604"/>
                  <a:pt x="41231" y="306604"/>
                </a:cubicBezTo>
                <a:cubicBezTo>
                  <a:pt x="129113" y="306604"/>
                  <a:pt x="216908" y="306604"/>
                  <a:pt x="304790" y="306604"/>
                </a:cubicBezTo>
                <a:cubicBezTo>
                  <a:pt x="305931" y="306604"/>
                  <a:pt x="307159" y="306604"/>
                  <a:pt x="308299" y="306604"/>
                </a:cubicBezTo>
                <a:cubicBezTo>
                  <a:pt x="308211" y="300815"/>
                  <a:pt x="308211" y="295202"/>
                  <a:pt x="308211" y="289063"/>
                </a:cubicBezTo>
                <a:close/>
                <a:moveTo>
                  <a:pt x="193578" y="134873"/>
                </a:moveTo>
                <a:cubicBezTo>
                  <a:pt x="191999" y="134873"/>
                  <a:pt x="190771" y="134873"/>
                  <a:pt x="189631" y="134873"/>
                </a:cubicBezTo>
                <a:cubicBezTo>
                  <a:pt x="146830" y="134873"/>
                  <a:pt x="104117" y="134873"/>
                  <a:pt x="61316" y="134873"/>
                </a:cubicBezTo>
                <a:cubicBezTo>
                  <a:pt x="59912" y="134873"/>
                  <a:pt x="58509" y="134873"/>
                  <a:pt x="57018" y="134961"/>
                </a:cubicBezTo>
                <a:cubicBezTo>
                  <a:pt x="38161" y="136101"/>
                  <a:pt x="25268" y="154432"/>
                  <a:pt x="30969" y="172237"/>
                </a:cubicBezTo>
                <a:cubicBezTo>
                  <a:pt x="34126" y="182235"/>
                  <a:pt x="44037" y="192322"/>
                  <a:pt x="60175" y="192234"/>
                </a:cubicBezTo>
                <a:cubicBezTo>
                  <a:pt x="138498" y="192059"/>
                  <a:pt x="216820" y="192146"/>
                  <a:pt x="295143" y="192146"/>
                </a:cubicBezTo>
                <a:cubicBezTo>
                  <a:pt x="296107" y="192146"/>
                  <a:pt x="297072" y="192146"/>
                  <a:pt x="298125" y="192059"/>
                </a:cubicBezTo>
                <a:cubicBezTo>
                  <a:pt x="300931" y="191795"/>
                  <a:pt x="302247" y="190129"/>
                  <a:pt x="302335" y="187498"/>
                </a:cubicBezTo>
                <a:cubicBezTo>
                  <a:pt x="302422" y="184779"/>
                  <a:pt x="301194" y="182849"/>
                  <a:pt x="298388" y="182235"/>
                </a:cubicBezTo>
                <a:cubicBezTo>
                  <a:pt x="297248" y="181972"/>
                  <a:pt x="296020" y="182148"/>
                  <a:pt x="294792" y="182148"/>
                </a:cubicBezTo>
                <a:cubicBezTo>
                  <a:pt x="217083" y="182148"/>
                  <a:pt x="139463" y="182148"/>
                  <a:pt x="61754" y="182148"/>
                </a:cubicBezTo>
                <a:cubicBezTo>
                  <a:pt x="60000" y="182148"/>
                  <a:pt x="58246" y="182148"/>
                  <a:pt x="56492" y="182060"/>
                </a:cubicBezTo>
                <a:cubicBezTo>
                  <a:pt x="46405" y="181358"/>
                  <a:pt x="38424" y="171623"/>
                  <a:pt x="39740" y="161536"/>
                </a:cubicBezTo>
                <a:cubicBezTo>
                  <a:pt x="41055" y="151275"/>
                  <a:pt x="48773" y="144784"/>
                  <a:pt x="59825" y="144784"/>
                </a:cubicBezTo>
                <a:cubicBezTo>
                  <a:pt x="102626" y="144784"/>
                  <a:pt x="145339" y="144784"/>
                  <a:pt x="188140" y="144784"/>
                </a:cubicBezTo>
                <a:cubicBezTo>
                  <a:pt x="189543" y="144784"/>
                  <a:pt x="190859" y="144784"/>
                  <a:pt x="192175" y="144784"/>
                </a:cubicBezTo>
                <a:cubicBezTo>
                  <a:pt x="192701" y="141276"/>
                  <a:pt x="193139" y="138294"/>
                  <a:pt x="193578" y="134873"/>
                </a:cubicBezTo>
                <a:close/>
                <a:moveTo>
                  <a:pt x="195595" y="124875"/>
                </a:moveTo>
                <a:cubicBezTo>
                  <a:pt x="197612" y="121542"/>
                  <a:pt x="198753" y="117507"/>
                  <a:pt x="201384" y="115578"/>
                </a:cubicBezTo>
                <a:cubicBezTo>
                  <a:pt x="206032" y="112157"/>
                  <a:pt x="205857" y="107947"/>
                  <a:pt x="205681" y="103299"/>
                </a:cubicBezTo>
                <a:cubicBezTo>
                  <a:pt x="205594" y="100755"/>
                  <a:pt x="205681" y="98300"/>
                  <a:pt x="205681" y="95756"/>
                </a:cubicBezTo>
                <a:cubicBezTo>
                  <a:pt x="205681" y="93563"/>
                  <a:pt x="205681" y="91283"/>
                  <a:pt x="205681" y="88827"/>
                </a:cubicBezTo>
                <a:cubicBezTo>
                  <a:pt x="200507" y="90143"/>
                  <a:pt x="195946" y="91195"/>
                  <a:pt x="191473" y="92599"/>
                </a:cubicBezTo>
                <a:cubicBezTo>
                  <a:pt x="174633" y="97949"/>
                  <a:pt x="157881" y="97686"/>
                  <a:pt x="140866" y="92686"/>
                </a:cubicBezTo>
                <a:cubicBezTo>
                  <a:pt x="125517" y="88126"/>
                  <a:pt x="109905" y="84442"/>
                  <a:pt x="94030" y="80232"/>
                </a:cubicBezTo>
                <a:cubicBezTo>
                  <a:pt x="89645" y="95142"/>
                  <a:pt x="85260" y="109965"/>
                  <a:pt x="80787" y="124875"/>
                </a:cubicBezTo>
                <a:cubicBezTo>
                  <a:pt x="119465" y="124875"/>
                  <a:pt x="157618" y="124875"/>
                  <a:pt x="195595" y="124875"/>
                </a:cubicBezTo>
                <a:close/>
                <a:moveTo>
                  <a:pt x="191561" y="154871"/>
                </a:moveTo>
                <a:cubicBezTo>
                  <a:pt x="190420" y="154783"/>
                  <a:pt x="189543" y="154695"/>
                  <a:pt x="188754" y="154695"/>
                </a:cubicBezTo>
                <a:cubicBezTo>
                  <a:pt x="145778" y="154695"/>
                  <a:pt x="102801" y="154695"/>
                  <a:pt x="59737" y="154695"/>
                </a:cubicBezTo>
                <a:cubicBezTo>
                  <a:pt x="58509" y="154695"/>
                  <a:pt x="57281" y="154783"/>
                  <a:pt x="56141" y="155046"/>
                </a:cubicBezTo>
                <a:cubicBezTo>
                  <a:pt x="52019" y="156011"/>
                  <a:pt x="49212" y="159870"/>
                  <a:pt x="49475" y="163992"/>
                </a:cubicBezTo>
                <a:cubicBezTo>
                  <a:pt x="49738" y="168202"/>
                  <a:pt x="52983" y="171710"/>
                  <a:pt x="57106" y="172149"/>
                </a:cubicBezTo>
                <a:cubicBezTo>
                  <a:pt x="58334" y="172324"/>
                  <a:pt x="59474" y="172237"/>
                  <a:pt x="60702" y="172237"/>
                </a:cubicBezTo>
                <a:cubicBezTo>
                  <a:pt x="134639" y="172237"/>
                  <a:pt x="208576" y="172237"/>
                  <a:pt x="282601" y="172237"/>
                </a:cubicBezTo>
                <a:cubicBezTo>
                  <a:pt x="283741" y="172237"/>
                  <a:pt x="284969" y="172237"/>
                  <a:pt x="285933" y="172237"/>
                </a:cubicBezTo>
                <a:cubicBezTo>
                  <a:pt x="285933" y="166185"/>
                  <a:pt x="285933" y="160572"/>
                  <a:pt x="285933" y="154783"/>
                </a:cubicBezTo>
                <a:cubicBezTo>
                  <a:pt x="267340" y="154783"/>
                  <a:pt x="248746" y="154783"/>
                  <a:pt x="229976" y="154783"/>
                </a:cubicBezTo>
                <a:cubicBezTo>
                  <a:pt x="229889" y="155485"/>
                  <a:pt x="229801" y="156011"/>
                  <a:pt x="229801" y="156537"/>
                </a:cubicBezTo>
                <a:cubicBezTo>
                  <a:pt x="229450" y="162063"/>
                  <a:pt x="228222" y="163203"/>
                  <a:pt x="222872" y="163291"/>
                </a:cubicBezTo>
                <a:cubicBezTo>
                  <a:pt x="214452" y="163291"/>
                  <a:pt x="206032" y="163291"/>
                  <a:pt x="197612" y="163291"/>
                </a:cubicBezTo>
                <a:cubicBezTo>
                  <a:pt x="193578" y="163291"/>
                  <a:pt x="192175" y="161887"/>
                  <a:pt x="191824" y="157765"/>
                </a:cubicBezTo>
                <a:cubicBezTo>
                  <a:pt x="191648" y="156976"/>
                  <a:pt x="191648" y="156099"/>
                  <a:pt x="191561" y="154871"/>
                </a:cubicBezTo>
                <a:close/>
                <a:moveTo>
                  <a:pt x="53948" y="269328"/>
                </a:moveTo>
                <a:cubicBezTo>
                  <a:pt x="48160" y="269328"/>
                  <a:pt x="42634" y="269153"/>
                  <a:pt x="37108" y="269328"/>
                </a:cubicBezTo>
                <a:cubicBezTo>
                  <a:pt x="22198" y="269942"/>
                  <a:pt x="10007" y="282748"/>
                  <a:pt x="9919" y="297658"/>
                </a:cubicBezTo>
                <a:cubicBezTo>
                  <a:pt x="9832" y="313796"/>
                  <a:pt x="22724" y="326426"/>
                  <a:pt x="39389" y="326426"/>
                </a:cubicBezTo>
                <a:cubicBezTo>
                  <a:pt x="131394" y="326426"/>
                  <a:pt x="223398" y="326426"/>
                  <a:pt x="315491" y="326426"/>
                </a:cubicBezTo>
                <a:cubicBezTo>
                  <a:pt x="316368" y="326426"/>
                  <a:pt x="317245" y="326514"/>
                  <a:pt x="318122" y="326338"/>
                </a:cubicBezTo>
                <a:cubicBezTo>
                  <a:pt x="320841" y="325724"/>
                  <a:pt x="322420" y="323970"/>
                  <a:pt x="322244" y="321251"/>
                </a:cubicBezTo>
                <a:cubicBezTo>
                  <a:pt x="322069" y="318532"/>
                  <a:pt x="320490" y="316778"/>
                  <a:pt x="317683" y="316603"/>
                </a:cubicBezTo>
                <a:cubicBezTo>
                  <a:pt x="316456" y="316515"/>
                  <a:pt x="315315" y="316515"/>
                  <a:pt x="314087" y="316515"/>
                </a:cubicBezTo>
                <a:cubicBezTo>
                  <a:pt x="223486" y="316515"/>
                  <a:pt x="132885" y="316515"/>
                  <a:pt x="42283" y="316515"/>
                </a:cubicBezTo>
                <a:cubicBezTo>
                  <a:pt x="41055" y="316515"/>
                  <a:pt x="39915" y="316515"/>
                  <a:pt x="38687" y="316515"/>
                </a:cubicBezTo>
                <a:cubicBezTo>
                  <a:pt x="30004" y="315989"/>
                  <a:pt x="23602" y="311428"/>
                  <a:pt x="21146" y="304061"/>
                </a:cubicBezTo>
                <a:cubicBezTo>
                  <a:pt x="17023" y="291694"/>
                  <a:pt x="25443" y="279590"/>
                  <a:pt x="38512" y="279239"/>
                </a:cubicBezTo>
                <a:cubicBezTo>
                  <a:pt x="43599" y="279064"/>
                  <a:pt x="48773" y="279239"/>
                  <a:pt x="54036" y="279239"/>
                </a:cubicBezTo>
                <a:cubicBezTo>
                  <a:pt x="53948" y="275907"/>
                  <a:pt x="53948" y="272837"/>
                  <a:pt x="53948" y="269328"/>
                </a:cubicBezTo>
                <a:close/>
                <a:moveTo>
                  <a:pt x="87628" y="239508"/>
                </a:moveTo>
                <a:cubicBezTo>
                  <a:pt x="89206" y="239508"/>
                  <a:pt x="90610" y="239508"/>
                  <a:pt x="92013" y="239508"/>
                </a:cubicBezTo>
                <a:cubicBezTo>
                  <a:pt x="158232" y="239508"/>
                  <a:pt x="224363" y="239508"/>
                  <a:pt x="290582" y="239508"/>
                </a:cubicBezTo>
                <a:cubicBezTo>
                  <a:pt x="292073" y="239508"/>
                  <a:pt x="293652" y="239508"/>
                  <a:pt x="295143" y="239333"/>
                </a:cubicBezTo>
                <a:cubicBezTo>
                  <a:pt x="299177" y="238719"/>
                  <a:pt x="301808" y="235912"/>
                  <a:pt x="302335" y="231878"/>
                </a:cubicBezTo>
                <a:cubicBezTo>
                  <a:pt x="303124" y="225738"/>
                  <a:pt x="299002" y="221967"/>
                  <a:pt x="291547" y="221967"/>
                </a:cubicBezTo>
                <a:cubicBezTo>
                  <a:pt x="224714" y="221967"/>
                  <a:pt x="157881" y="221967"/>
                  <a:pt x="91048" y="221967"/>
                </a:cubicBezTo>
                <a:cubicBezTo>
                  <a:pt x="89908" y="221967"/>
                  <a:pt x="88768" y="222142"/>
                  <a:pt x="87628" y="222142"/>
                </a:cubicBezTo>
                <a:cubicBezTo>
                  <a:pt x="87628" y="228106"/>
                  <a:pt x="87628" y="233632"/>
                  <a:pt x="87628" y="239508"/>
                </a:cubicBezTo>
                <a:close/>
                <a:moveTo>
                  <a:pt x="238133" y="80320"/>
                </a:moveTo>
                <a:cubicBezTo>
                  <a:pt x="231029" y="82162"/>
                  <a:pt x="224275" y="83828"/>
                  <a:pt x="217522" y="85758"/>
                </a:cubicBezTo>
                <a:cubicBezTo>
                  <a:pt x="216645" y="86021"/>
                  <a:pt x="215680" y="87512"/>
                  <a:pt x="215592" y="88476"/>
                </a:cubicBezTo>
                <a:cubicBezTo>
                  <a:pt x="215417" y="95581"/>
                  <a:pt x="215505" y="102685"/>
                  <a:pt x="215505" y="109789"/>
                </a:cubicBezTo>
                <a:cubicBezTo>
                  <a:pt x="215505" y="110666"/>
                  <a:pt x="215855" y="111894"/>
                  <a:pt x="216469" y="112333"/>
                </a:cubicBezTo>
                <a:cubicBezTo>
                  <a:pt x="220592" y="115052"/>
                  <a:pt x="222784" y="119086"/>
                  <a:pt x="224626" y="123559"/>
                </a:cubicBezTo>
                <a:cubicBezTo>
                  <a:pt x="224889" y="124261"/>
                  <a:pt x="226030" y="125050"/>
                  <a:pt x="226731" y="125050"/>
                </a:cubicBezTo>
                <a:cubicBezTo>
                  <a:pt x="234800" y="125138"/>
                  <a:pt x="242869" y="125138"/>
                  <a:pt x="251377" y="125138"/>
                </a:cubicBezTo>
                <a:cubicBezTo>
                  <a:pt x="246904" y="109965"/>
                  <a:pt x="242606" y="95318"/>
                  <a:pt x="238133" y="80320"/>
                </a:cubicBezTo>
                <a:close/>
                <a:moveTo>
                  <a:pt x="64298" y="222142"/>
                </a:moveTo>
                <a:cubicBezTo>
                  <a:pt x="64298" y="244244"/>
                  <a:pt x="64298" y="265908"/>
                  <a:pt x="64298" y="288098"/>
                </a:cubicBezTo>
                <a:cubicBezTo>
                  <a:pt x="68157" y="286081"/>
                  <a:pt x="71577" y="284151"/>
                  <a:pt x="75086" y="282572"/>
                </a:cubicBezTo>
                <a:cubicBezTo>
                  <a:pt x="77103" y="281607"/>
                  <a:pt x="77629" y="280380"/>
                  <a:pt x="77629" y="278275"/>
                </a:cubicBezTo>
                <a:cubicBezTo>
                  <a:pt x="77541" y="260558"/>
                  <a:pt x="77541" y="242841"/>
                  <a:pt x="77541" y="225124"/>
                </a:cubicBezTo>
                <a:cubicBezTo>
                  <a:pt x="77541" y="224159"/>
                  <a:pt x="77454" y="223195"/>
                  <a:pt x="77366" y="222142"/>
                </a:cubicBezTo>
                <a:cubicBezTo>
                  <a:pt x="72893" y="222142"/>
                  <a:pt x="68683" y="222142"/>
                  <a:pt x="64298" y="222142"/>
                </a:cubicBezTo>
                <a:close/>
                <a:moveTo>
                  <a:pt x="227696" y="134873"/>
                </a:moveTo>
                <a:cubicBezTo>
                  <a:pt x="228222" y="138469"/>
                  <a:pt x="228661" y="141539"/>
                  <a:pt x="229099" y="144697"/>
                </a:cubicBezTo>
                <a:cubicBezTo>
                  <a:pt x="230064" y="144784"/>
                  <a:pt x="230678" y="144784"/>
                  <a:pt x="231292" y="144784"/>
                </a:cubicBezTo>
                <a:cubicBezTo>
                  <a:pt x="252956" y="144784"/>
                  <a:pt x="274619" y="144784"/>
                  <a:pt x="296283" y="144784"/>
                </a:cubicBezTo>
                <a:cubicBezTo>
                  <a:pt x="296897" y="144784"/>
                  <a:pt x="297598" y="144784"/>
                  <a:pt x="298212" y="144697"/>
                </a:cubicBezTo>
                <a:cubicBezTo>
                  <a:pt x="300756" y="144346"/>
                  <a:pt x="302159" y="142767"/>
                  <a:pt x="302422" y="140311"/>
                </a:cubicBezTo>
                <a:cubicBezTo>
                  <a:pt x="302686" y="137856"/>
                  <a:pt x="301545" y="136014"/>
                  <a:pt x="299177" y="135224"/>
                </a:cubicBezTo>
                <a:cubicBezTo>
                  <a:pt x="297949" y="134786"/>
                  <a:pt x="296634" y="134786"/>
                  <a:pt x="295318" y="134786"/>
                </a:cubicBezTo>
                <a:cubicBezTo>
                  <a:pt x="274005" y="134786"/>
                  <a:pt x="252692" y="134786"/>
                  <a:pt x="231292" y="134786"/>
                </a:cubicBezTo>
                <a:cubicBezTo>
                  <a:pt x="230327" y="134873"/>
                  <a:pt x="229275" y="134873"/>
                  <a:pt x="227696" y="134873"/>
                </a:cubicBezTo>
                <a:close/>
                <a:moveTo>
                  <a:pt x="54036" y="222142"/>
                </a:moveTo>
                <a:cubicBezTo>
                  <a:pt x="43686" y="222142"/>
                  <a:pt x="33776" y="222142"/>
                  <a:pt x="23952" y="222142"/>
                </a:cubicBezTo>
                <a:cubicBezTo>
                  <a:pt x="23952" y="228018"/>
                  <a:pt x="23952" y="233632"/>
                  <a:pt x="23952" y="239157"/>
                </a:cubicBezTo>
                <a:cubicBezTo>
                  <a:pt x="33951" y="239157"/>
                  <a:pt x="43950" y="239157"/>
                  <a:pt x="54036" y="239157"/>
                </a:cubicBezTo>
                <a:cubicBezTo>
                  <a:pt x="54036" y="233456"/>
                  <a:pt x="54036" y="228018"/>
                  <a:pt x="54036" y="222142"/>
                </a:cubicBezTo>
                <a:close/>
                <a:moveTo>
                  <a:pt x="53948" y="249594"/>
                </a:moveTo>
                <a:cubicBezTo>
                  <a:pt x="53071" y="249507"/>
                  <a:pt x="52457" y="249331"/>
                  <a:pt x="51843" y="249331"/>
                </a:cubicBezTo>
                <a:cubicBezTo>
                  <a:pt x="39915" y="249331"/>
                  <a:pt x="28075" y="249331"/>
                  <a:pt x="16146" y="249331"/>
                </a:cubicBezTo>
                <a:cubicBezTo>
                  <a:pt x="15269" y="249331"/>
                  <a:pt x="14217" y="249244"/>
                  <a:pt x="13603" y="249682"/>
                </a:cubicBezTo>
                <a:cubicBezTo>
                  <a:pt x="12287" y="250647"/>
                  <a:pt x="10621" y="251875"/>
                  <a:pt x="10270" y="253278"/>
                </a:cubicBezTo>
                <a:cubicBezTo>
                  <a:pt x="9919" y="254681"/>
                  <a:pt x="10621" y="256874"/>
                  <a:pt x="11673" y="257927"/>
                </a:cubicBezTo>
                <a:cubicBezTo>
                  <a:pt x="12726" y="258979"/>
                  <a:pt x="14831" y="259330"/>
                  <a:pt x="16497" y="259330"/>
                </a:cubicBezTo>
                <a:cubicBezTo>
                  <a:pt x="27022" y="259418"/>
                  <a:pt x="37635" y="259418"/>
                  <a:pt x="48247" y="259418"/>
                </a:cubicBezTo>
                <a:cubicBezTo>
                  <a:pt x="50089" y="259418"/>
                  <a:pt x="51931" y="259418"/>
                  <a:pt x="53948" y="259418"/>
                </a:cubicBezTo>
                <a:cubicBezTo>
                  <a:pt x="53948" y="255909"/>
                  <a:pt x="53948" y="252840"/>
                  <a:pt x="53948" y="249594"/>
                </a:cubicBezTo>
                <a:close/>
                <a:moveTo>
                  <a:pt x="219802" y="153292"/>
                </a:moveTo>
                <a:cubicBezTo>
                  <a:pt x="219627" y="150398"/>
                  <a:pt x="219715" y="147766"/>
                  <a:pt x="219188" y="145398"/>
                </a:cubicBezTo>
                <a:cubicBezTo>
                  <a:pt x="217610" y="138206"/>
                  <a:pt x="215943" y="131014"/>
                  <a:pt x="214014" y="123910"/>
                </a:cubicBezTo>
                <a:cubicBezTo>
                  <a:pt x="213663" y="122682"/>
                  <a:pt x="211909" y="121103"/>
                  <a:pt x="210593" y="120928"/>
                </a:cubicBezTo>
                <a:cubicBezTo>
                  <a:pt x="209628" y="120753"/>
                  <a:pt x="207962" y="122419"/>
                  <a:pt x="207436" y="123647"/>
                </a:cubicBezTo>
                <a:cubicBezTo>
                  <a:pt x="202875" y="132944"/>
                  <a:pt x="202261" y="143030"/>
                  <a:pt x="201559" y="153292"/>
                </a:cubicBezTo>
                <a:cubicBezTo>
                  <a:pt x="207786" y="153292"/>
                  <a:pt x="213575" y="153292"/>
                  <a:pt x="219802" y="153292"/>
                </a:cubicBezTo>
                <a:close/>
                <a:moveTo>
                  <a:pt x="160863" y="41378"/>
                </a:moveTo>
                <a:cubicBezTo>
                  <a:pt x="160863" y="41378"/>
                  <a:pt x="160863" y="41378"/>
                  <a:pt x="160863" y="41378"/>
                </a:cubicBezTo>
                <a:cubicBezTo>
                  <a:pt x="160863" y="42167"/>
                  <a:pt x="160863" y="42869"/>
                  <a:pt x="160863" y="43658"/>
                </a:cubicBezTo>
                <a:cubicBezTo>
                  <a:pt x="160863" y="48219"/>
                  <a:pt x="161740" y="49008"/>
                  <a:pt x="166389" y="48745"/>
                </a:cubicBezTo>
                <a:cubicBezTo>
                  <a:pt x="167266" y="48657"/>
                  <a:pt x="168231" y="48570"/>
                  <a:pt x="168932" y="48219"/>
                </a:cubicBezTo>
                <a:cubicBezTo>
                  <a:pt x="169546" y="47868"/>
                  <a:pt x="170423" y="47079"/>
                  <a:pt x="170423" y="46552"/>
                </a:cubicBezTo>
                <a:cubicBezTo>
                  <a:pt x="170511" y="43044"/>
                  <a:pt x="170599" y="39536"/>
                  <a:pt x="170248" y="36115"/>
                </a:cubicBezTo>
                <a:cubicBezTo>
                  <a:pt x="169985" y="33484"/>
                  <a:pt x="168055" y="32168"/>
                  <a:pt x="165424" y="32256"/>
                </a:cubicBezTo>
                <a:cubicBezTo>
                  <a:pt x="162793" y="32344"/>
                  <a:pt x="161214" y="33923"/>
                  <a:pt x="160951" y="36554"/>
                </a:cubicBezTo>
                <a:cubicBezTo>
                  <a:pt x="160775" y="38133"/>
                  <a:pt x="160863" y="39711"/>
                  <a:pt x="160863" y="41378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441022985" name="Google Shape;1246;p10"/>
          <p:cNvSpPr txBox="1"/>
          <p:nvPr/>
        </p:nvSpPr>
        <p:spPr bwMode="auto">
          <a:xfrm>
            <a:off x="10681522" y="6397891"/>
            <a:ext cx="11214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pPr>
            <a:r>
              <a:rPr lang="en-US" sz="14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</a:rPr>
              <a:t>Recognitions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grpSp>
        <p:nvGrpSpPr>
          <p:cNvPr id="911789794" name="Google Shape;1247;p10"/>
          <p:cNvGrpSpPr/>
          <p:nvPr/>
        </p:nvGrpSpPr>
        <p:grpSpPr bwMode="auto">
          <a:xfrm>
            <a:off x="10399521" y="6312157"/>
            <a:ext cx="318276" cy="423136"/>
            <a:chOff x="4890592" y="1835560"/>
            <a:chExt cx="2409354" cy="3203147"/>
          </a:xfrm>
        </p:grpSpPr>
        <p:sp>
          <p:nvSpPr>
            <p:cNvPr id="1248" name="Google Shape;1248;p10"/>
            <p:cNvSpPr/>
            <p:nvPr/>
          </p:nvSpPr>
          <p:spPr bwMode="auto">
            <a:xfrm>
              <a:off x="4890592" y="1835560"/>
              <a:ext cx="2409354" cy="3203147"/>
            </a:xfrm>
            <a:custGeom>
              <a:avLst/>
              <a:gdLst/>
              <a:ahLst/>
              <a:cxnLst/>
              <a:rect l="l" t="t" r="r" b="b"/>
              <a:pathLst>
                <a:path w="2409354" h="3203147" fill="norm" stroke="1" extrusionOk="0">
                  <a:moveTo>
                    <a:pt x="692010" y="2856454"/>
                  </a:moveTo>
                  <a:cubicBezTo>
                    <a:pt x="692010" y="2680241"/>
                    <a:pt x="691057" y="2504981"/>
                    <a:pt x="692962" y="2328769"/>
                  </a:cubicBezTo>
                  <a:cubicBezTo>
                    <a:pt x="692962" y="2304956"/>
                    <a:pt x="685342" y="2293526"/>
                    <a:pt x="664387" y="2283049"/>
                  </a:cubicBezTo>
                  <a:cubicBezTo>
                    <a:pt x="208140" y="2034446"/>
                    <a:pt x="-11888" y="1647731"/>
                    <a:pt x="495" y="1128619"/>
                  </a:cubicBezTo>
                  <a:cubicBezTo>
                    <a:pt x="1447" y="1102901"/>
                    <a:pt x="4305" y="1076231"/>
                    <a:pt x="8115" y="1050514"/>
                  </a:cubicBezTo>
                  <a:cubicBezTo>
                    <a:pt x="12877" y="1017176"/>
                    <a:pt x="33832" y="998126"/>
                    <a:pt x="61455" y="1000031"/>
                  </a:cubicBezTo>
                  <a:cubicBezTo>
                    <a:pt x="90982" y="1001936"/>
                    <a:pt x="110032" y="1025749"/>
                    <a:pt x="106222" y="1060991"/>
                  </a:cubicBezTo>
                  <a:cubicBezTo>
                    <a:pt x="93840" y="1168624"/>
                    <a:pt x="91935" y="1277209"/>
                    <a:pt x="111937" y="1383889"/>
                  </a:cubicBezTo>
                  <a:cubicBezTo>
                    <a:pt x="184327" y="1773461"/>
                    <a:pt x="398640" y="2057306"/>
                    <a:pt x="761542" y="2218279"/>
                  </a:cubicBezTo>
                  <a:cubicBezTo>
                    <a:pt x="1309230" y="2460214"/>
                    <a:pt x="1943595" y="2222089"/>
                    <a:pt x="2202675" y="1682021"/>
                  </a:cubicBezTo>
                  <a:cubicBezTo>
                    <a:pt x="2520810" y="1019081"/>
                    <a:pt x="2107425" y="229459"/>
                    <a:pt x="1383525" y="113254"/>
                  </a:cubicBezTo>
                  <a:cubicBezTo>
                    <a:pt x="1240650" y="90394"/>
                    <a:pt x="1099680" y="93251"/>
                    <a:pt x="958710" y="126589"/>
                  </a:cubicBezTo>
                  <a:cubicBezTo>
                    <a:pt x="952995" y="127541"/>
                    <a:pt x="947280" y="129446"/>
                    <a:pt x="941565" y="129446"/>
                  </a:cubicBezTo>
                  <a:cubicBezTo>
                    <a:pt x="907275" y="134209"/>
                    <a:pt x="884415" y="120874"/>
                    <a:pt x="877747" y="93251"/>
                  </a:cubicBezTo>
                  <a:cubicBezTo>
                    <a:pt x="871080" y="66581"/>
                    <a:pt x="887272" y="40864"/>
                    <a:pt x="920610" y="34196"/>
                  </a:cubicBezTo>
                  <a:cubicBezTo>
                    <a:pt x="987285" y="21814"/>
                    <a:pt x="1053960" y="6574"/>
                    <a:pt x="1120635" y="2764"/>
                  </a:cubicBezTo>
                  <a:cubicBezTo>
                    <a:pt x="1718805" y="-37241"/>
                    <a:pt x="2249347" y="360904"/>
                    <a:pt x="2380792" y="947644"/>
                  </a:cubicBezTo>
                  <a:cubicBezTo>
                    <a:pt x="2498902" y="1476281"/>
                    <a:pt x="2242680" y="2025874"/>
                    <a:pt x="1760715" y="2273524"/>
                  </a:cubicBezTo>
                  <a:cubicBezTo>
                    <a:pt x="1726425" y="2291621"/>
                    <a:pt x="1714042" y="2308766"/>
                    <a:pt x="1714995" y="2347819"/>
                  </a:cubicBezTo>
                  <a:cubicBezTo>
                    <a:pt x="1715947" y="2481169"/>
                    <a:pt x="1715947" y="2614519"/>
                    <a:pt x="1715947" y="2747869"/>
                  </a:cubicBezTo>
                  <a:cubicBezTo>
                    <a:pt x="1715947" y="2809781"/>
                    <a:pt x="1715947" y="2871694"/>
                    <a:pt x="1715947" y="2933606"/>
                  </a:cubicBezTo>
                  <a:cubicBezTo>
                    <a:pt x="1715947" y="2970754"/>
                    <a:pt x="1715947" y="3007901"/>
                    <a:pt x="1715947" y="3044096"/>
                  </a:cubicBezTo>
                  <a:cubicBezTo>
                    <a:pt x="1715947" y="3089816"/>
                    <a:pt x="1730235" y="3163159"/>
                    <a:pt x="1687372" y="3195544"/>
                  </a:cubicBezTo>
                  <a:cubicBezTo>
                    <a:pt x="1665465" y="3212689"/>
                    <a:pt x="1642605" y="3197449"/>
                    <a:pt x="1623555" y="3183161"/>
                  </a:cubicBezTo>
                  <a:cubicBezTo>
                    <a:pt x="1519732" y="3104104"/>
                    <a:pt x="1414957" y="3025999"/>
                    <a:pt x="1310182" y="2947894"/>
                  </a:cubicBezTo>
                  <a:cubicBezTo>
                    <a:pt x="1291132" y="2933606"/>
                    <a:pt x="1272082" y="2919319"/>
                    <a:pt x="1253032" y="2905031"/>
                  </a:cubicBezTo>
                  <a:cubicBezTo>
                    <a:pt x="1203502" y="2867884"/>
                    <a:pt x="1203502" y="2867884"/>
                    <a:pt x="1153020" y="2905984"/>
                  </a:cubicBezTo>
                  <a:cubicBezTo>
                    <a:pt x="1031100" y="2997424"/>
                    <a:pt x="910132" y="3087911"/>
                    <a:pt x="788212" y="3179351"/>
                  </a:cubicBezTo>
                  <a:cubicBezTo>
                    <a:pt x="768210" y="3194591"/>
                    <a:pt x="747255" y="3209831"/>
                    <a:pt x="720585" y="3197449"/>
                  </a:cubicBezTo>
                  <a:cubicBezTo>
                    <a:pt x="692010" y="3184114"/>
                    <a:pt x="691057" y="3157444"/>
                    <a:pt x="691057" y="3130774"/>
                  </a:cubicBezTo>
                  <a:cubicBezTo>
                    <a:pt x="692010" y="2957419"/>
                    <a:pt x="692010" y="3030761"/>
                    <a:pt x="692010" y="2856454"/>
                  </a:cubicBezTo>
                  <a:close/>
                  <a:moveTo>
                    <a:pt x="793927" y="2340199"/>
                  </a:moveTo>
                  <a:cubicBezTo>
                    <a:pt x="793927" y="2662144"/>
                    <a:pt x="793927" y="2732629"/>
                    <a:pt x="793927" y="3054574"/>
                  </a:cubicBezTo>
                  <a:cubicBezTo>
                    <a:pt x="918705" y="2961229"/>
                    <a:pt x="1038720" y="2870741"/>
                    <a:pt x="1159687" y="2780254"/>
                  </a:cubicBezTo>
                  <a:cubicBezTo>
                    <a:pt x="1196835" y="2752631"/>
                    <a:pt x="1211122" y="2752631"/>
                    <a:pt x="1248270" y="2779301"/>
                  </a:cubicBezTo>
                  <a:cubicBezTo>
                    <a:pt x="1342567" y="2849786"/>
                    <a:pt x="1435912" y="2920271"/>
                    <a:pt x="1530210" y="2990756"/>
                  </a:cubicBezTo>
                  <a:cubicBezTo>
                    <a:pt x="1556880" y="3010759"/>
                    <a:pt x="1584502" y="3030761"/>
                    <a:pt x="1614982" y="3053621"/>
                  </a:cubicBezTo>
                  <a:cubicBezTo>
                    <a:pt x="1614982" y="2730724"/>
                    <a:pt x="1614982" y="2659286"/>
                    <a:pt x="1614982" y="2339246"/>
                  </a:cubicBezTo>
                  <a:cubicBezTo>
                    <a:pt x="1340662" y="2434496"/>
                    <a:pt x="1068247" y="2434496"/>
                    <a:pt x="793927" y="2340199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249" name="Google Shape;1249;p10"/>
            <p:cNvSpPr/>
            <p:nvPr/>
          </p:nvSpPr>
          <p:spPr bwMode="auto">
            <a:xfrm>
              <a:off x="5208261" y="2153600"/>
              <a:ext cx="1773563" cy="1773558"/>
            </a:xfrm>
            <a:custGeom>
              <a:avLst/>
              <a:gdLst/>
              <a:ahLst/>
              <a:cxnLst/>
              <a:rect l="l" t="t" r="r" b="b"/>
              <a:pathLst>
                <a:path w="1773563" h="1773558" fill="norm" stroke="1" extrusionOk="0">
                  <a:moveTo>
                    <a:pt x="886784" y="2"/>
                  </a:moveTo>
                  <a:cubicBezTo>
                    <a:pt x="1375417" y="-951"/>
                    <a:pt x="1774514" y="397194"/>
                    <a:pt x="1773562" y="884874"/>
                  </a:cubicBezTo>
                  <a:cubicBezTo>
                    <a:pt x="1772609" y="1377317"/>
                    <a:pt x="1378274" y="1772604"/>
                    <a:pt x="886784" y="1773557"/>
                  </a:cubicBezTo>
                  <a:cubicBezTo>
                    <a:pt x="399104" y="1774509"/>
                    <a:pt x="959" y="1377317"/>
                    <a:pt x="7" y="887732"/>
                  </a:cubicBezTo>
                  <a:cubicBezTo>
                    <a:pt x="-1898" y="398147"/>
                    <a:pt x="395294" y="954"/>
                    <a:pt x="886784" y="2"/>
                  </a:cubicBezTo>
                  <a:close/>
                  <a:moveTo>
                    <a:pt x="883927" y="1675449"/>
                  </a:moveTo>
                  <a:cubicBezTo>
                    <a:pt x="1311599" y="1681164"/>
                    <a:pt x="1667834" y="1329692"/>
                    <a:pt x="1675454" y="896304"/>
                  </a:cubicBezTo>
                  <a:cubicBezTo>
                    <a:pt x="1682122" y="462917"/>
                    <a:pt x="1330649" y="103824"/>
                    <a:pt x="892499" y="98109"/>
                  </a:cubicBezTo>
                  <a:cubicBezTo>
                    <a:pt x="464827" y="92394"/>
                    <a:pt x="101924" y="446724"/>
                    <a:pt x="98114" y="874397"/>
                  </a:cubicBezTo>
                  <a:cubicBezTo>
                    <a:pt x="93352" y="1316357"/>
                    <a:pt x="440062" y="1669734"/>
                    <a:pt x="883927" y="1675449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250" name="Google Shape;1250;p10"/>
            <p:cNvSpPr/>
            <p:nvPr/>
          </p:nvSpPr>
          <p:spPr bwMode="auto">
            <a:xfrm>
              <a:off x="5004953" y="2365795"/>
              <a:ext cx="180456" cy="218580"/>
            </a:xfrm>
            <a:custGeom>
              <a:avLst/>
              <a:gdLst/>
              <a:ahLst/>
              <a:cxnLst/>
              <a:rect l="l" t="t" r="r" b="b"/>
              <a:pathLst>
                <a:path w="180456" h="218580" fill="norm" stroke="1" extrusionOk="0">
                  <a:moveTo>
                    <a:pt x="180456" y="42124"/>
                  </a:moveTo>
                  <a:cubicBezTo>
                    <a:pt x="142356" y="103084"/>
                    <a:pt x="108066" y="160234"/>
                    <a:pt x="69014" y="214527"/>
                  </a:cubicBezTo>
                  <a:cubicBezTo>
                    <a:pt x="63299" y="222147"/>
                    <a:pt x="28056" y="218337"/>
                    <a:pt x="15674" y="208812"/>
                  </a:cubicBezTo>
                  <a:cubicBezTo>
                    <a:pt x="4244" y="198334"/>
                    <a:pt x="-4329" y="169759"/>
                    <a:pt x="2339" y="156424"/>
                  </a:cubicBezTo>
                  <a:cubicBezTo>
                    <a:pt x="25199" y="107847"/>
                    <a:pt x="52821" y="60222"/>
                    <a:pt x="83301" y="15454"/>
                  </a:cubicBezTo>
                  <a:cubicBezTo>
                    <a:pt x="91874" y="3072"/>
                    <a:pt x="121401" y="-2643"/>
                    <a:pt x="138546" y="1167"/>
                  </a:cubicBezTo>
                  <a:cubicBezTo>
                    <a:pt x="153786" y="3072"/>
                    <a:pt x="164264" y="24027"/>
                    <a:pt x="180456" y="42124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251" name="Google Shape;1251;p10"/>
            <p:cNvSpPr/>
            <p:nvPr/>
          </p:nvSpPr>
          <p:spPr bwMode="auto">
            <a:xfrm>
              <a:off x="5307873" y="2016318"/>
              <a:ext cx="216625" cy="183988"/>
            </a:xfrm>
            <a:custGeom>
              <a:avLst/>
              <a:gdLst/>
              <a:ahLst/>
              <a:cxnLst/>
              <a:rect l="l" t="t" r="r" b="b"/>
              <a:pathLst>
                <a:path w="216625" h="183988" fill="norm" stroke="1" extrusionOk="0">
                  <a:moveTo>
                    <a:pt x="216626" y="57274"/>
                  </a:moveTo>
                  <a:cubicBezTo>
                    <a:pt x="210911" y="64894"/>
                    <a:pt x="203291" y="81086"/>
                    <a:pt x="190908" y="91564"/>
                  </a:cubicBezTo>
                  <a:cubicBezTo>
                    <a:pt x="156618" y="119186"/>
                    <a:pt x="120423" y="143951"/>
                    <a:pt x="85181" y="169669"/>
                  </a:cubicBezTo>
                  <a:cubicBezTo>
                    <a:pt x="57558" y="189671"/>
                    <a:pt x="30888" y="188719"/>
                    <a:pt x="11838" y="166811"/>
                  </a:cubicBezTo>
                  <a:cubicBezTo>
                    <a:pt x="-7212" y="143951"/>
                    <a:pt x="-3402" y="113471"/>
                    <a:pt x="24221" y="92516"/>
                  </a:cubicBezTo>
                  <a:cubicBezTo>
                    <a:pt x="61368" y="62989"/>
                    <a:pt x="99468" y="34414"/>
                    <a:pt x="139473" y="9649"/>
                  </a:cubicBezTo>
                  <a:cubicBezTo>
                    <a:pt x="173763" y="-14164"/>
                    <a:pt x="215673" y="7744"/>
                    <a:pt x="216626" y="57274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252" name="Google Shape;1252;p10"/>
            <p:cNvSpPr/>
            <p:nvPr/>
          </p:nvSpPr>
          <p:spPr bwMode="auto">
            <a:xfrm>
              <a:off x="5601955" y="2523901"/>
              <a:ext cx="982825" cy="938660"/>
            </a:xfrm>
            <a:custGeom>
              <a:avLst/>
              <a:gdLst/>
              <a:ahLst/>
              <a:cxnLst/>
              <a:rect l="l" t="t" r="r" b="b"/>
              <a:pathLst>
                <a:path w="982825" h="938660" fill="norm" stroke="1" extrusionOk="0">
                  <a:moveTo>
                    <a:pt x="171147" y="873666"/>
                  </a:moveTo>
                  <a:cubicBezTo>
                    <a:pt x="183529" y="800323"/>
                    <a:pt x="196864" y="719361"/>
                    <a:pt x="212104" y="639351"/>
                  </a:cubicBezTo>
                  <a:cubicBezTo>
                    <a:pt x="216867" y="613633"/>
                    <a:pt x="213057" y="595536"/>
                    <a:pt x="193054" y="576486"/>
                  </a:cubicBezTo>
                  <a:cubicBezTo>
                    <a:pt x="135904" y="524098"/>
                    <a:pt x="82564" y="468853"/>
                    <a:pt x="26367" y="415513"/>
                  </a:cubicBezTo>
                  <a:cubicBezTo>
                    <a:pt x="8269" y="398368"/>
                    <a:pt x="-6018" y="379318"/>
                    <a:pt x="2554" y="352648"/>
                  </a:cubicBezTo>
                  <a:cubicBezTo>
                    <a:pt x="12079" y="326931"/>
                    <a:pt x="33987" y="320263"/>
                    <a:pt x="58752" y="316453"/>
                  </a:cubicBezTo>
                  <a:cubicBezTo>
                    <a:pt x="137809" y="305976"/>
                    <a:pt x="215914" y="294546"/>
                    <a:pt x="294972" y="281211"/>
                  </a:cubicBezTo>
                  <a:cubicBezTo>
                    <a:pt x="309259" y="278353"/>
                    <a:pt x="327357" y="265971"/>
                    <a:pt x="334024" y="253588"/>
                  </a:cubicBezTo>
                  <a:cubicBezTo>
                    <a:pt x="371172" y="183103"/>
                    <a:pt x="405462" y="111666"/>
                    <a:pt x="440704" y="40228"/>
                  </a:cubicBezTo>
                  <a:cubicBezTo>
                    <a:pt x="452134" y="17368"/>
                    <a:pt x="467374" y="-5492"/>
                    <a:pt x="493092" y="1176"/>
                  </a:cubicBezTo>
                  <a:cubicBezTo>
                    <a:pt x="513094" y="5938"/>
                    <a:pt x="535002" y="24036"/>
                    <a:pt x="544527" y="42133"/>
                  </a:cubicBezTo>
                  <a:cubicBezTo>
                    <a:pt x="580722" y="108808"/>
                    <a:pt x="614059" y="177388"/>
                    <a:pt x="646444" y="245968"/>
                  </a:cubicBezTo>
                  <a:cubicBezTo>
                    <a:pt x="657874" y="269781"/>
                    <a:pt x="670257" y="281211"/>
                    <a:pt x="698832" y="285021"/>
                  </a:cubicBezTo>
                  <a:cubicBezTo>
                    <a:pt x="776937" y="293593"/>
                    <a:pt x="854089" y="305023"/>
                    <a:pt x="931242" y="319311"/>
                  </a:cubicBezTo>
                  <a:cubicBezTo>
                    <a:pt x="950292" y="323121"/>
                    <a:pt x="976009" y="339313"/>
                    <a:pt x="981724" y="354553"/>
                  </a:cubicBezTo>
                  <a:cubicBezTo>
                    <a:pt x="986487" y="370746"/>
                    <a:pt x="975057" y="398368"/>
                    <a:pt x="961722" y="412656"/>
                  </a:cubicBezTo>
                  <a:cubicBezTo>
                    <a:pt x="906477" y="469806"/>
                    <a:pt x="849327" y="525051"/>
                    <a:pt x="791224" y="579343"/>
                  </a:cubicBezTo>
                  <a:cubicBezTo>
                    <a:pt x="774079" y="595536"/>
                    <a:pt x="769317" y="610776"/>
                    <a:pt x="774079" y="632683"/>
                  </a:cubicBezTo>
                  <a:cubicBezTo>
                    <a:pt x="788367" y="706978"/>
                    <a:pt x="800749" y="782226"/>
                    <a:pt x="813132" y="857473"/>
                  </a:cubicBezTo>
                  <a:cubicBezTo>
                    <a:pt x="815989" y="874618"/>
                    <a:pt x="816942" y="893668"/>
                    <a:pt x="812179" y="909861"/>
                  </a:cubicBezTo>
                  <a:cubicBezTo>
                    <a:pt x="803607" y="938436"/>
                    <a:pt x="770269" y="947008"/>
                    <a:pt x="736932" y="929863"/>
                  </a:cubicBezTo>
                  <a:cubicBezTo>
                    <a:pt x="664542" y="892716"/>
                    <a:pt x="591199" y="854616"/>
                    <a:pt x="519762" y="815563"/>
                  </a:cubicBezTo>
                  <a:cubicBezTo>
                    <a:pt x="500712" y="805086"/>
                    <a:pt x="486424" y="806038"/>
                    <a:pt x="467374" y="816516"/>
                  </a:cubicBezTo>
                  <a:cubicBezTo>
                    <a:pt x="395937" y="855568"/>
                    <a:pt x="322594" y="893668"/>
                    <a:pt x="250204" y="930816"/>
                  </a:cubicBezTo>
                  <a:cubicBezTo>
                    <a:pt x="204484" y="951771"/>
                    <a:pt x="169242" y="928911"/>
                    <a:pt x="171147" y="873666"/>
                  </a:cubicBezTo>
                  <a:close/>
                  <a:moveTo>
                    <a:pt x="820752" y="401226"/>
                  </a:moveTo>
                  <a:cubicBezTo>
                    <a:pt x="763602" y="392653"/>
                    <a:pt x="705499" y="381223"/>
                    <a:pt x="646444" y="375508"/>
                  </a:cubicBezTo>
                  <a:cubicBezTo>
                    <a:pt x="609297" y="371698"/>
                    <a:pt x="589294" y="355506"/>
                    <a:pt x="574054" y="322168"/>
                  </a:cubicBezTo>
                  <a:cubicBezTo>
                    <a:pt x="550242" y="268828"/>
                    <a:pt x="522619" y="216441"/>
                    <a:pt x="492139" y="156433"/>
                  </a:cubicBezTo>
                  <a:cubicBezTo>
                    <a:pt x="468327" y="205963"/>
                    <a:pt x="443562" y="245968"/>
                    <a:pt x="427369" y="289783"/>
                  </a:cubicBezTo>
                  <a:cubicBezTo>
                    <a:pt x="405462" y="351696"/>
                    <a:pt x="365457" y="382176"/>
                    <a:pt x="299734" y="380271"/>
                  </a:cubicBezTo>
                  <a:cubicBezTo>
                    <a:pt x="297829" y="380271"/>
                    <a:pt x="294972" y="380271"/>
                    <a:pt x="293067" y="381223"/>
                  </a:cubicBezTo>
                  <a:cubicBezTo>
                    <a:pt x="249252" y="387891"/>
                    <a:pt x="205437" y="394558"/>
                    <a:pt x="164479" y="401226"/>
                  </a:cubicBezTo>
                  <a:cubicBezTo>
                    <a:pt x="209247" y="447898"/>
                    <a:pt x="251157" y="492666"/>
                    <a:pt x="294019" y="536481"/>
                  </a:cubicBezTo>
                  <a:cubicBezTo>
                    <a:pt x="314022" y="556483"/>
                    <a:pt x="322594" y="577438"/>
                    <a:pt x="316879" y="606013"/>
                  </a:cubicBezTo>
                  <a:cubicBezTo>
                    <a:pt x="304497" y="666973"/>
                    <a:pt x="295924" y="729838"/>
                    <a:pt x="284494" y="797466"/>
                  </a:cubicBezTo>
                  <a:cubicBezTo>
                    <a:pt x="341644" y="767938"/>
                    <a:pt x="393079" y="743173"/>
                    <a:pt x="443562" y="713646"/>
                  </a:cubicBezTo>
                  <a:cubicBezTo>
                    <a:pt x="477852" y="693643"/>
                    <a:pt x="507379" y="692691"/>
                    <a:pt x="542622" y="713646"/>
                  </a:cubicBezTo>
                  <a:cubicBezTo>
                    <a:pt x="592152" y="743173"/>
                    <a:pt x="644539" y="767938"/>
                    <a:pt x="700737" y="797466"/>
                  </a:cubicBezTo>
                  <a:cubicBezTo>
                    <a:pt x="689307" y="730791"/>
                    <a:pt x="681687" y="669831"/>
                    <a:pt x="668352" y="609823"/>
                  </a:cubicBezTo>
                  <a:cubicBezTo>
                    <a:pt x="661684" y="577438"/>
                    <a:pt x="671209" y="555531"/>
                    <a:pt x="693117" y="533623"/>
                  </a:cubicBezTo>
                  <a:cubicBezTo>
                    <a:pt x="736932" y="492666"/>
                    <a:pt x="777889" y="447898"/>
                    <a:pt x="820752" y="401226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</p:grpSp>
      <p:sp>
        <p:nvSpPr>
          <p:cNvPr id="389361542" name="Google Shape;1253;p10"/>
          <p:cNvSpPr/>
          <p:nvPr/>
        </p:nvSpPr>
        <p:spPr bwMode="auto">
          <a:xfrm>
            <a:off x="0" y="6745403"/>
            <a:ext cx="12192000" cy="130500"/>
          </a:xfrm>
          <a:prstGeom prst="rect">
            <a:avLst/>
          </a:prstGeom>
          <a:solidFill>
            <a:srgbClr val="B90F50"/>
          </a:solidFill>
          <a:ln w="19050" cap="flat" cmpd="sng">
            <a:solidFill>
              <a:srgbClr val="B90F5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17_Blank" preserve="0" showMasterPhAnim="0" showMasterSp="1" userDrawn="1">
  <p:cSld name="17_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45935212" name="Google Shape;1255;p11"/>
          <p:cNvSpPr txBox="1">
            <a:spLocks noGrp="1"/>
          </p:cNvSpPr>
          <p:nvPr>
            <p:ph type="body" idx="1"/>
          </p:nvPr>
        </p:nvSpPr>
        <p:spPr bwMode="auto">
          <a:xfrm>
            <a:off x="1500992" y="870906"/>
            <a:ext cx="10547400" cy="46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latin typeface="Calibri"/>
                <a:ea typeface="Calibri"/>
                <a:cs typeface="Calibri"/>
              </a:defRPr>
            </a:lvl1pPr>
            <a:lvl2pPr marL="91440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latin typeface="Calibri"/>
                <a:ea typeface="Calibri"/>
                <a:cs typeface="Calibri"/>
              </a:defRPr>
            </a:lvl2pPr>
            <a:lvl3pPr marL="137160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latin typeface="Calibri"/>
                <a:ea typeface="Calibri"/>
                <a:cs typeface="Calibri"/>
              </a:defRPr>
            </a:lvl3pPr>
            <a:lvl4pPr marL="182880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latin typeface="Calibri"/>
                <a:ea typeface="Calibri"/>
                <a:cs typeface="Calibri"/>
              </a:defRPr>
            </a:lvl4pPr>
            <a:lvl5pPr marL="228600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latin typeface="Calibri"/>
                <a:ea typeface="Calibri"/>
                <a:cs typeface="Calibri"/>
              </a:defRPr>
            </a:lvl5pPr>
            <a:lvl6pPr marL="274320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pPr>
              <a:defRPr/>
            </a:pPr>
            <a:endParaRPr/>
          </a:p>
        </p:txBody>
      </p:sp>
      <p:cxnSp>
        <p:nvCxnSpPr>
          <p:cNvPr id="171343732" name="Google Shape;1256;p11"/>
          <p:cNvCxnSpPr/>
          <p:nvPr/>
        </p:nvCxnSpPr>
        <p:spPr bwMode="auto">
          <a:xfrm>
            <a:off x="655399" y="1299220"/>
            <a:ext cx="11238300" cy="24900"/>
          </a:xfrm>
          <a:prstGeom prst="straightConnector1">
            <a:avLst/>
          </a:prstGeom>
          <a:noFill/>
          <a:ln w="9525" cap="flat" cmpd="sng">
            <a:solidFill>
              <a:srgbClr val="B8114F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1803985612" name="Google Shape;1257;p11"/>
          <p:cNvSpPr txBox="1">
            <a:spLocks noGrp="1"/>
          </p:cNvSpPr>
          <p:nvPr>
            <p:ph type="body" idx="2"/>
          </p:nvPr>
        </p:nvSpPr>
        <p:spPr bwMode="auto">
          <a:xfrm>
            <a:off x="1488293" y="416192"/>
            <a:ext cx="10560000" cy="57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8114F"/>
              </a:buClr>
              <a:buSzPts val="3600"/>
              <a:buNone/>
              <a:defRPr sz="3600">
                <a:solidFill>
                  <a:srgbClr val="B8114F"/>
                </a:solidFill>
                <a:latin typeface="Georgia"/>
                <a:ea typeface="Georgia"/>
                <a:cs typeface="Georgia"/>
              </a:defRPr>
            </a:lvl1pPr>
            <a:lvl2pPr marL="91440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/>
            </a:lvl2pPr>
            <a:lvl3pPr marL="137160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/>
            </a:lvl3pPr>
            <a:lvl4pPr marL="182880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4pPr>
            <a:lvl5pPr marL="228600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5pPr>
            <a:lvl6pPr marL="274320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pPr>
              <a:defRPr/>
            </a:pPr>
            <a:endParaRPr/>
          </a:p>
        </p:txBody>
      </p:sp>
      <p:grpSp>
        <p:nvGrpSpPr>
          <p:cNvPr id="284938284" name="Google Shape;1258;p11"/>
          <p:cNvGrpSpPr/>
          <p:nvPr/>
        </p:nvGrpSpPr>
        <p:grpSpPr bwMode="auto">
          <a:xfrm>
            <a:off x="655527" y="416137"/>
            <a:ext cx="624253" cy="765101"/>
            <a:chOff x="4819650" y="1862134"/>
            <a:chExt cx="2558414" cy="3135659"/>
          </a:xfrm>
        </p:grpSpPr>
        <p:sp>
          <p:nvSpPr>
            <p:cNvPr id="1259" name="Google Shape;1259;p11"/>
            <p:cNvSpPr/>
            <p:nvPr/>
          </p:nvSpPr>
          <p:spPr bwMode="auto">
            <a:xfrm>
              <a:off x="6353176" y="3360420"/>
              <a:ext cx="621029" cy="45720"/>
            </a:xfrm>
            <a:custGeom>
              <a:avLst/>
              <a:gdLst/>
              <a:ahLst/>
              <a:cxnLst/>
              <a:rect l="l" t="t" r="r" b="b"/>
              <a:pathLst>
                <a:path w="621029" h="45720" fill="norm" stroke="1" extrusionOk="0">
                  <a:moveTo>
                    <a:pt x="38100" y="20002"/>
                  </a:moveTo>
                  <a:lnTo>
                    <a:pt x="0" y="32385"/>
                  </a:lnTo>
                  <a:cubicBezTo>
                    <a:pt x="11430" y="39052"/>
                    <a:pt x="27622" y="44767"/>
                    <a:pt x="50483" y="44767"/>
                  </a:cubicBezTo>
                  <a:cubicBezTo>
                    <a:pt x="51435" y="44767"/>
                    <a:pt x="53340" y="44767"/>
                    <a:pt x="54292" y="44767"/>
                  </a:cubicBezTo>
                  <a:cubicBezTo>
                    <a:pt x="58103" y="44767"/>
                    <a:pt x="60960" y="44767"/>
                    <a:pt x="63817" y="45720"/>
                  </a:cubicBezTo>
                  <a:lnTo>
                    <a:pt x="604838" y="45720"/>
                  </a:lnTo>
                  <a:cubicBezTo>
                    <a:pt x="610553" y="30480"/>
                    <a:pt x="616268" y="15240"/>
                    <a:pt x="621030" y="0"/>
                  </a:cubicBezTo>
                  <a:lnTo>
                    <a:pt x="83820" y="0"/>
                  </a:lnTo>
                  <a:cubicBezTo>
                    <a:pt x="70485" y="7620"/>
                    <a:pt x="55245" y="14288"/>
                    <a:pt x="38100" y="20002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260" name="Google Shape;1260;p11"/>
            <p:cNvSpPr/>
            <p:nvPr/>
          </p:nvSpPr>
          <p:spPr bwMode="auto">
            <a:xfrm>
              <a:off x="5218745" y="3360420"/>
              <a:ext cx="625792" cy="45720"/>
            </a:xfrm>
            <a:custGeom>
              <a:avLst/>
              <a:gdLst/>
              <a:ahLst/>
              <a:cxnLst/>
              <a:rect l="l" t="t" r="r" b="b"/>
              <a:pathLst>
                <a:path w="625792" h="45720" fill="norm" stroke="1" extrusionOk="0">
                  <a:moveTo>
                    <a:pt x="570548" y="44767"/>
                  </a:moveTo>
                  <a:cubicBezTo>
                    <a:pt x="572453" y="44767"/>
                    <a:pt x="573405" y="44767"/>
                    <a:pt x="575310" y="44767"/>
                  </a:cubicBezTo>
                  <a:cubicBezTo>
                    <a:pt x="599123" y="44767"/>
                    <a:pt x="614363" y="39052"/>
                    <a:pt x="625793" y="32385"/>
                  </a:cubicBezTo>
                  <a:lnTo>
                    <a:pt x="587693" y="20002"/>
                  </a:lnTo>
                  <a:cubicBezTo>
                    <a:pt x="570548" y="14288"/>
                    <a:pt x="555307" y="7620"/>
                    <a:pt x="541020" y="0"/>
                  </a:cubicBezTo>
                  <a:lnTo>
                    <a:pt x="0" y="0"/>
                  </a:lnTo>
                  <a:cubicBezTo>
                    <a:pt x="4763" y="15240"/>
                    <a:pt x="10477" y="30480"/>
                    <a:pt x="16192" y="45720"/>
                  </a:cubicBezTo>
                  <a:lnTo>
                    <a:pt x="561023" y="45720"/>
                  </a:lnTo>
                  <a:cubicBezTo>
                    <a:pt x="563880" y="44767"/>
                    <a:pt x="566738" y="44767"/>
                    <a:pt x="570548" y="44767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261" name="Google Shape;1261;p11"/>
            <p:cNvSpPr/>
            <p:nvPr/>
          </p:nvSpPr>
          <p:spPr bwMode="auto">
            <a:xfrm>
              <a:off x="6231251" y="3445190"/>
              <a:ext cx="710565" cy="45720"/>
            </a:xfrm>
            <a:custGeom>
              <a:avLst/>
              <a:gdLst/>
              <a:ahLst/>
              <a:cxnLst/>
              <a:rect l="l" t="t" r="r" b="b"/>
              <a:pathLst>
                <a:path w="710565" h="45720" fill="norm" stroke="1" extrusionOk="0">
                  <a:moveTo>
                    <a:pt x="188595" y="953"/>
                  </a:moveTo>
                  <a:cubicBezTo>
                    <a:pt x="167640" y="14288"/>
                    <a:pt x="124778" y="27623"/>
                    <a:pt x="81915" y="27623"/>
                  </a:cubicBezTo>
                  <a:lnTo>
                    <a:pt x="80963" y="27623"/>
                  </a:lnTo>
                  <a:cubicBezTo>
                    <a:pt x="77153" y="27623"/>
                    <a:pt x="73342" y="26670"/>
                    <a:pt x="70485" y="25717"/>
                  </a:cubicBezTo>
                  <a:cubicBezTo>
                    <a:pt x="57150" y="33338"/>
                    <a:pt x="26670" y="41910"/>
                    <a:pt x="0" y="45720"/>
                  </a:cubicBezTo>
                  <a:lnTo>
                    <a:pt x="688658" y="45720"/>
                  </a:lnTo>
                  <a:cubicBezTo>
                    <a:pt x="696278" y="30480"/>
                    <a:pt x="703898" y="15240"/>
                    <a:pt x="710565" y="0"/>
                  </a:cubicBezTo>
                  <a:lnTo>
                    <a:pt x="189548" y="0"/>
                  </a:lnTo>
                  <a:cubicBezTo>
                    <a:pt x="189548" y="953"/>
                    <a:pt x="189548" y="953"/>
                    <a:pt x="188595" y="953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262" name="Google Shape;1262;p11"/>
            <p:cNvSpPr/>
            <p:nvPr/>
          </p:nvSpPr>
          <p:spPr bwMode="auto">
            <a:xfrm>
              <a:off x="5252084" y="3446143"/>
              <a:ext cx="714374" cy="45720"/>
            </a:xfrm>
            <a:custGeom>
              <a:avLst/>
              <a:gdLst/>
              <a:ahLst/>
              <a:cxnLst/>
              <a:rect l="l" t="t" r="r" b="b"/>
              <a:pathLst>
                <a:path w="714374" h="45720" fill="norm" stroke="1" extrusionOk="0">
                  <a:moveTo>
                    <a:pt x="643890" y="25717"/>
                  </a:moveTo>
                  <a:cubicBezTo>
                    <a:pt x="641032" y="26670"/>
                    <a:pt x="637223" y="27622"/>
                    <a:pt x="633413" y="27622"/>
                  </a:cubicBezTo>
                  <a:lnTo>
                    <a:pt x="632460" y="27622"/>
                  </a:lnTo>
                  <a:cubicBezTo>
                    <a:pt x="589598" y="27622"/>
                    <a:pt x="546735" y="14288"/>
                    <a:pt x="525780" y="952"/>
                  </a:cubicBezTo>
                  <a:cubicBezTo>
                    <a:pt x="525780" y="952"/>
                    <a:pt x="524828" y="0"/>
                    <a:pt x="523875" y="0"/>
                  </a:cubicBezTo>
                  <a:lnTo>
                    <a:pt x="0" y="0"/>
                  </a:lnTo>
                  <a:cubicBezTo>
                    <a:pt x="6667" y="15240"/>
                    <a:pt x="14288" y="30480"/>
                    <a:pt x="21907" y="45720"/>
                  </a:cubicBezTo>
                  <a:lnTo>
                    <a:pt x="714375" y="45720"/>
                  </a:lnTo>
                  <a:cubicBezTo>
                    <a:pt x="687705" y="41910"/>
                    <a:pt x="657225" y="33338"/>
                    <a:pt x="643890" y="25717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263" name="Google Shape;1263;p11"/>
            <p:cNvSpPr/>
            <p:nvPr/>
          </p:nvSpPr>
          <p:spPr bwMode="auto">
            <a:xfrm>
              <a:off x="4989988" y="1862134"/>
              <a:ext cx="2212551" cy="2412682"/>
            </a:xfrm>
            <a:custGeom>
              <a:avLst/>
              <a:gdLst/>
              <a:ahLst/>
              <a:cxnLst/>
              <a:rect l="l" t="t" r="r" b="b"/>
              <a:pathLst>
                <a:path w="2212551" h="2412682" fill="norm" stroke="1" extrusionOk="0">
                  <a:moveTo>
                    <a:pt x="78263" y="1206818"/>
                  </a:moveTo>
                  <a:cubicBezTo>
                    <a:pt x="54450" y="1213485"/>
                    <a:pt x="36353" y="1225868"/>
                    <a:pt x="23018" y="1245870"/>
                  </a:cubicBezTo>
                  <a:cubicBezTo>
                    <a:pt x="-23655" y="1316355"/>
                    <a:pt x="10635" y="1460183"/>
                    <a:pt x="38258" y="1575435"/>
                  </a:cubicBezTo>
                  <a:cubicBezTo>
                    <a:pt x="47783" y="1616393"/>
                    <a:pt x="57308" y="1655445"/>
                    <a:pt x="61118" y="1684973"/>
                  </a:cubicBezTo>
                  <a:cubicBezTo>
                    <a:pt x="62070" y="1689735"/>
                    <a:pt x="62070" y="1695450"/>
                    <a:pt x="63023" y="1701165"/>
                  </a:cubicBezTo>
                  <a:cubicBezTo>
                    <a:pt x="67785" y="1736408"/>
                    <a:pt x="73500" y="1777365"/>
                    <a:pt x="65880" y="1802130"/>
                  </a:cubicBezTo>
                  <a:lnTo>
                    <a:pt x="63023" y="1809750"/>
                  </a:lnTo>
                  <a:lnTo>
                    <a:pt x="70643" y="1811655"/>
                  </a:lnTo>
                  <a:cubicBezTo>
                    <a:pt x="96360" y="1817370"/>
                    <a:pt x="128745" y="1842135"/>
                    <a:pt x="157320" y="1864995"/>
                  </a:cubicBezTo>
                  <a:cubicBezTo>
                    <a:pt x="161130" y="1868805"/>
                    <a:pt x="165893" y="1871663"/>
                    <a:pt x="169703" y="1874520"/>
                  </a:cubicBezTo>
                  <a:cubicBezTo>
                    <a:pt x="192563" y="1892618"/>
                    <a:pt x="222090" y="1920240"/>
                    <a:pt x="252570" y="1948815"/>
                  </a:cubicBezTo>
                  <a:cubicBezTo>
                    <a:pt x="336390" y="2027873"/>
                    <a:pt x="441165" y="2126933"/>
                    <a:pt x="524985" y="2126933"/>
                  </a:cubicBezTo>
                  <a:cubicBezTo>
                    <a:pt x="526890" y="2126933"/>
                    <a:pt x="528795" y="2126933"/>
                    <a:pt x="530700" y="2126933"/>
                  </a:cubicBezTo>
                  <a:cubicBezTo>
                    <a:pt x="554513" y="2125980"/>
                    <a:pt x="575468" y="2115503"/>
                    <a:pt x="592613" y="2098358"/>
                  </a:cubicBezTo>
                  <a:cubicBezTo>
                    <a:pt x="585945" y="2122170"/>
                    <a:pt x="587850" y="2145030"/>
                    <a:pt x="599280" y="2165985"/>
                  </a:cubicBezTo>
                  <a:cubicBezTo>
                    <a:pt x="637380" y="2241233"/>
                    <a:pt x="778350" y="2284095"/>
                    <a:pt x="891698" y="2317433"/>
                  </a:cubicBezTo>
                  <a:cubicBezTo>
                    <a:pt x="932655" y="2329815"/>
                    <a:pt x="970755" y="2341245"/>
                    <a:pt x="997425" y="2352675"/>
                  </a:cubicBezTo>
                  <a:cubicBezTo>
                    <a:pt x="1002188" y="2354580"/>
                    <a:pt x="1006950" y="2356485"/>
                    <a:pt x="1011713" y="2358390"/>
                  </a:cubicBezTo>
                  <a:cubicBezTo>
                    <a:pt x="1045050" y="2371725"/>
                    <a:pt x="1083150" y="2386965"/>
                    <a:pt x="1101248" y="2406968"/>
                  </a:cubicBezTo>
                  <a:lnTo>
                    <a:pt x="1106963" y="2412683"/>
                  </a:lnTo>
                  <a:lnTo>
                    <a:pt x="1112678" y="2406968"/>
                  </a:lnTo>
                  <a:cubicBezTo>
                    <a:pt x="1130775" y="2387918"/>
                    <a:pt x="1168875" y="2372678"/>
                    <a:pt x="1202213" y="2358390"/>
                  </a:cubicBezTo>
                  <a:cubicBezTo>
                    <a:pt x="1206975" y="2356485"/>
                    <a:pt x="1211738" y="2354580"/>
                    <a:pt x="1216500" y="2352675"/>
                  </a:cubicBezTo>
                  <a:cubicBezTo>
                    <a:pt x="1243170" y="2341245"/>
                    <a:pt x="1282223" y="2329815"/>
                    <a:pt x="1322228" y="2317433"/>
                  </a:cubicBezTo>
                  <a:cubicBezTo>
                    <a:pt x="1435575" y="2283143"/>
                    <a:pt x="1576545" y="2241233"/>
                    <a:pt x="1614645" y="2165985"/>
                  </a:cubicBezTo>
                  <a:cubicBezTo>
                    <a:pt x="1625123" y="2145030"/>
                    <a:pt x="1627028" y="2121218"/>
                    <a:pt x="1620360" y="2097405"/>
                  </a:cubicBezTo>
                  <a:cubicBezTo>
                    <a:pt x="1637505" y="2114550"/>
                    <a:pt x="1658460" y="2124075"/>
                    <a:pt x="1682273" y="2125980"/>
                  </a:cubicBezTo>
                  <a:cubicBezTo>
                    <a:pt x="1684178" y="2125980"/>
                    <a:pt x="1686083" y="2125980"/>
                    <a:pt x="1687988" y="2125980"/>
                  </a:cubicBezTo>
                  <a:cubicBezTo>
                    <a:pt x="1771808" y="2125980"/>
                    <a:pt x="1875630" y="2027873"/>
                    <a:pt x="1960403" y="1947863"/>
                  </a:cubicBezTo>
                  <a:cubicBezTo>
                    <a:pt x="1990883" y="1918335"/>
                    <a:pt x="2020410" y="1891665"/>
                    <a:pt x="2043270" y="1873568"/>
                  </a:cubicBezTo>
                  <a:cubicBezTo>
                    <a:pt x="2047080" y="1870710"/>
                    <a:pt x="2051843" y="1866900"/>
                    <a:pt x="2055653" y="1864043"/>
                  </a:cubicBezTo>
                  <a:cubicBezTo>
                    <a:pt x="2084228" y="1842135"/>
                    <a:pt x="2116613" y="1816418"/>
                    <a:pt x="2142330" y="1810703"/>
                  </a:cubicBezTo>
                  <a:lnTo>
                    <a:pt x="2149950" y="1808798"/>
                  </a:lnTo>
                  <a:lnTo>
                    <a:pt x="2147093" y="1801178"/>
                  </a:lnTo>
                  <a:cubicBezTo>
                    <a:pt x="2139473" y="1776413"/>
                    <a:pt x="2145188" y="1735455"/>
                    <a:pt x="2149950" y="1700213"/>
                  </a:cubicBezTo>
                  <a:cubicBezTo>
                    <a:pt x="2150903" y="1694498"/>
                    <a:pt x="2151855" y="1689735"/>
                    <a:pt x="2151855" y="1684020"/>
                  </a:cubicBezTo>
                  <a:cubicBezTo>
                    <a:pt x="2155665" y="1655445"/>
                    <a:pt x="2165190" y="1616393"/>
                    <a:pt x="2174715" y="1574483"/>
                  </a:cubicBezTo>
                  <a:cubicBezTo>
                    <a:pt x="2202338" y="1459230"/>
                    <a:pt x="2235675" y="1315403"/>
                    <a:pt x="2189955" y="1244918"/>
                  </a:cubicBezTo>
                  <a:cubicBezTo>
                    <a:pt x="2176620" y="1224915"/>
                    <a:pt x="2157570" y="1211580"/>
                    <a:pt x="2133758" y="1205865"/>
                  </a:cubicBezTo>
                  <a:cubicBezTo>
                    <a:pt x="2157570" y="1199198"/>
                    <a:pt x="2175668" y="1186815"/>
                    <a:pt x="2189003" y="1166813"/>
                  </a:cubicBezTo>
                  <a:cubicBezTo>
                    <a:pt x="2235675" y="1096328"/>
                    <a:pt x="2201385" y="952500"/>
                    <a:pt x="2173763" y="837248"/>
                  </a:cubicBezTo>
                  <a:cubicBezTo>
                    <a:pt x="2164238" y="796290"/>
                    <a:pt x="2154713" y="757238"/>
                    <a:pt x="2150903" y="727710"/>
                  </a:cubicBezTo>
                  <a:cubicBezTo>
                    <a:pt x="2149950" y="722948"/>
                    <a:pt x="2149950" y="717233"/>
                    <a:pt x="2148998" y="711518"/>
                  </a:cubicBezTo>
                  <a:cubicBezTo>
                    <a:pt x="2144235" y="676275"/>
                    <a:pt x="2138520" y="635318"/>
                    <a:pt x="2146140" y="610553"/>
                  </a:cubicBezTo>
                  <a:lnTo>
                    <a:pt x="2148998" y="602933"/>
                  </a:lnTo>
                  <a:lnTo>
                    <a:pt x="2141378" y="601028"/>
                  </a:lnTo>
                  <a:cubicBezTo>
                    <a:pt x="2115660" y="595313"/>
                    <a:pt x="2083275" y="570548"/>
                    <a:pt x="2054700" y="547688"/>
                  </a:cubicBezTo>
                  <a:cubicBezTo>
                    <a:pt x="2049938" y="543878"/>
                    <a:pt x="2046128" y="541020"/>
                    <a:pt x="2042318" y="538163"/>
                  </a:cubicBezTo>
                  <a:cubicBezTo>
                    <a:pt x="2019458" y="520065"/>
                    <a:pt x="1989930" y="492443"/>
                    <a:pt x="1959450" y="463868"/>
                  </a:cubicBezTo>
                  <a:cubicBezTo>
                    <a:pt x="1875630" y="384810"/>
                    <a:pt x="1770855" y="285750"/>
                    <a:pt x="1687035" y="285750"/>
                  </a:cubicBezTo>
                  <a:cubicBezTo>
                    <a:pt x="1685130" y="285750"/>
                    <a:pt x="1683225" y="285750"/>
                    <a:pt x="1681320" y="285750"/>
                  </a:cubicBezTo>
                  <a:cubicBezTo>
                    <a:pt x="1657508" y="286703"/>
                    <a:pt x="1636553" y="297180"/>
                    <a:pt x="1619408" y="314325"/>
                  </a:cubicBezTo>
                  <a:cubicBezTo>
                    <a:pt x="1626075" y="290513"/>
                    <a:pt x="1624170" y="267653"/>
                    <a:pt x="1612740" y="246698"/>
                  </a:cubicBezTo>
                  <a:cubicBezTo>
                    <a:pt x="1574640" y="171450"/>
                    <a:pt x="1433670" y="128588"/>
                    <a:pt x="1319370" y="95250"/>
                  </a:cubicBezTo>
                  <a:cubicBezTo>
                    <a:pt x="1278413" y="82868"/>
                    <a:pt x="1240313" y="71438"/>
                    <a:pt x="1213643" y="60008"/>
                  </a:cubicBezTo>
                  <a:cubicBezTo>
                    <a:pt x="1208880" y="58103"/>
                    <a:pt x="1204118" y="56197"/>
                    <a:pt x="1199355" y="54293"/>
                  </a:cubicBezTo>
                  <a:cubicBezTo>
                    <a:pt x="1166018" y="40958"/>
                    <a:pt x="1127918" y="25717"/>
                    <a:pt x="1109820" y="5715"/>
                  </a:cubicBezTo>
                  <a:lnTo>
                    <a:pt x="1106010" y="0"/>
                  </a:lnTo>
                  <a:lnTo>
                    <a:pt x="1100295" y="5715"/>
                  </a:lnTo>
                  <a:cubicBezTo>
                    <a:pt x="1082198" y="24765"/>
                    <a:pt x="1044098" y="40005"/>
                    <a:pt x="1010760" y="54293"/>
                  </a:cubicBezTo>
                  <a:cubicBezTo>
                    <a:pt x="1005998" y="56197"/>
                    <a:pt x="1001235" y="58103"/>
                    <a:pt x="996473" y="60008"/>
                  </a:cubicBezTo>
                  <a:cubicBezTo>
                    <a:pt x="969803" y="71438"/>
                    <a:pt x="930750" y="82868"/>
                    <a:pt x="890745" y="95250"/>
                  </a:cubicBezTo>
                  <a:cubicBezTo>
                    <a:pt x="777398" y="129540"/>
                    <a:pt x="636428" y="171450"/>
                    <a:pt x="598328" y="246698"/>
                  </a:cubicBezTo>
                  <a:cubicBezTo>
                    <a:pt x="587850" y="267653"/>
                    <a:pt x="585945" y="291465"/>
                    <a:pt x="592613" y="315278"/>
                  </a:cubicBezTo>
                  <a:cubicBezTo>
                    <a:pt x="575468" y="298133"/>
                    <a:pt x="554513" y="288608"/>
                    <a:pt x="530700" y="286703"/>
                  </a:cubicBezTo>
                  <a:cubicBezTo>
                    <a:pt x="445928" y="281940"/>
                    <a:pt x="339248" y="382905"/>
                    <a:pt x="252570" y="464820"/>
                  </a:cubicBezTo>
                  <a:cubicBezTo>
                    <a:pt x="222090" y="494348"/>
                    <a:pt x="192563" y="521018"/>
                    <a:pt x="169703" y="539115"/>
                  </a:cubicBezTo>
                  <a:cubicBezTo>
                    <a:pt x="165893" y="541973"/>
                    <a:pt x="161130" y="545783"/>
                    <a:pt x="157320" y="548640"/>
                  </a:cubicBezTo>
                  <a:cubicBezTo>
                    <a:pt x="128745" y="570548"/>
                    <a:pt x="96360" y="596265"/>
                    <a:pt x="70643" y="601980"/>
                  </a:cubicBezTo>
                  <a:lnTo>
                    <a:pt x="63023" y="603885"/>
                  </a:lnTo>
                  <a:lnTo>
                    <a:pt x="65880" y="611505"/>
                  </a:lnTo>
                  <a:cubicBezTo>
                    <a:pt x="73500" y="636270"/>
                    <a:pt x="67785" y="677228"/>
                    <a:pt x="63023" y="712470"/>
                  </a:cubicBezTo>
                  <a:cubicBezTo>
                    <a:pt x="62070" y="718185"/>
                    <a:pt x="61118" y="722948"/>
                    <a:pt x="61118" y="728663"/>
                  </a:cubicBezTo>
                  <a:cubicBezTo>
                    <a:pt x="57308" y="757238"/>
                    <a:pt x="47783" y="796290"/>
                    <a:pt x="38258" y="838200"/>
                  </a:cubicBezTo>
                  <a:cubicBezTo>
                    <a:pt x="10635" y="953453"/>
                    <a:pt x="-22702" y="1097280"/>
                    <a:pt x="23018" y="1167765"/>
                  </a:cubicBezTo>
                  <a:cubicBezTo>
                    <a:pt x="35400" y="1187768"/>
                    <a:pt x="53498" y="1201103"/>
                    <a:pt x="78263" y="1206818"/>
                  </a:cubicBezTo>
                  <a:close/>
                  <a:moveTo>
                    <a:pt x="1106963" y="193358"/>
                  </a:moveTo>
                  <a:cubicBezTo>
                    <a:pt x="1663223" y="193358"/>
                    <a:pt x="2115660" y="647700"/>
                    <a:pt x="2115660" y="1206818"/>
                  </a:cubicBezTo>
                  <a:cubicBezTo>
                    <a:pt x="2115660" y="1765935"/>
                    <a:pt x="1663223" y="2220278"/>
                    <a:pt x="1106963" y="2220278"/>
                  </a:cubicBezTo>
                  <a:cubicBezTo>
                    <a:pt x="550703" y="2220278"/>
                    <a:pt x="98265" y="1765935"/>
                    <a:pt x="98265" y="1206818"/>
                  </a:cubicBezTo>
                  <a:cubicBezTo>
                    <a:pt x="98265" y="647700"/>
                    <a:pt x="550703" y="193358"/>
                    <a:pt x="1106963" y="193358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264" name="Google Shape;1264;p11"/>
            <p:cNvSpPr/>
            <p:nvPr/>
          </p:nvSpPr>
          <p:spPr bwMode="auto">
            <a:xfrm>
              <a:off x="5638798" y="3871913"/>
              <a:ext cx="916304" cy="45720"/>
            </a:xfrm>
            <a:custGeom>
              <a:avLst/>
              <a:gdLst/>
              <a:ahLst/>
              <a:cxnLst/>
              <a:rect l="l" t="t" r="r" b="b"/>
              <a:pathLst>
                <a:path w="916304" h="45720" fill="norm" stroke="1" extrusionOk="0">
                  <a:moveTo>
                    <a:pt x="90488" y="45720"/>
                  </a:moveTo>
                  <a:lnTo>
                    <a:pt x="825818" y="45720"/>
                  </a:lnTo>
                  <a:cubicBezTo>
                    <a:pt x="857250" y="32385"/>
                    <a:pt x="887730" y="17145"/>
                    <a:pt x="916305" y="0"/>
                  </a:cubicBezTo>
                  <a:lnTo>
                    <a:pt x="0" y="0"/>
                  </a:lnTo>
                  <a:cubicBezTo>
                    <a:pt x="28575" y="16192"/>
                    <a:pt x="59055" y="31433"/>
                    <a:pt x="90488" y="45720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265" name="Google Shape;1265;p11"/>
            <p:cNvSpPr/>
            <p:nvPr/>
          </p:nvSpPr>
          <p:spPr bwMode="auto">
            <a:xfrm>
              <a:off x="5838827" y="3957637"/>
              <a:ext cx="516254" cy="36195"/>
            </a:xfrm>
            <a:custGeom>
              <a:avLst/>
              <a:gdLst/>
              <a:ahLst/>
              <a:cxnLst/>
              <a:rect l="l" t="t" r="r" b="b"/>
              <a:pathLst>
                <a:path w="516254" h="36195" fill="norm" stroke="1" extrusionOk="0">
                  <a:moveTo>
                    <a:pt x="258128" y="36195"/>
                  </a:moveTo>
                  <a:cubicBezTo>
                    <a:pt x="347663" y="36195"/>
                    <a:pt x="434340" y="23813"/>
                    <a:pt x="516255" y="0"/>
                  </a:cubicBezTo>
                  <a:lnTo>
                    <a:pt x="0" y="0"/>
                  </a:lnTo>
                  <a:cubicBezTo>
                    <a:pt x="81915" y="22860"/>
                    <a:pt x="168592" y="36195"/>
                    <a:pt x="258128" y="36195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266" name="Google Shape;1266;p11"/>
            <p:cNvSpPr/>
            <p:nvPr/>
          </p:nvSpPr>
          <p:spPr bwMode="auto">
            <a:xfrm>
              <a:off x="6180769" y="3058476"/>
              <a:ext cx="205999" cy="305752"/>
            </a:xfrm>
            <a:custGeom>
              <a:avLst/>
              <a:gdLst/>
              <a:ahLst/>
              <a:cxnLst/>
              <a:rect l="l" t="t" r="r" b="b"/>
              <a:pathLst>
                <a:path w="205999" h="305752" fill="norm" stroke="1" extrusionOk="0">
                  <a:moveTo>
                    <a:pt x="140018" y="11430"/>
                  </a:moveTo>
                  <a:cubicBezTo>
                    <a:pt x="134303" y="5715"/>
                    <a:pt x="115253" y="0"/>
                    <a:pt x="92393" y="0"/>
                  </a:cubicBezTo>
                  <a:cubicBezTo>
                    <a:pt x="81915" y="0"/>
                    <a:pt x="72390" y="952"/>
                    <a:pt x="62865" y="3810"/>
                  </a:cubicBezTo>
                  <a:cubicBezTo>
                    <a:pt x="28575" y="12382"/>
                    <a:pt x="0" y="48577"/>
                    <a:pt x="0" y="66675"/>
                  </a:cubicBezTo>
                  <a:cubicBezTo>
                    <a:pt x="10478" y="80010"/>
                    <a:pt x="23813" y="94297"/>
                    <a:pt x="36195" y="106680"/>
                  </a:cubicBezTo>
                  <a:cubicBezTo>
                    <a:pt x="63818" y="133350"/>
                    <a:pt x="89535" y="160020"/>
                    <a:pt x="90488" y="196215"/>
                  </a:cubicBezTo>
                  <a:cubicBezTo>
                    <a:pt x="91440" y="213360"/>
                    <a:pt x="88583" y="228600"/>
                    <a:pt x="82868" y="243840"/>
                  </a:cubicBezTo>
                  <a:cubicBezTo>
                    <a:pt x="70485" y="276225"/>
                    <a:pt x="40958" y="295275"/>
                    <a:pt x="14288" y="305752"/>
                  </a:cubicBezTo>
                  <a:cubicBezTo>
                    <a:pt x="92393" y="301942"/>
                    <a:pt x="149543" y="284797"/>
                    <a:pt x="179070" y="253365"/>
                  </a:cubicBezTo>
                  <a:cubicBezTo>
                    <a:pt x="199073" y="233363"/>
                    <a:pt x="207645" y="206692"/>
                    <a:pt x="205740" y="174307"/>
                  </a:cubicBezTo>
                  <a:cubicBezTo>
                    <a:pt x="203835" y="152400"/>
                    <a:pt x="187643" y="130492"/>
                    <a:pt x="172403" y="108585"/>
                  </a:cubicBezTo>
                  <a:cubicBezTo>
                    <a:pt x="150495" y="79057"/>
                    <a:pt x="127635" y="47625"/>
                    <a:pt x="140018" y="11430"/>
                  </a:cubicBezTo>
                  <a:cubicBezTo>
                    <a:pt x="140970" y="11430"/>
                    <a:pt x="140018" y="11430"/>
                    <a:pt x="140018" y="11430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267" name="Google Shape;1267;p11"/>
            <p:cNvSpPr/>
            <p:nvPr/>
          </p:nvSpPr>
          <p:spPr bwMode="auto">
            <a:xfrm>
              <a:off x="6236969" y="3089908"/>
              <a:ext cx="262116" cy="284797"/>
            </a:xfrm>
            <a:custGeom>
              <a:avLst/>
              <a:gdLst/>
              <a:ahLst/>
              <a:cxnLst/>
              <a:rect l="l" t="t" r="r" b="b"/>
              <a:pathLst>
                <a:path w="262116" h="284797" fill="norm" stroke="1" extrusionOk="0">
                  <a:moveTo>
                    <a:pt x="190500" y="0"/>
                  </a:moveTo>
                  <a:cubicBezTo>
                    <a:pt x="178117" y="0"/>
                    <a:pt x="160020" y="953"/>
                    <a:pt x="142875" y="7620"/>
                  </a:cubicBezTo>
                  <a:cubicBezTo>
                    <a:pt x="121920" y="15240"/>
                    <a:pt x="109538" y="22860"/>
                    <a:pt x="104775" y="30480"/>
                  </a:cubicBezTo>
                  <a:cubicBezTo>
                    <a:pt x="111442" y="42863"/>
                    <a:pt x="120015" y="56198"/>
                    <a:pt x="129540" y="67628"/>
                  </a:cubicBezTo>
                  <a:cubicBezTo>
                    <a:pt x="146685" y="90488"/>
                    <a:pt x="163830" y="114300"/>
                    <a:pt x="165735" y="140970"/>
                  </a:cubicBezTo>
                  <a:cubicBezTo>
                    <a:pt x="168592" y="178118"/>
                    <a:pt x="158115" y="208598"/>
                    <a:pt x="135255" y="231458"/>
                  </a:cubicBezTo>
                  <a:cubicBezTo>
                    <a:pt x="107633" y="260033"/>
                    <a:pt x="61913" y="278130"/>
                    <a:pt x="0" y="284798"/>
                  </a:cubicBezTo>
                  <a:cubicBezTo>
                    <a:pt x="4763" y="284798"/>
                    <a:pt x="8572" y="284798"/>
                    <a:pt x="13335" y="284798"/>
                  </a:cubicBezTo>
                  <a:cubicBezTo>
                    <a:pt x="105727" y="284798"/>
                    <a:pt x="180975" y="263843"/>
                    <a:pt x="223838" y="225743"/>
                  </a:cubicBezTo>
                  <a:cubicBezTo>
                    <a:pt x="250508" y="201930"/>
                    <a:pt x="263842" y="173355"/>
                    <a:pt x="261938" y="140970"/>
                  </a:cubicBezTo>
                  <a:cubicBezTo>
                    <a:pt x="260985" y="119063"/>
                    <a:pt x="248602" y="101918"/>
                    <a:pt x="237172" y="84773"/>
                  </a:cubicBezTo>
                  <a:cubicBezTo>
                    <a:pt x="220980" y="61913"/>
                    <a:pt x="202883" y="36195"/>
                    <a:pt x="222885" y="953"/>
                  </a:cubicBezTo>
                  <a:cubicBezTo>
                    <a:pt x="216217" y="1905"/>
                    <a:pt x="204788" y="0"/>
                    <a:pt x="190500" y="0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268" name="Google Shape;1268;p11"/>
            <p:cNvSpPr/>
            <p:nvPr/>
          </p:nvSpPr>
          <p:spPr bwMode="auto">
            <a:xfrm>
              <a:off x="5940556" y="3035616"/>
              <a:ext cx="315693" cy="330517"/>
            </a:xfrm>
            <a:custGeom>
              <a:avLst/>
              <a:gdLst/>
              <a:ahLst/>
              <a:cxnLst/>
              <a:rect l="l" t="t" r="r" b="b"/>
              <a:pathLst>
                <a:path w="315693" h="330517" fill="norm" stroke="1" extrusionOk="0">
                  <a:moveTo>
                    <a:pt x="308793" y="260985"/>
                  </a:moveTo>
                  <a:cubicBezTo>
                    <a:pt x="314507" y="247650"/>
                    <a:pt x="316412" y="234315"/>
                    <a:pt x="315460" y="219075"/>
                  </a:cubicBezTo>
                  <a:cubicBezTo>
                    <a:pt x="313555" y="188595"/>
                    <a:pt x="290695" y="163830"/>
                    <a:pt x="265930" y="140017"/>
                  </a:cubicBezTo>
                  <a:cubicBezTo>
                    <a:pt x="257357" y="131445"/>
                    <a:pt x="212590" y="87630"/>
                    <a:pt x="196398" y="49530"/>
                  </a:cubicBezTo>
                  <a:lnTo>
                    <a:pt x="193540" y="43815"/>
                  </a:lnTo>
                  <a:cubicBezTo>
                    <a:pt x="183062" y="16192"/>
                    <a:pt x="175443" y="0"/>
                    <a:pt x="157345" y="0"/>
                  </a:cubicBezTo>
                  <a:cubicBezTo>
                    <a:pt x="140200" y="0"/>
                    <a:pt x="131628" y="18098"/>
                    <a:pt x="120198" y="45720"/>
                  </a:cubicBezTo>
                  <a:cubicBezTo>
                    <a:pt x="119245" y="46673"/>
                    <a:pt x="89718" y="102870"/>
                    <a:pt x="46855" y="143828"/>
                  </a:cubicBezTo>
                  <a:cubicBezTo>
                    <a:pt x="22090" y="166688"/>
                    <a:pt x="1135" y="190500"/>
                    <a:pt x="182" y="220028"/>
                  </a:cubicBezTo>
                  <a:cubicBezTo>
                    <a:pt x="-770" y="234315"/>
                    <a:pt x="2087" y="247650"/>
                    <a:pt x="6850" y="261938"/>
                  </a:cubicBezTo>
                  <a:cubicBezTo>
                    <a:pt x="24948" y="309563"/>
                    <a:pt x="94480" y="330517"/>
                    <a:pt x="155440" y="330517"/>
                  </a:cubicBezTo>
                  <a:lnTo>
                    <a:pt x="158298" y="330517"/>
                  </a:lnTo>
                  <a:lnTo>
                    <a:pt x="158298" y="330517"/>
                  </a:lnTo>
                  <a:lnTo>
                    <a:pt x="158298" y="330517"/>
                  </a:lnTo>
                  <a:lnTo>
                    <a:pt x="161155" y="330517"/>
                  </a:lnTo>
                  <a:cubicBezTo>
                    <a:pt x="221162" y="329565"/>
                    <a:pt x="290695" y="308610"/>
                    <a:pt x="308793" y="260985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269" name="Google Shape;1269;p11"/>
            <p:cNvSpPr/>
            <p:nvPr/>
          </p:nvSpPr>
          <p:spPr bwMode="auto">
            <a:xfrm>
              <a:off x="5809991" y="3058476"/>
              <a:ext cx="205999" cy="305752"/>
            </a:xfrm>
            <a:custGeom>
              <a:avLst/>
              <a:gdLst/>
              <a:ahLst/>
              <a:cxnLst/>
              <a:rect l="l" t="t" r="r" b="b"/>
              <a:pathLst>
                <a:path w="205999" h="305752" fill="norm" stroke="1" extrusionOk="0">
                  <a:moveTo>
                    <a:pt x="259" y="174307"/>
                  </a:moveTo>
                  <a:cubicBezTo>
                    <a:pt x="-1646" y="206692"/>
                    <a:pt x="6927" y="233363"/>
                    <a:pt x="26929" y="253365"/>
                  </a:cubicBezTo>
                  <a:cubicBezTo>
                    <a:pt x="56457" y="283845"/>
                    <a:pt x="113607" y="301942"/>
                    <a:pt x="191712" y="305752"/>
                  </a:cubicBezTo>
                  <a:cubicBezTo>
                    <a:pt x="165042" y="295275"/>
                    <a:pt x="135514" y="276225"/>
                    <a:pt x="123132" y="243840"/>
                  </a:cubicBezTo>
                  <a:cubicBezTo>
                    <a:pt x="117417" y="228600"/>
                    <a:pt x="114559" y="212407"/>
                    <a:pt x="115512" y="196215"/>
                  </a:cubicBezTo>
                  <a:cubicBezTo>
                    <a:pt x="117417" y="160020"/>
                    <a:pt x="142182" y="133350"/>
                    <a:pt x="169804" y="106680"/>
                  </a:cubicBezTo>
                  <a:cubicBezTo>
                    <a:pt x="182187" y="94297"/>
                    <a:pt x="195522" y="80010"/>
                    <a:pt x="205999" y="66675"/>
                  </a:cubicBezTo>
                  <a:cubicBezTo>
                    <a:pt x="205999" y="48577"/>
                    <a:pt x="177424" y="12382"/>
                    <a:pt x="143134" y="3810"/>
                  </a:cubicBezTo>
                  <a:cubicBezTo>
                    <a:pt x="133609" y="1905"/>
                    <a:pt x="124084" y="0"/>
                    <a:pt x="113607" y="0"/>
                  </a:cubicBezTo>
                  <a:cubicBezTo>
                    <a:pt x="90747" y="0"/>
                    <a:pt x="71697" y="5715"/>
                    <a:pt x="65982" y="11430"/>
                  </a:cubicBezTo>
                  <a:cubicBezTo>
                    <a:pt x="65982" y="11430"/>
                    <a:pt x="65029" y="12382"/>
                    <a:pt x="65029" y="12382"/>
                  </a:cubicBezTo>
                  <a:cubicBezTo>
                    <a:pt x="78364" y="48577"/>
                    <a:pt x="55504" y="79057"/>
                    <a:pt x="33597" y="109538"/>
                  </a:cubicBezTo>
                  <a:cubicBezTo>
                    <a:pt x="18357" y="130492"/>
                    <a:pt x="2164" y="152400"/>
                    <a:pt x="259" y="174307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270" name="Google Shape;1270;p11"/>
            <p:cNvSpPr/>
            <p:nvPr/>
          </p:nvSpPr>
          <p:spPr bwMode="auto">
            <a:xfrm>
              <a:off x="5698627" y="3091815"/>
              <a:ext cx="262116" cy="284797"/>
            </a:xfrm>
            <a:custGeom>
              <a:avLst/>
              <a:gdLst/>
              <a:ahLst/>
              <a:cxnLst/>
              <a:rect l="l" t="t" r="r" b="b"/>
              <a:pathLst>
                <a:path w="262116" h="284797" fill="norm" stroke="1" extrusionOk="0">
                  <a:moveTo>
                    <a:pt x="179" y="140970"/>
                  </a:moveTo>
                  <a:cubicBezTo>
                    <a:pt x="-1726" y="173355"/>
                    <a:pt x="11609" y="201930"/>
                    <a:pt x="38279" y="225742"/>
                  </a:cubicBezTo>
                  <a:cubicBezTo>
                    <a:pt x="81142" y="263842"/>
                    <a:pt x="156389" y="284797"/>
                    <a:pt x="248781" y="284797"/>
                  </a:cubicBezTo>
                  <a:cubicBezTo>
                    <a:pt x="253544" y="284797"/>
                    <a:pt x="257354" y="284797"/>
                    <a:pt x="262117" y="284797"/>
                  </a:cubicBezTo>
                  <a:cubicBezTo>
                    <a:pt x="199252" y="277177"/>
                    <a:pt x="154484" y="259080"/>
                    <a:pt x="126862" y="231457"/>
                  </a:cubicBezTo>
                  <a:cubicBezTo>
                    <a:pt x="104002" y="207645"/>
                    <a:pt x="93524" y="177165"/>
                    <a:pt x="96382" y="140970"/>
                  </a:cubicBezTo>
                  <a:cubicBezTo>
                    <a:pt x="98287" y="114300"/>
                    <a:pt x="115432" y="90488"/>
                    <a:pt x="132577" y="67627"/>
                  </a:cubicBezTo>
                  <a:cubicBezTo>
                    <a:pt x="142102" y="55245"/>
                    <a:pt x="150674" y="42863"/>
                    <a:pt x="157342" y="30480"/>
                  </a:cubicBezTo>
                  <a:cubicBezTo>
                    <a:pt x="152579" y="21907"/>
                    <a:pt x="140197" y="14288"/>
                    <a:pt x="119242" y="7620"/>
                  </a:cubicBezTo>
                  <a:cubicBezTo>
                    <a:pt x="102097" y="1905"/>
                    <a:pt x="83047" y="0"/>
                    <a:pt x="71617" y="0"/>
                  </a:cubicBezTo>
                  <a:cubicBezTo>
                    <a:pt x="57329" y="0"/>
                    <a:pt x="45899" y="1905"/>
                    <a:pt x="40184" y="3810"/>
                  </a:cubicBezTo>
                  <a:cubicBezTo>
                    <a:pt x="61139" y="39052"/>
                    <a:pt x="42089" y="64770"/>
                    <a:pt x="25897" y="87630"/>
                  </a:cubicBezTo>
                  <a:cubicBezTo>
                    <a:pt x="13514" y="101917"/>
                    <a:pt x="2084" y="119063"/>
                    <a:pt x="179" y="140970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271" name="Google Shape;1271;p11"/>
            <p:cNvSpPr/>
            <p:nvPr/>
          </p:nvSpPr>
          <p:spPr bwMode="auto">
            <a:xfrm>
              <a:off x="5791200" y="3389944"/>
              <a:ext cx="150495" cy="61912"/>
            </a:xfrm>
            <a:custGeom>
              <a:avLst/>
              <a:gdLst/>
              <a:ahLst/>
              <a:cxnLst/>
              <a:rect l="l" t="t" r="r" b="b"/>
              <a:pathLst>
                <a:path w="150495" h="61912" fill="norm" stroke="1" extrusionOk="0">
                  <a:moveTo>
                    <a:pt x="122873" y="25718"/>
                  </a:moveTo>
                  <a:cubicBezTo>
                    <a:pt x="126683" y="23813"/>
                    <a:pt x="129540" y="21908"/>
                    <a:pt x="131445" y="20003"/>
                  </a:cubicBezTo>
                  <a:cubicBezTo>
                    <a:pt x="137160" y="16193"/>
                    <a:pt x="140970" y="12383"/>
                    <a:pt x="144780" y="8573"/>
                  </a:cubicBezTo>
                  <a:cubicBezTo>
                    <a:pt x="146685" y="6668"/>
                    <a:pt x="148590" y="4763"/>
                    <a:pt x="150495" y="2858"/>
                  </a:cubicBezTo>
                  <a:cubicBezTo>
                    <a:pt x="132398" y="2858"/>
                    <a:pt x="115252" y="1905"/>
                    <a:pt x="98108" y="0"/>
                  </a:cubicBezTo>
                  <a:lnTo>
                    <a:pt x="98108" y="0"/>
                  </a:lnTo>
                  <a:cubicBezTo>
                    <a:pt x="96202" y="0"/>
                    <a:pt x="95250" y="953"/>
                    <a:pt x="94298" y="1905"/>
                  </a:cubicBezTo>
                  <a:cubicBezTo>
                    <a:pt x="92392" y="3810"/>
                    <a:pt x="89535" y="5715"/>
                    <a:pt x="87630" y="7620"/>
                  </a:cubicBezTo>
                  <a:cubicBezTo>
                    <a:pt x="73342" y="20003"/>
                    <a:pt x="49530" y="40005"/>
                    <a:pt x="1905" y="40005"/>
                  </a:cubicBezTo>
                  <a:lnTo>
                    <a:pt x="0" y="40005"/>
                  </a:lnTo>
                  <a:cubicBezTo>
                    <a:pt x="16192" y="48578"/>
                    <a:pt x="53340" y="60960"/>
                    <a:pt x="92392" y="61913"/>
                  </a:cubicBezTo>
                  <a:lnTo>
                    <a:pt x="92392" y="61913"/>
                  </a:lnTo>
                  <a:cubicBezTo>
                    <a:pt x="96202" y="61913"/>
                    <a:pt x="97155" y="60960"/>
                    <a:pt x="97155" y="59055"/>
                  </a:cubicBezTo>
                  <a:cubicBezTo>
                    <a:pt x="97155" y="56198"/>
                    <a:pt x="97155" y="54293"/>
                    <a:pt x="97155" y="52388"/>
                  </a:cubicBezTo>
                  <a:cubicBezTo>
                    <a:pt x="100013" y="40005"/>
                    <a:pt x="110490" y="33338"/>
                    <a:pt x="122873" y="25718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272" name="Google Shape;1272;p11"/>
            <p:cNvSpPr/>
            <p:nvPr/>
          </p:nvSpPr>
          <p:spPr bwMode="auto">
            <a:xfrm>
              <a:off x="5904547" y="3388996"/>
              <a:ext cx="103822" cy="80962"/>
            </a:xfrm>
            <a:custGeom>
              <a:avLst/>
              <a:gdLst/>
              <a:ahLst/>
              <a:cxnLst/>
              <a:rect l="l" t="t" r="r" b="b"/>
              <a:pathLst>
                <a:path w="103822" h="80962" fill="norm" stroke="1" extrusionOk="0">
                  <a:moveTo>
                    <a:pt x="68580" y="80963"/>
                  </a:moveTo>
                  <a:cubicBezTo>
                    <a:pt x="78105" y="80963"/>
                    <a:pt x="87630" y="80010"/>
                    <a:pt x="94298" y="77152"/>
                  </a:cubicBezTo>
                  <a:cubicBezTo>
                    <a:pt x="99060" y="75247"/>
                    <a:pt x="102870" y="73342"/>
                    <a:pt x="103823" y="71438"/>
                  </a:cubicBezTo>
                  <a:cubicBezTo>
                    <a:pt x="101918" y="69533"/>
                    <a:pt x="100965" y="67627"/>
                    <a:pt x="99060" y="65722"/>
                  </a:cubicBezTo>
                  <a:cubicBezTo>
                    <a:pt x="88582" y="48577"/>
                    <a:pt x="81915" y="21908"/>
                    <a:pt x="101918" y="952"/>
                  </a:cubicBezTo>
                  <a:cubicBezTo>
                    <a:pt x="101918" y="952"/>
                    <a:pt x="101918" y="952"/>
                    <a:pt x="102870" y="0"/>
                  </a:cubicBezTo>
                  <a:cubicBezTo>
                    <a:pt x="97155" y="952"/>
                    <a:pt x="90487" y="952"/>
                    <a:pt x="84773" y="952"/>
                  </a:cubicBezTo>
                  <a:cubicBezTo>
                    <a:pt x="55245" y="4763"/>
                    <a:pt x="49530" y="10477"/>
                    <a:pt x="42862" y="19050"/>
                  </a:cubicBezTo>
                  <a:cubicBezTo>
                    <a:pt x="39052" y="22860"/>
                    <a:pt x="34290" y="27622"/>
                    <a:pt x="27623" y="33338"/>
                  </a:cubicBezTo>
                  <a:cubicBezTo>
                    <a:pt x="24765" y="35242"/>
                    <a:pt x="21907" y="37147"/>
                    <a:pt x="19050" y="39052"/>
                  </a:cubicBezTo>
                  <a:cubicBezTo>
                    <a:pt x="9525" y="44767"/>
                    <a:pt x="952" y="50483"/>
                    <a:pt x="0" y="55245"/>
                  </a:cubicBezTo>
                  <a:cubicBezTo>
                    <a:pt x="0" y="57150"/>
                    <a:pt x="0" y="58102"/>
                    <a:pt x="1905" y="60960"/>
                  </a:cubicBezTo>
                  <a:cubicBezTo>
                    <a:pt x="8573" y="71438"/>
                    <a:pt x="39052" y="80963"/>
                    <a:pt x="68580" y="80963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273" name="Google Shape;1273;p11"/>
            <p:cNvSpPr/>
            <p:nvPr/>
          </p:nvSpPr>
          <p:spPr bwMode="auto">
            <a:xfrm>
              <a:off x="6010119" y="3382326"/>
              <a:ext cx="179377" cy="129539"/>
            </a:xfrm>
            <a:custGeom>
              <a:avLst/>
              <a:gdLst/>
              <a:ahLst/>
              <a:cxnLst/>
              <a:rect l="l" t="t" r="r" b="b"/>
              <a:pathLst>
                <a:path w="179377" h="129539" fill="norm" stroke="1" extrusionOk="0">
                  <a:moveTo>
                    <a:pt x="88736" y="0"/>
                  </a:moveTo>
                  <a:lnTo>
                    <a:pt x="88736" y="0"/>
                  </a:lnTo>
                  <a:lnTo>
                    <a:pt x="87784" y="0"/>
                  </a:lnTo>
                  <a:cubicBezTo>
                    <a:pt x="44921" y="0"/>
                    <a:pt x="20156" y="5715"/>
                    <a:pt x="8726" y="19050"/>
                  </a:cubicBezTo>
                  <a:cubicBezTo>
                    <a:pt x="-4609" y="33338"/>
                    <a:pt x="-799" y="52388"/>
                    <a:pt x="7774" y="64770"/>
                  </a:cubicBezTo>
                  <a:cubicBezTo>
                    <a:pt x="9679" y="67627"/>
                    <a:pt x="11584" y="70485"/>
                    <a:pt x="14441" y="72390"/>
                  </a:cubicBezTo>
                  <a:lnTo>
                    <a:pt x="16346" y="74295"/>
                  </a:lnTo>
                  <a:cubicBezTo>
                    <a:pt x="23014" y="79057"/>
                    <a:pt x="30634" y="81915"/>
                    <a:pt x="38254" y="84772"/>
                  </a:cubicBezTo>
                  <a:cubicBezTo>
                    <a:pt x="56351" y="91440"/>
                    <a:pt x="76354" y="99060"/>
                    <a:pt x="89689" y="129540"/>
                  </a:cubicBezTo>
                  <a:cubicBezTo>
                    <a:pt x="103024" y="98107"/>
                    <a:pt x="123026" y="91440"/>
                    <a:pt x="141124" y="84772"/>
                  </a:cubicBezTo>
                  <a:cubicBezTo>
                    <a:pt x="148744" y="81915"/>
                    <a:pt x="156364" y="79057"/>
                    <a:pt x="163031" y="74295"/>
                  </a:cubicBezTo>
                  <a:lnTo>
                    <a:pt x="164936" y="72390"/>
                  </a:lnTo>
                  <a:cubicBezTo>
                    <a:pt x="167794" y="70485"/>
                    <a:pt x="169699" y="67627"/>
                    <a:pt x="171604" y="64770"/>
                  </a:cubicBezTo>
                  <a:cubicBezTo>
                    <a:pt x="180176" y="52388"/>
                    <a:pt x="183986" y="33338"/>
                    <a:pt x="170651" y="19050"/>
                  </a:cubicBezTo>
                  <a:cubicBezTo>
                    <a:pt x="157316" y="5715"/>
                    <a:pt x="131599" y="0"/>
                    <a:pt x="88736" y="0"/>
                  </a:cubicBezTo>
                  <a:lnTo>
                    <a:pt x="88736" y="0"/>
                  </a:ln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274" name="Google Shape;1274;p11"/>
            <p:cNvSpPr/>
            <p:nvPr/>
          </p:nvSpPr>
          <p:spPr bwMode="auto">
            <a:xfrm>
              <a:off x="6188393" y="3388996"/>
              <a:ext cx="104775" cy="81913"/>
            </a:xfrm>
            <a:custGeom>
              <a:avLst/>
              <a:gdLst/>
              <a:ahLst/>
              <a:cxnLst/>
              <a:rect l="l" t="t" r="r" b="b"/>
              <a:pathLst>
                <a:path w="104775" h="81914" fill="norm" stroke="1" extrusionOk="0">
                  <a:moveTo>
                    <a:pt x="0" y="72390"/>
                  </a:moveTo>
                  <a:cubicBezTo>
                    <a:pt x="1905" y="74295"/>
                    <a:pt x="4763" y="77152"/>
                    <a:pt x="9525" y="78105"/>
                  </a:cubicBezTo>
                  <a:cubicBezTo>
                    <a:pt x="16192" y="80010"/>
                    <a:pt x="24765" y="81915"/>
                    <a:pt x="35242" y="81915"/>
                  </a:cubicBezTo>
                  <a:cubicBezTo>
                    <a:pt x="64770" y="81915"/>
                    <a:pt x="95250" y="72390"/>
                    <a:pt x="102870" y="60960"/>
                  </a:cubicBezTo>
                  <a:cubicBezTo>
                    <a:pt x="104775" y="59055"/>
                    <a:pt x="104775" y="57150"/>
                    <a:pt x="104775" y="55245"/>
                  </a:cubicBezTo>
                  <a:cubicBezTo>
                    <a:pt x="103823" y="50483"/>
                    <a:pt x="95250" y="44767"/>
                    <a:pt x="85725" y="39052"/>
                  </a:cubicBezTo>
                  <a:cubicBezTo>
                    <a:pt x="82867" y="37147"/>
                    <a:pt x="80010" y="35242"/>
                    <a:pt x="77153" y="33338"/>
                  </a:cubicBezTo>
                  <a:cubicBezTo>
                    <a:pt x="69533" y="28575"/>
                    <a:pt x="65723" y="23813"/>
                    <a:pt x="61913" y="19050"/>
                  </a:cubicBezTo>
                  <a:cubicBezTo>
                    <a:pt x="54292" y="11430"/>
                    <a:pt x="48578" y="4763"/>
                    <a:pt x="20003" y="952"/>
                  </a:cubicBezTo>
                  <a:cubicBezTo>
                    <a:pt x="14288" y="952"/>
                    <a:pt x="8573" y="0"/>
                    <a:pt x="1905" y="0"/>
                  </a:cubicBezTo>
                  <a:cubicBezTo>
                    <a:pt x="1905" y="0"/>
                    <a:pt x="1905" y="0"/>
                    <a:pt x="2858" y="952"/>
                  </a:cubicBezTo>
                  <a:cubicBezTo>
                    <a:pt x="21908" y="21908"/>
                    <a:pt x="16192" y="49530"/>
                    <a:pt x="5715" y="65722"/>
                  </a:cubicBezTo>
                  <a:cubicBezTo>
                    <a:pt x="3810" y="67627"/>
                    <a:pt x="1905" y="70485"/>
                    <a:pt x="0" y="72390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275" name="Google Shape;1275;p11"/>
            <p:cNvSpPr/>
            <p:nvPr/>
          </p:nvSpPr>
          <p:spPr bwMode="auto">
            <a:xfrm>
              <a:off x="6255066" y="3388042"/>
              <a:ext cx="150495" cy="61912"/>
            </a:xfrm>
            <a:custGeom>
              <a:avLst/>
              <a:gdLst/>
              <a:ahLst/>
              <a:cxnLst/>
              <a:rect l="l" t="t" r="r" b="b"/>
              <a:pathLst>
                <a:path w="150495" h="61912" fill="norm" stroke="1" extrusionOk="0">
                  <a:moveTo>
                    <a:pt x="58103" y="61913"/>
                  </a:moveTo>
                  <a:lnTo>
                    <a:pt x="58103" y="61913"/>
                  </a:lnTo>
                  <a:cubicBezTo>
                    <a:pt x="97155" y="61913"/>
                    <a:pt x="135255" y="49530"/>
                    <a:pt x="150495" y="40005"/>
                  </a:cubicBezTo>
                  <a:lnTo>
                    <a:pt x="148590" y="40005"/>
                  </a:lnTo>
                  <a:cubicBezTo>
                    <a:pt x="100965" y="40005"/>
                    <a:pt x="77153" y="20003"/>
                    <a:pt x="62865" y="7620"/>
                  </a:cubicBezTo>
                  <a:cubicBezTo>
                    <a:pt x="60960" y="5715"/>
                    <a:pt x="58103" y="3810"/>
                    <a:pt x="56198" y="1905"/>
                  </a:cubicBezTo>
                  <a:cubicBezTo>
                    <a:pt x="55245" y="953"/>
                    <a:pt x="54292" y="953"/>
                    <a:pt x="52388" y="0"/>
                  </a:cubicBezTo>
                  <a:lnTo>
                    <a:pt x="52388" y="0"/>
                  </a:lnTo>
                  <a:cubicBezTo>
                    <a:pt x="35242" y="1905"/>
                    <a:pt x="17145" y="2858"/>
                    <a:pt x="0" y="2858"/>
                  </a:cubicBezTo>
                  <a:cubicBezTo>
                    <a:pt x="1905" y="4763"/>
                    <a:pt x="3810" y="6667"/>
                    <a:pt x="5715" y="8573"/>
                  </a:cubicBezTo>
                  <a:cubicBezTo>
                    <a:pt x="9525" y="12383"/>
                    <a:pt x="12383" y="16192"/>
                    <a:pt x="19050" y="20003"/>
                  </a:cubicBezTo>
                  <a:cubicBezTo>
                    <a:pt x="21908" y="21908"/>
                    <a:pt x="24765" y="23813"/>
                    <a:pt x="27623" y="25717"/>
                  </a:cubicBezTo>
                  <a:cubicBezTo>
                    <a:pt x="40005" y="33338"/>
                    <a:pt x="50483" y="40005"/>
                    <a:pt x="52388" y="51435"/>
                  </a:cubicBezTo>
                  <a:cubicBezTo>
                    <a:pt x="52388" y="53340"/>
                    <a:pt x="53340" y="56198"/>
                    <a:pt x="52388" y="58103"/>
                  </a:cubicBezTo>
                  <a:cubicBezTo>
                    <a:pt x="53340" y="60960"/>
                    <a:pt x="54292" y="61913"/>
                    <a:pt x="58103" y="61913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276" name="Google Shape;1276;p11"/>
            <p:cNvSpPr/>
            <p:nvPr/>
          </p:nvSpPr>
          <p:spPr bwMode="auto">
            <a:xfrm>
              <a:off x="5622573" y="3664502"/>
              <a:ext cx="433339" cy="150232"/>
            </a:xfrm>
            <a:custGeom>
              <a:avLst/>
              <a:gdLst/>
              <a:ahLst/>
              <a:cxnLst/>
              <a:rect l="l" t="t" r="r" b="b"/>
              <a:pathLst>
                <a:path w="433339" h="150232" fill="norm" stroke="1" extrusionOk="0">
                  <a:moveTo>
                    <a:pt x="281020" y="82629"/>
                  </a:moveTo>
                  <a:cubicBezTo>
                    <a:pt x="285782" y="84534"/>
                    <a:pt x="349600" y="103584"/>
                    <a:pt x="361982" y="104537"/>
                  </a:cubicBezTo>
                  <a:cubicBezTo>
                    <a:pt x="382937" y="107394"/>
                    <a:pt x="404845" y="106442"/>
                    <a:pt x="421037" y="92154"/>
                  </a:cubicBezTo>
                  <a:cubicBezTo>
                    <a:pt x="421990" y="91202"/>
                    <a:pt x="422942" y="90249"/>
                    <a:pt x="424847" y="89297"/>
                  </a:cubicBezTo>
                  <a:cubicBezTo>
                    <a:pt x="427705" y="85487"/>
                    <a:pt x="430562" y="82629"/>
                    <a:pt x="431515" y="78819"/>
                  </a:cubicBezTo>
                  <a:cubicBezTo>
                    <a:pt x="440087" y="56912"/>
                    <a:pt x="419132" y="30242"/>
                    <a:pt x="354362" y="15002"/>
                  </a:cubicBezTo>
                  <a:cubicBezTo>
                    <a:pt x="274352" y="-4048"/>
                    <a:pt x="153385" y="-6906"/>
                    <a:pt x="67660" y="17859"/>
                  </a:cubicBezTo>
                  <a:cubicBezTo>
                    <a:pt x="19082" y="32147"/>
                    <a:pt x="-920" y="52149"/>
                    <a:pt x="32" y="72152"/>
                  </a:cubicBezTo>
                  <a:cubicBezTo>
                    <a:pt x="32" y="77867"/>
                    <a:pt x="1937" y="82629"/>
                    <a:pt x="4795" y="88344"/>
                  </a:cubicBezTo>
                  <a:lnTo>
                    <a:pt x="4795" y="88344"/>
                  </a:lnTo>
                  <a:cubicBezTo>
                    <a:pt x="10510" y="97869"/>
                    <a:pt x="20035" y="107394"/>
                    <a:pt x="33370" y="115014"/>
                  </a:cubicBezTo>
                  <a:cubicBezTo>
                    <a:pt x="40037" y="118824"/>
                    <a:pt x="46705" y="122634"/>
                    <a:pt x="55277" y="125492"/>
                  </a:cubicBezTo>
                  <a:lnTo>
                    <a:pt x="55277" y="125492"/>
                  </a:lnTo>
                  <a:cubicBezTo>
                    <a:pt x="69565" y="131207"/>
                    <a:pt x="84805" y="135969"/>
                    <a:pt x="102902" y="138827"/>
                  </a:cubicBezTo>
                  <a:cubicBezTo>
                    <a:pt x="150527" y="148352"/>
                    <a:pt x="208630" y="152162"/>
                    <a:pt x="258160" y="149304"/>
                  </a:cubicBezTo>
                  <a:cubicBezTo>
                    <a:pt x="330550" y="145494"/>
                    <a:pt x="324835" y="123587"/>
                    <a:pt x="309595" y="114062"/>
                  </a:cubicBezTo>
                  <a:cubicBezTo>
                    <a:pt x="305785" y="112157"/>
                    <a:pt x="287687" y="102632"/>
                    <a:pt x="275305" y="93107"/>
                  </a:cubicBezTo>
                  <a:cubicBezTo>
                    <a:pt x="264827" y="86439"/>
                    <a:pt x="271495" y="78819"/>
                    <a:pt x="281020" y="82629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277" name="Google Shape;1277;p11"/>
            <p:cNvSpPr/>
            <p:nvPr/>
          </p:nvSpPr>
          <p:spPr bwMode="auto">
            <a:xfrm>
              <a:off x="5892166" y="3782374"/>
              <a:ext cx="786764" cy="50482"/>
            </a:xfrm>
            <a:custGeom>
              <a:avLst/>
              <a:gdLst/>
              <a:ahLst/>
              <a:cxnLst/>
              <a:rect l="l" t="t" r="r" b="b"/>
              <a:pathLst>
                <a:path w="786764" h="50482" fill="norm" stroke="1" extrusionOk="0">
                  <a:moveTo>
                    <a:pt x="64770" y="0"/>
                  </a:moveTo>
                  <a:cubicBezTo>
                    <a:pt x="65723" y="952"/>
                    <a:pt x="65723" y="2857"/>
                    <a:pt x="65723" y="4763"/>
                  </a:cubicBezTo>
                  <a:cubicBezTo>
                    <a:pt x="66675" y="8572"/>
                    <a:pt x="66675" y="13335"/>
                    <a:pt x="65723" y="17145"/>
                  </a:cubicBezTo>
                  <a:cubicBezTo>
                    <a:pt x="60007" y="40957"/>
                    <a:pt x="28575" y="47625"/>
                    <a:pt x="0" y="50482"/>
                  </a:cubicBezTo>
                  <a:lnTo>
                    <a:pt x="725805" y="50482"/>
                  </a:lnTo>
                  <a:cubicBezTo>
                    <a:pt x="746760" y="36195"/>
                    <a:pt x="766763" y="20955"/>
                    <a:pt x="786765" y="4763"/>
                  </a:cubicBezTo>
                  <a:lnTo>
                    <a:pt x="81915" y="4763"/>
                  </a:lnTo>
                  <a:cubicBezTo>
                    <a:pt x="78105" y="2857"/>
                    <a:pt x="72390" y="1905"/>
                    <a:pt x="64770" y="0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278" name="Google Shape;1278;p11"/>
            <p:cNvSpPr/>
            <p:nvPr/>
          </p:nvSpPr>
          <p:spPr bwMode="auto">
            <a:xfrm>
              <a:off x="5514024" y="3787137"/>
              <a:ext cx="279082" cy="45719"/>
            </a:xfrm>
            <a:custGeom>
              <a:avLst/>
              <a:gdLst/>
              <a:ahLst/>
              <a:cxnLst/>
              <a:rect l="l" t="t" r="r" b="b"/>
              <a:pathLst>
                <a:path w="279082" h="45719" fill="norm" stroke="1" extrusionOk="0">
                  <a:moveTo>
                    <a:pt x="206692" y="35242"/>
                  </a:moveTo>
                  <a:cubicBezTo>
                    <a:pt x="187642" y="31432"/>
                    <a:pt x="171450" y="26670"/>
                    <a:pt x="157163" y="20955"/>
                  </a:cubicBezTo>
                  <a:lnTo>
                    <a:pt x="156210" y="20955"/>
                  </a:lnTo>
                  <a:lnTo>
                    <a:pt x="155257" y="20955"/>
                  </a:lnTo>
                  <a:cubicBezTo>
                    <a:pt x="146685" y="17145"/>
                    <a:pt x="139065" y="13335"/>
                    <a:pt x="131445" y="9525"/>
                  </a:cubicBezTo>
                  <a:cubicBezTo>
                    <a:pt x="126682" y="6667"/>
                    <a:pt x="121920" y="3810"/>
                    <a:pt x="118110" y="0"/>
                  </a:cubicBezTo>
                  <a:lnTo>
                    <a:pt x="0" y="0"/>
                  </a:lnTo>
                  <a:cubicBezTo>
                    <a:pt x="20002" y="16192"/>
                    <a:pt x="40005" y="31432"/>
                    <a:pt x="60960" y="45720"/>
                  </a:cubicBezTo>
                  <a:lnTo>
                    <a:pt x="279082" y="45720"/>
                  </a:lnTo>
                  <a:cubicBezTo>
                    <a:pt x="253365" y="42863"/>
                    <a:pt x="228600" y="40005"/>
                    <a:pt x="206692" y="35242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279" name="Google Shape;1279;p11"/>
            <p:cNvSpPr/>
            <p:nvPr/>
          </p:nvSpPr>
          <p:spPr bwMode="auto">
            <a:xfrm>
              <a:off x="5295902" y="3529966"/>
              <a:ext cx="984884" cy="45719"/>
            </a:xfrm>
            <a:custGeom>
              <a:avLst/>
              <a:gdLst/>
              <a:ahLst/>
              <a:cxnLst/>
              <a:rect l="l" t="t" r="r" b="b"/>
              <a:pathLst>
                <a:path w="984884" h="45719" fill="norm" stroke="1" extrusionOk="0">
                  <a:moveTo>
                    <a:pt x="950595" y="44767"/>
                  </a:moveTo>
                  <a:cubicBezTo>
                    <a:pt x="947738" y="36195"/>
                    <a:pt x="948690" y="26670"/>
                    <a:pt x="953453" y="19050"/>
                  </a:cubicBezTo>
                  <a:cubicBezTo>
                    <a:pt x="956310" y="14288"/>
                    <a:pt x="960120" y="11430"/>
                    <a:pt x="966788" y="7620"/>
                  </a:cubicBezTo>
                  <a:cubicBezTo>
                    <a:pt x="971550" y="4763"/>
                    <a:pt x="978218" y="2857"/>
                    <a:pt x="984885" y="0"/>
                  </a:cubicBezTo>
                  <a:lnTo>
                    <a:pt x="0" y="0"/>
                  </a:lnTo>
                  <a:cubicBezTo>
                    <a:pt x="8573" y="15240"/>
                    <a:pt x="18098" y="30480"/>
                    <a:pt x="28575" y="45720"/>
                  </a:cubicBezTo>
                  <a:lnTo>
                    <a:pt x="951547" y="45720"/>
                  </a:lnTo>
                  <a:cubicBezTo>
                    <a:pt x="950595" y="45720"/>
                    <a:pt x="950595" y="45720"/>
                    <a:pt x="950595" y="44767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280" name="Google Shape;1280;p11"/>
            <p:cNvSpPr/>
            <p:nvPr/>
          </p:nvSpPr>
          <p:spPr bwMode="auto">
            <a:xfrm>
              <a:off x="6517960" y="3529966"/>
              <a:ext cx="381000" cy="45719"/>
            </a:xfrm>
            <a:custGeom>
              <a:avLst/>
              <a:gdLst/>
              <a:ahLst/>
              <a:cxnLst/>
              <a:rect l="l" t="t" r="r" b="b"/>
              <a:pathLst>
                <a:path w="381000" h="45719" fill="norm" stroke="1" extrusionOk="0">
                  <a:moveTo>
                    <a:pt x="74295" y="15240"/>
                  </a:moveTo>
                  <a:cubicBezTo>
                    <a:pt x="111442" y="24765"/>
                    <a:pt x="139065" y="35242"/>
                    <a:pt x="159067" y="45720"/>
                  </a:cubicBezTo>
                  <a:lnTo>
                    <a:pt x="352425" y="45720"/>
                  </a:lnTo>
                  <a:cubicBezTo>
                    <a:pt x="361950" y="30480"/>
                    <a:pt x="371475" y="15240"/>
                    <a:pt x="381000" y="0"/>
                  </a:cubicBezTo>
                  <a:lnTo>
                    <a:pt x="0" y="0"/>
                  </a:lnTo>
                  <a:cubicBezTo>
                    <a:pt x="25717" y="4763"/>
                    <a:pt x="51435" y="9525"/>
                    <a:pt x="74295" y="15240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281" name="Google Shape;1281;p11"/>
            <p:cNvSpPr/>
            <p:nvPr/>
          </p:nvSpPr>
          <p:spPr bwMode="auto">
            <a:xfrm>
              <a:off x="6681789" y="3615689"/>
              <a:ext cx="161925" cy="45719"/>
            </a:xfrm>
            <a:custGeom>
              <a:avLst/>
              <a:gdLst/>
              <a:ahLst/>
              <a:cxnLst/>
              <a:rect l="l" t="t" r="r" b="b"/>
              <a:pathLst>
                <a:path w="161925" h="45719" fill="norm" stroke="1" extrusionOk="0">
                  <a:moveTo>
                    <a:pt x="28575" y="7620"/>
                  </a:moveTo>
                  <a:cubicBezTo>
                    <a:pt x="27622" y="17145"/>
                    <a:pt x="21908" y="26670"/>
                    <a:pt x="13335" y="35242"/>
                  </a:cubicBezTo>
                  <a:lnTo>
                    <a:pt x="10478" y="38100"/>
                  </a:lnTo>
                  <a:cubicBezTo>
                    <a:pt x="7620" y="40957"/>
                    <a:pt x="3810" y="43815"/>
                    <a:pt x="0" y="45720"/>
                  </a:cubicBezTo>
                  <a:lnTo>
                    <a:pt x="125730" y="45720"/>
                  </a:lnTo>
                  <a:cubicBezTo>
                    <a:pt x="138113" y="30480"/>
                    <a:pt x="150495" y="16192"/>
                    <a:pt x="161925" y="0"/>
                  </a:cubicBezTo>
                  <a:lnTo>
                    <a:pt x="29528" y="0"/>
                  </a:lnTo>
                  <a:cubicBezTo>
                    <a:pt x="28575" y="2857"/>
                    <a:pt x="28575" y="4763"/>
                    <a:pt x="28575" y="7620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282" name="Google Shape;1282;p11"/>
            <p:cNvSpPr/>
            <p:nvPr/>
          </p:nvSpPr>
          <p:spPr bwMode="auto">
            <a:xfrm>
              <a:off x="5352096" y="3615689"/>
              <a:ext cx="815339" cy="45719"/>
            </a:xfrm>
            <a:custGeom>
              <a:avLst/>
              <a:gdLst/>
              <a:ahLst/>
              <a:cxnLst/>
              <a:rect l="l" t="t" r="r" b="b"/>
              <a:pathLst>
                <a:path w="815339" h="45719" fill="norm" stroke="1" extrusionOk="0">
                  <a:moveTo>
                    <a:pt x="344805" y="45720"/>
                  </a:moveTo>
                  <a:cubicBezTo>
                    <a:pt x="384810" y="35242"/>
                    <a:pt x="432435" y="30480"/>
                    <a:pt x="483870" y="30480"/>
                  </a:cubicBezTo>
                  <a:cubicBezTo>
                    <a:pt x="535305" y="30480"/>
                    <a:pt x="587693" y="36195"/>
                    <a:pt x="628650" y="45720"/>
                  </a:cubicBezTo>
                  <a:lnTo>
                    <a:pt x="805815" y="45720"/>
                  </a:lnTo>
                  <a:cubicBezTo>
                    <a:pt x="802005" y="35242"/>
                    <a:pt x="802957" y="26670"/>
                    <a:pt x="803910" y="20955"/>
                  </a:cubicBezTo>
                  <a:cubicBezTo>
                    <a:pt x="805815" y="12382"/>
                    <a:pt x="809625" y="5715"/>
                    <a:pt x="815340" y="0"/>
                  </a:cubicBezTo>
                  <a:lnTo>
                    <a:pt x="0" y="0"/>
                  </a:lnTo>
                  <a:cubicBezTo>
                    <a:pt x="11430" y="15240"/>
                    <a:pt x="23813" y="30480"/>
                    <a:pt x="36195" y="45720"/>
                  </a:cubicBezTo>
                  <a:lnTo>
                    <a:pt x="344805" y="45720"/>
                  </a:ln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283" name="Google Shape;1283;p11"/>
            <p:cNvSpPr/>
            <p:nvPr/>
          </p:nvSpPr>
          <p:spPr bwMode="auto">
            <a:xfrm>
              <a:off x="5422584" y="3701413"/>
              <a:ext cx="196214" cy="45719"/>
            </a:xfrm>
            <a:custGeom>
              <a:avLst/>
              <a:gdLst/>
              <a:ahLst/>
              <a:cxnLst/>
              <a:rect l="l" t="t" r="r" b="b"/>
              <a:pathLst>
                <a:path w="196214" h="45719" fill="norm" stroke="1" extrusionOk="0">
                  <a:moveTo>
                    <a:pt x="181927" y="36195"/>
                  </a:moveTo>
                  <a:cubicBezTo>
                    <a:pt x="181927" y="25717"/>
                    <a:pt x="184785" y="12382"/>
                    <a:pt x="196215" y="0"/>
                  </a:cubicBezTo>
                  <a:lnTo>
                    <a:pt x="0" y="0"/>
                  </a:lnTo>
                  <a:cubicBezTo>
                    <a:pt x="14288" y="15240"/>
                    <a:pt x="30480" y="30480"/>
                    <a:pt x="45720" y="45720"/>
                  </a:cubicBezTo>
                  <a:lnTo>
                    <a:pt x="182880" y="45720"/>
                  </a:lnTo>
                  <a:cubicBezTo>
                    <a:pt x="181927" y="41910"/>
                    <a:pt x="181927" y="39052"/>
                    <a:pt x="181927" y="36195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284" name="Google Shape;1284;p11"/>
            <p:cNvSpPr/>
            <p:nvPr/>
          </p:nvSpPr>
          <p:spPr bwMode="auto">
            <a:xfrm>
              <a:off x="6060758" y="3701413"/>
              <a:ext cx="711517" cy="45719"/>
            </a:xfrm>
            <a:custGeom>
              <a:avLst/>
              <a:gdLst/>
              <a:ahLst/>
              <a:cxnLst/>
              <a:rect l="l" t="t" r="r" b="b"/>
              <a:pathLst>
                <a:path w="711517" h="45719" fill="norm" stroke="1" extrusionOk="0">
                  <a:moveTo>
                    <a:pt x="472440" y="14288"/>
                  </a:moveTo>
                  <a:lnTo>
                    <a:pt x="465772" y="15240"/>
                  </a:lnTo>
                  <a:cubicBezTo>
                    <a:pt x="410527" y="26670"/>
                    <a:pt x="353377" y="32385"/>
                    <a:pt x="300038" y="32385"/>
                  </a:cubicBezTo>
                  <a:cubicBezTo>
                    <a:pt x="246697" y="32385"/>
                    <a:pt x="179070" y="26670"/>
                    <a:pt x="135255" y="0"/>
                  </a:cubicBezTo>
                  <a:lnTo>
                    <a:pt x="0" y="0"/>
                  </a:lnTo>
                  <a:cubicBezTo>
                    <a:pt x="2858" y="3810"/>
                    <a:pt x="6667" y="7620"/>
                    <a:pt x="8572" y="11430"/>
                  </a:cubicBezTo>
                  <a:cubicBezTo>
                    <a:pt x="14288" y="21907"/>
                    <a:pt x="15240" y="34290"/>
                    <a:pt x="12383" y="45720"/>
                  </a:cubicBezTo>
                  <a:lnTo>
                    <a:pt x="665797" y="45720"/>
                  </a:lnTo>
                  <a:cubicBezTo>
                    <a:pt x="681990" y="31432"/>
                    <a:pt x="697230" y="16192"/>
                    <a:pt x="711518" y="0"/>
                  </a:cubicBezTo>
                  <a:lnTo>
                    <a:pt x="529590" y="0"/>
                  </a:lnTo>
                  <a:cubicBezTo>
                    <a:pt x="510540" y="4763"/>
                    <a:pt x="492442" y="9525"/>
                    <a:pt x="472440" y="14288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285" name="Google Shape;1285;p11"/>
            <p:cNvSpPr/>
            <p:nvPr/>
          </p:nvSpPr>
          <p:spPr bwMode="auto">
            <a:xfrm>
              <a:off x="6172093" y="3539491"/>
              <a:ext cx="520239" cy="177164"/>
            </a:xfrm>
            <a:custGeom>
              <a:avLst/>
              <a:gdLst/>
              <a:ahLst/>
              <a:cxnLst/>
              <a:rect l="l" t="t" r="r" b="b"/>
              <a:pathLst>
                <a:path w="520239" h="177164" fill="norm" stroke="1" extrusionOk="0">
                  <a:moveTo>
                    <a:pt x="167746" y="80010"/>
                  </a:moveTo>
                  <a:cubicBezTo>
                    <a:pt x="158221" y="80010"/>
                    <a:pt x="146791" y="78105"/>
                    <a:pt x="134408" y="76200"/>
                  </a:cubicBezTo>
                  <a:cubicBezTo>
                    <a:pt x="121073" y="74295"/>
                    <a:pt x="105833" y="71438"/>
                    <a:pt x="90593" y="71438"/>
                  </a:cubicBezTo>
                  <a:cubicBezTo>
                    <a:pt x="86783" y="71438"/>
                    <a:pt x="82973" y="71438"/>
                    <a:pt x="79163" y="71438"/>
                  </a:cubicBezTo>
                  <a:cubicBezTo>
                    <a:pt x="60113" y="71438"/>
                    <a:pt x="42968" y="73342"/>
                    <a:pt x="29633" y="77152"/>
                  </a:cubicBezTo>
                  <a:cubicBezTo>
                    <a:pt x="10583" y="81915"/>
                    <a:pt x="-17992" y="106680"/>
                    <a:pt x="15346" y="134302"/>
                  </a:cubicBezTo>
                  <a:cubicBezTo>
                    <a:pt x="42968" y="161925"/>
                    <a:pt x="103928" y="177165"/>
                    <a:pt x="188701" y="177165"/>
                  </a:cubicBezTo>
                  <a:cubicBezTo>
                    <a:pt x="241088" y="177165"/>
                    <a:pt x="297286" y="171450"/>
                    <a:pt x="351578" y="160020"/>
                  </a:cubicBezTo>
                  <a:lnTo>
                    <a:pt x="357293" y="159067"/>
                  </a:lnTo>
                  <a:cubicBezTo>
                    <a:pt x="426826" y="144780"/>
                    <a:pt x="483023" y="122872"/>
                    <a:pt x="506836" y="101917"/>
                  </a:cubicBezTo>
                  <a:lnTo>
                    <a:pt x="509693" y="99060"/>
                  </a:lnTo>
                  <a:cubicBezTo>
                    <a:pt x="515408" y="93345"/>
                    <a:pt x="519218" y="87630"/>
                    <a:pt x="520171" y="81915"/>
                  </a:cubicBezTo>
                  <a:cubicBezTo>
                    <a:pt x="521123" y="72390"/>
                    <a:pt x="513503" y="48577"/>
                    <a:pt x="415396" y="23813"/>
                  </a:cubicBezTo>
                  <a:cubicBezTo>
                    <a:pt x="357293" y="9525"/>
                    <a:pt x="279188" y="0"/>
                    <a:pt x="211561" y="0"/>
                  </a:cubicBezTo>
                  <a:lnTo>
                    <a:pt x="207751" y="0"/>
                  </a:lnTo>
                  <a:cubicBezTo>
                    <a:pt x="146791" y="0"/>
                    <a:pt x="113453" y="6667"/>
                    <a:pt x="99166" y="15240"/>
                  </a:cubicBezTo>
                  <a:cubicBezTo>
                    <a:pt x="96308" y="17145"/>
                    <a:pt x="93451" y="19050"/>
                    <a:pt x="92498" y="20955"/>
                  </a:cubicBezTo>
                  <a:cubicBezTo>
                    <a:pt x="91546" y="22860"/>
                    <a:pt x="90593" y="26670"/>
                    <a:pt x="91546" y="30480"/>
                  </a:cubicBezTo>
                  <a:cubicBezTo>
                    <a:pt x="101071" y="53340"/>
                    <a:pt x="140123" y="59055"/>
                    <a:pt x="175366" y="59055"/>
                  </a:cubicBezTo>
                  <a:cubicBezTo>
                    <a:pt x="195368" y="60007"/>
                    <a:pt x="194416" y="68580"/>
                    <a:pt x="190606" y="72390"/>
                  </a:cubicBezTo>
                  <a:cubicBezTo>
                    <a:pt x="183938" y="79057"/>
                    <a:pt x="174413" y="80010"/>
                    <a:pt x="167746" y="80010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286" name="Google Shape;1286;p11"/>
            <p:cNvSpPr/>
            <p:nvPr/>
          </p:nvSpPr>
          <p:spPr bwMode="auto">
            <a:xfrm>
              <a:off x="6639878" y="3308983"/>
              <a:ext cx="231457" cy="38100"/>
            </a:xfrm>
            <a:custGeom>
              <a:avLst/>
              <a:gdLst/>
              <a:ahLst/>
              <a:cxnLst/>
              <a:rect l="l" t="t" r="r" b="b"/>
              <a:pathLst>
                <a:path w="231457" h="38100" fill="norm" stroke="1" extrusionOk="0">
                  <a:moveTo>
                    <a:pt x="231457" y="20003"/>
                  </a:moveTo>
                  <a:lnTo>
                    <a:pt x="1905" y="0"/>
                  </a:lnTo>
                  <a:cubicBezTo>
                    <a:pt x="952" y="5715"/>
                    <a:pt x="952" y="12383"/>
                    <a:pt x="0" y="18098"/>
                  </a:cubicBezTo>
                  <a:lnTo>
                    <a:pt x="229552" y="38100"/>
                  </a:lnTo>
                  <a:cubicBezTo>
                    <a:pt x="229552" y="32385"/>
                    <a:pt x="230505" y="25718"/>
                    <a:pt x="231457" y="20003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287" name="Google Shape;1287;p11"/>
            <p:cNvSpPr/>
            <p:nvPr/>
          </p:nvSpPr>
          <p:spPr bwMode="auto">
            <a:xfrm>
              <a:off x="6636069" y="3126102"/>
              <a:ext cx="230504" cy="58102"/>
            </a:xfrm>
            <a:custGeom>
              <a:avLst/>
              <a:gdLst/>
              <a:ahLst/>
              <a:cxnLst/>
              <a:rect l="l" t="t" r="r" b="b"/>
              <a:pathLst>
                <a:path w="230504" h="58102" fill="norm" stroke="1" extrusionOk="0">
                  <a:moveTo>
                    <a:pt x="227648" y="0"/>
                  </a:moveTo>
                  <a:lnTo>
                    <a:pt x="0" y="40005"/>
                  </a:lnTo>
                  <a:cubicBezTo>
                    <a:pt x="953" y="45720"/>
                    <a:pt x="1905" y="52388"/>
                    <a:pt x="2858" y="58103"/>
                  </a:cubicBezTo>
                  <a:lnTo>
                    <a:pt x="230505" y="17145"/>
                  </a:lnTo>
                  <a:cubicBezTo>
                    <a:pt x="229553" y="12383"/>
                    <a:pt x="228600" y="6667"/>
                    <a:pt x="227648" y="0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288" name="Google Shape;1288;p11"/>
            <p:cNvSpPr/>
            <p:nvPr/>
          </p:nvSpPr>
          <p:spPr bwMode="auto">
            <a:xfrm>
              <a:off x="6594158" y="2932748"/>
              <a:ext cx="217170" cy="114299"/>
            </a:xfrm>
            <a:custGeom>
              <a:avLst/>
              <a:gdLst/>
              <a:ahLst/>
              <a:cxnLst/>
              <a:rect l="l" t="t" r="r" b="b"/>
              <a:pathLst>
                <a:path w="217170" h="114299" fill="norm" stroke="1" extrusionOk="0">
                  <a:moveTo>
                    <a:pt x="0" y="98107"/>
                  </a:moveTo>
                  <a:cubicBezTo>
                    <a:pt x="2858" y="103823"/>
                    <a:pt x="4763" y="109537"/>
                    <a:pt x="7620" y="114300"/>
                  </a:cubicBezTo>
                  <a:lnTo>
                    <a:pt x="217170" y="16192"/>
                  </a:lnTo>
                  <a:cubicBezTo>
                    <a:pt x="214313" y="10477"/>
                    <a:pt x="212408" y="4763"/>
                    <a:pt x="209550" y="0"/>
                  </a:cubicBezTo>
                  <a:lnTo>
                    <a:pt x="0" y="98107"/>
                  </a:ln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289" name="Google Shape;1289;p11"/>
            <p:cNvSpPr/>
            <p:nvPr/>
          </p:nvSpPr>
          <p:spPr bwMode="auto">
            <a:xfrm>
              <a:off x="6518908" y="2761295"/>
              <a:ext cx="188594" cy="163829"/>
            </a:xfrm>
            <a:custGeom>
              <a:avLst/>
              <a:gdLst/>
              <a:ahLst/>
              <a:cxnLst/>
              <a:rect l="l" t="t" r="r" b="b"/>
              <a:pathLst>
                <a:path w="188595" h="163829" fill="norm" stroke="1" extrusionOk="0">
                  <a:moveTo>
                    <a:pt x="188595" y="14288"/>
                  </a:moveTo>
                  <a:cubicBezTo>
                    <a:pt x="184785" y="9525"/>
                    <a:pt x="180975" y="4763"/>
                    <a:pt x="177165" y="0"/>
                  </a:cubicBezTo>
                  <a:lnTo>
                    <a:pt x="0" y="149542"/>
                  </a:lnTo>
                  <a:cubicBezTo>
                    <a:pt x="3810" y="154305"/>
                    <a:pt x="7620" y="159067"/>
                    <a:pt x="11430" y="163830"/>
                  </a:cubicBezTo>
                  <a:lnTo>
                    <a:pt x="188595" y="14288"/>
                  </a:ln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290" name="Google Shape;1290;p11"/>
            <p:cNvSpPr/>
            <p:nvPr/>
          </p:nvSpPr>
          <p:spPr bwMode="auto">
            <a:xfrm>
              <a:off x="6419849" y="2628897"/>
              <a:ext cx="149542" cy="200025"/>
            </a:xfrm>
            <a:custGeom>
              <a:avLst/>
              <a:gdLst/>
              <a:ahLst/>
              <a:cxnLst/>
              <a:rect l="l" t="t" r="r" b="b"/>
              <a:pathLst>
                <a:path w="149542" h="200025" fill="norm" stroke="1" extrusionOk="0">
                  <a:moveTo>
                    <a:pt x="149542" y="10477"/>
                  </a:moveTo>
                  <a:cubicBezTo>
                    <a:pt x="144780" y="6667"/>
                    <a:pt x="140017" y="2858"/>
                    <a:pt x="135255" y="0"/>
                  </a:cubicBezTo>
                  <a:lnTo>
                    <a:pt x="0" y="188595"/>
                  </a:lnTo>
                  <a:cubicBezTo>
                    <a:pt x="4763" y="192405"/>
                    <a:pt x="9525" y="196215"/>
                    <a:pt x="14288" y="200025"/>
                  </a:cubicBezTo>
                  <a:lnTo>
                    <a:pt x="149542" y="10477"/>
                  </a:ln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291" name="Google Shape;1291;p11"/>
            <p:cNvSpPr/>
            <p:nvPr/>
          </p:nvSpPr>
          <p:spPr bwMode="auto">
            <a:xfrm>
              <a:off x="6299832" y="2535555"/>
              <a:ext cx="100965" cy="222885"/>
            </a:xfrm>
            <a:custGeom>
              <a:avLst/>
              <a:gdLst/>
              <a:ahLst/>
              <a:cxnLst/>
              <a:rect l="l" t="t" r="r" b="b"/>
              <a:pathLst>
                <a:path w="100965" h="222885" fill="norm" stroke="1" extrusionOk="0">
                  <a:moveTo>
                    <a:pt x="17145" y="222885"/>
                  </a:moveTo>
                  <a:lnTo>
                    <a:pt x="100965" y="6668"/>
                  </a:lnTo>
                  <a:cubicBezTo>
                    <a:pt x="95250" y="4763"/>
                    <a:pt x="89535" y="1905"/>
                    <a:pt x="83820" y="0"/>
                  </a:cubicBezTo>
                  <a:lnTo>
                    <a:pt x="0" y="216218"/>
                  </a:lnTo>
                  <a:cubicBezTo>
                    <a:pt x="6668" y="218123"/>
                    <a:pt x="12383" y="220980"/>
                    <a:pt x="17145" y="222885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292" name="Google Shape;1292;p11"/>
            <p:cNvSpPr/>
            <p:nvPr/>
          </p:nvSpPr>
          <p:spPr bwMode="auto">
            <a:xfrm>
              <a:off x="5330190" y="3309937"/>
              <a:ext cx="228600" cy="37147"/>
            </a:xfrm>
            <a:custGeom>
              <a:avLst/>
              <a:gdLst/>
              <a:ahLst/>
              <a:cxnLst/>
              <a:rect l="l" t="t" r="r" b="b"/>
              <a:pathLst>
                <a:path w="228600" h="37147" fill="norm" stroke="1" extrusionOk="0">
                  <a:moveTo>
                    <a:pt x="1905" y="37147"/>
                  </a:moveTo>
                  <a:lnTo>
                    <a:pt x="228600" y="18097"/>
                  </a:lnTo>
                  <a:cubicBezTo>
                    <a:pt x="227648" y="12383"/>
                    <a:pt x="226695" y="5715"/>
                    <a:pt x="226695" y="0"/>
                  </a:cubicBezTo>
                  <a:lnTo>
                    <a:pt x="0" y="19050"/>
                  </a:lnTo>
                  <a:cubicBezTo>
                    <a:pt x="0" y="24765"/>
                    <a:pt x="952" y="30480"/>
                    <a:pt x="1905" y="37147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293" name="Google Shape;1293;p11"/>
            <p:cNvSpPr/>
            <p:nvPr/>
          </p:nvSpPr>
          <p:spPr bwMode="auto">
            <a:xfrm>
              <a:off x="5333999" y="3127056"/>
              <a:ext cx="227647" cy="58102"/>
            </a:xfrm>
            <a:custGeom>
              <a:avLst/>
              <a:gdLst/>
              <a:ahLst/>
              <a:cxnLst/>
              <a:rect l="l" t="t" r="r" b="b"/>
              <a:pathLst>
                <a:path w="227647" h="58102" fill="norm" stroke="1" extrusionOk="0">
                  <a:moveTo>
                    <a:pt x="227648" y="40005"/>
                  </a:moveTo>
                  <a:lnTo>
                    <a:pt x="2858" y="0"/>
                  </a:lnTo>
                  <a:cubicBezTo>
                    <a:pt x="1905" y="5715"/>
                    <a:pt x="952" y="12383"/>
                    <a:pt x="0" y="18097"/>
                  </a:cubicBezTo>
                  <a:lnTo>
                    <a:pt x="224790" y="58102"/>
                  </a:lnTo>
                  <a:cubicBezTo>
                    <a:pt x="225742" y="51435"/>
                    <a:pt x="226695" y="45720"/>
                    <a:pt x="227648" y="40005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294" name="Google Shape;1294;p11"/>
            <p:cNvSpPr/>
            <p:nvPr/>
          </p:nvSpPr>
          <p:spPr bwMode="auto">
            <a:xfrm>
              <a:off x="5389244" y="2933696"/>
              <a:ext cx="215264" cy="113347"/>
            </a:xfrm>
            <a:custGeom>
              <a:avLst/>
              <a:gdLst/>
              <a:ahLst/>
              <a:cxnLst/>
              <a:rect l="l" t="t" r="r" b="b"/>
              <a:pathLst>
                <a:path w="215264" h="113347" fill="norm" stroke="1" extrusionOk="0">
                  <a:moveTo>
                    <a:pt x="0" y="16192"/>
                  </a:moveTo>
                  <a:lnTo>
                    <a:pt x="207645" y="113347"/>
                  </a:lnTo>
                  <a:cubicBezTo>
                    <a:pt x="209550" y="107633"/>
                    <a:pt x="212407" y="101917"/>
                    <a:pt x="215265" y="97155"/>
                  </a:cubicBezTo>
                  <a:lnTo>
                    <a:pt x="7620" y="0"/>
                  </a:lnTo>
                  <a:cubicBezTo>
                    <a:pt x="4763" y="4763"/>
                    <a:pt x="1905" y="10477"/>
                    <a:pt x="0" y="16192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295" name="Google Shape;1295;p11"/>
            <p:cNvSpPr/>
            <p:nvPr/>
          </p:nvSpPr>
          <p:spPr bwMode="auto">
            <a:xfrm>
              <a:off x="5492111" y="2762249"/>
              <a:ext cx="187642" cy="161925"/>
            </a:xfrm>
            <a:custGeom>
              <a:avLst/>
              <a:gdLst/>
              <a:ahLst/>
              <a:cxnLst/>
              <a:rect l="l" t="t" r="r" b="b"/>
              <a:pathLst>
                <a:path w="187642" h="161925" fill="norm" stroke="1" extrusionOk="0">
                  <a:moveTo>
                    <a:pt x="187643" y="147638"/>
                  </a:moveTo>
                  <a:lnTo>
                    <a:pt x="11430" y="0"/>
                  </a:lnTo>
                  <a:cubicBezTo>
                    <a:pt x="7620" y="4763"/>
                    <a:pt x="3810" y="9525"/>
                    <a:pt x="0" y="14288"/>
                  </a:cubicBezTo>
                  <a:lnTo>
                    <a:pt x="175260" y="161925"/>
                  </a:lnTo>
                  <a:cubicBezTo>
                    <a:pt x="180023" y="157163"/>
                    <a:pt x="183833" y="152400"/>
                    <a:pt x="187643" y="147638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296" name="Google Shape;1296;p11"/>
            <p:cNvSpPr/>
            <p:nvPr/>
          </p:nvSpPr>
          <p:spPr bwMode="auto">
            <a:xfrm>
              <a:off x="5621654" y="2635567"/>
              <a:ext cx="151447" cy="197167"/>
            </a:xfrm>
            <a:custGeom>
              <a:avLst/>
              <a:gdLst/>
              <a:ahLst/>
              <a:cxnLst/>
              <a:rect l="l" t="t" r="r" b="b"/>
              <a:pathLst>
                <a:path w="151447" h="197167" fill="norm" stroke="1" extrusionOk="0">
                  <a:moveTo>
                    <a:pt x="137160" y="197168"/>
                  </a:moveTo>
                  <a:cubicBezTo>
                    <a:pt x="141923" y="193358"/>
                    <a:pt x="146685" y="189548"/>
                    <a:pt x="151448" y="185738"/>
                  </a:cubicBezTo>
                  <a:lnTo>
                    <a:pt x="14288" y="0"/>
                  </a:lnTo>
                  <a:cubicBezTo>
                    <a:pt x="9525" y="3810"/>
                    <a:pt x="4763" y="7620"/>
                    <a:pt x="0" y="11430"/>
                  </a:cubicBezTo>
                  <a:lnTo>
                    <a:pt x="137160" y="197168"/>
                  </a:ln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297" name="Google Shape;1297;p11"/>
            <p:cNvSpPr/>
            <p:nvPr/>
          </p:nvSpPr>
          <p:spPr bwMode="auto">
            <a:xfrm>
              <a:off x="5765485" y="2550792"/>
              <a:ext cx="109537" cy="219074"/>
            </a:xfrm>
            <a:custGeom>
              <a:avLst/>
              <a:gdLst/>
              <a:ahLst/>
              <a:cxnLst/>
              <a:rect l="l" t="t" r="r" b="b"/>
              <a:pathLst>
                <a:path w="109537" h="219075" fill="norm" stroke="1" extrusionOk="0">
                  <a:moveTo>
                    <a:pt x="109538" y="210502"/>
                  </a:moveTo>
                  <a:lnTo>
                    <a:pt x="16192" y="0"/>
                  </a:lnTo>
                  <a:cubicBezTo>
                    <a:pt x="10477" y="2857"/>
                    <a:pt x="4763" y="4763"/>
                    <a:pt x="0" y="7620"/>
                  </a:cubicBezTo>
                  <a:lnTo>
                    <a:pt x="93345" y="219075"/>
                  </a:lnTo>
                  <a:cubicBezTo>
                    <a:pt x="98107" y="215265"/>
                    <a:pt x="103822" y="212407"/>
                    <a:pt x="109538" y="210502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298" name="Google Shape;1298;p11"/>
            <p:cNvSpPr/>
            <p:nvPr/>
          </p:nvSpPr>
          <p:spPr bwMode="auto">
            <a:xfrm>
              <a:off x="6642734" y="3220404"/>
              <a:ext cx="401955" cy="36194"/>
            </a:xfrm>
            <a:custGeom>
              <a:avLst/>
              <a:gdLst/>
              <a:ahLst/>
              <a:cxnLst/>
              <a:rect l="l" t="t" r="r" b="b"/>
              <a:pathLst>
                <a:path w="401955" h="36194" fill="norm" stroke="1" extrusionOk="0">
                  <a:moveTo>
                    <a:pt x="953" y="36195"/>
                  </a:moveTo>
                  <a:lnTo>
                    <a:pt x="401955" y="18097"/>
                  </a:lnTo>
                  <a:cubicBezTo>
                    <a:pt x="401955" y="12382"/>
                    <a:pt x="401955" y="5715"/>
                    <a:pt x="401003" y="0"/>
                  </a:cubicBezTo>
                  <a:lnTo>
                    <a:pt x="0" y="18097"/>
                  </a:lnTo>
                  <a:cubicBezTo>
                    <a:pt x="953" y="23813"/>
                    <a:pt x="953" y="29527"/>
                    <a:pt x="953" y="36195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299" name="Google Shape;1299;p11"/>
            <p:cNvSpPr/>
            <p:nvPr/>
          </p:nvSpPr>
          <p:spPr bwMode="auto">
            <a:xfrm>
              <a:off x="6619873" y="2976561"/>
              <a:ext cx="388620" cy="138112"/>
            </a:xfrm>
            <a:custGeom>
              <a:avLst/>
              <a:gdLst/>
              <a:ahLst/>
              <a:cxnLst/>
              <a:rect l="l" t="t" r="r" b="b"/>
              <a:pathLst>
                <a:path w="388620" h="138112" fill="norm" stroke="1" extrusionOk="0">
                  <a:moveTo>
                    <a:pt x="4763" y="138113"/>
                  </a:moveTo>
                  <a:lnTo>
                    <a:pt x="388620" y="17145"/>
                  </a:lnTo>
                  <a:cubicBezTo>
                    <a:pt x="386715" y="11430"/>
                    <a:pt x="384810" y="5715"/>
                    <a:pt x="383858" y="0"/>
                  </a:cubicBezTo>
                  <a:lnTo>
                    <a:pt x="0" y="120967"/>
                  </a:lnTo>
                  <a:cubicBezTo>
                    <a:pt x="1905" y="126683"/>
                    <a:pt x="3810" y="132397"/>
                    <a:pt x="4763" y="138113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300" name="Google Shape;1300;p11"/>
            <p:cNvSpPr/>
            <p:nvPr/>
          </p:nvSpPr>
          <p:spPr bwMode="auto">
            <a:xfrm>
              <a:off x="6560819" y="2752723"/>
              <a:ext cx="348614" cy="231457"/>
            </a:xfrm>
            <a:custGeom>
              <a:avLst/>
              <a:gdLst/>
              <a:ahLst/>
              <a:cxnLst/>
              <a:rect l="l" t="t" r="r" b="b"/>
              <a:pathLst>
                <a:path w="348614" h="231457" fill="norm" stroke="1" extrusionOk="0">
                  <a:moveTo>
                    <a:pt x="9525" y="231458"/>
                  </a:moveTo>
                  <a:lnTo>
                    <a:pt x="348615" y="15240"/>
                  </a:lnTo>
                  <a:cubicBezTo>
                    <a:pt x="345758" y="10477"/>
                    <a:pt x="341947" y="4763"/>
                    <a:pt x="339090" y="0"/>
                  </a:cubicBezTo>
                  <a:lnTo>
                    <a:pt x="0" y="216217"/>
                  </a:lnTo>
                  <a:cubicBezTo>
                    <a:pt x="2858" y="220980"/>
                    <a:pt x="5715" y="225742"/>
                    <a:pt x="9525" y="231458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301" name="Google Shape;1301;p11"/>
            <p:cNvSpPr/>
            <p:nvPr/>
          </p:nvSpPr>
          <p:spPr bwMode="auto">
            <a:xfrm>
              <a:off x="6470332" y="2562224"/>
              <a:ext cx="284797" cy="309562"/>
            </a:xfrm>
            <a:custGeom>
              <a:avLst/>
              <a:gdLst/>
              <a:ahLst/>
              <a:cxnLst/>
              <a:rect l="l" t="t" r="r" b="b"/>
              <a:pathLst>
                <a:path w="284797" h="309562" fill="norm" stroke="1" extrusionOk="0">
                  <a:moveTo>
                    <a:pt x="284797" y="12383"/>
                  </a:moveTo>
                  <a:cubicBezTo>
                    <a:pt x="280035" y="8573"/>
                    <a:pt x="276225" y="3810"/>
                    <a:pt x="271463" y="0"/>
                  </a:cubicBezTo>
                  <a:lnTo>
                    <a:pt x="0" y="297180"/>
                  </a:lnTo>
                  <a:cubicBezTo>
                    <a:pt x="4763" y="300990"/>
                    <a:pt x="8572" y="305753"/>
                    <a:pt x="13335" y="309563"/>
                  </a:cubicBezTo>
                  <a:lnTo>
                    <a:pt x="284797" y="12383"/>
                  </a:ln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302" name="Google Shape;1302;p11"/>
            <p:cNvSpPr/>
            <p:nvPr/>
          </p:nvSpPr>
          <p:spPr bwMode="auto">
            <a:xfrm>
              <a:off x="6357939" y="2423157"/>
              <a:ext cx="205740" cy="364807"/>
            </a:xfrm>
            <a:custGeom>
              <a:avLst/>
              <a:gdLst/>
              <a:ahLst/>
              <a:cxnLst/>
              <a:rect l="l" t="t" r="r" b="b"/>
              <a:pathLst>
                <a:path w="205740" h="364807" fill="norm" stroke="1" extrusionOk="0">
                  <a:moveTo>
                    <a:pt x="205740" y="8573"/>
                  </a:moveTo>
                  <a:cubicBezTo>
                    <a:pt x="200025" y="5715"/>
                    <a:pt x="195263" y="2857"/>
                    <a:pt x="189547" y="0"/>
                  </a:cubicBezTo>
                  <a:lnTo>
                    <a:pt x="0" y="355282"/>
                  </a:lnTo>
                  <a:cubicBezTo>
                    <a:pt x="5715" y="358140"/>
                    <a:pt x="10478" y="360998"/>
                    <a:pt x="16192" y="364807"/>
                  </a:cubicBezTo>
                  <a:lnTo>
                    <a:pt x="205740" y="8573"/>
                  </a:ln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303" name="Google Shape;1303;p11"/>
            <p:cNvSpPr/>
            <p:nvPr/>
          </p:nvSpPr>
          <p:spPr bwMode="auto">
            <a:xfrm>
              <a:off x="5155881" y="3220404"/>
              <a:ext cx="398144" cy="35242"/>
            </a:xfrm>
            <a:custGeom>
              <a:avLst/>
              <a:gdLst/>
              <a:ahLst/>
              <a:cxnLst/>
              <a:rect l="l" t="t" r="r" b="b"/>
              <a:pathLst>
                <a:path w="398144" h="35242" fill="norm" stroke="1" extrusionOk="0">
                  <a:moveTo>
                    <a:pt x="398145" y="17145"/>
                  </a:moveTo>
                  <a:lnTo>
                    <a:pt x="953" y="0"/>
                  </a:lnTo>
                  <a:cubicBezTo>
                    <a:pt x="953" y="5715"/>
                    <a:pt x="953" y="12382"/>
                    <a:pt x="0" y="18097"/>
                  </a:cubicBezTo>
                  <a:lnTo>
                    <a:pt x="398145" y="35242"/>
                  </a:lnTo>
                  <a:cubicBezTo>
                    <a:pt x="398145" y="29527"/>
                    <a:pt x="398145" y="23813"/>
                    <a:pt x="398145" y="17145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304" name="Google Shape;1304;p11"/>
            <p:cNvSpPr/>
            <p:nvPr/>
          </p:nvSpPr>
          <p:spPr bwMode="auto">
            <a:xfrm>
              <a:off x="5193029" y="2977515"/>
              <a:ext cx="384809" cy="137160"/>
            </a:xfrm>
            <a:custGeom>
              <a:avLst/>
              <a:gdLst/>
              <a:ahLst/>
              <a:cxnLst/>
              <a:rect l="l" t="t" r="r" b="b"/>
              <a:pathLst>
                <a:path w="384809" h="137160" fill="norm" stroke="1" extrusionOk="0">
                  <a:moveTo>
                    <a:pt x="384810" y="120015"/>
                  </a:moveTo>
                  <a:lnTo>
                    <a:pt x="4763" y="0"/>
                  </a:lnTo>
                  <a:cubicBezTo>
                    <a:pt x="2857" y="5715"/>
                    <a:pt x="952" y="11430"/>
                    <a:pt x="0" y="17145"/>
                  </a:cubicBezTo>
                  <a:lnTo>
                    <a:pt x="381000" y="137160"/>
                  </a:lnTo>
                  <a:cubicBezTo>
                    <a:pt x="381953" y="131445"/>
                    <a:pt x="382905" y="125730"/>
                    <a:pt x="384810" y="120015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305" name="Google Shape;1305;p11"/>
            <p:cNvSpPr/>
            <p:nvPr/>
          </p:nvSpPr>
          <p:spPr bwMode="auto">
            <a:xfrm>
              <a:off x="5291140" y="2752723"/>
              <a:ext cx="346710" cy="230504"/>
            </a:xfrm>
            <a:custGeom>
              <a:avLst/>
              <a:gdLst/>
              <a:ahLst/>
              <a:cxnLst/>
              <a:rect l="l" t="t" r="r" b="b"/>
              <a:pathLst>
                <a:path w="346710" h="230504" fill="norm" stroke="1" extrusionOk="0">
                  <a:moveTo>
                    <a:pt x="346710" y="215265"/>
                  </a:moveTo>
                  <a:lnTo>
                    <a:pt x="9525" y="0"/>
                  </a:lnTo>
                  <a:cubicBezTo>
                    <a:pt x="6668" y="4763"/>
                    <a:pt x="2857" y="10477"/>
                    <a:pt x="0" y="15240"/>
                  </a:cubicBezTo>
                  <a:lnTo>
                    <a:pt x="337185" y="230505"/>
                  </a:lnTo>
                  <a:cubicBezTo>
                    <a:pt x="340042" y="224790"/>
                    <a:pt x="342900" y="220027"/>
                    <a:pt x="346710" y="215265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306" name="Google Shape;1306;p11"/>
            <p:cNvSpPr/>
            <p:nvPr/>
          </p:nvSpPr>
          <p:spPr bwMode="auto">
            <a:xfrm>
              <a:off x="5434011" y="2573652"/>
              <a:ext cx="288607" cy="302895"/>
            </a:xfrm>
            <a:custGeom>
              <a:avLst/>
              <a:gdLst/>
              <a:ahLst/>
              <a:cxnLst/>
              <a:rect l="l" t="t" r="r" b="b"/>
              <a:pathLst>
                <a:path w="288607" h="302895" fill="norm" stroke="1" extrusionOk="0">
                  <a:moveTo>
                    <a:pt x="288608" y="290513"/>
                  </a:moveTo>
                  <a:lnTo>
                    <a:pt x="13335" y="0"/>
                  </a:lnTo>
                  <a:cubicBezTo>
                    <a:pt x="8573" y="3810"/>
                    <a:pt x="4763" y="8573"/>
                    <a:pt x="0" y="12383"/>
                  </a:cubicBezTo>
                  <a:lnTo>
                    <a:pt x="275273" y="302895"/>
                  </a:lnTo>
                  <a:cubicBezTo>
                    <a:pt x="279083" y="299085"/>
                    <a:pt x="283845" y="294323"/>
                    <a:pt x="288608" y="290513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307" name="Google Shape;1307;p11"/>
            <p:cNvSpPr/>
            <p:nvPr/>
          </p:nvSpPr>
          <p:spPr bwMode="auto">
            <a:xfrm>
              <a:off x="5604510" y="2442208"/>
              <a:ext cx="217169" cy="356235"/>
            </a:xfrm>
            <a:custGeom>
              <a:avLst/>
              <a:gdLst/>
              <a:ahLst/>
              <a:cxnLst/>
              <a:rect l="l" t="t" r="r" b="b"/>
              <a:pathLst>
                <a:path w="217169" h="356235" fill="norm" stroke="1" extrusionOk="0">
                  <a:moveTo>
                    <a:pt x="0" y="9525"/>
                  </a:moveTo>
                  <a:lnTo>
                    <a:pt x="201930" y="356235"/>
                  </a:lnTo>
                  <a:cubicBezTo>
                    <a:pt x="206692" y="353378"/>
                    <a:pt x="212407" y="349567"/>
                    <a:pt x="217170" y="346710"/>
                  </a:cubicBezTo>
                  <a:lnTo>
                    <a:pt x="16192" y="0"/>
                  </a:lnTo>
                  <a:cubicBezTo>
                    <a:pt x="10477" y="2857"/>
                    <a:pt x="5715" y="5715"/>
                    <a:pt x="0" y="9525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308" name="Google Shape;1308;p11"/>
            <p:cNvSpPr/>
            <p:nvPr/>
          </p:nvSpPr>
          <p:spPr bwMode="auto">
            <a:xfrm>
              <a:off x="5412104" y="2451733"/>
              <a:ext cx="70485" cy="72007"/>
            </a:xfrm>
            <a:custGeom>
              <a:avLst/>
              <a:gdLst/>
              <a:ahLst/>
              <a:cxnLst/>
              <a:rect l="l" t="t" r="r" b="b"/>
              <a:pathLst>
                <a:path w="70485" h="72007" fill="norm" stroke="1" extrusionOk="0">
                  <a:moveTo>
                    <a:pt x="41910" y="11430"/>
                  </a:moveTo>
                  <a:lnTo>
                    <a:pt x="28575" y="0"/>
                  </a:lnTo>
                  <a:lnTo>
                    <a:pt x="6668" y="24765"/>
                  </a:lnTo>
                  <a:cubicBezTo>
                    <a:pt x="1905" y="29527"/>
                    <a:pt x="0" y="35242"/>
                    <a:pt x="0" y="41910"/>
                  </a:cubicBezTo>
                  <a:cubicBezTo>
                    <a:pt x="0" y="48577"/>
                    <a:pt x="2858" y="54292"/>
                    <a:pt x="7620" y="58102"/>
                  </a:cubicBezTo>
                  <a:cubicBezTo>
                    <a:pt x="13335" y="62865"/>
                    <a:pt x="21908" y="67627"/>
                    <a:pt x="32385" y="69532"/>
                  </a:cubicBezTo>
                  <a:cubicBezTo>
                    <a:pt x="42863" y="72390"/>
                    <a:pt x="55245" y="72390"/>
                    <a:pt x="69533" y="71438"/>
                  </a:cubicBezTo>
                  <a:lnTo>
                    <a:pt x="70485" y="63817"/>
                  </a:lnTo>
                  <a:cubicBezTo>
                    <a:pt x="61913" y="63817"/>
                    <a:pt x="53340" y="62865"/>
                    <a:pt x="46673" y="60960"/>
                  </a:cubicBezTo>
                  <a:cubicBezTo>
                    <a:pt x="40005" y="59055"/>
                    <a:pt x="34290" y="56198"/>
                    <a:pt x="30480" y="52388"/>
                  </a:cubicBezTo>
                  <a:cubicBezTo>
                    <a:pt x="26670" y="49530"/>
                    <a:pt x="24765" y="44767"/>
                    <a:pt x="23813" y="40005"/>
                  </a:cubicBezTo>
                  <a:cubicBezTo>
                    <a:pt x="22860" y="35242"/>
                    <a:pt x="24765" y="31432"/>
                    <a:pt x="27623" y="27623"/>
                  </a:cubicBezTo>
                  <a:lnTo>
                    <a:pt x="41910" y="11430"/>
                  </a:ln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309" name="Google Shape;1309;p11"/>
            <p:cNvSpPr/>
            <p:nvPr/>
          </p:nvSpPr>
          <p:spPr bwMode="auto">
            <a:xfrm>
              <a:off x="5534023" y="2244085"/>
              <a:ext cx="77033" cy="27621"/>
            </a:xfrm>
            <a:custGeom>
              <a:avLst/>
              <a:gdLst/>
              <a:ahLst/>
              <a:cxnLst/>
              <a:rect l="l" t="t" r="r" b="b"/>
              <a:pathLst>
                <a:path w="77033" h="27622" fill="norm" stroke="1" extrusionOk="0">
                  <a:moveTo>
                    <a:pt x="24765" y="15240"/>
                  </a:moveTo>
                  <a:cubicBezTo>
                    <a:pt x="27623" y="13335"/>
                    <a:pt x="30480" y="12383"/>
                    <a:pt x="34290" y="12383"/>
                  </a:cubicBezTo>
                  <a:cubicBezTo>
                    <a:pt x="37148" y="12383"/>
                    <a:pt x="40005" y="12383"/>
                    <a:pt x="42863" y="13335"/>
                  </a:cubicBezTo>
                  <a:lnTo>
                    <a:pt x="75248" y="27623"/>
                  </a:lnTo>
                  <a:cubicBezTo>
                    <a:pt x="80010" y="24765"/>
                    <a:pt x="75248" y="20003"/>
                    <a:pt x="60960" y="12383"/>
                  </a:cubicBezTo>
                  <a:cubicBezTo>
                    <a:pt x="53340" y="8573"/>
                    <a:pt x="48577" y="6668"/>
                    <a:pt x="45720" y="5715"/>
                  </a:cubicBezTo>
                  <a:cubicBezTo>
                    <a:pt x="39052" y="2858"/>
                    <a:pt x="31433" y="953"/>
                    <a:pt x="23813" y="0"/>
                  </a:cubicBezTo>
                  <a:cubicBezTo>
                    <a:pt x="16192" y="0"/>
                    <a:pt x="10477" y="953"/>
                    <a:pt x="5715" y="3810"/>
                  </a:cubicBezTo>
                  <a:cubicBezTo>
                    <a:pt x="2858" y="5715"/>
                    <a:pt x="952" y="7620"/>
                    <a:pt x="0" y="9525"/>
                  </a:cubicBezTo>
                  <a:lnTo>
                    <a:pt x="17145" y="21908"/>
                  </a:lnTo>
                  <a:cubicBezTo>
                    <a:pt x="19050" y="18098"/>
                    <a:pt x="21908" y="16193"/>
                    <a:pt x="24765" y="15240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310" name="Google Shape;1310;p11"/>
            <p:cNvSpPr/>
            <p:nvPr/>
          </p:nvSpPr>
          <p:spPr bwMode="auto">
            <a:xfrm>
              <a:off x="5629272" y="2180187"/>
              <a:ext cx="80010" cy="46758"/>
            </a:xfrm>
            <a:custGeom>
              <a:avLst/>
              <a:gdLst/>
              <a:ahLst/>
              <a:cxnLst/>
              <a:rect l="l" t="t" r="r" b="b"/>
              <a:pathLst>
                <a:path w="80010" h="46758" fill="norm" stroke="1" extrusionOk="0">
                  <a:moveTo>
                    <a:pt x="20002" y="43901"/>
                  </a:moveTo>
                  <a:cubicBezTo>
                    <a:pt x="22860" y="41996"/>
                    <a:pt x="25717" y="41043"/>
                    <a:pt x="27623" y="40091"/>
                  </a:cubicBezTo>
                  <a:cubicBezTo>
                    <a:pt x="32385" y="38186"/>
                    <a:pt x="38100" y="37233"/>
                    <a:pt x="44767" y="37233"/>
                  </a:cubicBezTo>
                  <a:cubicBezTo>
                    <a:pt x="52388" y="37233"/>
                    <a:pt x="60008" y="39138"/>
                    <a:pt x="68580" y="41996"/>
                  </a:cubicBezTo>
                  <a:lnTo>
                    <a:pt x="80010" y="37233"/>
                  </a:lnTo>
                  <a:lnTo>
                    <a:pt x="50483" y="10563"/>
                  </a:lnTo>
                  <a:cubicBezTo>
                    <a:pt x="45720" y="5801"/>
                    <a:pt x="40958" y="2943"/>
                    <a:pt x="36195" y="1038"/>
                  </a:cubicBezTo>
                  <a:cubicBezTo>
                    <a:pt x="30480" y="-867"/>
                    <a:pt x="25717" y="86"/>
                    <a:pt x="20955" y="1991"/>
                  </a:cubicBezTo>
                  <a:cubicBezTo>
                    <a:pt x="15240" y="4848"/>
                    <a:pt x="11430" y="7706"/>
                    <a:pt x="9525" y="9611"/>
                  </a:cubicBezTo>
                  <a:lnTo>
                    <a:pt x="26670" y="21993"/>
                  </a:lnTo>
                  <a:cubicBezTo>
                    <a:pt x="26670" y="21041"/>
                    <a:pt x="27623" y="19136"/>
                    <a:pt x="28575" y="18183"/>
                  </a:cubicBezTo>
                  <a:cubicBezTo>
                    <a:pt x="30480" y="16278"/>
                    <a:pt x="32385" y="15326"/>
                    <a:pt x="34290" y="14373"/>
                  </a:cubicBezTo>
                  <a:cubicBezTo>
                    <a:pt x="37148" y="13421"/>
                    <a:pt x="40005" y="13421"/>
                    <a:pt x="43815" y="14373"/>
                  </a:cubicBezTo>
                  <a:cubicBezTo>
                    <a:pt x="47625" y="16278"/>
                    <a:pt x="51435" y="18183"/>
                    <a:pt x="55245" y="21993"/>
                  </a:cubicBezTo>
                  <a:lnTo>
                    <a:pt x="73342" y="35328"/>
                  </a:lnTo>
                  <a:lnTo>
                    <a:pt x="71438" y="36281"/>
                  </a:lnTo>
                  <a:cubicBezTo>
                    <a:pt x="54292" y="31518"/>
                    <a:pt x="40958" y="27708"/>
                    <a:pt x="31433" y="25803"/>
                  </a:cubicBezTo>
                  <a:cubicBezTo>
                    <a:pt x="20955" y="23898"/>
                    <a:pt x="13335" y="23898"/>
                    <a:pt x="9525" y="25803"/>
                  </a:cubicBezTo>
                  <a:cubicBezTo>
                    <a:pt x="7620" y="26756"/>
                    <a:pt x="5715" y="27708"/>
                    <a:pt x="3810" y="28661"/>
                  </a:cubicBezTo>
                  <a:cubicBezTo>
                    <a:pt x="1905" y="29613"/>
                    <a:pt x="952" y="30566"/>
                    <a:pt x="0" y="32471"/>
                  </a:cubicBezTo>
                  <a:lnTo>
                    <a:pt x="16192" y="46758"/>
                  </a:lnTo>
                  <a:cubicBezTo>
                    <a:pt x="16192" y="46758"/>
                    <a:pt x="18098" y="45806"/>
                    <a:pt x="20002" y="43901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311" name="Google Shape;1311;p11"/>
            <p:cNvSpPr/>
            <p:nvPr/>
          </p:nvSpPr>
          <p:spPr bwMode="auto">
            <a:xfrm>
              <a:off x="5366384" y="2163124"/>
              <a:ext cx="518291" cy="331470"/>
            </a:xfrm>
            <a:custGeom>
              <a:avLst/>
              <a:gdLst/>
              <a:ahLst/>
              <a:cxnLst/>
              <a:rect l="l" t="t" r="r" b="b"/>
              <a:pathLst>
                <a:path w="518291" h="331470" fill="norm" stroke="1" extrusionOk="0">
                  <a:moveTo>
                    <a:pt x="83820" y="260985"/>
                  </a:moveTo>
                  <a:cubicBezTo>
                    <a:pt x="84773" y="260985"/>
                    <a:pt x="85725" y="260985"/>
                    <a:pt x="86677" y="261938"/>
                  </a:cubicBezTo>
                  <a:cubicBezTo>
                    <a:pt x="87630" y="262890"/>
                    <a:pt x="89535" y="263843"/>
                    <a:pt x="90488" y="264795"/>
                  </a:cubicBezTo>
                  <a:cubicBezTo>
                    <a:pt x="93345" y="267653"/>
                    <a:pt x="94298" y="272415"/>
                    <a:pt x="92392" y="278130"/>
                  </a:cubicBezTo>
                  <a:cubicBezTo>
                    <a:pt x="90488" y="283845"/>
                    <a:pt x="87630" y="289560"/>
                    <a:pt x="81915" y="294323"/>
                  </a:cubicBezTo>
                  <a:cubicBezTo>
                    <a:pt x="93345" y="301943"/>
                    <a:pt x="105727" y="305753"/>
                    <a:pt x="118110" y="307658"/>
                  </a:cubicBezTo>
                  <a:cubicBezTo>
                    <a:pt x="129540" y="308610"/>
                    <a:pt x="139065" y="305753"/>
                    <a:pt x="145732" y="300038"/>
                  </a:cubicBezTo>
                  <a:cubicBezTo>
                    <a:pt x="148590" y="297180"/>
                    <a:pt x="151448" y="293370"/>
                    <a:pt x="152400" y="289560"/>
                  </a:cubicBezTo>
                  <a:cubicBezTo>
                    <a:pt x="154305" y="284798"/>
                    <a:pt x="156210" y="280988"/>
                    <a:pt x="156210" y="275273"/>
                  </a:cubicBezTo>
                  <a:lnTo>
                    <a:pt x="170498" y="289560"/>
                  </a:lnTo>
                  <a:lnTo>
                    <a:pt x="193357" y="284798"/>
                  </a:lnTo>
                  <a:lnTo>
                    <a:pt x="129540" y="218123"/>
                  </a:lnTo>
                  <a:cubicBezTo>
                    <a:pt x="139065" y="209550"/>
                    <a:pt x="148590" y="201930"/>
                    <a:pt x="158115" y="193358"/>
                  </a:cubicBezTo>
                  <a:lnTo>
                    <a:pt x="206692" y="255270"/>
                  </a:lnTo>
                  <a:lnTo>
                    <a:pt x="231457" y="253365"/>
                  </a:lnTo>
                  <a:lnTo>
                    <a:pt x="174307" y="180023"/>
                  </a:lnTo>
                  <a:cubicBezTo>
                    <a:pt x="184785" y="171450"/>
                    <a:pt x="196215" y="163830"/>
                    <a:pt x="206692" y="156210"/>
                  </a:cubicBezTo>
                  <a:lnTo>
                    <a:pt x="221932" y="180023"/>
                  </a:lnTo>
                  <a:lnTo>
                    <a:pt x="213360" y="185738"/>
                  </a:lnTo>
                  <a:cubicBezTo>
                    <a:pt x="212407" y="186690"/>
                    <a:pt x="211455" y="187643"/>
                    <a:pt x="211455" y="189548"/>
                  </a:cubicBezTo>
                  <a:cubicBezTo>
                    <a:pt x="210502" y="190500"/>
                    <a:pt x="211455" y="192405"/>
                    <a:pt x="212407" y="193358"/>
                  </a:cubicBezTo>
                  <a:cubicBezTo>
                    <a:pt x="215265" y="197168"/>
                    <a:pt x="220980" y="200025"/>
                    <a:pt x="231457" y="201930"/>
                  </a:cubicBezTo>
                  <a:cubicBezTo>
                    <a:pt x="241935" y="203835"/>
                    <a:pt x="248602" y="203835"/>
                    <a:pt x="252413" y="200978"/>
                  </a:cubicBezTo>
                  <a:cubicBezTo>
                    <a:pt x="254317" y="200025"/>
                    <a:pt x="255270" y="198120"/>
                    <a:pt x="255270" y="197168"/>
                  </a:cubicBezTo>
                  <a:cubicBezTo>
                    <a:pt x="255270" y="195263"/>
                    <a:pt x="255270" y="193358"/>
                    <a:pt x="254317" y="192405"/>
                  </a:cubicBezTo>
                  <a:lnTo>
                    <a:pt x="223838" y="145733"/>
                  </a:lnTo>
                  <a:cubicBezTo>
                    <a:pt x="231457" y="140970"/>
                    <a:pt x="239077" y="135255"/>
                    <a:pt x="246698" y="130493"/>
                  </a:cubicBezTo>
                  <a:lnTo>
                    <a:pt x="291465" y="199073"/>
                  </a:lnTo>
                  <a:lnTo>
                    <a:pt x="314325" y="197168"/>
                  </a:lnTo>
                  <a:lnTo>
                    <a:pt x="263842" y="119063"/>
                  </a:lnTo>
                  <a:cubicBezTo>
                    <a:pt x="286703" y="104775"/>
                    <a:pt x="310515" y="92393"/>
                    <a:pt x="335280" y="80010"/>
                  </a:cubicBezTo>
                  <a:lnTo>
                    <a:pt x="347663" y="105728"/>
                  </a:lnTo>
                  <a:lnTo>
                    <a:pt x="307657" y="125730"/>
                  </a:lnTo>
                  <a:cubicBezTo>
                    <a:pt x="305753" y="126683"/>
                    <a:pt x="303848" y="128588"/>
                    <a:pt x="302895" y="130493"/>
                  </a:cubicBezTo>
                  <a:cubicBezTo>
                    <a:pt x="301942" y="133350"/>
                    <a:pt x="301942" y="135255"/>
                    <a:pt x="302895" y="137160"/>
                  </a:cubicBezTo>
                  <a:cubicBezTo>
                    <a:pt x="305753" y="141923"/>
                    <a:pt x="310515" y="146685"/>
                    <a:pt x="317182" y="149543"/>
                  </a:cubicBezTo>
                  <a:cubicBezTo>
                    <a:pt x="323850" y="153353"/>
                    <a:pt x="329565" y="154305"/>
                    <a:pt x="333375" y="152400"/>
                  </a:cubicBezTo>
                  <a:cubicBezTo>
                    <a:pt x="334328" y="151448"/>
                    <a:pt x="335280" y="150495"/>
                    <a:pt x="335280" y="149543"/>
                  </a:cubicBezTo>
                  <a:cubicBezTo>
                    <a:pt x="336232" y="148590"/>
                    <a:pt x="336232" y="147638"/>
                    <a:pt x="335280" y="145733"/>
                  </a:cubicBezTo>
                  <a:lnTo>
                    <a:pt x="331470" y="139065"/>
                  </a:lnTo>
                  <a:cubicBezTo>
                    <a:pt x="330517" y="138113"/>
                    <a:pt x="330517" y="136208"/>
                    <a:pt x="331470" y="135255"/>
                  </a:cubicBezTo>
                  <a:cubicBezTo>
                    <a:pt x="331470" y="134303"/>
                    <a:pt x="332423" y="132398"/>
                    <a:pt x="333375" y="132398"/>
                  </a:cubicBezTo>
                  <a:lnTo>
                    <a:pt x="355282" y="120968"/>
                  </a:lnTo>
                  <a:lnTo>
                    <a:pt x="371475" y="153353"/>
                  </a:lnTo>
                  <a:lnTo>
                    <a:pt x="394335" y="154305"/>
                  </a:lnTo>
                  <a:lnTo>
                    <a:pt x="352425" y="71438"/>
                  </a:lnTo>
                  <a:cubicBezTo>
                    <a:pt x="378142" y="60008"/>
                    <a:pt x="403860" y="48578"/>
                    <a:pt x="431482" y="39053"/>
                  </a:cubicBezTo>
                  <a:lnTo>
                    <a:pt x="442913" y="69533"/>
                  </a:lnTo>
                  <a:cubicBezTo>
                    <a:pt x="436245" y="65723"/>
                    <a:pt x="429578" y="62865"/>
                    <a:pt x="422910" y="60960"/>
                  </a:cubicBezTo>
                  <a:cubicBezTo>
                    <a:pt x="417195" y="59055"/>
                    <a:pt x="411480" y="59055"/>
                    <a:pt x="408623" y="60960"/>
                  </a:cubicBezTo>
                  <a:cubicBezTo>
                    <a:pt x="401003" y="63818"/>
                    <a:pt x="395288" y="68580"/>
                    <a:pt x="391478" y="75248"/>
                  </a:cubicBezTo>
                  <a:cubicBezTo>
                    <a:pt x="387667" y="81915"/>
                    <a:pt x="387667" y="88583"/>
                    <a:pt x="389573" y="95250"/>
                  </a:cubicBezTo>
                  <a:cubicBezTo>
                    <a:pt x="392430" y="102870"/>
                    <a:pt x="399098" y="108585"/>
                    <a:pt x="408623" y="113348"/>
                  </a:cubicBezTo>
                  <a:cubicBezTo>
                    <a:pt x="418148" y="118110"/>
                    <a:pt x="427673" y="119063"/>
                    <a:pt x="434340" y="117158"/>
                  </a:cubicBezTo>
                  <a:cubicBezTo>
                    <a:pt x="437198" y="116205"/>
                    <a:pt x="441007" y="113348"/>
                    <a:pt x="443865" y="110490"/>
                  </a:cubicBezTo>
                  <a:cubicBezTo>
                    <a:pt x="446723" y="107633"/>
                    <a:pt x="450532" y="103823"/>
                    <a:pt x="453390" y="98108"/>
                  </a:cubicBezTo>
                  <a:lnTo>
                    <a:pt x="460057" y="116205"/>
                  </a:lnTo>
                  <a:lnTo>
                    <a:pt x="482917" y="120968"/>
                  </a:lnTo>
                  <a:lnTo>
                    <a:pt x="468630" y="80963"/>
                  </a:lnTo>
                  <a:cubicBezTo>
                    <a:pt x="470535" y="75248"/>
                    <a:pt x="473392" y="71438"/>
                    <a:pt x="476250" y="67628"/>
                  </a:cubicBezTo>
                  <a:cubicBezTo>
                    <a:pt x="480060" y="63818"/>
                    <a:pt x="482917" y="60960"/>
                    <a:pt x="486728" y="60008"/>
                  </a:cubicBezTo>
                  <a:cubicBezTo>
                    <a:pt x="488632" y="59055"/>
                    <a:pt x="490538" y="59055"/>
                    <a:pt x="492442" y="60960"/>
                  </a:cubicBezTo>
                  <a:cubicBezTo>
                    <a:pt x="494348" y="61913"/>
                    <a:pt x="496253" y="63818"/>
                    <a:pt x="497205" y="65723"/>
                  </a:cubicBezTo>
                  <a:cubicBezTo>
                    <a:pt x="499110" y="69533"/>
                    <a:pt x="499110" y="75248"/>
                    <a:pt x="499110" y="80963"/>
                  </a:cubicBezTo>
                  <a:cubicBezTo>
                    <a:pt x="498157" y="86678"/>
                    <a:pt x="497205" y="93345"/>
                    <a:pt x="495300" y="99060"/>
                  </a:cubicBezTo>
                  <a:lnTo>
                    <a:pt x="516255" y="104775"/>
                  </a:lnTo>
                  <a:cubicBezTo>
                    <a:pt x="519113" y="91440"/>
                    <a:pt x="519113" y="80010"/>
                    <a:pt x="515303" y="69533"/>
                  </a:cubicBezTo>
                  <a:cubicBezTo>
                    <a:pt x="512445" y="61913"/>
                    <a:pt x="506730" y="55245"/>
                    <a:pt x="498157" y="50483"/>
                  </a:cubicBezTo>
                  <a:cubicBezTo>
                    <a:pt x="489585" y="44768"/>
                    <a:pt x="481965" y="43815"/>
                    <a:pt x="476250" y="45720"/>
                  </a:cubicBezTo>
                  <a:cubicBezTo>
                    <a:pt x="473392" y="46673"/>
                    <a:pt x="470535" y="48578"/>
                    <a:pt x="467678" y="50483"/>
                  </a:cubicBezTo>
                  <a:cubicBezTo>
                    <a:pt x="464820" y="52388"/>
                    <a:pt x="461963" y="56198"/>
                    <a:pt x="459105" y="59055"/>
                  </a:cubicBezTo>
                  <a:lnTo>
                    <a:pt x="450532" y="34290"/>
                  </a:lnTo>
                  <a:cubicBezTo>
                    <a:pt x="470535" y="27623"/>
                    <a:pt x="490538" y="21908"/>
                    <a:pt x="511492" y="16193"/>
                  </a:cubicBezTo>
                  <a:lnTo>
                    <a:pt x="506730" y="12383"/>
                  </a:lnTo>
                  <a:lnTo>
                    <a:pt x="506730" y="12383"/>
                  </a:lnTo>
                  <a:lnTo>
                    <a:pt x="505778" y="11430"/>
                  </a:lnTo>
                  <a:lnTo>
                    <a:pt x="493395" y="0"/>
                  </a:lnTo>
                  <a:cubicBezTo>
                    <a:pt x="295275" y="52388"/>
                    <a:pt x="122873" y="168593"/>
                    <a:pt x="0" y="325755"/>
                  </a:cubicBezTo>
                  <a:lnTo>
                    <a:pt x="20955" y="331470"/>
                  </a:lnTo>
                  <a:cubicBezTo>
                    <a:pt x="40957" y="306705"/>
                    <a:pt x="61913" y="282893"/>
                    <a:pt x="83820" y="260985"/>
                  </a:cubicBezTo>
                  <a:close/>
                  <a:moveTo>
                    <a:pt x="436245" y="93345"/>
                  </a:moveTo>
                  <a:cubicBezTo>
                    <a:pt x="432435" y="97155"/>
                    <a:pt x="427673" y="100013"/>
                    <a:pt x="423863" y="101918"/>
                  </a:cubicBezTo>
                  <a:cubicBezTo>
                    <a:pt x="421005" y="102870"/>
                    <a:pt x="418148" y="102870"/>
                    <a:pt x="416242" y="101918"/>
                  </a:cubicBezTo>
                  <a:cubicBezTo>
                    <a:pt x="413385" y="100965"/>
                    <a:pt x="412432" y="99060"/>
                    <a:pt x="411480" y="97155"/>
                  </a:cubicBezTo>
                  <a:cubicBezTo>
                    <a:pt x="409575" y="92393"/>
                    <a:pt x="410528" y="88583"/>
                    <a:pt x="412432" y="84773"/>
                  </a:cubicBezTo>
                  <a:cubicBezTo>
                    <a:pt x="414338" y="80010"/>
                    <a:pt x="417195" y="77153"/>
                    <a:pt x="421957" y="76200"/>
                  </a:cubicBezTo>
                  <a:cubicBezTo>
                    <a:pt x="425767" y="75248"/>
                    <a:pt x="429578" y="74295"/>
                    <a:pt x="434340" y="75248"/>
                  </a:cubicBezTo>
                  <a:cubicBezTo>
                    <a:pt x="439103" y="75248"/>
                    <a:pt x="443865" y="77153"/>
                    <a:pt x="447675" y="79058"/>
                  </a:cubicBezTo>
                  <a:cubicBezTo>
                    <a:pt x="443865" y="83820"/>
                    <a:pt x="440055" y="89535"/>
                    <a:pt x="436245" y="93345"/>
                  </a:cubicBezTo>
                  <a:close/>
                  <a:moveTo>
                    <a:pt x="115252" y="231458"/>
                  </a:moveTo>
                  <a:lnTo>
                    <a:pt x="140970" y="258127"/>
                  </a:lnTo>
                  <a:cubicBezTo>
                    <a:pt x="140017" y="265748"/>
                    <a:pt x="138113" y="272415"/>
                    <a:pt x="136207" y="278130"/>
                  </a:cubicBezTo>
                  <a:cubicBezTo>
                    <a:pt x="134302" y="283845"/>
                    <a:pt x="131445" y="287655"/>
                    <a:pt x="128588" y="291465"/>
                  </a:cubicBezTo>
                  <a:cubicBezTo>
                    <a:pt x="125730" y="294323"/>
                    <a:pt x="121920" y="296228"/>
                    <a:pt x="118110" y="297180"/>
                  </a:cubicBezTo>
                  <a:cubicBezTo>
                    <a:pt x="114300" y="298133"/>
                    <a:pt x="110490" y="298133"/>
                    <a:pt x="106680" y="297180"/>
                  </a:cubicBezTo>
                  <a:cubicBezTo>
                    <a:pt x="106680" y="297180"/>
                    <a:pt x="105727" y="296228"/>
                    <a:pt x="105727" y="296228"/>
                  </a:cubicBezTo>
                  <a:cubicBezTo>
                    <a:pt x="105727" y="295275"/>
                    <a:pt x="105727" y="295275"/>
                    <a:pt x="105727" y="295275"/>
                  </a:cubicBezTo>
                  <a:cubicBezTo>
                    <a:pt x="110490" y="288608"/>
                    <a:pt x="113348" y="282893"/>
                    <a:pt x="115252" y="277178"/>
                  </a:cubicBezTo>
                  <a:cubicBezTo>
                    <a:pt x="117157" y="271463"/>
                    <a:pt x="116205" y="266700"/>
                    <a:pt x="114300" y="264795"/>
                  </a:cubicBezTo>
                  <a:cubicBezTo>
                    <a:pt x="112395" y="262890"/>
                    <a:pt x="109538" y="260985"/>
                    <a:pt x="104775" y="259080"/>
                  </a:cubicBezTo>
                  <a:cubicBezTo>
                    <a:pt x="100965" y="258127"/>
                    <a:pt x="96202" y="257175"/>
                    <a:pt x="91440" y="256223"/>
                  </a:cubicBezTo>
                  <a:cubicBezTo>
                    <a:pt x="98107" y="246698"/>
                    <a:pt x="106680" y="239077"/>
                    <a:pt x="115252" y="231458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312" name="Google Shape;1312;p11"/>
            <p:cNvSpPr/>
            <p:nvPr/>
          </p:nvSpPr>
          <p:spPr bwMode="auto">
            <a:xfrm>
              <a:off x="5730238" y="2140744"/>
              <a:ext cx="72130" cy="40481"/>
            </a:xfrm>
            <a:custGeom>
              <a:avLst/>
              <a:gdLst/>
              <a:ahLst/>
              <a:cxnLst/>
              <a:rect l="l" t="t" r="r" b="b"/>
              <a:pathLst>
                <a:path w="72130" h="40481" fill="norm" stroke="1" extrusionOk="0">
                  <a:moveTo>
                    <a:pt x="22860" y="17621"/>
                  </a:moveTo>
                  <a:cubicBezTo>
                    <a:pt x="25718" y="16669"/>
                    <a:pt x="29527" y="16669"/>
                    <a:pt x="32385" y="16669"/>
                  </a:cubicBezTo>
                  <a:cubicBezTo>
                    <a:pt x="35243" y="16669"/>
                    <a:pt x="38100" y="17621"/>
                    <a:pt x="40958" y="19526"/>
                  </a:cubicBezTo>
                  <a:lnTo>
                    <a:pt x="69533" y="40481"/>
                  </a:lnTo>
                  <a:cubicBezTo>
                    <a:pt x="75248" y="38576"/>
                    <a:pt x="71438" y="32861"/>
                    <a:pt x="59055" y="22384"/>
                  </a:cubicBezTo>
                  <a:cubicBezTo>
                    <a:pt x="52388" y="16669"/>
                    <a:pt x="48577" y="13811"/>
                    <a:pt x="45720" y="11906"/>
                  </a:cubicBezTo>
                  <a:cubicBezTo>
                    <a:pt x="40005" y="7144"/>
                    <a:pt x="33338" y="3334"/>
                    <a:pt x="25718" y="1429"/>
                  </a:cubicBezTo>
                  <a:cubicBezTo>
                    <a:pt x="19050" y="-476"/>
                    <a:pt x="12383" y="-476"/>
                    <a:pt x="7620" y="1429"/>
                  </a:cubicBezTo>
                  <a:cubicBezTo>
                    <a:pt x="4763" y="2381"/>
                    <a:pt x="1905" y="4286"/>
                    <a:pt x="0" y="5239"/>
                  </a:cubicBezTo>
                  <a:lnTo>
                    <a:pt x="14288" y="21431"/>
                  </a:lnTo>
                  <a:cubicBezTo>
                    <a:pt x="17145" y="20479"/>
                    <a:pt x="20002" y="18574"/>
                    <a:pt x="22860" y="17621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313" name="Google Shape;1313;p11"/>
            <p:cNvSpPr/>
            <p:nvPr/>
          </p:nvSpPr>
          <p:spPr bwMode="auto">
            <a:xfrm>
              <a:off x="6128206" y="2241837"/>
              <a:ext cx="60187" cy="55030"/>
            </a:xfrm>
            <a:custGeom>
              <a:avLst/>
              <a:gdLst/>
              <a:ahLst/>
              <a:cxnLst/>
              <a:rect l="l" t="t" r="r" b="b"/>
              <a:pathLst>
                <a:path w="60187" h="55030" fill="norm" stroke="1" extrusionOk="0">
                  <a:moveTo>
                    <a:pt x="19230" y="17489"/>
                  </a:moveTo>
                  <a:cubicBezTo>
                    <a:pt x="23041" y="15584"/>
                    <a:pt x="27803" y="14631"/>
                    <a:pt x="32566" y="14631"/>
                  </a:cubicBezTo>
                  <a:lnTo>
                    <a:pt x="43996" y="15584"/>
                  </a:lnTo>
                  <a:lnTo>
                    <a:pt x="36375" y="1296"/>
                  </a:lnTo>
                  <a:lnTo>
                    <a:pt x="25898" y="344"/>
                  </a:lnTo>
                  <a:cubicBezTo>
                    <a:pt x="19230" y="-609"/>
                    <a:pt x="13516" y="344"/>
                    <a:pt x="8753" y="4154"/>
                  </a:cubicBezTo>
                  <a:cubicBezTo>
                    <a:pt x="3991" y="7011"/>
                    <a:pt x="1133" y="10821"/>
                    <a:pt x="180" y="16536"/>
                  </a:cubicBezTo>
                  <a:cubicBezTo>
                    <a:pt x="-772" y="25109"/>
                    <a:pt x="2086" y="33681"/>
                    <a:pt x="7800" y="41301"/>
                  </a:cubicBezTo>
                  <a:cubicBezTo>
                    <a:pt x="14468" y="48921"/>
                    <a:pt x="22088" y="53684"/>
                    <a:pt x="30661" y="54636"/>
                  </a:cubicBezTo>
                  <a:cubicBezTo>
                    <a:pt x="36375" y="55589"/>
                    <a:pt x="42091" y="54636"/>
                    <a:pt x="46853" y="53684"/>
                  </a:cubicBezTo>
                  <a:cubicBezTo>
                    <a:pt x="51616" y="52731"/>
                    <a:pt x="56378" y="50826"/>
                    <a:pt x="60188" y="47969"/>
                  </a:cubicBezTo>
                  <a:lnTo>
                    <a:pt x="52568" y="31776"/>
                  </a:lnTo>
                  <a:cubicBezTo>
                    <a:pt x="47805" y="34634"/>
                    <a:pt x="43043" y="37491"/>
                    <a:pt x="37328" y="39396"/>
                  </a:cubicBezTo>
                  <a:cubicBezTo>
                    <a:pt x="31613" y="41301"/>
                    <a:pt x="26850" y="41301"/>
                    <a:pt x="22088" y="41301"/>
                  </a:cubicBezTo>
                  <a:cubicBezTo>
                    <a:pt x="19230" y="41301"/>
                    <a:pt x="16373" y="39396"/>
                    <a:pt x="14468" y="36539"/>
                  </a:cubicBezTo>
                  <a:cubicBezTo>
                    <a:pt x="12563" y="33681"/>
                    <a:pt x="11611" y="30824"/>
                    <a:pt x="11611" y="27014"/>
                  </a:cubicBezTo>
                  <a:cubicBezTo>
                    <a:pt x="12563" y="23204"/>
                    <a:pt x="15421" y="20346"/>
                    <a:pt x="19230" y="17489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314" name="Google Shape;1314;p11"/>
            <p:cNvSpPr/>
            <p:nvPr/>
          </p:nvSpPr>
          <p:spPr bwMode="auto">
            <a:xfrm>
              <a:off x="6304220" y="2196423"/>
              <a:ext cx="62287" cy="78143"/>
            </a:xfrm>
            <a:custGeom>
              <a:avLst/>
              <a:gdLst/>
              <a:ahLst/>
              <a:cxnLst/>
              <a:rect l="l" t="t" r="r" b="b"/>
              <a:pathLst>
                <a:path w="62287" h="78143" fill="norm" stroke="1" extrusionOk="0">
                  <a:moveTo>
                    <a:pt x="23235" y="22899"/>
                  </a:moveTo>
                  <a:cubicBezTo>
                    <a:pt x="27045" y="20041"/>
                    <a:pt x="31808" y="19089"/>
                    <a:pt x="36570" y="20994"/>
                  </a:cubicBezTo>
                  <a:lnTo>
                    <a:pt x="57525" y="26709"/>
                  </a:lnTo>
                  <a:lnTo>
                    <a:pt x="62288" y="9564"/>
                  </a:lnTo>
                  <a:lnTo>
                    <a:pt x="30855" y="991"/>
                  </a:lnTo>
                  <a:cubicBezTo>
                    <a:pt x="24188" y="-914"/>
                    <a:pt x="18473" y="39"/>
                    <a:pt x="12758" y="2896"/>
                  </a:cubicBezTo>
                  <a:cubicBezTo>
                    <a:pt x="7043" y="5754"/>
                    <a:pt x="3233" y="10516"/>
                    <a:pt x="1328" y="16231"/>
                  </a:cubicBezTo>
                  <a:cubicBezTo>
                    <a:pt x="-577" y="23851"/>
                    <a:pt x="-577" y="33376"/>
                    <a:pt x="2280" y="43854"/>
                  </a:cubicBezTo>
                  <a:cubicBezTo>
                    <a:pt x="5138" y="54331"/>
                    <a:pt x="9900" y="65761"/>
                    <a:pt x="16568" y="78144"/>
                  </a:cubicBezTo>
                  <a:lnTo>
                    <a:pt x="24188" y="75286"/>
                  </a:lnTo>
                  <a:cubicBezTo>
                    <a:pt x="20378" y="67666"/>
                    <a:pt x="17520" y="60046"/>
                    <a:pt x="16568" y="52426"/>
                  </a:cubicBezTo>
                  <a:cubicBezTo>
                    <a:pt x="15615" y="44806"/>
                    <a:pt x="15615" y="39091"/>
                    <a:pt x="16568" y="33376"/>
                  </a:cubicBezTo>
                  <a:cubicBezTo>
                    <a:pt x="16568" y="29566"/>
                    <a:pt x="19425" y="25756"/>
                    <a:pt x="23235" y="22899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315" name="Google Shape;1315;p11"/>
            <p:cNvSpPr/>
            <p:nvPr/>
          </p:nvSpPr>
          <p:spPr bwMode="auto">
            <a:xfrm>
              <a:off x="6667143" y="2388355"/>
              <a:ext cx="87538" cy="98620"/>
            </a:xfrm>
            <a:custGeom>
              <a:avLst/>
              <a:gdLst/>
              <a:ahLst/>
              <a:cxnLst/>
              <a:rect l="l" t="t" r="r" b="b"/>
              <a:pathLst>
                <a:path w="87539" h="98620" fill="norm" stroke="1" extrusionOk="0">
                  <a:moveTo>
                    <a:pt x="52745" y="513"/>
                  </a:moveTo>
                  <a:cubicBezTo>
                    <a:pt x="45125" y="2418"/>
                    <a:pt x="41315" y="7180"/>
                    <a:pt x="39410" y="17658"/>
                  </a:cubicBezTo>
                  <a:cubicBezTo>
                    <a:pt x="37505" y="28135"/>
                    <a:pt x="38457" y="40518"/>
                    <a:pt x="43220" y="52900"/>
                  </a:cubicBezTo>
                  <a:cubicBezTo>
                    <a:pt x="34647" y="55758"/>
                    <a:pt x="26075" y="54805"/>
                    <a:pt x="18455" y="51948"/>
                  </a:cubicBezTo>
                  <a:cubicBezTo>
                    <a:pt x="20360" y="49090"/>
                    <a:pt x="20360" y="46233"/>
                    <a:pt x="20360" y="44328"/>
                  </a:cubicBezTo>
                  <a:cubicBezTo>
                    <a:pt x="20360" y="41470"/>
                    <a:pt x="20360" y="39565"/>
                    <a:pt x="19407" y="38613"/>
                  </a:cubicBezTo>
                  <a:cubicBezTo>
                    <a:pt x="17502" y="36708"/>
                    <a:pt x="14645" y="35755"/>
                    <a:pt x="11787" y="35755"/>
                  </a:cubicBezTo>
                  <a:cubicBezTo>
                    <a:pt x="8930" y="36708"/>
                    <a:pt x="5120" y="37660"/>
                    <a:pt x="3215" y="40518"/>
                  </a:cubicBezTo>
                  <a:cubicBezTo>
                    <a:pt x="357" y="43375"/>
                    <a:pt x="-595" y="47185"/>
                    <a:pt x="357" y="51948"/>
                  </a:cubicBezTo>
                  <a:cubicBezTo>
                    <a:pt x="1310" y="56710"/>
                    <a:pt x="4167" y="60520"/>
                    <a:pt x="7977" y="64330"/>
                  </a:cubicBezTo>
                  <a:lnTo>
                    <a:pt x="1310" y="95763"/>
                  </a:lnTo>
                  <a:lnTo>
                    <a:pt x="12740" y="98620"/>
                  </a:lnTo>
                  <a:lnTo>
                    <a:pt x="13692" y="67188"/>
                  </a:lnTo>
                  <a:cubicBezTo>
                    <a:pt x="27027" y="70998"/>
                    <a:pt x="39410" y="71950"/>
                    <a:pt x="50840" y="70045"/>
                  </a:cubicBezTo>
                  <a:cubicBezTo>
                    <a:pt x="62270" y="69093"/>
                    <a:pt x="70842" y="65283"/>
                    <a:pt x="76557" y="58615"/>
                  </a:cubicBezTo>
                  <a:cubicBezTo>
                    <a:pt x="87987" y="46233"/>
                    <a:pt x="93702" y="23373"/>
                    <a:pt x="77510" y="5275"/>
                  </a:cubicBezTo>
                  <a:cubicBezTo>
                    <a:pt x="72747" y="2418"/>
                    <a:pt x="65127" y="-1392"/>
                    <a:pt x="52745" y="513"/>
                  </a:cubicBezTo>
                  <a:close/>
                  <a:moveTo>
                    <a:pt x="70842" y="29088"/>
                  </a:moveTo>
                  <a:cubicBezTo>
                    <a:pt x="69890" y="33850"/>
                    <a:pt x="67985" y="37660"/>
                    <a:pt x="65127" y="41470"/>
                  </a:cubicBezTo>
                  <a:cubicBezTo>
                    <a:pt x="62270" y="44328"/>
                    <a:pt x="59412" y="47185"/>
                    <a:pt x="56555" y="48138"/>
                  </a:cubicBezTo>
                  <a:cubicBezTo>
                    <a:pt x="53697" y="50043"/>
                    <a:pt x="51792" y="50995"/>
                    <a:pt x="49887" y="50995"/>
                  </a:cubicBezTo>
                  <a:cubicBezTo>
                    <a:pt x="47982" y="44328"/>
                    <a:pt x="47982" y="37660"/>
                    <a:pt x="47982" y="32898"/>
                  </a:cubicBezTo>
                  <a:cubicBezTo>
                    <a:pt x="47982" y="27183"/>
                    <a:pt x="49887" y="23373"/>
                    <a:pt x="51792" y="21468"/>
                  </a:cubicBezTo>
                  <a:cubicBezTo>
                    <a:pt x="54650" y="18610"/>
                    <a:pt x="57507" y="16705"/>
                    <a:pt x="60365" y="16705"/>
                  </a:cubicBezTo>
                  <a:cubicBezTo>
                    <a:pt x="63222" y="15753"/>
                    <a:pt x="66080" y="16705"/>
                    <a:pt x="67985" y="18610"/>
                  </a:cubicBezTo>
                  <a:cubicBezTo>
                    <a:pt x="69890" y="21468"/>
                    <a:pt x="70842" y="25278"/>
                    <a:pt x="70842" y="29088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316" name="Google Shape;1316;p11"/>
            <p:cNvSpPr/>
            <p:nvPr/>
          </p:nvSpPr>
          <p:spPr bwMode="auto">
            <a:xfrm>
              <a:off x="6644398" y="2477449"/>
              <a:ext cx="71922" cy="76930"/>
            </a:xfrm>
            <a:custGeom>
              <a:avLst/>
              <a:gdLst/>
              <a:ahLst/>
              <a:cxnLst/>
              <a:rect l="l" t="t" r="r" b="b"/>
              <a:pathLst>
                <a:path w="71922" h="76930" fill="norm" stroke="1" extrusionOk="0">
                  <a:moveTo>
                    <a:pt x="47868" y="60008"/>
                  </a:moveTo>
                  <a:cubicBezTo>
                    <a:pt x="41200" y="59055"/>
                    <a:pt x="36438" y="56198"/>
                    <a:pt x="31675" y="50483"/>
                  </a:cubicBezTo>
                  <a:cubicBezTo>
                    <a:pt x="24055" y="40958"/>
                    <a:pt x="17388" y="32385"/>
                    <a:pt x="13578" y="23813"/>
                  </a:cubicBezTo>
                  <a:cubicBezTo>
                    <a:pt x="9768" y="15240"/>
                    <a:pt x="7863" y="7620"/>
                    <a:pt x="7863" y="952"/>
                  </a:cubicBezTo>
                  <a:lnTo>
                    <a:pt x="243" y="0"/>
                  </a:lnTo>
                  <a:cubicBezTo>
                    <a:pt x="-710" y="10477"/>
                    <a:pt x="1195" y="20955"/>
                    <a:pt x="5005" y="32385"/>
                  </a:cubicBezTo>
                  <a:cubicBezTo>
                    <a:pt x="8815" y="43815"/>
                    <a:pt x="15483" y="54293"/>
                    <a:pt x="23103" y="63818"/>
                  </a:cubicBezTo>
                  <a:cubicBezTo>
                    <a:pt x="28818" y="70485"/>
                    <a:pt x="36438" y="75248"/>
                    <a:pt x="44058" y="76200"/>
                  </a:cubicBezTo>
                  <a:cubicBezTo>
                    <a:pt x="51678" y="78105"/>
                    <a:pt x="58345" y="76200"/>
                    <a:pt x="64060" y="71438"/>
                  </a:cubicBezTo>
                  <a:cubicBezTo>
                    <a:pt x="68823" y="67627"/>
                    <a:pt x="71680" y="60960"/>
                    <a:pt x="71680" y="52388"/>
                  </a:cubicBezTo>
                  <a:cubicBezTo>
                    <a:pt x="72633" y="43815"/>
                    <a:pt x="70728" y="37148"/>
                    <a:pt x="66918" y="32385"/>
                  </a:cubicBezTo>
                  <a:cubicBezTo>
                    <a:pt x="65013" y="29527"/>
                    <a:pt x="62155" y="27623"/>
                    <a:pt x="58345" y="26670"/>
                  </a:cubicBezTo>
                  <a:cubicBezTo>
                    <a:pt x="54535" y="24765"/>
                    <a:pt x="50725" y="23813"/>
                    <a:pt x="45963" y="23813"/>
                  </a:cubicBezTo>
                  <a:lnTo>
                    <a:pt x="45010" y="41910"/>
                  </a:lnTo>
                  <a:cubicBezTo>
                    <a:pt x="48820" y="41910"/>
                    <a:pt x="51678" y="41910"/>
                    <a:pt x="55488" y="42863"/>
                  </a:cubicBezTo>
                  <a:cubicBezTo>
                    <a:pt x="59298" y="43815"/>
                    <a:pt x="61203" y="44768"/>
                    <a:pt x="63108" y="46673"/>
                  </a:cubicBezTo>
                  <a:cubicBezTo>
                    <a:pt x="65013" y="48577"/>
                    <a:pt x="65013" y="49530"/>
                    <a:pt x="65013" y="51435"/>
                  </a:cubicBezTo>
                  <a:cubicBezTo>
                    <a:pt x="65013" y="53340"/>
                    <a:pt x="65013" y="55245"/>
                    <a:pt x="63108" y="56198"/>
                  </a:cubicBezTo>
                  <a:cubicBezTo>
                    <a:pt x="59298" y="60008"/>
                    <a:pt x="54535" y="60960"/>
                    <a:pt x="47868" y="60008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317" name="Google Shape;1317;p11"/>
            <p:cNvSpPr/>
            <p:nvPr/>
          </p:nvSpPr>
          <p:spPr bwMode="auto">
            <a:xfrm>
              <a:off x="5945504" y="2138362"/>
              <a:ext cx="782002" cy="306704"/>
            </a:xfrm>
            <a:custGeom>
              <a:avLst/>
              <a:gdLst/>
              <a:ahLst/>
              <a:cxnLst/>
              <a:rect l="l" t="t" r="r" b="b"/>
              <a:pathLst>
                <a:path w="782002" h="306704" fill="norm" stroke="1" extrusionOk="0">
                  <a:moveTo>
                    <a:pt x="26670" y="97155"/>
                  </a:moveTo>
                  <a:cubicBezTo>
                    <a:pt x="37148" y="103823"/>
                    <a:pt x="46673" y="107632"/>
                    <a:pt x="56198" y="106680"/>
                  </a:cubicBezTo>
                  <a:cubicBezTo>
                    <a:pt x="62865" y="105727"/>
                    <a:pt x="68580" y="102870"/>
                    <a:pt x="73342" y="97155"/>
                  </a:cubicBezTo>
                  <a:cubicBezTo>
                    <a:pt x="78105" y="91440"/>
                    <a:pt x="80010" y="84773"/>
                    <a:pt x="79058" y="77152"/>
                  </a:cubicBezTo>
                  <a:cubicBezTo>
                    <a:pt x="79058" y="74295"/>
                    <a:pt x="78105" y="71438"/>
                    <a:pt x="77153" y="68580"/>
                  </a:cubicBezTo>
                  <a:cubicBezTo>
                    <a:pt x="76200" y="65723"/>
                    <a:pt x="74295" y="63818"/>
                    <a:pt x="72390" y="60960"/>
                  </a:cubicBezTo>
                  <a:cubicBezTo>
                    <a:pt x="77153" y="63818"/>
                    <a:pt x="80963" y="65723"/>
                    <a:pt x="84773" y="67627"/>
                  </a:cubicBezTo>
                  <a:cubicBezTo>
                    <a:pt x="88583" y="69532"/>
                    <a:pt x="92392" y="69532"/>
                    <a:pt x="96203" y="69532"/>
                  </a:cubicBezTo>
                  <a:cubicBezTo>
                    <a:pt x="100013" y="68580"/>
                    <a:pt x="102870" y="67627"/>
                    <a:pt x="104775" y="66675"/>
                  </a:cubicBezTo>
                  <a:lnTo>
                    <a:pt x="107633" y="98107"/>
                  </a:lnTo>
                  <a:lnTo>
                    <a:pt x="128588" y="107632"/>
                  </a:lnTo>
                  <a:lnTo>
                    <a:pt x="120015" y="15240"/>
                  </a:lnTo>
                  <a:cubicBezTo>
                    <a:pt x="132398" y="14288"/>
                    <a:pt x="143828" y="14288"/>
                    <a:pt x="156210" y="14288"/>
                  </a:cubicBezTo>
                  <a:cubicBezTo>
                    <a:pt x="158115" y="14288"/>
                    <a:pt x="160020" y="14288"/>
                    <a:pt x="161925" y="14288"/>
                  </a:cubicBezTo>
                  <a:lnTo>
                    <a:pt x="160020" y="51435"/>
                  </a:lnTo>
                  <a:lnTo>
                    <a:pt x="153353" y="51435"/>
                  </a:lnTo>
                  <a:cubicBezTo>
                    <a:pt x="151448" y="51435"/>
                    <a:pt x="150495" y="51435"/>
                    <a:pt x="149542" y="53340"/>
                  </a:cubicBezTo>
                  <a:cubicBezTo>
                    <a:pt x="148590" y="54293"/>
                    <a:pt x="147638" y="55245"/>
                    <a:pt x="147638" y="57150"/>
                  </a:cubicBezTo>
                  <a:cubicBezTo>
                    <a:pt x="147638" y="60960"/>
                    <a:pt x="151448" y="66675"/>
                    <a:pt x="158115" y="74295"/>
                  </a:cubicBezTo>
                  <a:cubicBezTo>
                    <a:pt x="165735" y="81915"/>
                    <a:pt x="170498" y="86677"/>
                    <a:pt x="174308" y="86677"/>
                  </a:cubicBezTo>
                  <a:cubicBezTo>
                    <a:pt x="175260" y="86677"/>
                    <a:pt x="176213" y="85725"/>
                    <a:pt x="177165" y="84773"/>
                  </a:cubicBezTo>
                  <a:cubicBezTo>
                    <a:pt x="178117" y="82868"/>
                    <a:pt x="179070" y="81915"/>
                    <a:pt x="179070" y="80010"/>
                  </a:cubicBezTo>
                  <a:lnTo>
                    <a:pt x="179070" y="71438"/>
                  </a:lnTo>
                  <a:lnTo>
                    <a:pt x="212408" y="73343"/>
                  </a:lnTo>
                  <a:lnTo>
                    <a:pt x="211455" y="98107"/>
                  </a:lnTo>
                  <a:lnTo>
                    <a:pt x="231458" y="112395"/>
                  </a:lnTo>
                  <a:lnTo>
                    <a:pt x="236220" y="19050"/>
                  </a:lnTo>
                  <a:cubicBezTo>
                    <a:pt x="264795" y="21907"/>
                    <a:pt x="292417" y="25718"/>
                    <a:pt x="320040" y="30480"/>
                  </a:cubicBezTo>
                  <a:lnTo>
                    <a:pt x="317183" y="45720"/>
                  </a:lnTo>
                  <a:lnTo>
                    <a:pt x="288608" y="40957"/>
                  </a:lnTo>
                  <a:cubicBezTo>
                    <a:pt x="281940" y="40005"/>
                    <a:pt x="275273" y="40957"/>
                    <a:pt x="269558" y="44768"/>
                  </a:cubicBezTo>
                  <a:cubicBezTo>
                    <a:pt x="263842" y="48577"/>
                    <a:pt x="260985" y="53340"/>
                    <a:pt x="260033" y="59055"/>
                  </a:cubicBezTo>
                  <a:cubicBezTo>
                    <a:pt x="258128" y="67627"/>
                    <a:pt x="259080" y="77152"/>
                    <a:pt x="262890" y="87630"/>
                  </a:cubicBezTo>
                  <a:cubicBezTo>
                    <a:pt x="265748" y="98107"/>
                    <a:pt x="271463" y="108585"/>
                    <a:pt x="278130" y="119063"/>
                  </a:cubicBezTo>
                  <a:lnTo>
                    <a:pt x="285750" y="116205"/>
                  </a:lnTo>
                  <a:cubicBezTo>
                    <a:pt x="280988" y="109538"/>
                    <a:pt x="277178" y="102870"/>
                    <a:pt x="275273" y="96202"/>
                  </a:cubicBezTo>
                  <a:cubicBezTo>
                    <a:pt x="273367" y="88582"/>
                    <a:pt x="273367" y="81915"/>
                    <a:pt x="274320" y="75248"/>
                  </a:cubicBezTo>
                  <a:cubicBezTo>
                    <a:pt x="275273" y="70485"/>
                    <a:pt x="277178" y="66675"/>
                    <a:pt x="281940" y="63818"/>
                  </a:cubicBezTo>
                  <a:cubicBezTo>
                    <a:pt x="285750" y="60960"/>
                    <a:pt x="290513" y="60007"/>
                    <a:pt x="295275" y="60960"/>
                  </a:cubicBezTo>
                  <a:lnTo>
                    <a:pt x="315278" y="64770"/>
                  </a:lnTo>
                  <a:lnTo>
                    <a:pt x="307658" y="111443"/>
                  </a:lnTo>
                  <a:lnTo>
                    <a:pt x="325755" y="128588"/>
                  </a:lnTo>
                  <a:lnTo>
                    <a:pt x="340995" y="36195"/>
                  </a:lnTo>
                  <a:cubicBezTo>
                    <a:pt x="393383" y="46673"/>
                    <a:pt x="444817" y="61913"/>
                    <a:pt x="494348" y="81915"/>
                  </a:cubicBezTo>
                  <a:lnTo>
                    <a:pt x="483870" y="109538"/>
                  </a:lnTo>
                  <a:cubicBezTo>
                    <a:pt x="481013" y="101918"/>
                    <a:pt x="477203" y="95250"/>
                    <a:pt x="472440" y="89535"/>
                  </a:cubicBezTo>
                  <a:cubicBezTo>
                    <a:pt x="467678" y="83820"/>
                    <a:pt x="461963" y="80010"/>
                    <a:pt x="457200" y="78105"/>
                  </a:cubicBezTo>
                  <a:cubicBezTo>
                    <a:pt x="448628" y="75248"/>
                    <a:pt x="441008" y="74295"/>
                    <a:pt x="433388" y="77152"/>
                  </a:cubicBezTo>
                  <a:cubicBezTo>
                    <a:pt x="425767" y="80010"/>
                    <a:pt x="421005" y="84773"/>
                    <a:pt x="418148" y="91440"/>
                  </a:cubicBezTo>
                  <a:cubicBezTo>
                    <a:pt x="415290" y="100013"/>
                    <a:pt x="416242" y="109538"/>
                    <a:pt x="421958" y="120968"/>
                  </a:cubicBezTo>
                  <a:cubicBezTo>
                    <a:pt x="427673" y="132398"/>
                    <a:pt x="434340" y="140018"/>
                    <a:pt x="441960" y="142875"/>
                  </a:cubicBezTo>
                  <a:cubicBezTo>
                    <a:pt x="446723" y="144780"/>
                    <a:pt x="451485" y="144780"/>
                    <a:pt x="456248" y="144780"/>
                  </a:cubicBezTo>
                  <a:cubicBezTo>
                    <a:pt x="461010" y="144780"/>
                    <a:pt x="466725" y="142875"/>
                    <a:pt x="471488" y="140970"/>
                  </a:cubicBezTo>
                  <a:lnTo>
                    <a:pt x="464820" y="158115"/>
                  </a:lnTo>
                  <a:lnTo>
                    <a:pt x="479108" y="178118"/>
                  </a:lnTo>
                  <a:lnTo>
                    <a:pt x="511492" y="90488"/>
                  </a:lnTo>
                  <a:cubicBezTo>
                    <a:pt x="523875" y="96202"/>
                    <a:pt x="537210" y="101918"/>
                    <a:pt x="549593" y="107632"/>
                  </a:cubicBezTo>
                  <a:lnTo>
                    <a:pt x="532448" y="140970"/>
                  </a:lnTo>
                  <a:lnTo>
                    <a:pt x="526733" y="138113"/>
                  </a:lnTo>
                  <a:cubicBezTo>
                    <a:pt x="524828" y="137160"/>
                    <a:pt x="523875" y="137160"/>
                    <a:pt x="522923" y="138113"/>
                  </a:cubicBezTo>
                  <a:cubicBezTo>
                    <a:pt x="521017" y="138113"/>
                    <a:pt x="520065" y="139065"/>
                    <a:pt x="519113" y="140970"/>
                  </a:cubicBezTo>
                  <a:cubicBezTo>
                    <a:pt x="517208" y="143827"/>
                    <a:pt x="518160" y="150495"/>
                    <a:pt x="521970" y="160973"/>
                  </a:cubicBezTo>
                  <a:cubicBezTo>
                    <a:pt x="524828" y="171450"/>
                    <a:pt x="528638" y="177165"/>
                    <a:pt x="531495" y="179070"/>
                  </a:cubicBezTo>
                  <a:cubicBezTo>
                    <a:pt x="532448" y="180023"/>
                    <a:pt x="533400" y="180023"/>
                    <a:pt x="535305" y="179070"/>
                  </a:cubicBezTo>
                  <a:cubicBezTo>
                    <a:pt x="537210" y="178118"/>
                    <a:pt x="538163" y="177165"/>
                    <a:pt x="539115" y="175260"/>
                  </a:cubicBezTo>
                  <a:lnTo>
                    <a:pt x="542925" y="167640"/>
                  </a:lnTo>
                  <a:lnTo>
                    <a:pt x="572453" y="183833"/>
                  </a:lnTo>
                  <a:lnTo>
                    <a:pt x="561023" y="205740"/>
                  </a:lnTo>
                  <a:lnTo>
                    <a:pt x="572453" y="226695"/>
                  </a:lnTo>
                  <a:lnTo>
                    <a:pt x="616268" y="143827"/>
                  </a:lnTo>
                  <a:cubicBezTo>
                    <a:pt x="626745" y="150495"/>
                    <a:pt x="638175" y="156210"/>
                    <a:pt x="648653" y="162877"/>
                  </a:cubicBezTo>
                  <a:lnTo>
                    <a:pt x="604838" y="230505"/>
                  </a:lnTo>
                  <a:lnTo>
                    <a:pt x="614363" y="253365"/>
                  </a:lnTo>
                  <a:lnTo>
                    <a:pt x="665798" y="174308"/>
                  </a:lnTo>
                  <a:cubicBezTo>
                    <a:pt x="687705" y="189548"/>
                    <a:pt x="709613" y="204788"/>
                    <a:pt x="729615" y="221933"/>
                  </a:cubicBezTo>
                  <a:lnTo>
                    <a:pt x="711518" y="244793"/>
                  </a:lnTo>
                  <a:lnTo>
                    <a:pt x="676275" y="217170"/>
                  </a:lnTo>
                  <a:cubicBezTo>
                    <a:pt x="674370" y="215265"/>
                    <a:pt x="672465" y="215265"/>
                    <a:pt x="669608" y="215265"/>
                  </a:cubicBezTo>
                  <a:cubicBezTo>
                    <a:pt x="666750" y="215265"/>
                    <a:pt x="664845" y="216218"/>
                    <a:pt x="663893" y="218123"/>
                  </a:cubicBezTo>
                  <a:cubicBezTo>
                    <a:pt x="660083" y="222885"/>
                    <a:pt x="658178" y="228600"/>
                    <a:pt x="658178" y="236220"/>
                  </a:cubicBezTo>
                  <a:cubicBezTo>
                    <a:pt x="658178" y="243840"/>
                    <a:pt x="660083" y="249555"/>
                    <a:pt x="662940" y="251460"/>
                  </a:cubicBezTo>
                  <a:cubicBezTo>
                    <a:pt x="663893" y="252413"/>
                    <a:pt x="664845" y="252413"/>
                    <a:pt x="665798" y="252413"/>
                  </a:cubicBezTo>
                  <a:cubicBezTo>
                    <a:pt x="666750" y="252413"/>
                    <a:pt x="667703" y="252413"/>
                    <a:pt x="668655" y="250508"/>
                  </a:cubicBezTo>
                  <a:lnTo>
                    <a:pt x="673418" y="243840"/>
                  </a:lnTo>
                  <a:cubicBezTo>
                    <a:pt x="674370" y="242888"/>
                    <a:pt x="675323" y="241935"/>
                    <a:pt x="677228" y="241935"/>
                  </a:cubicBezTo>
                  <a:cubicBezTo>
                    <a:pt x="678180" y="240983"/>
                    <a:pt x="680085" y="241935"/>
                    <a:pt x="681038" y="241935"/>
                  </a:cubicBezTo>
                  <a:lnTo>
                    <a:pt x="700088" y="257175"/>
                  </a:lnTo>
                  <a:lnTo>
                    <a:pt x="678180" y="285750"/>
                  </a:lnTo>
                  <a:lnTo>
                    <a:pt x="686753" y="306705"/>
                  </a:lnTo>
                  <a:lnTo>
                    <a:pt x="743903" y="233363"/>
                  </a:lnTo>
                  <a:cubicBezTo>
                    <a:pt x="752475" y="240030"/>
                    <a:pt x="761048" y="247650"/>
                    <a:pt x="768668" y="255270"/>
                  </a:cubicBezTo>
                  <a:lnTo>
                    <a:pt x="782003" y="240983"/>
                  </a:lnTo>
                  <a:cubicBezTo>
                    <a:pt x="616268" y="91440"/>
                    <a:pt x="396240" y="0"/>
                    <a:pt x="155258" y="0"/>
                  </a:cubicBezTo>
                  <a:cubicBezTo>
                    <a:pt x="127635" y="0"/>
                    <a:pt x="100013" y="952"/>
                    <a:pt x="72390" y="3810"/>
                  </a:cubicBezTo>
                  <a:lnTo>
                    <a:pt x="84773" y="22860"/>
                  </a:lnTo>
                  <a:cubicBezTo>
                    <a:pt x="89535" y="22860"/>
                    <a:pt x="93345" y="21907"/>
                    <a:pt x="98108" y="21907"/>
                  </a:cubicBezTo>
                  <a:lnTo>
                    <a:pt x="100965" y="48577"/>
                  </a:lnTo>
                  <a:cubicBezTo>
                    <a:pt x="99060" y="51435"/>
                    <a:pt x="97155" y="53340"/>
                    <a:pt x="94298" y="55245"/>
                  </a:cubicBezTo>
                  <a:cubicBezTo>
                    <a:pt x="91440" y="57150"/>
                    <a:pt x="88583" y="58102"/>
                    <a:pt x="85725" y="58102"/>
                  </a:cubicBezTo>
                  <a:cubicBezTo>
                    <a:pt x="80010" y="59055"/>
                    <a:pt x="75248" y="59055"/>
                    <a:pt x="72390" y="58102"/>
                  </a:cubicBezTo>
                  <a:cubicBezTo>
                    <a:pt x="68580" y="58102"/>
                    <a:pt x="65723" y="57150"/>
                    <a:pt x="64770" y="56198"/>
                  </a:cubicBezTo>
                  <a:cubicBezTo>
                    <a:pt x="67628" y="53340"/>
                    <a:pt x="69533" y="50482"/>
                    <a:pt x="71438" y="46673"/>
                  </a:cubicBezTo>
                  <a:cubicBezTo>
                    <a:pt x="73342" y="42863"/>
                    <a:pt x="73342" y="39052"/>
                    <a:pt x="73342" y="36195"/>
                  </a:cubicBezTo>
                  <a:cubicBezTo>
                    <a:pt x="72390" y="28575"/>
                    <a:pt x="67628" y="22860"/>
                    <a:pt x="59055" y="16193"/>
                  </a:cubicBezTo>
                  <a:cubicBezTo>
                    <a:pt x="50483" y="10477"/>
                    <a:pt x="40958" y="7620"/>
                    <a:pt x="32385" y="8573"/>
                  </a:cubicBezTo>
                  <a:cubicBezTo>
                    <a:pt x="27623" y="8573"/>
                    <a:pt x="23813" y="10477"/>
                    <a:pt x="19050" y="13335"/>
                  </a:cubicBezTo>
                  <a:cubicBezTo>
                    <a:pt x="14288" y="15240"/>
                    <a:pt x="10478" y="19050"/>
                    <a:pt x="6667" y="22860"/>
                  </a:cubicBezTo>
                  <a:lnTo>
                    <a:pt x="18098" y="36195"/>
                  </a:lnTo>
                  <a:cubicBezTo>
                    <a:pt x="21908" y="32385"/>
                    <a:pt x="26670" y="28575"/>
                    <a:pt x="31433" y="25718"/>
                  </a:cubicBezTo>
                  <a:cubicBezTo>
                    <a:pt x="36195" y="22860"/>
                    <a:pt x="40958" y="21907"/>
                    <a:pt x="44767" y="20955"/>
                  </a:cubicBezTo>
                  <a:cubicBezTo>
                    <a:pt x="48578" y="20955"/>
                    <a:pt x="51435" y="20955"/>
                    <a:pt x="54292" y="22860"/>
                  </a:cubicBezTo>
                  <a:cubicBezTo>
                    <a:pt x="57150" y="24765"/>
                    <a:pt x="59055" y="27623"/>
                    <a:pt x="59055" y="30480"/>
                  </a:cubicBezTo>
                  <a:cubicBezTo>
                    <a:pt x="59055" y="35243"/>
                    <a:pt x="59055" y="40005"/>
                    <a:pt x="57150" y="43815"/>
                  </a:cubicBezTo>
                  <a:cubicBezTo>
                    <a:pt x="56198" y="47625"/>
                    <a:pt x="53340" y="49530"/>
                    <a:pt x="48578" y="50482"/>
                  </a:cubicBezTo>
                  <a:cubicBezTo>
                    <a:pt x="45720" y="49530"/>
                    <a:pt x="42863" y="50482"/>
                    <a:pt x="39053" y="50482"/>
                  </a:cubicBezTo>
                  <a:cubicBezTo>
                    <a:pt x="35242" y="51435"/>
                    <a:pt x="31433" y="53340"/>
                    <a:pt x="27623" y="55245"/>
                  </a:cubicBezTo>
                  <a:lnTo>
                    <a:pt x="37148" y="71438"/>
                  </a:lnTo>
                  <a:cubicBezTo>
                    <a:pt x="44767" y="69532"/>
                    <a:pt x="51435" y="66675"/>
                    <a:pt x="59055" y="60960"/>
                  </a:cubicBezTo>
                  <a:cubicBezTo>
                    <a:pt x="60960" y="61913"/>
                    <a:pt x="61913" y="63818"/>
                    <a:pt x="62865" y="65723"/>
                  </a:cubicBezTo>
                  <a:cubicBezTo>
                    <a:pt x="63817" y="66675"/>
                    <a:pt x="64770" y="69532"/>
                    <a:pt x="64770" y="71438"/>
                  </a:cubicBezTo>
                  <a:cubicBezTo>
                    <a:pt x="65723" y="77152"/>
                    <a:pt x="63817" y="81915"/>
                    <a:pt x="60960" y="86677"/>
                  </a:cubicBezTo>
                  <a:cubicBezTo>
                    <a:pt x="57150" y="91440"/>
                    <a:pt x="52388" y="93345"/>
                    <a:pt x="46673" y="94298"/>
                  </a:cubicBezTo>
                  <a:cubicBezTo>
                    <a:pt x="40005" y="95250"/>
                    <a:pt x="32385" y="93345"/>
                    <a:pt x="25717" y="88582"/>
                  </a:cubicBezTo>
                  <a:cubicBezTo>
                    <a:pt x="18098" y="83820"/>
                    <a:pt x="12383" y="77152"/>
                    <a:pt x="6667" y="68580"/>
                  </a:cubicBezTo>
                  <a:lnTo>
                    <a:pt x="0" y="73343"/>
                  </a:lnTo>
                  <a:cubicBezTo>
                    <a:pt x="7620" y="80010"/>
                    <a:pt x="16192" y="89535"/>
                    <a:pt x="26670" y="97155"/>
                  </a:cubicBezTo>
                  <a:close/>
                  <a:moveTo>
                    <a:pt x="457200" y="121920"/>
                  </a:moveTo>
                  <a:cubicBezTo>
                    <a:pt x="449580" y="122873"/>
                    <a:pt x="443865" y="121920"/>
                    <a:pt x="438150" y="120015"/>
                  </a:cubicBezTo>
                  <a:cubicBezTo>
                    <a:pt x="434340" y="118110"/>
                    <a:pt x="431483" y="116205"/>
                    <a:pt x="428625" y="112395"/>
                  </a:cubicBezTo>
                  <a:cubicBezTo>
                    <a:pt x="426720" y="108585"/>
                    <a:pt x="426720" y="105727"/>
                    <a:pt x="427673" y="102870"/>
                  </a:cubicBezTo>
                  <a:cubicBezTo>
                    <a:pt x="429578" y="98107"/>
                    <a:pt x="433388" y="95250"/>
                    <a:pt x="441008" y="93345"/>
                  </a:cubicBezTo>
                  <a:cubicBezTo>
                    <a:pt x="448628" y="91440"/>
                    <a:pt x="456248" y="92393"/>
                    <a:pt x="462915" y="94298"/>
                  </a:cubicBezTo>
                  <a:cubicBezTo>
                    <a:pt x="466725" y="95250"/>
                    <a:pt x="469583" y="98107"/>
                    <a:pt x="472440" y="101918"/>
                  </a:cubicBezTo>
                  <a:cubicBezTo>
                    <a:pt x="475298" y="105727"/>
                    <a:pt x="478155" y="110490"/>
                    <a:pt x="480060" y="115252"/>
                  </a:cubicBezTo>
                  <a:cubicBezTo>
                    <a:pt x="472440" y="118110"/>
                    <a:pt x="464820" y="120968"/>
                    <a:pt x="457200" y="121920"/>
                  </a:cubicBezTo>
                  <a:close/>
                  <a:moveTo>
                    <a:pt x="567690" y="110490"/>
                  </a:moveTo>
                  <a:cubicBezTo>
                    <a:pt x="578168" y="115252"/>
                    <a:pt x="587693" y="120968"/>
                    <a:pt x="597218" y="126682"/>
                  </a:cubicBezTo>
                  <a:lnTo>
                    <a:pt x="579120" y="160020"/>
                  </a:lnTo>
                  <a:lnTo>
                    <a:pt x="549593" y="143827"/>
                  </a:lnTo>
                  <a:lnTo>
                    <a:pt x="567690" y="110490"/>
                  </a:lnTo>
                  <a:close/>
                  <a:moveTo>
                    <a:pt x="181928" y="13335"/>
                  </a:moveTo>
                  <a:cubicBezTo>
                    <a:pt x="193358" y="13335"/>
                    <a:pt x="204788" y="14288"/>
                    <a:pt x="215265" y="15240"/>
                  </a:cubicBezTo>
                  <a:lnTo>
                    <a:pt x="213360" y="53340"/>
                  </a:lnTo>
                  <a:lnTo>
                    <a:pt x="180023" y="51435"/>
                  </a:lnTo>
                  <a:lnTo>
                    <a:pt x="181928" y="13335"/>
                  </a:ln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318" name="Google Shape;1318;p11"/>
            <p:cNvSpPr/>
            <p:nvPr/>
          </p:nvSpPr>
          <p:spPr bwMode="auto">
            <a:xfrm>
              <a:off x="6714169" y="2412683"/>
              <a:ext cx="92392" cy="111442"/>
            </a:xfrm>
            <a:custGeom>
              <a:avLst/>
              <a:gdLst/>
              <a:ahLst/>
              <a:cxnLst/>
              <a:rect l="l" t="t" r="r" b="b"/>
              <a:pathLst>
                <a:path w="92392" h="111442" fill="norm" stroke="1" extrusionOk="0">
                  <a:moveTo>
                    <a:pt x="0" y="89535"/>
                  </a:moveTo>
                  <a:lnTo>
                    <a:pt x="6668" y="111442"/>
                  </a:lnTo>
                  <a:lnTo>
                    <a:pt x="72390" y="46672"/>
                  </a:lnTo>
                  <a:cubicBezTo>
                    <a:pt x="77153" y="52388"/>
                    <a:pt x="81915" y="58102"/>
                    <a:pt x="86678" y="62865"/>
                  </a:cubicBezTo>
                  <a:lnTo>
                    <a:pt x="92393" y="39052"/>
                  </a:lnTo>
                  <a:cubicBezTo>
                    <a:pt x="80963" y="25717"/>
                    <a:pt x="68580" y="12382"/>
                    <a:pt x="56198" y="0"/>
                  </a:cubicBezTo>
                  <a:lnTo>
                    <a:pt x="41910" y="14288"/>
                  </a:lnTo>
                  <a:cubicBezTo>
                    <a:pt x="47625" y="20002"/>
                    <a:pt x="52388" y="25717"/>
                    <a:pt x="58103" y="31432"/>
                  </a:cubicBezTo>
                  <a:lnTo>
                    <a:pt x="0" y="89535"/>
                  </a:ln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319" name="Google Shape;1319;p11"/>
            <p:cNvSpPr/>
            <p:nvPr/>
          </p:nvSpPr>
          <p:spPr bwMode="auto">
            <a:xfrm>
              <a:off x="6755132" y="2518406"/>
              <a:ext cx="25717" cy="25717"/>
            </a:xfrm>
            <a:custGeom>
              <a:avLst/>
              <a:gdLst/>
              <a:ahLst/>
              <a:cxnLst/>
              <a:rect l="l" t="t" r="r" b="b"/>
              <a:pathLst>
                <a:path w="25717" h="25717" fill="norm" stroke="1" extrusionOk="0">
                  <a:moveTo>
                    <a:pt x="0" y="0"/>
                  </a:moveTo>
                  <a:lnTo>
                    <a:pt x="25717" y="0"/>
                  </a:lnTo>
                  <a:lnTo>
                    <a:pt x="25717" y="25717"/>
                  </a:lnTo>
                  <a:lnTo>
                    <a:pt x="0" y="25717"/>
                  </a:ln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320" name="Google Shape;1320;p11"/>
            <p:cNvSpPr/>
            <p:nvPr/>
          </p:nvSpPr>
          <p:spPr bwMode="auto">
            <a:xfrm>
              <a:off x="6782749" y="2489835"/>
              <a:ext cx="25717" cy="25717"/>
            </a:xfrm>
            <a:custGeom>
              <a:avLst/>
              <a:gdLst/>
              <a:ahLst/>
              <a:cxnLst/>
              <a:rect l="l" t="t" r="r" b="b"/>
              <a:pathLst>
                <a:path w="25717" h="25717" fill="norm" stroke="1" extrusionOk="0">
                  <a:moveTo>
                    <a:pt x="0" y="0"/>
                  </a:moveTo>
                  <a:lnTo>
                    <a:pt x="25718" y="0"/>
                  </a:lnTo>
                  <a:lnTo>
                    <a:pt x="25718" y="25717"/>
                  </a:lnTo>
                  <a:lnTo>
                    <a:pt x="0" y="25717"/>
                  </a:ln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grpSp>
          <p:nvGrpSpPr>
            <p:cNvPr id="1321" name="Google Shape;1321;p11"/>
            <p:cNvGrpSpPr/>
            <p:nvPr/>
          </p:nvGrpSpPr>
          <p:grpSpPr bwMode="auto">
            <a:xfrm>
              <a:off x="4819650" y="4612031"/>
              <a:ext cx="2558414" cy="385762"/>
              <a:chOff x="4819650" y="4612005"/>
              <a:chExt cx="2558414" cy="385762"/>
            </a:xfrm>
          </p:grpSpPr>
          <p:sp>
            <p:nvSpPr>
              <p:cNvPr id="1322" name="Google Shape;1322;p11"/>
              <p:cNvSpPr/>
              <p:nvPr/>
            </p:nvSpPr>
            <p:spPr bwMode="auto">
              <a:xfrm>
                <a:off x="4819650" y="4699634"/>
                <a:ext cx="1013460" cy="262890"/>
              </a:xfrm>
              <a:custGeom>
                <a:avLst/>
                <a:gdLst/>
                <a:ahLst/>
                <a:cxnLst/>
                <a:rect l="l" t="t" r="r" b="b"/>
                <a:pathLst>
                  <a:path w="1013460" h="262890" fill="norm" stroke="1" extrusionOk="0">
                    <a:moveTo>
                      <a:pt x="942975" y="182880"/>
                    </a:moveTo>
                    <a:lnTo>
                      <a:pt x="978218" y="201930"/>
                    </a:lnTo>
                    <a:lnTo>
                      <a:pt x="978218" y="38100"/>
                    </a:lnTo>
                    <a:lnTo>
                      <a:pt x="1013460" y="38100"/>
                    </a:lnTo>
                    <a:lnTo>
                      <a:pt x="996315" y="6668"/>
                    </a:lnTo>
                    <a:lnTo>
                      <a:pt x="827723" y="6668"/>
                    </a:lnTo>
                    <a:lnTo>
                      <a:pt x="819150" y="6668"/>
                    </a:lnTo>
                    <a:lnTo>
                      <a:pt x="731520" y="6668"/>
                    </a:lnTo>
                    <a:lnTo>
                      <a:pt x="723900" y="6668"/>
                    </a:lnTo>
                    <a:lnTo>
                      <a:pt x="537210" y="6668"/>
                    </a:lnTo>
                    <a:lnTo>
                      <a:pt x="529590" y="6668"/>
                    </a:lnTo>
                    <a:lnTo>
                      <a:pt x="441960" y="6668"/>
                    </a:lnTo>
                    <a:lnTo>
                      <a:pt x="434340" y="6668"/>
                    </a:lnTo>
                    <a:lnTo>
                      <a:pt x="202883" y="6668"/>
                    </a:lnTo>
                    <a:lnTo>
                      <a:pt x="195263" y="6668"/>
                    </a:lnTo>
                    <a:lnTo>
                      <a:pt x="122873" y="6668"/>
                    </a:lnTo>
                    <a:lnTo>
                      <a:pt x="141923" y="38100"/>
                    </a:lnTo>
                    <a:lnTo>
                      <a:pt x="149543" y="38100"/>
                    </a:lnTo>
                    <a:lnTo>
                      <a:pt x="149543" y="110490"/>
                    </a:lnTo>
                    <a:lnTo>
                      <a:pt x="110490" y="93345"/>
                    </a:lnTo>
                    <a:cubicBezTo>
                      <a:pt x="114300" y="89535"/>
                      <a:pt x="117157" y="84772"/>
                      <a:pt x="119063" y="79058"/>
                    </a:cubicBezTo>
                    <a:cubicBezTo>
                      <a:pt x="120968" y="73343"/>
                      <a:pt x="121920" y="67628"/>
                      <a:pt x="121920" y="61913"/>
                    </a:cubicBezTo>
                    <a:cubicBezTo>
                      <a:pt x="121920" y="48578"/>
                      <a:pt x="115253" y="34290"/>
                      <a:pt x="102870" y="20955"/>
                    </a:cubicBezTo>
                    <a:cubicBezTo>
                      <a:pt x="89535" y="6668"/>
                      <a:pt x="76200" y="0"/>
                      <a:pt x="63818" y="0"/>
                    </a:cubicBezTo>
                    <a:cubicBezTo>
                      <a:pt x="51435" y="0"/>
                      <a:pt x="40958" y="3810"/>
                      <a:pt x="31433" y="11430"/>
                    </a:cubicBezTo>
                    <a:cubicBezTo>
                      <a:pt x="22860" y="19050"/>
                      <a:pt x="19050" y="28575"/>
                      <a:pt x="19050" y="39053"/>
                    </a:cubicBezTo>
                    <a:cubicBezTo>
                      <a:pt x="19050" y="47625"/>
                      <a:pt x="22860" y="57150"/>
                      <a:pt x="31433" y="66675"/>
                    </a:cubicBezTo>
                    <a:cubicBezTo>
                      <a:pt x="39053" y="75247"/>
                      <a:pt x="50482" y="82868"/>
                      <a:pt x="63818" y="90488"/>
                    </a:cubicBezTo>
                    <a:cubicBezTo>
                      <a:pt x="51435" y="99060"/>
                      <a:pt x="29528" y="110490"/>
                      <a:pt x="0" y="123825"/>
                    </a:cubicBezTo>
                    <a:lnTo>
                      <a:pt x="27622" y="147638"/>
                    </a:lnTo>
                    <a:cubicBezTo>
                      <a:pt x="60960" y="131445"/>
                      <a:pt x="84773" y="117158"/>
                      <a:pt x="100013" y="104775"/>
                    </a:cubicBezTo>
                    <a:lnTo>
                      <a:pt x="131445" y="120015"/>
                    </a:lnTo>
                    <a:lnTo>
                      <a:pt x="40005" y="176213"/>
                    </a:lnTo>
                    <a:lnTo>
                      <a:pt x="65723" y="197168"/>
                    </a:lnTo>
                    <a:lnTo>
                      <a:pt x="151448" y="139065"/>
                    </a:lnTo>
                    <a:lnTo>
                      <a:pt x="151448" y="183833"/>
                    </a:lnTo>
                    <a:lnTo>
                      <a:pt x="186690" y="202883"/>
                    </a:lnTo>
                    <a:lnTo>
                      <a:pt x="186690" y="39053"/>
                    </a:lnTo>
                    <a:lnTo>
                      <a:pt x="214313" y="39053"/>
                    </a:lnTo>
                    <a:lnTo>
                      <a:pt x="221933" y="39053"/>
                    </a:lnTo>
                    <a:lnTo>
                      <a:pt x="395288" y="39053"/>
                    </a:lnTo>
                    <a:lnTo>
                      <a:pt x="395288" y="66675"/>
                    </a:lnTo>
                    <a:lnTo>
                      <a:pt x="354330" y="66675"/>
                    </a:lnTo>
                    <a:cubicBezTo>
                      <a:pt x="340043" y="66675"/>
                      <a:pt x="327660" y="71438"/>
                      <a:pt x="318135" y="81915"/>
                    </a:cubicBezTo>
                    <a:cubicBezTo>
                      <a:pt x="308610" y="92393"/>
                      <a:pt x="302895" y="103822"/>
                      <a:pt x="302895" y="118110"/>
                    </a:cubicBezTo>
                    <a:cubicBezTo>
                      <a:pt x="302895" y="134303"/>
                      <a:pt x="311468" y="152400"/>
                      <a:pt x="329565" y="171450"/>
                    </a:cubicBezTo>
                    <a:cubicBezTo>
                      <a:pt x="347663" y="190500"/>
                      <a:pt x="364808" y="199072"/>
                      <a:pt x="381000" y="199072"/>
                    </a:cubicBezTo>
                    <a:cubicBezTo>
                      <a:pt x="381953" y="199072"/>
                      <a:pt x="383858" y="199072"/>
                      <a:pt x="387668" y="197168"/>
                    </a:cubicBezTo>
                    <a:lnTo>
                      <a:pt x="392430" y="195263"/>
                    </a:lnTo>
                    <a:cubicBezTo>
                      <a:pt x="387668" y="210503"/>
                      <a:pt x="381953" y="222885"/>
                      <a:pt x="373380" y="231458"/>
                    </a:cubicBezTo>
                    <a:cubicBezTo>
                      <a:pt x="365760" y="240983"/>
                      <a:pt x="357188" y="245745"/>
                      <a:pt x="347663" y="245745"/>
                    </a:cubicBezTo>
                    <a:cubicBezTo>
                      <a:pt x="342900" y="245745"/>
                      <a:pt x="339090" y="243840"/>
                      <a:pt x="337185" y="240983"/>
                    </a:cubicBezTo>
                    <a:cubicBezTo>
                      <a:pt x="334328" y="238125"/>
                      <a:pt x="332423" y="234315"/>
                      <a:pt x="332423" y="230505"/>
                    </a:cubicBezTo>
                    <a:cubicBezTo>
                      <a:pt x="332423" y="225743"/>
                      <a:pt x="334328" y="221933"/>
                      <a:pt x="339090" y="218122"/>
                    </a:cubicBezTo>
                    <a:cubicBezTo>
                      <a:pt x="343853" y="214313"/>
                      <a:pt x="349568" y="211455"/>
                      <a:pt x="356235" y="209550"/>
                    </a:cubicBezTo>
                    <a:lnTo>
                      <a:pt x="324803" y="190500"/>
                    </a:lnTo>
                    <a:cubicBezTo>
                      <a:pt x="320040" y="191453"/>
                      <a:pt x="316230" y="193358"/>
                      <a:pt x="312420" y="197168"/>
                    </a:cubicBezTo>
                    <a:cubicBezTo>
                      <a:pt x="308610" y="200025"/>
                      <a:pt x="306705" y="202883"/>
                      <a:pt x="305753" y="206693"/>
                    </a:cubicBezTo>
                    <a:cubicBezTo>
                      <a:pt x="292418" y="206693"/>
                      <a:pt x="282893" y="204788"/>
                      <a:pt x="276225" y="200978"/>
                    </a:cubicBezTo>
                    <a:cubicBezTo>
                      <a:pt x="282893" y="199072"/>
                      <a:pt x="288608" y="194310"/>
                      <a:pt x="291465" y="188595"/>
                    </a:cubicBezTo>
                    <a:cubicBezTo>
                      <a:pt x="295275" y="182880"/>
                      <a:pt x="297180" y="176213"/>
                      <a:pt x="297180" y="169545"/>
                    </a:cubicBezTo>
                    <a:cubicBezTo>
                      <a:pt x="297180" y="160020"/>
                      <a:pt x="294323" y="152400"/>
                      <a:pt x="287655" y="145733"/>
                    </a:cubicBezTo>
                    <a:cubicBezTo>
                      <a:pt x="281940" y="139065"/>
                      <a:pt x="274320" y="136208"/>
                      <a:pt x="265748" y="136208"/>
                    </a:cubicBezTo>
                    <a:cubicBezTo>
                      <a:pt x="255270" y="136208"/>
                      <a:pt x="245745" y="139065"/>
                      <a:pt x="238125" y="145733"/>
                    </a:cubicBezTo>
                    <a:cubicBezTo>
                      <a:pt x="230505" y="152400"/>
                      <a:pt x="226695" y="160972"/>
                      <a:pt x="226695" y="171450"/>
                    </a:cubicBezTo>
                    <a:cubicBezTo>
                      <a:pt x="226695" y="184785"/>
                      <a:pt x="234315" y="196215"/>
                      <a:pt x="248602" y="205740"/>
                    </a:cubicBezTo>
                    <a:cubicBezTo>
                      <a:pt x="263843" y="215265"/>
                      <a:pt x="280988" y="220028"/>
                      <a:pt x="301943" y="220028"/>
                    </a:cubicBezTo>
                    <a:cubicBezTo>
                      <a:pt x="299085" y="229553"/>
                      <a:pt x="303848" y="239078"/>
                      <a:pt x="317183" y="248603"/>
                    </a:cubicBezTo>
                    <a:cubicBezTo>
                      <a:pt x="330518" y="258128"/>
                      <a:pt x="345758" y="262890"/>
                      <a:pt x="361950" y="262890"/>
                    </a:cubicBezTo>
                    <a:cubicBezTo>
                      <a:pt x="371475" y="262890"/>
                      <a:pt x="381000" y="259080"/>
                      <a:pt x="390525" y="252413"/>
                    </a:cubicBezTo>
                    <a:cubicBezTo>
                      <a:pt x="400050" y="244793"/>
                      <a:pt x="406718" y="235268"/>
                      <a:pt x="412433" y="222885"/>
                    </a:cubicBezTo>
                    <a:lnTo>
                      <a:pt x="427673" y="256222"/>
                    </a:lnTo>
                    <a:lnTo>
                      <a:pt x="448628" y="246697"/>
                    </a:lnTo>
                    <a:lnTo>
                      <a:pt x="419100" y="198120"/>
                    </a:lnTo>
                    <a:cubicBezTo>
                      <a:pt x="424815" y="196215"/>
                      <a:pt x="428625" y="193358"/>
                      <a:pt x="431483" y="189547"/>
                    </a:cubicBezTo>
                    <a:cubicBezTo>
                      <a:pt x="435293" y="184785"/>
                      <a:pt x="436245" y="180022"/>
                      <a:pt x="436245" y="174308"/>
                    </a:cubicBezTo>
                    <a:cubicBezTo>
                      <a:pt x="436245" y="166688"/>
                      <a:pt x="433388" y="159068"/>
                      <a:pt x="426720" y="150495"/>
                    </a:cubicBezTo>
                    <a:cubicBezTo>
                      <a:pt x="420053" y="142875"/>
                      <a:pt x="413385" y="139065"/>
                      <a:pt x="407670" y="139065"/>
                    </a:cubicBezTo>
                    <a:cubicBezTo>
                      <a:pt x="401003" y="139065"/>
                      <a:pt x="394335" y="140970"/>
                      <a:pt x="389573" y="144780"/>
                    </a:cubicBezTo>
                    <a:cubicBezTo>
                      <a:pt x="384810" y="148590"/>
                      <a:pt x="381953" y="153353"/>
                      <a:pt x="381953" y="159068"/>
                    </a:cubicBezTo>
                    <a:cubicBezTo>
                      <a:pt x="381953" y="163830"/>
                      <a:pt x="383858" y="169545"/>
                      <a:pt x="387668" y="176213"/>
                    </a:cubicBezTo>
                    <a:cubicBezTo>
                      <a:pt x="381000" y="180022"/>
                      <a:pt x="375285" y="181928"/>
                      <a:pt x="370523" y="181928"/>
                    </a:cubicBezTo>
                    <a:cubicBezTo>
                      <a:pt x="359093" y="181928"/>
                      <a:pt x="349568" y="178118"/>
                      <a:pt x="341948" y="169545"/>
                    </a:cubicBezTo>
                    <a:cubicBezTo>
                      <a:pt x="334328" y="160972"/>
                      <a:pt x="329565" y="150495"/>
                      <a:pt x="329565" y="137160"/>
                    </a:cubicBezTo>
                    <a:cubicBezTo>
                      <a:pt x="329565" y="127635"/>
                      <a:pt x="332423" y="119063"/>
                      <a:pt x="339090" y="111443"/>
                    </a:cubicBezTo>
                    <a:cubicBezTo>
                      <a:pt x="344805" y="103822"/>
                      <a:pt x="352425" y="100965"/>
                      <a:pt x="360998" y="100965"/>
                    </a:cubicBezTo>
                    <a:lnTo>
                      <a:pt x="428625" y="100965"/>
                    </a:lnTo>
                    <a:lnTo>
                      <a:pt x="428625" y="42863"/>
                    </a:lnTo>
                    <a:lnTo>
                      <a:pt x="451485" y="42863"/>
                    </a:lnTo>
                    <a:lnTo>
                      <a:pt x="459105" y="42863"/>
                    </a:lnTo>
                    <a:lnTo>
                      <a:pt x="483870" y="42863"/>
                    </a:lnTo>
                    <a:lnTo>
                      <a:pt x="483870" y="182880"/>
                    </a:lnTo>
                    <a:lnTo>
                      <a:pt x="519113" y="206693"/>
                    </a:lnTo>
                    <a:lnTo>
                      <a:pt x="519113" y="42863"/>
                    </a:lnTo>
                    <a:lnTo>
                      <a:pt x="546735" y="42863"/>
                    </a:lnTo>
                    <a:lnTo>
                      <a:pt x="554355" y="42863"/>
                    </a:lnTo>
                    <a:lnTo>
                      <a:pt x="679133" y="42863"/>
                    </a:lnTo>
                    <a:lnTo>
                      <a:pt x="679133" y="95250"/>
                    </a:lnTo>
                    <a:cubicBezTo>
                      <a:pt x="670560" y="84772"/>
                      <a:pt x="660083" y="76200"/>
                      <a:pt x="649605" y="69533"/>
                    </a:cubicBezTo>
                    <a:cubicBezTo>
                      <a:pt x="638175" y="62865"/>
                      <a:pt x="626745" y="60008"/>
                      <a:pt x="617220" y="60008"/>
                    </a:cubicBezTo>
                    <a:cubicBezTo>
                      <a:pt x="601980" y="60008"/>
                      <a:pt x="588645" y="63818"/>
                      <a:pt x="579120" y="72390"/>
                    </a:cubicBezTo>
                    <a:cubicBezTo>
                      <a:pt x="568643" y="80963"/>
                      <a:pt x="562928" y="91440"/>
                      <a:pt x="562928" y="104775"/>
                    </a:cubicBezTo>
                    <a:cubicBezTo>
                      <a:pt x="562928" y="120015"/>
                      <a:pt x="570548" y="135255"/>
                      <a:pt x="586740" y="149543"/>
                    </a:cubicBezTo>
                    <a:cubicBezTo>
                      <a:pt x="602933" y="164783"/>
                      <a:pt x="618173" y="172403"/>
                      <a:pt x="633413" y="172403"/>
                    </a:cubicBezTo>
                    <a:cubicBezTo>
                      <a:pt x="641985" y="172403"/>
                      <a:pt x="649605" y="170497"/>
                      <a:pt x="658178" y="166688"/>
                    </a:cubicBezTo>
                    <a:cubicBezTo>
                      <a:pt x="665798" y="162878"/>
                      <a:pt x="673418" y="158115"/>
                      <a:pt x="680085" y="150495"/>
                    </a:cubicBezTo>
                    <a:lnTo>
                      <a:pt x="680085" y="181928"/>
                    </a:lnTo>
                    <a:lnTo>
                      <a:pt x="715328" y="205740"/>
                    </a:lnTo>
                    <a:lnTo>
                      <a:pt x="715328" y="41910"/>
                    </a:lnTo>
                    <a:lnTo>
                      <a:pt x="742950" y="41910"/>
                    </a:lnTo>
                    <a:lnTo>
                      <a:pt x="750570" y="41910"/>
                    </a:lnTo>
                    <a:lnTo>
                      <a:pt x="775335" y="41910"/>
                    </a:lnTo>
                    <a:lnTo>
                      <a:pt x="775335" y="181928"/>
                    </a:lnTo>
                    <a:lnTo>
                      <a:pt x="810578" y="205740"/>
                    </a:lnTo>
                    <a:lnTo>
                      <a:pt x="810578" y="41910"/>
                    </a:lnTo>
                    <a:lnTo>
                      <a:pt x="838200" y="41910"/>
                    </a:lnTo>
                    <a:lnTo>
                      <a:pt x="845820" y="41910"/>
                    </a:lnTo>
                    <a:lnTo>
                      <a:pt x="942975" y="41910"/>
                    </a:lnTo>
                    <a:lnTo>
                      <a:pt x="942975" y="92393"/>
                    </a:lnTo>
                    <a:lnTo>
                      <a:pt x="864870" y="92393"/>
                    </a:lnTo>
                    <a:cubicBezTo>
                      <a:pt x="860108" y="92393"/>
                      <a:pt x="857250" y="94297"/>
                      <a:pt x="854393" y="97155"/>
                    </a:cubicBezTo>
                    <a:cubicBezTo>
                      <a:pt x="851535" y="100013"/>
                      <a:pt x="849630" y="103822"/>
                      <a:pt x="849630" y="107633"/>
                    </a:cubicBezTo>
                    <a:cubicBezTo>
                      <a:pt x="849630" y="117158"/>
                      <a:pt x="853440" y="127635"/>
                      <a:pt x="862013" y="138113"/>
                    </a:cubicBezTo>
                    <a:cubicBezTo>
                      <a:pt x="870585" y="148590"/>
                      <a:pt x="878205" y="154305"/>
                      <a:pt x="884873" y="154305"/>
                    </a:cubicBezTo>
                    <a:cubicBezTo>
                      <a:pt x="886778" y="154305"/>
                      <a:pt x="888683" y="153353"/>
                      <a:pt x="889635" y="152400"/>
                    </a:cubicBezTo>
                    <a:cubicBezTo>
                      <a:pt x="891540" y="151447"/>
                      <a:pt x="892493" y="149543"/>
                      <a:pt x="892493" y="146685"/>
                    </a:cubicBezTo>
                    <a:lnTo>
                      <a:pt x="892493" y="133350"/>
                    </a:lnTo>
                    <a:cubicBezTo>
                      <a:pt x="892493" y="130493"/>
                      <a:pt x="893445" y="128588"/>
                      <a:pt x="895350" y="126683"/>
                    </a:cubicBezTo>
                    <a:cubicBezTo>
                      <a:pt x="896303" y="124778"/>
                      <a:pt x="898208" y="123825"/>
                      <a:pt x="900113" y="123825"/>
                    </a:cubicBezTo>
                    <a:lnTo>
                      <a:pt x="942975" y="123825"/>
                    </a:lnTo>
                    <a:lnTo>
                      <a:pt x="942975" y="182880"/>
                    </a:lnTo>
                    <a:close/>
                    <a:moveTo>
                      <a:pt x="90488" y="68580"/>
                    </a:moveTo>
                    <a:cubicBezTo>
                      <a:pt x="87630" y="75247"/>
                      <a:pt x="82868" y="79058"/>
                      <a:pt x="78105" y="81915"/>
                    </a:cubicBezTo>
                    <a:cubicBezTo>
                      <a:pt x="71438" y="80010"/>
                      <a:pt x="65723" y="75247"/>
                      <a:pt x="60960" y="69533"/>
                    </a:cubicBezTo>
                    <a:cubicBezTo>
                      <a:pt x="56197" y="63818"/>
                      <a:pt x="54293" y="57150"/>
                      <a:pt x="54293" y="50483"/>
                    </a:cubicBezTo>
                    <a:cubicBezTo>
                      <a:pt x="54293" y="44768"/>
                      <a:pt x="56197" y="40005"/>
                      <a:pt x="60960" y="35243"/>
                    </a:cubicBezTo>
                    <a:cubicBezTo>
                      <a:pt x="65723" y="30480"/>
                      <a:pt x="71438" y="28575"/>
                      <a:pt x="78105" y="28575"/>
                    </a:cubicBezTo>
                    <a:cubicBezTo>
                      <a:pt x="82868" y="28575"/>
                      <a:pt x="87630" y="30480"/>
                      <a:pt x="90488" y="33338"/>
                    </a:cubicBezTo>
                    <a:cubicBezTo>
                      <a:pt x="94298" y="37147"/>
                      <a:pt x="95250" y="40958"/>
                      <a:pt x="95250" y="45720"/>
                    </a:cubicBezTo>
                    <a:cubicBezTo>
                      <a:pt x="96203" y="54293"/>
                      <a:pt x="94298" y="61913"/>
                      <a:pt x="90488" y="68580"/>
                    </a:cubicBezTo>
                    <a:close/>
                    <a:moveTo>
                      <a:pt x="251460" y="181928"/>
                    </a:moveTo>
                    <a:cubicBezTo>
                      <a:pt x="247650" y="178118"/>
                      <a:pt x="246698" y="174308"/>
                      <a:pt x="246698" y="169545"/>
                    </a:cubicBezTo>
                    <a:cubicBezTo>
                      <a:pt x="246698" y="164783"/>
                      <a:pt x="248602" y="160020"/>
                      <a:pt x="251460" y="157163"/>
                    </a:cubicBezTo>
                    <a:cubicBezTo>
                      <a:pt x="255270" y="153353"/>
                      <a:pt x="259080" y="152400"/>
                      <a:pt x="263843" y="152400"/>
                    </a:cubicBezTo>
                    <a:cubicBezTo>
                      <a:pt x="268605" y="152400"/>
                      <a:pt x="273368" y="154305"/>
                      <a:pt x="276225" y="157163"/>
                    </a:cubicBezTo>
                    <a:cubicBezTo>
                      <a:pt x="280035" y="160972"/>
                      <a:pt x="280988" y="164783"/>
                      <a:pt x="280988" y="169545"/>
                    </a:cubicBezTo>
                    <a:cubicBezTo>
                      <a:pt x="280988" y="174308"/>
                      <a:pt x="279083" y="179070"/>
                      <a:pt x="276225" y="181928"/>
                    </a:cubicBezTo>
                    <a:cubicBezTo>
                      <a:pt x="272415" y="185738"/>
                      <a:pt x="268605" y="186690"/>
                      <a:pt x="263843" y="186690"/>
                    </a:cubicBezTo>
                    <a:cubicBezTo>
                      <a:pt x="259080" y="186690"/>
                      <a:pt x="254318" y="184785"/>
                      <a:pt x="251460" y="181928"/>
                    </a:cubicBezTo>
                    <a:close/>
                    <a:moveTo>
                      <a:pt x="648653" y="133350"/>
                    </a:moveTo>
                    <a:cubicBezTo>
                      <a:pt x="637223" y="139065"/>
                      <a:pt x="626745" y="141922"/>
                      <a:pt x="616268" y="141922"/>
                    </a:cubicBezTo>
                    <a:cubicBezTo>
                      <a:pt x="608648" y="141922"/>
                      <a:pt x="601980" y="139065"/>
                      <a:pt x="597218" y="135255"/>
                    </a:cubicBezTo>
                    <a:cubicBezTo>
                      <a:pt x="592455" y="130493"/>
                      <a:pt x="589598" y="125730"/>
                      <a:pt x="589598" y="120015"/>
                    </a:cubicBezTo>
                    <a:cubicBezTo>
                      <a:pt x="589598" y="111443"/>
                      <a:pt x="594360" y="103822"/>
                      <a:pt x="605790" y="96203"/>
                    </a:cubicBezTo>
                    <a:cubicBezTo>
                      <a:pt x="617220" y="88583"/>
                      <a:pt x="628650" y="85725"/>
                      <a:pt x="641985" y="85725"/>
                    </a:cubicBezTo>
                    <a:cubicBezTo>
                      <a:pt x="648653" y="85725"/>
                      <a:pt x="655320" y="87630"/>
                      <a:pt x="662940" y="92393"/>
                    </a:cubicBezTo>
                    <a:cubicBezTo>
                      <a:pt x="670560" y="96203"/>
                      <a:pt x="677228" y="101918"/>
                      <a:pt x="682943" y="109538"/>
                    </a:cubicBezTo>
                    <a:cubicBezTo>
                      <a:pt x="671513" y="119063"/>
                      <a:pt x="660083" y="127635"/>
                      <a:pt x="648653" y="133350"/>
                    </a:cubicBez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  <a:defRPr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</a:endParaRPr>
              </a:p>
            </p:txBody>
          </p:sp>
          <p:sp>
            <p:nvSpPr>
              <p:cNvPr id="1323" name="Google Shape;1323;p11"/>
              <p:cNvSpPr/>
              <p:nvPr/>
            </p:nvSpPr>
            <p:spPr bwMode="auto">
              <a:xfrm>
                <a:off x="5744527" y="4910136"/>
                <a:ext cx="119062" cy="87630"/>
              </a:xfrm>
              <a:custGeom>
                <a:avLst/>
                <a:gdLst/>
                <a:ahLst/>
                <a:cxnLst/>
                <a:rect l="l" t="t" r="r" b="b"/>
                <a:pathLst>
                  <a:path w="119062" h="87630" fill="norm" stroke="1" extrusionOk="0">
                    <a:moveTo>
                      <a:pt x="54293" y="13335"/>
                    </a:moveTo>
                    <a:cubicBezTo>
                      <a:pt x="42863" y="3810"/>
                      <a:pt x="34290" y="0"/>
                      <a:pt x="27623" y="0"/>
                    </a:cubicBezTo>
                    <a:cubicBezTo>
                      <a:pt x="21908" y="0"/>
                      <a:pt x="17145" y="953"/>
                      <a:pt x="12383" y="1905"/>
                    </a:cubicBezTo>
                    <a:cubicBezTo>
                      <a:pt x="8573" y="2857"/>
                      <a:pt x="4763" y="5715"/>
                      <a:pt x="0" y="9525"/>
                    </a:cubicBezTo>
                    <a:lnTo>
                      <a:pt x="13335" y="30480"/>
                    </a:lnTo>
                    <a:cubicBezTo>
                      <a:pt x="17145" y="27622"/>
                      <a:pt x="20002" y="25718"/>
                      <a:pt x="22860" y="24765"/>
                    </a:cubicBezTo>
                    <a:cubicBezTo>
                      <a:pt x="26670" y="22860"/>
                      <a:pt x="29527" y="22860"/>
                      <a:pt x="33338" y="22860"/>
                    </a:cubicBezTo>
                    <a:cubicBezTo>
                      <a:pt x="41910" y="22860"/>
                      <a:pt x="60008" y="37147"/>
                      <a:pt x="86677" y="65722"/>
                    </a:cubicBezTo>
                    <a:lnTo>
                      <a:pt x="107633" y="87630"/>
                    </a:lnTo>
                    <a:lnTo>
                      <a:pt x="119063" y="78105"/>
                    </a:lnTo>
                    <a:cubicBezTo>
                      <a:pt x="103823" y="60007"/>
                      <a:pt x="82868" y="39053"/>
                      <a:pt x="54293" y="13335"/>
                    </a:cubicBez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  <a:defRPr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</a:endParaRPr>
              </a:p>
            </p:txBody>
          </p:sp>
          <p:sp>
            <p:nvSpPr>
              <p:cNvPr id="1324" name="Google Shape;1324;p11"/>
              <p:cNvSpPr/>
              <p:nvPr/>
            </p:nvSpPr>
            <p:spPr bwMode="auto">
              <a:xfrm>
                <a:off x="5934075" y="4693919"/>
                <a:ext cx="635317" cy="209550"/>
              </a:xfrm>
              <a:custGeom>
                <a:avLst/>
                <a:gdLst/>
                <a:ahLst/>
                <a:cxnLst/>
                <a:rect l="l" t="t" r="r" b="b"/>
                <a:pathLst>
                  <a:path w="635317" h="209550" fill="norm" stroke="1" extrusionOk="0">
                    <a:moveTo>
                      <a:pt x="577215" y="13335"/>
                    </a:moveTo>
                    <a:lnTo>
                      <a:pt x="441008" y="13335"/>
                    </a:lnTo>
                    <a:lnTo>
                      <a:pt x="433388" y="13335"/>
                    </a:lnTo>
                    <a:lnTo>
                      <a:pt x="330517" y="13335"/>
                    </a:lnTo>
                    <a:lnTo>
                      <a:pt x="349567" y="44768"/>
                    </a:lnTo>
                    <a:lnTo>
                      <a:pt x="388620" y="44768"/>
                    </a:lnTo>
                    <a:lnTo>
                      <a:pt x="388620" y="110490"/>
                    </a:lnTo>
                    <a:lnTo>
                      <a:pt x="334328" y="110490"/>
                    </a:lnTo>
                    <a:lnTo>
                      <a:pt x="334328" y="54293"/>
                    </a:lnTo>
                    <a:cubicBezTo>
                      <a:pt x="334328" y="41910"/>
                      <a:pt x="328613" y="30480"/>
                      <a:pt x="316230" y="18098"/>
                    </a:cubicBezTo>
                    <a:cubicBezTo>
                      <a:pt x="303847" y="5715"/>
                      <a:pt x="291465" y="0"/>
                      <a:pt x="280035" y="0"/>
                    </a:cubicBezTo>
                    <a:cubicBezTo>
                      <a:pt x="269558" y="0"/>
                      <a:pt x="260985" y="2858"/>
                      <a:pt x="254317" y="9525"/>
                    </a:cubicBezTo>
                    <a:cubicBezTo>
                      <a:pt x="246697" y="17145"/>
                      <a:pt x="243840" y="24765"/>
                      <a:pt x="243840" y="35243"/>
                    </a:cubicBezTo>
                    <a:cubicBezTo>
                      <a:pt x="243840" y="38100"/>
                      <a:pt x="243840" y="41910"/>
                      <a:pt x="244792" y="44768"/>
                    </a:cubicBezTo>
                    <a:lnTo>
                      <a:pt x="227647" y="14288"/>
                    </a:lnTo>
                    <a:lnTo>
                      <a:pt x="0" y="14288"/>
                    </a:lnTo>
                    <a:lnTo>
                      <a:pt x="17145" y="45720"/>
                    </a:lnTo>
                    <a:lnTo>
                      <a:pt x="159067" y="45720"/>
                    </a:lnTo>
                    <a:lnTo>
                      <a:pt x="159067" y="71438"/>
                    </a:lnTo>
                    <a:cubicBezTo>
                      <a:pt x="154305" y="71438"/>
                      <a:pt x="149542" y="73343"/>
                      <a:pt x="143828" y="78105"/>
                    </a:cubicBezTo>
                    <a:cubicBezTo>
                      <a:pt x="138113" y="82868"/>
                      <a:pt x="132397" y="88583"/>
                      <a:pt x="126683" y="97155"/>
                    </a:cubicBezTo>
                    <a:cubicBezTo>
                      <a:pt x="119063" y="88583"/>
                      <a:pt x="111442" y="81915"/>
                      <a:pt x="103822" y="77153"/>
                    </a:cubicBezTo>
                    <a:cubicBezTo>
                      <a:pt x="96203" y="72390"/>
                      <a:pt x="88583" y="70485"/>
                      <a:pt x="81915" y="70485"/>
                    </a:cubicBezTo>
                    <a:cubicBezTo>
                      <a:pt x="69533" y="70485"/>
                      <a:pt x="58103" y="75248"/>
                      <a:pt x="48578" y="84773"/>
                    </a:cubicBezTo>
                    <a:cubicBezTo>
                      <a:pt x="39053" y="94298"/>
                      <a:pt x="35242" y="104775"/>
                      <a:pt x="35242" y="117158"/>
                    </a:cubicBezTo>
                    <a:cubicBezTo>
                      <a:pt x="35242" y="130493"/>
                      <a:pt x="40958" y="144780"/>
                      <a:pt x="52388" y="160020"/>
                    </a:cubicBezTo>
                    <a:cubicBezTo>
                      <a:pt x="63817" y="175260"/>
                      <a:pt x="80010" y="191453"/>
                      <a:pt x="100965" y="206693"/>
                    </a:cubicBezTo>
                    <a:lnTo>
                      <a:pt x="110490" y="195263"/>
                    </a:lnTo>
                    <a:cubicBezTo>
                      <a:pt x="97155" y="183833"/>
                      <a:pt x="86678" y="172403"/>
                      <a:pt x="79058" y="161925"/>
                    </a:cubicBezTo>
                    <a:cubicBezTo>
                      <a:pt x="71438" y="150495"/>
                      <a:pt x="68580" y="140018"/>
                      <a:pt x="68580" y="131445"/>
                    </a:cubicBezTo>
                    <a:cubicBezTo>
                      <a:pt x="68580" y="121920"/>
                      <a:pt x="71438" y="114300"/>
                      <a:pt x="76200" y="107633"/>
                    </a:cubicBezTo>
                    <a:cubicBezTo>
                      <a:pt x="80963" y="100965"/>
                      <a:pt x="87630" y="98108"/>
                      <a:pt x="95250" y="98108"/>
                    </a:cubicBezTo>
                    <a:cubicBezTo>
                      <a:pt x="100013" y="98108"/>
                      <a:pt x="103822" y="99060"/>
                      <a:pt x="107633" y="101918"/>
                    </a:cubicBezTo>
                    <a:cubicBezTo>
                      <a:pt x="111442" y="103823"/>
                      <a:pt x="115253" y="107633"/>
                      <a:pt x="118110" y="112395"/>
                    </a:cubicBezTo>
                    <a:cubicBezTo>
                      <a:pt x="110490" y="128588"/>
                      <a:pt x="105728" y="139065"/>
                      <a:pt x="104775" y="143828"/>
                    </a:cubicBezTo>
                    <a:lnTo>
                      <a:pt x="136208" y="157163"/>
                    </a:lnTo>
                    <a:cubicBezTo>
                      <a:pt x="140017" y="140018"/>
                      <a:pt x="146685" y="124778"/>
                      <a:pt x="155258" y="113348"/>
                    </a:cubicBezTo>
                    <a:cubicBezTo>
                      <a:pt x="163830" y="101918"/>
                      <a:pt x="173355" y="96203"/>
                      <a:pt x="182880" y="96203"/>
                    </a:cubicBezTo>
                    <a:cubicBezTo>
                      <a:pt x="188595" y="96203"/>
                      <a:pt x="193358" y="98108"/>
                      <a:pt x="197167" y="100965"/>
                    </a:cubicBezTo>
                    <a:cubicBezTo>
                      <a:pt x="200978" y="103823"/>
                      <a:pt x="202883" y="107633"/>
                      <a:pt x="202883" y="111443"/>
                    </a:cubicBezTo>
                    <a:cubicBezTo>
                      <a:pt x="203835" y="120015"/>
                      <a:pt x="199072" y="129540"/>
                      <a:pt x="190500" y="140018"/>
                    </a:cubicBezTo>
                    <a:cubicBezTo>
                      <a:pt x="181928" y="151448"/>
                      <a:pt x="170497" y="161925"/>
                      <a:pt x="156210" y="171450"/>
                    </a:cubicBezTo>
                    <a:lnTo>
                      <a:pt x="185738" y="199073"/>
                    </a:lnTo>
                    <a:cubicBezTo>
                      <a:pt x="198120" y="185738"/>
                      <a:pt x="207645" y="172403"/>
                      <a:pt x="214313" y="160020"/>
                    </a:cubicBezTo>
                    <a:cubicBezTo>
                      <a:pt x="220980" y="147638"/>
                      <a:pt x="224790" y="135255"/>
                      <a:pt x="224790" y="124778"/>
                    </a:cubicBezTo>
                    <a:cubicBezTo>
                      <a:pt x="224790" y="112395"/>
                      <a:pt x="221933" y="101918"/>
                      <a:pt x="216217" y="92393"/>
                    </a:cubicBezTo>
                    <a:cubicBezTo>
                      <a:pt x="211455" y="82868"/>
                      <a:pt x="203835" y="77153"/>
                      <a:pt x="195263" y="73343"/>
                    </a:cubicBezTo>
                    <a:lnTo>
                      <a:pt x="195263" y="45720"/>
                    </a:lnTo>
                    <a:lnTo>
                      <a:pt x="243840" y="45720"/>
                    </a:lnTo>
                    <a:cubicBezTo>
                      <a:pt x="245745" y="55245"/>
                      <a:pt x="250508" y="62865"/>
                      <a:pt x="259080" y="70485"/>
                    </a:cubicBezTo>
                    <a:cubicBezTo>
                      <a:pt x="270510" y="80963"/>
                      <a:pt x="283845" y="87630"/>
                      <a:pt x="300038" y="90488"/>
                    </a:cubicBezTo>
                    <a:lnTo>
                      <a:pt x="300038" y="111443"/>
                    </a:lnTo>
                    <a:lnTo>
                      <a:pt x="288608" y="111443"/>
                    </a:lnTo>
                    <a:cubicBezTo>
                      <a:pt x="284797" y="111443"/>
                      <a:pt x="281940" y="112395"/>
                      <a:pt x="279083" y="114300"/>
                    </a:cubicBezTo>
                    <a:cubicBezTo>
                      <a:pt x="276225" y="116205"/>
                      <a:pt x="275272" y="119063"/>
                      <a:pt x="275272" y="122873"/>
                    </a:cubicBezTo>
                    <a:cubicBezTo>
                      <a:pt x="275272" y="130493"/>
                      <a:pt x="281940" y="140018"/>
                      <a:pt x="294322" y="152400"/>
                    </a:cubicBezTo>
                    <a:cubicBezTo>
                      <a:pt x="306705" y="163830"/>
                      <a:pt x="316230" y="169545"/>
                      <a:pt x="323850" y="169545"/>
                    </a:cubicBezTo>
                    <a:cubicBezTo>
                      <a:pt x="327660" y="169545"/>
                      <a:pt x="330517" y="167640"/>
                      <a:pt x="332422" y="164783"/>
                    </a:cubicBezTo>
                    <a:cubicBezTo>
                      <a:pt x="334328" y="161925"/>
                      <a:pt x="335280" y="158115"/>
                      <a:pt x="335280" y="154305"/>
                    </a:cubicBezTo>
                    <a:lnTo>
                      <a:pt x="335280" y="142875"/>
                    </a:lnTo>
                    <a:lnTo>
                      <a:pt x="389572" y="142875"/>
                    </a:lnTo>
                    <a:lnTo>
                      <a:pt x="389572" y="189548"/>
                    </a:lnTo>
                    <a:lnTo>
                      <a:pt x="424815" y="208598"/>
                    </a:lnTo>
                    <a:lnTo>
                      <a:pt x="424815" y="44768"/>
                    </a:lnTo>
                    <a:lnTo>
                      <a:pt x="452438" y="44768"/>
                    </a:lnTo>
                    <a:lnTo>
                      <a:pt x="460058" y="44768"/>
                    </a:lnTo>
                    <a:lnTo>
                      <a:pt x="566738" y="44768"/>
                    </a:lnTo>
                    <a:lnTo>
                      <a:pt x="566738" y="72390"/>
                    </a:lnTo>
                    <a:lnTo>
                      <a:pt x="514350" y="72390"/>
                    </a:lnTo>
                    <a:cubicBezTo>
                      <a:pt x="501967" y="72390"/>
                      <a:pt x="491490" y="76200"/>
                      <a:pt x="481965" y="83820"/>
                    </a:cubicBezTo>
                    <a:cubicBezTo>
                      <a:pt x="473392" y="91440"/>
                      <a:pt x="469583" y="100965"/>
                      <a:pt x="469583" y="111443"/>
                    </a:cubicBezTo>
                    <a:cubicBezTo>
                      <a:pt x="469583" y="126683"/>
                      <a:pt x="473392" y="142875"/>
                      <a:pt x="481965" y="159068"/>
                    </a:cubicBezTo>
                    <a:cubicBezTo>
                      <a:pt x="489585" y="175260"/>
                      <a:pt x="501967" y="192405"/>
                      <a:pt x="518160" y="208598"/>
                    </a:cubicBezTo>
                    <a:lnTo>
                      <a:pt x="529590" y="200978"/>
                    </a:lnTo>
                    <a:cubicBezTo>
                      <a:pt x="519113" y="191453"/>
                      <a:pt x="511492" y="180975"/>
                      <a:pt x="505778" y="169545"/>
                    </a:cubicBezTo>
                    <a:cubicBezTo>
                      <a:pt x="501015" y="158115"/>
                      <a:pt x="498158" y="146685"/>
                      <a:pt x="498158" y="135255"/>
                    </a:cubicBezTo>
                    <a:cubicBezTo>
                      <a:pt x="498158" y="126683"/>
                      <a:pt x="501015" y="119063"/>
                      <a:pt x="507683" y="113348"/>
                    </a:cubicBezTo>
                    <a:cubicBezTo>
                      <a:pt x="513397" y="106680"/>
                      <a:pt x="521017" y="103823"/>
                      <a:pt x="529590" y="103823"/>
                    </a:cubicBezTo>
                    <a:lnTo>
                      <a:pt x="564833" y="103823"/>
                    </a:lnTo>
                    <a:lnTo>
                      <a:pt x="564833" y="185738"/>
                    </a:lnTo>
                    <a:lnTo>
                      <a:pt x="600075" y="209550"/>
                    </a:lnTo>
                    <a:lnTo>
                      <a:pt x="600075" y="45720"/>
                    </a:lnTo>
                    <a:lnTo>
                      <a:pt x="635318" y="45720"/>
                    </a:lnTo>
                    <a:lnTo>
                      <a:pt x="618172" y="14288"/>
                    </a:lnTo>
                    <a:lnTo>
                      <a:pt x="577215" y="14288"/>
                    </a:lnTo>
                    <a:close/>
                    <a:moveTo>
                      <a:pt x="299085" y="75248"/>
                    </a:moveTo>
                    <a:cubicBezTo>
                      <a:pt x="292417" y="73343"/>
                      <a:pt x="287655" y="69533"/>
                      <a:pt x="283845" y="63818"/>
                    </a:cubicBezTo>
                    <a:cubicBezTo>
                      <a:pt x="280035" y="58103"/>
                      <a:pt x="278130" y="51435"/>
                      <a:pt x="278130" y="42863"/>
                    </a:cubicBezTo>
                    <a:cubicBezTo>
                      <a:pt x="278130" y="37148"/>
                      <a:pt x="280035" y="31433"/>
                      <a:pt x="281940" y="27623"/>
                    </a:cubicBezTo>
                    <a:cubicBezTo>
                      <a:pt x="284797" y="23813"/>
                      <a:pt x="287655" y="20955"/>
                      <a:pt x="291465" y="20955"/>
                    </a:cubicBezTo>
                    <a:cubicBezTo>
                      <a:pt x="294322" y="20955"/>
                      <a:pt x="296228" y="22860"/>
                      <a:pt x="297180" y="25718"/>
                    </a:cubicBezTo>
                    <a:cubicBezTo>
                      <a:pt x="299085" y="28575"/>
                      <a:pt x="299085" y="32385"/>
                      <a:pt x="299085" y="36195"/>
                    </a:cubicBezTo>
                    <a:lnTo>
                      <a:pt x="299085" y="75248"/>
                    </a:ln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  <a:defRPr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</a:endParaRPr>
              </a:p>
            </p:txBody>
          </p:sp>
          <p:sp>
            <p:nvSpPr>
              <p:cNvPr id="1325" name="Google Shape;1325;p11"/>
              <p:cNvSpPr/>
              <p:nvPr/>
            </p:nvSpPr>
            <p:spPr bwMode="auto">
              <a:xfrm>
                <a:off x="6413182" y="4612005"/>
                <a:ext cx="104075" cy="94352"/>
              </a:xfrm>
              <a:custGeom>
                <a:avLst/>
                <a:gdLst/>
                <a:ahLst/>
                <a:cxnLst/>
                <a:rect l="l" t="t" r="r" b="b"/>
                <a:pathLst>
                  <a:path w="104075" h="94352" fill="norm" stroke="1" extrusionOk="0">
                    <a:moveTo>
                      <a:pt x="89535" y="60007"/>
                    </a:moveTo>
                    <a:cubicBezTo>
                      <a:pt x="81915" y="47625"/>
                      <a:pt x="76200" y="40005"/>
                      <a:pt x="72390" y="36195"/>
                    </a:cubicBezTo>
                    <a:cubicBezTo>
                      <a:pt x="64770" y="25717"/>
                      <a:pt x="55245" y="16192"/>
                      <a:pt x="44767" y="9525"/>
                    </a:cubicBezTo>
                    <a:cubicBezTo>
                      <a:pt x="34290" y="2857"/>
                      <a:pt x="23813" y="0"/>
                      <a:pt x="14288" y="0"/>
                    </a:cubicBezTo>
                    <a:cubicBezTo>
                      <a:pt x="8572" y="952"/>
                      <a:pt x="3810" y="1905"/>
                      <a:pt x="0" y="2857"/>
                    </a:cubicBezTo>
                    <a:lnTo>
                      <a:pt x="15240" y="36195"/>
                    </a:lnTo>
                    <a:cubicBezTo>
                      <a:pt x="20002" y="34290"/>
                      <a:pt x="25717" y="33338"/>
                      <a:pt x="31433" y="33338"/>
                    </a:cubicBezTo>
                    <a:cubicBezTo>
                      <a:pt x="37147" y="33338"/>
                      <a:pt x="42863" y="34290"/>
                      <a:pt x="47625" y="37147"/>
                    </a:cubicBezTo>
                    <a:cubicBezTo>
                      <a:pt x="52388" y="39052"/>
                      <a:pt x="57150" y="41910"/>
                      <a:pt x="60008" y="45720"/>
                    </a:cubicBezTo>
                    <a:lnTo>
                      <a:pt x="97155" y="94297"/>
                    </a:lnTo>
                    <a:cubicBezTo>
                      <a:pt x="108585" y="95250"/>
                      <a:pt x="105727" y="83820"/>
                      <a:pt x="89535" y="60007"/>
                    </a:cubicBez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  <a:defRPr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</a:endParaRPr>
              </a:p>
            </p:txBody>
          </p:sp>
          <p:sp>
            <p:nvSpPr>
              <p:cNvPr id="1326" name="Google Shape;1326;p11"/>
              <p:cNvSpPr/>
              <p:nvPr/>
            </p:nvSpPr>
            <p:spPr bwMode="auto">
              <a:xfrm>
                <a:off x="6671309" y="4707255"/>
                <a:ext cx="676275" cy="234314"/>
              </a:xfrm>
              <a:custGeom>
                <a:avLst/>
                <a:gdLst/>
                <a:ahLst/>
                <a:cxnLst/>
                <a:rect l="l" t="t" r="r" b="b"/>
                <a:pathLst>
                  <a:path w="676275" h="234314" fill="norm" stroke="1" extrusionOk="0">
                    <a:moveTo>
                      <a:pt x="605790" y="171450"/>
                    </a:moveTo>
                    <a:lnTo>
                      <a:pt x="641033" y="195263"/>
                    </a:lnTo>
                    <a:lnTo>
                      <a:pt x="641033" y="31432"/>
                    </a:lnTo>
                    <a:lnTo>
                      <a:pt x="676275" y="31432"/>
                    </a:lnTo>
                    <a:lnTo>
                      <a:pt x="659130" y="0"/>
                    </a:lnTo>
                    <a:lnTo>
                      <a:pt x="467678" y="0"/>
                    </a:lnTo>
                    <a:lnTo>
                      <a:pt x="460058" y="0"/>
                    </a:lnTo>
                    <a:lnTo>
                      <a:pt x="299085" y="0"/>
                    </a:lnTo>
                    <a:lnTo>
                      <a:pt x="291465" y="0"/>
                    </a:lnTo>
                    <a:lnTo>
                      <a:pt x="203835" y="0"/>
                    </a:lnTo>
                    <a:lnTo>
                      <a:pt x="196215" y="0"/>
                    </a:lnTo>
                    <a:lnTo>
                      <a:pt x="0" y="0"/>
                    </a:lnTo>
                    <a:lnTo>
                      <a:pt x="17145" y="31432"/>
                    </a:lnTo>
                    <a:lnTo>
                      <a:pt x="151448" y="31432"/>
                    </a:lnTo>
                    <a:lnTo>
                      <a:pt x="151448" y="59055"/>
                    </a:lnTo>
                    <a:lnTo>
                      <a:pt x="43815" y="59055"/>
                    </a:lnTo>
                    <a:lnTo>
                      <a:pt x="38100" y="70485"/>
                    </a:lnTo>
                    <a:cubicBezTo>
                      <a:pt x="54293" y="75247"/>
                      <a:pt x="67628" y="82867"/>
                      <a:pt x="78105" y="92392"/>
                    </a:cubicBezTo>
                    <a:cubicBezTo>
                      <a:pt x="87630" y="102870"/>
                      <a:pt x="93345" y="113347"/>
                      <a:pt x="93345" y="124777"/>
                    </a:cubicBezTo>
                    <a:cubicBezTo>
                      <a:pt x="93345" y="129540"/>
                      <a:pt x="91440" y="134302"/>
                      <a:pt x="86678" y="138113"/>
                    </a:cubicBezTo>
                    <a:cubicBezTo>
                      <a:pt x="80963" y="142875"/>
                      <a:pt x="75248" y="144780"/>
                      <a:pt x="68580" y="146685"/>
                    </a:cubicBezTo>
                    <a:cubicBezTo>
                      <a:pt x="66675" y="142875"/>
                      <a:pt x="63818" y="140017"/>
                      <a:pt x="60008" y="137160"/>
                    </a:cubicBezTo>
                    <a:cubicBezTo>
                      <a:pt x="56198" y="134302"/>
                      <a:pt x="52388" y="133350"/>
                      <a:pt x="49530" y="133350"/>
                    </a:cubicBezTo>
                    <a:cubicBezTo>
                      <a:pt x="44768" y="133350"/>
                      <a:pt x="40005" y="135255"/>
                      <a:pt x="37148" y="139065"/>
                    </a:cubicBezTo>
                    <a:cubicBezTo>
                      <a:pt x="33338" y="142875"/>
                      <a:pt x="32385" y="147638"/>
                      <a:pt x="32385" y="153352"/>
                    </a:cubicBezTo>
                    <a:cubicBezTo>
                      <a:pt x="32385" y="160972"/>
                      <a:pt x="36195" y="168592"/>
                      <a:pt x="44768" y="173355"/>
                    </a:cubicBezTo>
                    <a:cubicBezTo>
                      <a:pt x="52388" y="179070"/>
                      <a:pt x="62865" y="181927"/>
                      <a:pt x="73343" y="181927"/>
                    </a:cubicBezTo>
                    <a:lnTo>
                      <a:pt x="97155" y="234315"/>
                    </a:lnTo>
                    <a:lnTo>
                      <a:pt x="114300" y="224790"/>
                    </a:lnTo>
                    <a:lnTo>
                      <a:pt x="82868" y="180022"/>
                    </a:lnTo>
                    <a:cubicBezTo>
                      <a:pt x="93345" y="178117"/>
                      <a:pt x="102870" y="173355"/>
                      <a:pt x="110490" y="166688"/>
                    </a:cubicBezTo>
                    <a:cubicBezTo>
                      <a:pt x="118110" y="160020"/>
                      <a:pt x="120968" y="152400"/>
                      <a:pt x="120968" y="142875"/>
                    </a:cubicBezTo>
                    <a:cubicBezTo>
                      <a:pt x="120968" y="133350"/>
                      <a:pt x="118110" y="123825"/>
                      <a:pt x="112395" y="114300"/>
                    </a:cubicBezTo>
                    <a:cubicBezTo>
                      <a:pt x="107633" y="104775"/>
                      <a:pt x="100013" y="97155"/>
                      <a:pt x="89535" y="90488"/>
                    </a:cubicBezTo>
                    <a:lnTo>
                      <a:pt x="151448" y="90488"/>
                    </a:lnTo>
                    <a:lnTo>
                      <a:pt x="151448" y="176213"/>
                    </a:lnTo>
                    <a:lnTo>
                      <a:pt x="186690" y="195263"/>
                    </a:lnTo>
                    <a:lnTo>
                      <a:pt x="186690" y="31432"/>
                    </a:lnTo>
                    <a:lnTo>
                      <a:pt x="214313" y="31432"/>
                    </a:lnTo>
                    <a:lnTo>
                      <a:pt x="221933" y="31432"/>
                    </a:lnTo>
                    <a:lnTo>
                      <a:pt x="246698" y="31432"/>
                    </a:lnTo>
                    <a:lnTo>
                      <a:pt x="246698" y="171450"/>
                    </a:lnTo>
                    <a:lnTo>
                      <a:pt x="281940" y="195263"/>
                    </a:lnTo>
                    <a:lnTo>
                      <a:pt x="281940" y="31432"/>
                    </a:lnTo>
                    <a:lnTo>
                      <a:pt x="309563" y="31432"/>
                    </a:lnTo>
                    <a:lnTo>
                      <a:pt x="317183" y="31432"/>
                    </a:lnTo>
                    <a:lnTo>
                      <a:pt x="415290" y="31432"/>
                    </a:lnTo>
                    <a:lnTo>
                      <a:pt x="415290" y="81915"/>
                    </a:lnTo>
                    <a:lnTo>
                      <a:pt x="337185" y="81915"/>
                    </a:lnTo>
                    <a:cubicBezTo>
                      <a:pt x="332423" y="81915"/>
                      <a:pt x="329565" y="83820"/>
                      <a:pt x="326708" y="86677"/>
                    </a:cubicBezTo>
                    <a:cubicBezTo>
                      <a:pt x="323850" y="89535"/>
                      <a:pt x="321945" y="93345"/>
                      <a:pt x="321945" y="97155"/>
                    </a:cubicBezTo>
                    <a:cubicBezTo>
                      <a:pt x="321945" y="106680"/>
                      <a:pt x="325755" y="117157"/>
                      <a:pt x="334328" y="127635"/>
                    </a:cubicBezTo>
                    <a:cubicBezTo>
                      <a:pt x="342900" y="138113"/>
                      <a:pt x="350520" y="143827"/>
                      <a:pt x="357188" y="143827"/>
                    </a:cubicBezTo>
                    <a:cubicBezTo>
                      <a:pt x="359093" y="143827"/>
                      <a:pt x="360998" y="142875"/>
                      <a:pt x="361950" y="141922"/>
                    </a:cubicBezTo>
                    <a:cubicBezTo>
                      <a:pt x="363855" y="140970"/>
                      <a:pt x="364808" y="139065"/>
                      <a:pt x="364808" y="136207"/>
                    </a:cubicBezTo>
                    <a:lnTo>
                      <a:pt x="364808" y="122872"/>
                    </a:lnTo>
                    <a:cubicBezTo>
                      <a:pt x="364808" y="120015"/>
                      <a:pt x="365760" y="118110"/>
                      <a:pt x="367665" y="116205"/>
                    </a:cubicBezTo>
                    <a:cubicBezTo>
                      <a:pt x="368618" y="114300"/>
                      <a:pt x="370523" y="113347"/>
                      <a:pt x="372428" y="113347"/>
                    </a:cubicBezTo>
                    <a:lnTo>
                      <a:pt x="415290" y="113347"/>
                    </a:lnTo>
                    <a:lnTo>
                      <a:pt x="415290" y="175260"/>
                    </a:lnTo>
                    <a:lnTo>
                      <a:pt x="450533" y="194310"/>
                    </a:lnTo>
                    <a:lnTo>
                      <a:pt x="450533" y="30480"/>
                    </a:lnTo>
                    <a:lnTo>
                      <a:pt x="478155" y="30480"/>
                    </a:lnTo>
                    <a:lnTo>
                      <a:pt x="485775" y="30480"/>
                    </a:lnTo>
                    <a:lnTo>
                      <a:pt x="513397" y="30480"/>
                    </a:lnTo>
                    <a:lnTo>
                      <a:pt x="513397" y="96202"/>
                    </a:lnTo>
                    <a:lnTo>
                      <a:pt x="501968" y="96202"/>
                    </a:lnTo>
                    <a:cubicBezTo>
                      <a:pt x="499110" y="96202"/>
                      <a:pt x="497205" y="97155"/>
                      <a:pt x="495300" y="99060"/>
                    </a:cubicBezTo>
                    <a:cubicBezTo>
                      <a:pt x="493395" y="100965"/>
                      <a:pt x="492443" y="102870"/>
                      <a:pt x="492443" y="105727"/>
                    </a:cubicBezTo>
                    <a:cubicBezTo>
                      <a:pt x="492443" y="111442"/>
                      <a:pt x="499110" y="120967"/>
                      <a:pt x="512445" y="134302"/>
                    </a:cubicBezTo>
                    <a:cubicBezTo>
                      <a:pt x="525780" y="147638"/>
                      <a:pt x="535305" y="154305"/>
                      <a:pt x="541020" y="154305"/>
                    </a:cubicBezTo>
                    <a:cubicBezTo>
                      <a:pt x="542925" y="154305"/>
                      <a:pt x="544830" y="153352"/>
                      <a:pt x="545783" y="151447"/>
                    </a:cubicBezTo>
                    <a:cubicBezTo>
                      <a:pt x="547688" y="148590"/>
                      <a:pt x="548640" y="145732"/>
                      <a:pt x="548640" y="142875"/>
                    </a:cubicBezTo>
                    <a:lnTo>
                      <a:pt x="548640" y="127635"/>
                    </a:lnTo>
                    <a:lnTo>
                      <a:pt x="606743" y="127635"/>
                    </a:lnTo>
                    <a:lnTo>
                      <a:pt x="606743" y="171450"/>
                    </a:lnTo>
                    <a:close/>
                    <a:moveTo>
                      <a:pt x="547688" y="97155"/>
                    </a:moveTo>
                    <a:lnTo>
                      <a:pt x="547688" y="31432"/>
                    </a:lnTo>
                    <a:lnTo>
                      <a:pt x="605790" y="31432"/>
                    </a:lnTo>
                    <a:lnTo>
                      <a:pt x="605790" y="97155"/>
                    </a:lnTo>
                    <a:lnTo>
                      <a:pt x="547688" y="97155"/>
                    </a:ln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  <a:defRPr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</a:endParaRPr>
              </a:p>
            </p:txBody>
          </p:sp>
          <p:sp>
            <p:nvSpPr>
              <p:cNvPr id="1327" name="Google Shape;1327;p11"/>
              <p:cNvSpPr/>
              <p:nvPr/>
            </p:nvSpPr>
            <p:spPr bwMode="auto">
              <a:xfrm>
                <a:off x="7259002" y="4910136"/>
                <a:ext cx="119062" cy="87630"/>
              </a:xfrm>
              <a:custGeom>
                <a:avLst/>
                <a:gdLst/>
                <a:ahLst/>
                <a:cxnLst/>
                <a:rect l="l" t="t" r="r" b="b"/>
                <a:pathLst>
                  <a:path w="119062" h="87630" fill="norm" stroke="1" extrusionOk="0">
                    <a:moveTo>
                      <a:pt x="54292" y="13335"/>
                    </a:moveTo>
                    <a:cubicBezTo>
                      <a:pt x="42863" y="3810"/>
                      <a:pt x="34290" y="0"/>
                      <a:pt x="27622" y="0"/>
                    </a:cubicBezTo>
                    <a:cubicBezTo>
                      <a:pt x="21907" y="0"/>
                      <a:pt x="17145" y="953"/>
                      <a:pt x="12382" y="1905"/>
                    </a:cubicBezTo>
                    <a:cubicBezTo>
                      <a:pt x="8572" y="2857"/>
                      <a:pt x="4763" y="5715"/>
                      <a:pt x="0" y="9525"/>
                    </a:cubicBezTo>
                    <a:lnTo>
                      <a:pt x="13335" y="30480"/>
                    </a:lnTo>
                    <a:cubicBezTo>
                      <a:pt x="17145" y="27622"/>
                      <a:pt x="20003" y="25718"/>
                      <a:pt x="22860" y="24765"/>
                    </a:cubicBezTo>
                    <a:cubicBezTo>
                      <a:pt x="26670" y="22860"/>
                      <a:pt x="29528" y="22860"/>
                      <a:pt x="33338" y="22860"/>
                    </a:cubicBezTo>
                    <a:cubicBezTo>
                      <a:pt x="41910" y="22860"/>
                      <a:pt x="60007" y="37147"/>
                      <a:pt x="86678" y="65722"/>
                    </a:cubicBezTo>
                    <a:lnTo>
                      <a:pt x="107632" y="87630"/>
                    </a:lnTo>
                    <a:lnTo>
                      <a:pt x="119063" y="78105"/>
                    </a:lnTo>
                    <a:cubicBezTo>
                      <a:pt x="103822" y="60007"/>
                      <a:pt x="81915" y="39053"/>
                      <a:pt x="54292" y="13335"/>
                    </a:cubicBez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  <a:defRPr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</a:endParaRPr>
              </a:p>
            </p:txBody>
          </p:sp>
        </p:grpSp>
        <p:sp>
          <p:nvSpPr>
            <p:cNvPr id="1328" name="Google Shape;1328;p11"/>
            <p:cNvSpPr/>
            <p:nvPr/>
          </p:nvSpPr>
          <p:spPr bwMode="auto">
            <a:xfrm>
              <a:off x="5888981" y="2284095"/>
              <a:ext cx="406654" cy="721042"/>
            </a:xfrm>
            <a:custGeom>
              <a:avLst/>
              <a:gdLst/>
              <a:ahLst/>
              <a:cxnLst/>
              <a:rect l="l" t="t" r="r" b="b"/>
              <a:pathLst>
                <a:path w="406654" h="721042" fill="norm" stroke="1" extrusionOk="0">
                  <a:moveTo>
                    <a:pt x="75573" y="576263"/>
                  </a:moveTo>
                  <a:cubicBezTo>
                    <a:pt x="75573" y="576263"/>
                    <a:pt x="75573" y="576263"/>
                    <a:pt x="75573" y="576263"/>
                  </a:cubicBezTo>
                  <a:cubicBezTo>
                    <a:pt x="67953" y="591503"/>
                    <a:pt x="69858" y="604838"/>
                    <a:pt x="74620" y="612458"/>
                  </a:cubicBezTo>
                  <a:cubicBezTo>
                    <a:pt x="80335" y="623888"/>
                    <a:pt x="91765" y="632460"/>
                    <a:pt x="108910" y="640080"/>
                  </a:cubicBezTo>
                  <a:cubicBezTo>
                    <a:pt x="108910" y="640080"/>
                    <a:pt x="108910" y="641033"/>
                    <a:pt x="108910" y="641033"/>
                  </a:cubicBezTo>
                  <a:cubicBezTo>
                    <a:pt x="108910" y="661035"/>
                    <a:pt x="127960" y="677228"/>
                    <a:pt x="160345" y="684848"/>
                  </a:cubicBezTo>
                  <a:cubicBezTo>
                    <a:pt x="162250" y="700088"/>
                    <a:pt x="177490" y="721043"/>
                    <a:pt x="210828" y="721043"/>
                  </a:cubicBezTo>
                  <a:cubicBezTo>
                    <a:pt x="214638" y="721043"/>
                    <a:pt x="219400" y="721043"/>
                    <a:pt x="226068" y="719138"/>
                  </a:cubicBezTo>
                  <a:cubicBezTo>
                    <a:pt x="244165" y="713423"/>
                    <a:pt x="256548" y="700088"/>
                    <a:pt x="257500" y="684848"/>
                  </a:cubicBezTo>
                  <a:cubicBezTo>
                    <a:pt x="289885" y="676275"/>
                    <a:pt x="308935" y="661035"/>
                    <a:pt x="308935" y="641033"/>
                  </a:cubicBezTo>
                  <a:cubicBezTo>
                    <a:pt x="308935" y="639128"/>
                    <a:pt x="308935" y="637223"/>
                    <a:pt x="307983" y="635318"/>
                  </a:cubicBezTo>
                  <a:cubicBezTo>
                    <a:pt x="329890" y="621983"/>
                    <a:pt x="342273" y="605790"/>
                    <a:pt x="342273" y="589598"/>
                  </a:cubicBezTo>
                  <a:cubicBezTo>
                    <a:pt x="342273" y="584835"/>
                    <a:pt x="340368" y="580073"/>
                    <a:pt x="338463" y="576263"/>
                  </a:cubicBezTo>
                  <a:cubicBezTo>
                    <a:pt x="371800" y="542925"/>
                    <a:pt x="389898" y="510540"/>
                    <a:pt x="399423" y="480060"/>
                  </a:cubicBezTo>
                  <a:lnTo>
                    <a:pt x="399423" y="480060"/>
                  </a:lnTo>
                  <a:cubicBezTo>
                    <a:pt x="400375" y="478155"/>
                    <a:pt x="400375" y="476250"/>
                    <a:pt x="401328" y="474345"/>
                  </a:cubicBezTo>
                  <a:cubicBezTo>
                    <a:pt x="404185" y="462915"/>
                    <a:pt x="406090" y="448628"/>
                    <a:pt x="406090" y="446722"/>
                  </a:cubicBezTo>
                  <a:cubicBezTo>
                    <a:pt x="407995" y="421005"/>
                    <a:pt x="405138" y="395288"/>
                    <a:pt x="396565" y="370522"/>
                  </a:cubicBezTo>
                  <a:lnTo>
                    <a:pt x="387993" y="350520"/>
                  </a:lnTo>
                  <a:cubicBezTo>
                    <a:pt x="380373" y="336233"/>
                    <a:pt x="370848" y="322897"/>
                    <a:pt x="360370" y="312420"/>
                  </a:cubicBezTo>
                  <a:cubicBezTo>
                    <a:pt x="357513" y="309563"/>
                    <a:pt x="354655" y="306705"/>
                    <a:pt x="351798" y="304800"/>
                  </a:cubicBezTo>
                  <a:lnTo>
                    <a:pt x="351798" y="304800"/>
                  </a:lnTo>
                  <a:lnTo>
                    <a:pt x="340368" y="294322"/>
                  </a:lnTo>
                  <a:cubicBezTo>
                    <a:pt x="337510" y="291465"/>
                    <a:pt x="334653" y="288608"/>
                    <a:pt x="331795" y="286703"/>
                  </a:cubicBezTo>
                  <a:cubicBezTo>
                    <a:pt x="292743" y="251460"/>
                    <a:pt x="264168" y="224790"/>
                    <a:pt x="272740" y="163830"/>
                  </a:cubicBezTo>
                  <a:cubicBezTo>
                    <a:pt x="283218" y="106680"/>
                    <a:pt x="265120" y="47625"/>
                    <a:pt x="241308" y="32385"/>
                  </a:cubicBezTo>
                  <a:cubicBezTo>
                    <a:pt x="239403" y="31432"/>
                    <a:pt x="238450" y="30480"/>
                    <a:pt x="236545" y="30480"/>
                  </a:cubicBezTo>
                  <a:cubicBezTo>
                    <a:pt x="235593" y="21907"/>
                    <a:pt x="234640" y="16193"/>
                    <a:pt x="233688" y="16193"/>
                  </a:cubicBezTo>
                  <a:cubicBezTo>
                    <a:pt x="227020" y="4763"/>
                    <a:pt x="217495" y="953"/>
                    <a:pt x="210828" y="0"/>
                  </a:cubicBezTo>
                  <a:cubicBezTo>
                    <a:pt x="208923" y="0"/>
                    <a:pt x="207970" y="0"/>
                    <a:pt x="206065" y="0"/>
                  </a:cubicBezTo>
                  <a:cubicBezTo>
                    <a:pt x="194635" y="0"/>
                    <a:pt x="174633" y="4763"/>
                    <a:pt x="166060" y="37148"/>
                  </a:cubicBezTo>
                  <a:cubicBezTo>
                    <a:pt x="160345" y="58103"/>
                    <a:pt x="161298" y="87630"/>
                    <a:pt x="161298" y="115253"/>
                  </a:cubicBezTo>
                  <a:cubicBezTo>
                    <a:pt x="161298" y="120968"/>
                    <a:pt x="161298" y="126682"/>
                    <a:pt x="161298" y="130493"/>
                  </a:cubicBezTo>
                  <a:cubicBezTo>
                    <a:pt x="159393" y="178118"/>
                    <a:pt x="114625" y="237172"/>
                    <a:pt x="81288" y="277178"/>
                  </a:cubicBezTo>
                  <a:cubicBezTo>
                    <a:pt x="81288" y="277178"/>
                    <a:pt x="55570" y="304800"/>
                    <a:pt x="33663" y="343853"/>
                  </a:cubicBezTo>
                  <a:cubicBezTo>
                    <a:pt x="14613" y="374333"/>
                    <a:pt x="-50157" y="493395"/>
                    <a:pt x="75573" y="576263"/>
                  </a:cubicBezTo>
                  <a:close/>
                  <a:moveTo>
                    <a:pt x="210828" y="696278"/>
                  </a:moveTo>
                  <a:cubicBezTo>
                    <a:pt x="197493" y="696278"/>
                    <a:pt x="186063" y="688658"/>
                    <a:pt x="186063" y="681038"/>
                  </a:cubicBezTo>
                  <a:cubicBezTo>
                    <a:pt x="186063" y="680085"/>
                    <a:pt x="186063" y="678180"/>
                    <a:pt x="187015" y="677228"/>
                  </a:cubicBezTo>
                  <a:cubicBezTo>
                    <a:pt x="190825" y="677228"/>
                    <a:pt x="194635" y="678180"/>
                    <a:pt x="198445" y="678180"/>
                  </a:cubicBezTo>
                  <a:cubicBezTo>
                    <a:pt x="202255" y="678180"/>
                    <a:pt x="206065" y="678180"/>
                    <a:pt x="210828" y="678180"/>
                  </a:cubicBezTo>
                  <a:cubicBezTo>
                    <a:pt x="218448" y="678180"/>
                    <a:pt x="227020" y="678180"/>
                    <a:pt x="233688" y="677228"/>
                  </a:cubicBezTo>
                  <a:cubicBezTo>
                    <a:pt x="234640" y="678180"/>
                    <a:pt x="234640" y="680085"/>
                    <a:pt x="234640" y="681038"/>
                  </a:cubicBezTo>
                  <a:cubicBezTo>
                    <a:pt x="235593" y="688658"/>
                    <a:pt x="224163" y="696278"/>
                    <a:pt x="210828" y="696278"/>
                  </a:cubicBezTo>
                  <a:close/>
                  <a:moveTo>
                    <a:pt x="236545" y="662940"/>
                  </a:moveTo>
                  <a:cubicBezTo>
                    <a:pt x="231783" y="663893"/>
                    <a:pt x="226068" y="663893"/>
                    <a:pt x="221305" y="664845"/>
                  </a:cubicBezTo>
                  <a:cubicBezTo>
                    <a:pt x="217495" y="664845"/>
                    <a:pt x="214638" y="664845"/>
                    <a:pt x="210828" y="664845"/>
                  </a:cubicBezTo>
                  <a:cubicBezTo>
                    <a:pt x="202255" y="664845"/>
                    <a:pt x="193683" y="663893"/>
                    <a:pt x="185110" y="662940"/>
                  </a:cubicBezTo>
                  <a:cubicBezTo>
                    <a:pt x="153678" y="659130"/>
                    <a:pt x="135580" y="647700"/>
                    <a:pt x="135580" y="639128"/>
                  </a:cubicBezTo>
                  <a:cubicBezTo>
                    <a:pt x="135580" y="638175"/>
                    <a:pt x="135580" y="638175"/>
                    <a:pt x="135580" y="637223"/>
                  </a:cubicBezTo>
                  <a:cubicBezTo>
                    <a:pt x="159393" y="641985"/>
                    <a:pt x="185110" y="642938"/>
                    <a:pt x="202255" y="642938"/>
                  </a:cubicBezTo>
                  <a:cubicBezTo>
                    <a:pt x="235593" y="642938"/>
                    <a:pt x="267025" y="639128"/>
                    <a:pt x="284170" y="633413"/>
                  </a:cubicBezTo>
                  <a:cubicBezTo>
                    <a:pt x="286075" y="635318"/>
                    <a:pt x="287028" y="637223"/>
                    <a:pt x="287028" y="639128"/>
                  </a:cubicBezTo>
                  <a:cubicBezTo>
                    <a:pt x="287028" y="647700"/>
                    <a:pt x="267978" y="659130"/>
                    <a:pt x="236545" y="662940"/>
                  </a:cubicBezTo>
                  <a:close/>
                  <a:moveTo>
                    <a:pt x="89860" y="304800"/>
                  </a:moveTo>
                  <a:lnTo>
                    <a:pt x="90813" y="302895"/>
                  </a:lnTo>
                  <a:cubicBezTo>
                    <a:pt x="132723" y="253365"/>
                    <a:pt x="181300" y="188595"/>
                    <a:pt x="184158" y="131445"/>
                  </a:cubicBezTo>
                  <a:cubicBezTo>
                    <a:pt x="184158" y="125730"/>
                    <a:pt x="184158" y="120015"/>
                    <a:pt x="184158" y="114300"/>
                  </a:cubicBezTo>
                  <a:cubicBezTo>
                    <a:pt x="184158" y="87630"/>
                    <a:pt x="183205" y="60960"/>
                    <a:pt x="187968" y="42863"/>
                  </a:cubicBezTo>
                  <a:cubicBezTo>
                    <a:pt x="191778" y="26670"/>
                    <a:pt x="198445" y="24765"/>
                    <a:pt x="202255" y="24765"/>
                  </a:cubicBezTo>
                  <a:cubicBezTo>
                    <a:pt x="203208" y="24765"/>
                    <a:pt x="204160" y="24765"/>
                    <a:pt x="204160" y="24765"/>
                  </a:cubicBezTo>
                  <a:cubicBezTo>
                    <a:pt x="207018" y="24765"/>
                    <a:pt x="208923" y="29528"/>
                    <a:pt x="209875" y="37148"/>
                  </a:cubicBezTo>
                  <a:cubicBezTo>
                    <a:pt x="209875" y="41910"/>
                    <a:pt x="209875" y="56198"/>
                    <a:pt x="208923" y="71438"/>
                  </a:cubicBezTo>
                  <a:cubicBezTo>
                    <a:pt x="207018" y="105728"/>
                    <a:pt x="205113" y="151447"/>
                    <a:pt x="209875" y="172403"/>
                  </a:cubicBezTo>
                  <a:cubicBezTo>
                    <a:pt x="215590" y="195263"/>
                    <a:pt x="226068" y="218122"/>
                    <a:pt x="235593" y="240030"/>
                  </a:cubicBezTo>
                  <a:cubicBezTo>
                    <a:pt x="248928" y="268605"/>
                    <a:pt x="261310" y="296228"/>
                    <a:pt x="262263" y="321945"/>
                  </a:cubicBezTo>
                  <a:cubicBezTo>
                    <a:pt x="264168" y="367665"/>
                    <a:pt x="241308" y="371475"/>
                    <a:pt x="225115" y="374333"/>
                  </a:cubicBezTo>
                  <a:cubicBezTo>
                    <a:pt x="217495" y="375285"/>
                    <a:pt x="208923" y="377190"/>
                    <a:pt x="208923" y="385763"/>
                  </a:cubicBezTo>
                  <a:cubicBezTo>
                    <a:pt x="208923" y="389572"/>
                    <a:pt x="211780" y="393383"/>
                    <a:pt x="216543" y="393383"/>
                  </a:cubicBezTo>
                  <a:cubicBezTo>
                    <a:pt x="218448" y="393383"/>
                    <a:pt x="220353" y="392430"/>
                    <a:pt x="224163" y="392430"/>
                  </a:cubicBezTo>
                  <a:cubicBezTo>
                    <a:pt x="228925" y="391478"/>
                    <a:pt x="237498" y="389572"/>
                    <a:pt x="246070" y="389572"/>
                  </a:cubicBezTo>
                  <a:cubicBezTo>
                    <a:pt x="251785" y="389572"/>
                    <a:pt x="256548" y="390525"/>
                    <a:pt x="261310" y="391478"/>
                  </a:cubicBezTo>
                  <a:cubicBezTo>
                    <a:pt x="275598" y="395288"/>
                    <a:pt x="286075" y="405765"/>
                    <a:pt x="290838" y="418147"/>
                  </a:cubicBezTo>
                  <a:cubicBezTo>
                    <a:pt x="294648" y="429578"/>
                    <a:pt x="294648" y="449580"/>
                    <a:pt x="273693" y="477203"/>
                  </a:cubicBezTo>
                  <a:cubicBezTo>
                    <a:pt x="269883" y="482918"/>
                    <a:pt x="259405" y="490538"/>
                    <a:pt x="238450" y="494347"/>
                  </a:cubicBezTo>
                  <a:cubicBezTo>
                    <a:pt x="231783" y="495300"/>
                    <a:pt x="231783" y="499110"/>
                    <a:pt x="231783" y="501968"/>
                  </a:cubicBezTo>
                  <a:cubicBezTo>
                    <a:pt x="231783" y="504825"/>
                    <a:pt x="234640" y="507683"/>
                    <a:pt x="239403" y="507683"/>
                  </a:cubicBezTo>
                  <a:cubicBezTo>
                    <a:pt x="241308" y="507683"/>
                    <a:pt x="243213" y="507683"/>
                    <a:pt x="245118" y="507683"/>
                  </a:cubicBezTo>
                  <a:cubicBezTo>
                    <a:pt x="277503" y="507683"/>
                    <a:pt x="302268" y="514350"/>
                    <a:pt x="313698" y="526733"/>
                  </a:cubicBezTo>
                  <a:cubicBezTo>
                    <a:pt x="319413" y="532448"/>
                    <a:pt x="321318" y="539115"/>
                    <a:pt x="321318" y="546735"/>
                  </a:cubicBezTo>
                  <a:cubicBezTo>
                    <a:pt x="320365" y="561023"/>
                    <a:pt x="301315" y="566738"/>
                    <a:pt x="287980" y="569595"/>
                  </a:cubicBezTo>
                  <a:cubicBezTo>
                    <a:pt x="278455" y="572453"/>
                    <a:pt x="272740" y="573405"/>
                    <a:pt x="272740" y="580073"/>
                  </a:cubicBezTo>
                  <a:lnTo>
                    <a:pt x="272740" y="582930"/>
                  </a:lnTo>
                  <a:lnTo>
                    <a:pt x="277503" y="586740"/>
                  </a:lnTo>
                  <a:lnTo>
                    <a:pt x="280360" y="586740"/>
                  </a:lnTo>
                  <a:cubicBezTo>
                    <a:pt x="282265" y="586740"/>
                    <a:pt x="284170" y="585788"/>
                    <a:pt x="287980" y="584835"/>
                  </a:cubicBezTo>
                  <a:cubicBezTo>
                    <a:pt x="296553" y="581978"/>
                    <a:pt x="304173" y="581025"/>
                    <a:pt x="309888" y="581025"/>
                  </a:cubicBezTo>
                  <a:cubicBezTo>
                    <a:pt x="312745" y="581025"/>
                    <a:pt x="314650" y="581025"/>
                    <a:pt x="315603" y="581978"/>
                  </a:cubicBezTo>
                  <a:cubicBezTo>
                    <a:pt x="320365" y="582930"/>
                    <a:pt x="320365" y="585788"/>
                    <a:pt x="320365" y="586740"/>
                  </a:cubicBezTo>
                  <a:cubicBezTo>
                    <a:pt x="320365" y="594360"/>
                    <a:pt x="308935" y="606743"/>
                    <a:pt x="283218" y="617220"/>
                  </a:cubicBezTo>
                  <a:lnTo>
                    <a:pt x="282265" y="617220"/>
                  </a:lnTo>
                  <a:lnTo>
                    <a:pt x="282265" y="617220"/>
                  </a:lnTo>
                  <a:cubicBezTo>
                    <a:pt x="269883" y="622935"/>
                    <a:pt x="241308" y="625793"/>
                    <a:pt x="210828" y="625793"/>
                  </a:cubicBezTo>
                  <a:cubicBezTo>
                    <a:pt x="163203" y="625793"/>
                    <a:pt x="107958" y="617220"/>
                    <a:pt x="98433" y="597218"/>
                  </a:cubicBezTo>
                  <a:cubicBezTo>
                    <a:pt x="96528" y="592455"/>
                    <a:pt x="96528" y="586740"/>
                    <a:pt x="101290" y="580073"/>
                  </a:cubicBezTo>
                  <a:cubicBezTo>
                    <a:pt x="102243" y="581025"/>
                    <a:pt x="104148" y="582930"/>
                    <a:pt x="106053" y="583883"/>
                  </a:cubicBezTo>
                  <a:cubicBezTo>
                    <a:pt x="137485" y="600075"/>
                    <a:pt x="178443" y="602933"/>
                    <a:pt x="201303" y="602933"/>
                  </a:cubicBezTo>
                  <a:cubicBezTo>
                    <a:pt x="216543" y="602933"/>
                    <a:pt x="227973" y="601980"/>
                    <a:pt x="232735" y="601028"/>
                  </a:cubicBezTo>
                  <a:cubicBezTo>
                    <a:pt x="238450" y="600075"/>
                    <a:pt x="247975" y="598170"/>
                    <a:pt x="247023" y="590550"/>
                  </a:cubicBezTo>
                  <a:cubicBezTo>
                    <a:pt x="247023" y="585788"/>
                    <a:pt x="243213" y="583883"/>
                    <a:pt x="236545" y="583883"/>
                  </a:cubicBezTo>
                  <a:cubicBezTo>
                    <a:pt x="235593" y="583883"/>
                    <a:pt x="234640" y="583883"/>
                    <a:pt x="232735" y="583883"/>
                  </a:cubicBezTo>
                  <a:cubicBezTo>
                    <a:pt x="227973" y="583883"/>
                    <a:pt x="221305" y="584835"/>
                    <a:pt x="212733" y="584835"/>
                  </a:cubicBezTo>
                  <a:cubicBezTo>
                    <a:pt x="183205" y="584835"/>
                    <a:pt x="153678" y="579120"/>
                    <a:pt x="120340" y="566738"/>
                  </a:cubicBezTo>
                  <a:cubicBezTo>
                    <a:pt x="104148" y="561975"/>
                    <a:pt x="71763" y="541973"/>
                    <a:pt x="65095" y="537210"/>
                  </a:cubicBezTo>
                  <a:cubicBezTo>
                    <a:pt x="40330" y="518160"/>
                    <a:pt x="26995" y="484822"/>
                    <a:pt x="26995" y="444818"/>
                  </a:cubicBezTo>
                  <a:cubicBezTo>
                    <a:pt x="24138" y="382905"/>
                    <a:pt x="69858" y="327660"/>
                    <a:pt x="89860" y="304800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329" name="Google Shape;1329;p11"/>
            <p:cNvSpPr/>
            <p:nvPr/>
          </p:nvSpPr>
          <p:spPr bwMode="auto">
            <a:xfrm>
              <a:off x="6256974" y="2756533"/>
              <a:ext cx="368616" cy="631507"/>
            </a:xfrm>
            <a:custGeom>
              <a:avLst/>
              <a:gdLst/>
              <a:ahLst/>
              <a:cxnLst/>
              <a:rect l="l" t="t" r="r" b="b"/>
              <a:pathLst>
                <a:path w="368617" h="631507" fill="norm" stroke="1" extrusionOk="0">
                  <a:moveTo>
                    <a:pt x="351473" y="631507"/>
                  </a:moveTo>
                  <a:lnTo>
                    <a:pt x="328613" y="625793"/>
                  </a:lnTo>
                  <a:cubicBezTo>
                    <a:pt x="339090" y="584835"/>
                    <a:pt x="344805" y="542925"/>
                    <a:pt x="344805" y="500062"/>
                  </a:cubicBezTo>
                  <a:cubicBezTo>
                    <a:pt x="344805" y="282893"/>
                    <a:pt x="206693" y="90488"/>
                    <a:pt x="0" y="22860"/>
                  </a:cubicBezTo>
                  <a:lnTo>
                    <a:pt x="7620" y="0"/>
                  </a:lnTo>
                  <a:cubicBezTo>
                    <a:pt x="223838" y="71438"/>
                    <a:pt x="368618" y="272415"/>
                    <a:pt x="368618" y="500062"/>
                  </a:cubicBezTo>
                  <a:cubicBezTo>
                    <a:pt x="368618" y="544830"/>
                    <a:pt x="362903" y="588645"/>
                    <a:pt x="351473" y="631507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330" name="Google Shape;1330;p11"/>
            <p:cNvSpPr/>
            <p:nvPr/>
          </p:nvSpPr>
          <p:spPr bwMode="auto">
            <a:xfrm>
              <a:off x="5572125" y="2767966"/>
              <a:ext cx="337185" cy="621030"/>
            </a:xfrm>
            <a:custGeom>
              <a:avLst/>
              <a:gdLst/>
              <a:ahLst/>
              <a:cxnLst/>
              <a:rect l="l" t="t" r="r" b="b"/>
              <a:pathLst>
                <a:path w="337185" h="621030" fill="norm" stroke="1" extrusionOk="0">
                  <a:moveTo>
                    <a:pt x="17145" y="621030"/>
                  </a:moveTo>
                  <a:cubicBezTo>
                    <a:pt x="5715" y="578168"/>
                    <a:pt x="0" y="533400"/>
                    <a:pt x="0" y="488632"/>
                  </a:cubicBezTo>
                  <a:cubicBezTo>
                    <a:pt x="0" y="273368"/>
                    <a:pt x="129540" y="80963"/>
                    <a:pt x="328613" y="0"/>
                  </a:cubicBezTo>
                  <a:lnTo>
                    <a:pt x="337185" y="21908"/>
                  </a:lnTo>
                  <a:cubicBezTo>
                    <a:pt x="146685" y="99060"/>
                    <a:pt x="22860" y="281940"/>
                    <a:pt x="22860" y="487680"/>
                  </a:cubicBezTo>
                  <a:cubicBezTo>
                    <a:pt x="22860" y="530543"/>
                    <a:pt x="28575" y="572453"/>
                    <a:pt x="39052" y="613410"/>
                  </a:cubicBezTo>
                  <a:lnTo>
                    <a:pt x="17145" y="621030"/>
                  </a:ln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grpSp>
          <p:nvGrpSpPr>
            <p:cNvPr id="1331" name="Google Shape;1331;p11"/>
            <p:cNvGrpSpPr/>
            <p:nvPr/>
          </p:nvGrpSpPr>
          <p:grpSpPr bwMode="auto">
            <a:xfrm>
              <a:off x="4910697" y="3818107"/>
              <a:ext cx="2376312" cy="776751"/>
              <a:chOff x="4910701" y="3818108"/>
              <a:chExt cx="2376312" cy="776751"/>
            </a:xfrm>
          </p:grpSpPr>
          <p:sp>
            <p:nvSpPr>
              <p:cNvPr id="1332" name="Google Shape;1332;p11"/>
              <p:cNvSpPr/>
              <p:nvPr/>
            </p:nvSpPr>
            <p:spPr bwMode="auto">
              <a:xfrm>
                <a:off x="5957887" y="4451032"/>
                <a:ext cx="25717" cy="33337"/>
              </a:xfrm>
              <a:custGeom>
                <a:avLst/>
                <a:gdLst/>
                <a:ahLst/>
                <a:cxnLst/>
                <a:rect l="l" t="t" r="r" b="b"/>
                <a:pathLst>
                  <a:path w="25717" h="33337" fill="norm" stroke="1" extrusionOk="0">
                    <a:moveTo>
                      <a:pt x="12383" y="0"/>
                    </a:moveTo>
                    <a:cubicBezTo>
                      <a:pt x="9525" y="0"/>
                      <a:pt x="6667" y="953"/>
                      <a:pt x="3810" y="3810"/>
                    </a:cubicBezTo>
                    <a:cubicBezTo>
                      <a:pt x="953" y="5715"/>
                      <a:pt x="0" y="9525"/>
                      <a:pt x="0" y="12383"/>
                    </a:cubicBezTo>
                    <a:cubicBezTo>
                      <a:pt x="0" y="17145"/>
                      <a:pt x="1905" y="21908"/>
                      <a:pt x="5715" y="25718"/>
                    </a:cubicBezTo>
                    <a:cubicBezTo>
                      <a:pt x="9525" y="29528"/>
                      <a:pt x="14288" y="32385"/>
                      <a:pt x="20955" y="33338"/>
                    </a:cubicBezTo>
                    <a:cubicBezTo>
                      <a:pt x="21908" y="31433"/>
                      <a:pt x="23813" y="30480"/>
                      <a:pt x="23813" y="27623"/>
                    </a:cubicBezTo>
                    <a:cubicBezTo>
                      <a:pt x="24765" y="25718"/>
                      <a:pt x="24765" y="22860"/>
                      <a:pt x="25717" y="19050"/>
                    </a:cubicBezTo>
                    <a:cubicBezTo>
                      <a:pt x="25717" y="14288"/>
                      <a:pt x="24765" y="9525"/>
                      <a:pt x="21908" y="6668"/>
                    </a:cubicBezTo>
                    <a:cubicBezTo>
                      <a:pt x="19050" y="2858"/>
                      <a:pt x="16192" y="953"/>
                      <a:pt x="12383" y="0"/>
                    </a:cubicBez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  <a:defRPr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</a:endParaRPr>
              </a:p>
            </p:txBody>
          </p:sp>
          <p:sp>
            <p:nvSpPr>
              <p:cNvPr id="1333" name="Google Shape;1333;p11"/>
              <p:cNvSpPr/>
              <p:nvPr/>
            </p:nvSpPr>
            <p:spPr bwMode="auto">
              <a:xfrm>
                <a:off x="6030277" y="4486275"/>
                <a:ext cx="53339" cy="31431"/>
              </a:xfrm>
              <a:custGeom>
                <a:avLst/>
                <a:gdLst/>
                <a:ahLst/>
                <a:cxnLst/>
                <a:rect l="l" t="t" r="r" b="b"/>
                <a:pathLst>
                  <a:path w="53339" h="31432" fill="norm" stroke="1" extrusionOk="0">
                    <a:moveTo>
                      <a:pt x="26670" y="0"/>
                    </a:moveTo>
                    <a:cubicBezTo>
                      <a:pt x="19050" y="0"/>
                      <a:pt x="13335" y="1905"/>
                      <a:pt x="8572" y="4763"/>
                    </a:cubicBezTo>
                    <a:cubicBezTo>
                      <a:pt x="2857" y="8572"/>
                      <a:pt x="952" y="13335"/>
                      <a:pt x="0" y="18097"/>
                    </a:cubicBezTo>
                    <a:cubicBezTo>
                      <a:pt x="0" y="21907"/>
                      <a:pt x="952" y="24765"/>
                      <a:pt x="4763" y="27622"/>
                    </a:cubicBezTo>
                    <a:cubicBezTo>
                      <a:pt x="7620" y="30480"/>
                      <a:pt x="11430" y="31432"/>
                      <a:pt x="15240" y="31432"/>
                    </a:cubicBezTo>
                    <a:cubicBezTo>
                      <a:pt x="20955" y="31432"/>
                      <a:pt x="27622" y="30480"/>
                      <a:pt x="33338" y="27622"/>
                    </a:cubicBezTo>
                    <a:cubicBezTo>
                      <a:pt x="39052" y="24765"/>
                      <a:pt x="45720" y="20955"/>
                      <a:pt x="53340" y="15240"/>
                    </a:cubicBezTo>
                    <a:cubicBezTo>
                      <a:pt x="49530" y="10478"/>
                      <a:pt x="44767" y="6668"/>
                      <a:pt x="40005" y="3810"/>
                    </a:cubicBezTo>
                    <a:cubicBezTo>
                      <a:pt x="36195" y="1905"/>
                      <a:pt x="31432" y="953"/>
                      <a:pt x="26670" y="0"/>
                    </a:cubicBez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  <a:defRPr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</a:endParaRPr>
              </a:p>
            </p:txBody>
          </p:sp>
          <p:sp>
            <p:nvSpPr>
              <p:cNvPr id="1334" name="Google Shape;1334;p11"/>
              <p:cNvSpPr/>
              <p:nvPr/>
            </p:nvSpPr>
            <p:spPr bwMode="auto">
              <a:xfrm rot="-4288464">
                <a:off x="5514870" y="4359989"/>
                <a:ext cx="37120" cy="36168"/>
              </a:xfrm>
              <a:custGeom>
                <a:avLst/>
                <a:gdLst/>
                <a:ahLst/>
                <a:cxnLst/>
                <a:rect l="l" t="t" r="r" b="b"/>
                <a:pathLst>
                  <a:path w="37147" h="36195" fill="norm" stroke="1" extrusionOk="0">
                    <a:moveTo>
                      <a:pt x="0" y="0"/>
                    </a:moveTo>
                    <a:lnTo>
                      <a:pt x="37148" y="0"/>
                    </a:lnTo>
                    <a:lnTo>
                      <a:pt x="37148" y="36195"/>
                    </a:lnTo>
                    <a:lnTo>
                      <a:pt x="0" y="36195"/>
                    </a:ln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  <a:defRPr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</a:endParaRPr>
              </a:p>
            </p:txBody>
          </p:sp>
          <p:sp>
            <p:nvSpPr>
              <p:cNvPr id="1335" name="Google Shape;1335;p11"/>
              <p:cNvSpPr/>
              <p:nvPr/>
            </p:nvSpPr>
            <p:spPr bwMode="auto">
              <a:xfrm>
                <a:off x="5833809" y="4470677"/>
                <a:ext cx="53593" cy="30258"/>
              </a:xfrm>
              <a:custGeom>
                <a:avLst/>
                <a:gdLst/>
                <a:ahLst/>
                <a:cxnLst/>
                <a:rect l="l" t="t" r="r" b="b"/>
                <a:pathLst>
                  <a:path w="53593" h="30258" fill="norm" stroke="1" extrusionOk="0">
                    <a:moveTo>
                      <a:pt x="28828" y="357"/>
                    </a:moveTo>
                    <a:cubicBezTo>
                      <a:pt x="21208" y="-595"/>
                      <a:pt x="15493" y="357"/>
                      <a:pt x="9778" y="3215"/>
                    </a:cubicBezTo>
                    <a:cubicBezTo>
                      <a:pt x="4063" y="6072"/>
                      <a:pt x="1206" y="10835"/>
                      <a:pt x="253" y="15597"/>
                    </a:cubicBezTo>
                    <a:cubicBezTo>
                      <a:pt x="-699" y="19407"/>
                      <a:pt x="1206" y="22265"/>
                      <a:pt x="3111" y="25122"/>
                    </a:cubicBezTo>
                    <a:cubicBezTo>
                      <a:pt x="5968" y="27980"/>
                      <a:pt x="8826" y="29885"/>
                      <a:pt x="13588" y="29885"/>
                    </a:cubicBezTo>
                    <a:cubicBezTo>
                      <a:pt x="19303" y="30837"/>
                      <a:pt x="25971" y="29885"/>
                      <a:pt x="32638" y="27980"/>
                    </a:cubicBezTo>
                    <a:cubicBezTo>
                      <a:pt x="39306" y="26075"/>
                      <a:pt x="45973" y="23217"/>
                      <a:pt x="53593" y="18455"/>
                    </a:cubicBezTo>
                    <a:cubicBezTo>
                      <a:pt x="49783" y="13692"/>
                      <a:pt x="45973" y="8930"/>
                      <a:pt x="42163" y="5120"/>
                    </a:cubicBezTo>
                    <a:cubicBezTo>
                      <a:pt x="37401" y="3215"/>
                      <a:pt x="32638" y="1310"/>
                      <a:pt x="28828" y="357"/>
                    </a:cubicBez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  <a:defRPr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</a:endParaRPr>
              </a:p>
            </p:txBody>
          </p:sp>
          <p:sp>
            <p:nvSpPr>
              <p:cNvPr id="1336" name="Google Shape;1336;p11"/>
              <p:cNvSpPr/>
              <p:nvPr/>
            </p:nvSpPr>
            <p:spPr bwMode="auto">
              <a:xfrm rot="-1451705">
                <a:off x="6823932" y="4289955"/>
                <a:ext cx="36210" cy="37162"/>
              </a:xfrm>
              <a:custGeom>
                <a:avLst/>
                <a:gdLst/>
                <a:ahLst/>
                <a:cxnLst/>
                <a:rect l="l" t="t" r="r" b="b"/>
                <a:pathLst>
                  <a:path w="36196" h="37148" fill="norm" stroke="1" extrusionOk="0">
                    <a:moveTo>
                      <a:pt x="0" y="0"/>
                    </a:moveTo>
                    <a:lnTo>
                      <a:pt x="36196" y="0"/>
                    </a:lnTo>
                    <a:lnTo>
                      <a:pt x="36196" y="37149"/>
                    </a:lnTo>
                    <a:lnTo>
                      <a:pt x="0" y="37149"/>
                    </a:ln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  <a:defRPr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</a:endParaRPr>
              </a:p>
            </p:txBody>
          </p:sp>
          <p:sp>
            <p:nvSpPr>
              <p:cNvPr id="1337" name="Google Shape;1337;p11"/>
              <p:cNvSpPr/>
              <p:nvPr/>
            </p:nvSpPr>
            <p:spPr bwMode="auto">
              <a:xfrm>
                <a:off x="6727133" y="4373310"/>
                <a:ext cx="54368" cy="46764"/>
              </a:xfrm>
              <a:custGeom>
                <a:avLst/>
                <a:gdLst/>
                <a:ahLst/>
                <a:cxnLst/>
                <a:rect l="l" t="t" r="r" b="b"/>
                <a:pathLst>
                  <a:path w="54368" h="46765" fill="norm" stroke="1" extrusionOk="0">
                    <a:moveTo>
                      <a:pt x="2279" y="24382"/>
                    </a:moveTo>
                    <a:cubicBezTo>
                      <a:pt x="374" y="28192"/>
                      <a:pt x="-579" y="31050"/>
                      <a:pt x="374" y="34859"/>
                    </a:cubicBezTo>
                    <a:cubicBezTo>
                      <a:pt x="2279" y="40575"/>
                      <a:pt x="6089" y="43432"/>
                      <a:pt x="11804" y="45337"/>
                    </a:cubicBezTo>
                    <a:cubicBezTo>
                      <a:pt x="17519" y="47242"/>
                      <a:pt x="24186" y="47242"/>
                      <a:pt x="29901" y="45337"/>
                    </a:cubicBezTo>
                    <a:cubicBezTo>
                      <a:pt x="39426" y="41527"/>
                      <a:pt x="46094" y="36765"/>
                      <a:pt x="49904" y="29145"/>
                    </a:cubicBezTo>
                    <a:cubicBezTo>
                      <a:pt x="54666" y="22477"/>
                      <a:pt x="55619" y="14857"/>
                      <a:pt x="52761" y="8190"/>
                    </a:cubicBezTo>
                    <a:cubicBezTo>
                      <a:pt x="50856" y="4380"/>
                      <a:pt x="47999" y="1522"/>
                      <a:pt x="42284" y="570"/>
                    </a:cubicBezTo>
                    <a:cubicBezTo>
                      <a:pt x="36569" y="-383"/>
                      <a:pt x="30854" y="-383"/>
                      <a:pt x="25139" y="2475"/>
                    </a:cubicBezTo>
                    <a:cubicBezTo>
                      <a:pt x="23234" y="5332"/>
                      <a:pt x="18471" y="9142"/>
                      <a:pt x="11804" y="13905"/>
                    </a:cubicBezTo>
                    <a:cubicBezTo>
                      <a:pt x="7994" y="16762"/>
                      <a:pt x="4184" y="20572"/>
                      <a:pt x="2279" y="24382"/>
                    </a:cubicBez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  <a:defRPr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</a:endParaRPr>
              </a:p>
            </p:txBody>
          </p:sp>
          <p:sp>
            <p:nvSpPr>
              <p:cNvPr id="1338" name="Google Shape;1338;p11"/>
              <p:cNvSpPr/>
              <p:nvPr/>
            </p:nvSpPr>
            <p:spPr bwMode="auto">
              <a:xfrm>
                <a:off x="6563677" y="4377690"/>
                <a:ext cx="48577" cy="69294"/>
              </a:xfrm>
              <a:custGeom>
                <a:avLst/>
                <a:gdLst/>
                <a:ahLst/>
                <a:cxnLst/>
                <a:rect l="l" t="t" r="r" b="b"/>
                <a:pathLst>
                  <a:path w="48577" h="69294" fill="norm" stroke="1" extrusionOk="0">
                    <a:moveTo>
                      <a:pt x="0" y="11430"/>
                    </a:moveTo>
                    <a:lnTo>
                      <a:pt x="15240" y="63817"/>
                    </a:lnTo>
                    <a:cubicBezTo>
                      <a:pt x="16192" y="65722"/>
                      <a:pt x="17145" y="67628"/>
                      <a:pt x="19050" y="68580"/>
                    </a:cubicBezTo>
                    <a:cubicBezTo>
                      <a:pt x="20955" y="69532"/>
                      <a:pt x="22860" y="69532"/>
                      <a:pt x="24765" y="68580"/>
                    </a:cubicBezTo>
                    <a:cubicBezTo>
                      <a:pt x="30480" y="66675"/>
                      <a:pt x="36195" y="62865"/>
                      <a:pt x="40005" y="58103"/>
                    </a:cubicBezTo>
                    <a:cubicBezTo>
                      <a:pt x="44767" y="52388"/>
                      <a:pt x="46672" y="46672"/>
                      <a:pt x="48577" y="39053"/>
                    </a:cubicBezTo>
                    <a:lnTo>
                      <a:pt x="37147" y="0"/>
                    </a:lnTo>
                    <a:lnTo>
                      <a:pt x="0" y="11430"/>
                    </a:ln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  <a:defRPr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</a:endParaRPr>
              </a:p>
            </p:txBody>
          </p:sp>
          <p:sp>
            <p:nvSpPr>
              <p:cNvPr id="1339" name="Google Shape;1339;p11"/>
              <p:cNvSpPr/>
              <p:nvPr/>
            </p:nvSpPr>
            <p:spPr bwMode="auto">
              <a:xfrm>
                <a:off x="6273165" y="4475797"/>
                <a:ext cx="53339" cy="33337"/>
              </a:xfrm>
              <a:custGeom>
                <a:avLst/>
                <a:gdLst/>
                <a:ahLst/>
                <a:cxnLst/>
                <a:rect l="l" t="t" r="r" b="b"/>
                <a:pathLst>
                  <a:path w="53339" h="33337" fill="norm" stroke="1" extrusionOk="0">
                    <a:moveTo>
                      <a:pt x="23813" y="0"/>
                    </a:moveTo>
                    <a:cubicBezTo>
                      <a:pt x="16192" y="953"/>
                      <a:pt x="10477" y="3810"/>
                      <a:pt x="6667" y="7620"/>
                    </a:cubicBezTo>
                    <a:cubicBezTo>
                      <a:pt x="1905" y="12383"/>
                      <a:pt x="0" y="17145"/>
                      <a:pt x="0" y="21908"/>
                    </a:cubicBezTo>
                    <a:cubicBezTo>
                      <a:pt x="0" y="25718"/>
                      <a:pt x="1905" y="28575"/>
                      <a:pt x="5715" y="30480"/>
                    </a:cubicBezTo>
                    <a:cubicBezTo>
                      <a:pt x="8572" y="32385"/>
                      <a:pt x="12382" y="33338"/>
                      <a:pt x="17145" y="33338"/>
                    </a:cubicBezTo>
                    <a:cubicBezTo>
                      <a:pt x="22860" y="32385"/>
                      <a:pt x="28575" y="30480"/>
                      <a:pt x="35242" y="26670"/>
                    </a:cubicBezTo>
                    <a:cubicBezTo>
                      <a:pt x="40957" y="22860"/>
                      <a:pt x="46672" y="18097"/>
                      <a:pt x="53340" y="12383"/>
                    </a:cubicBezTo>
                    <a:cubicBezTo>
                      <a:pt x="48577" y="8572"/>
                      <a:pt x="43815" y="4763"/>
                      <a:pt x="39052" y="2858"/>
                    </a:cubicBezTo>
                    <a:cubicBezTo>
                      <a:pt x="33338" y="953"/>
                      <a:pt x="28575" y="0"/>
                      <a:pt x="23813" y="0"/>
                    </a:cubicBez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  <a:defRPr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</a:endParaRPr>
              </a:p>
            </p:txBody>
          </p:sp>
          <p:sp>
            <p:nvSpPr>
              <p:cNvPr id="1340" name="Google Shape;1340;p11"/>
              <p:cNvSpPr/>
              <p:nvPr/>
            </p:nvSpPr>
            <p:spPr bwMode="auto">
              <a:xfrm>
                <a:off x="6383654" y="4415790"/>
                <a:ext cx="75247" cy="88024"/>
              </a:xfrm>
              <a:custGeom>
                <a:avLst/>
                <a:gdLst/>
                <a:ahLst/>
                <a:cxnLst/>
                <a:rect l="l" t="t" r="r" b="b"/>
                <a:pathLst>
                  <a:path w="75247" h="88024" fill="norm" stroke="1" extrusionOk="0">
                    <a:moveTo>
                      <a:pt x="39053" y="6667"/>
                    </a:moveTo>
                    <a:lnTo>
                      <a:pt x="44767" y="35242"/>
                    </a:lnTo>
                    <a:lnTo>
                      <a:pt x="7620" y="41910"/>
                    </a:lnTo>
                    <a:cubicBezTo>
                      <a:pt x="4763" y="41910"/>
                      <a:pt x="2858" y="43815"/>
                      <a:pt x="1905" y="45720"/>
                    </a:cubicBezTo>
                    <a:cubicBezTo>
                      <a:pt x="0" y="47625"/>
                      <a:pt x="0" y="49530"/>
                      <a:pt x="0" y="52388"/>
                    </a:cubicBezTo>
                    <a:cubicBezTo>
                      <a:pt x="0" y="54292"/>
                      <a:pt x="1905" y="56197"/>
                      <a:pt x="3810" y="58103"/>
                    </a:cubicBezTo>
                    <a:cubicBezTo>
                      <a:pt x="5715" y="60007"/>
                      <a:pt x="8573" y="60960"/>
                      <a:pt x="11430" y="61913"/>
                    </a:cubicBezTo>
                    <a:cubicBezTo>
                      <a:pt x="13335" y="60007"/>
                      <a:pt x="16192" y="58103"/>
                      <a:pt x="20003" y="56197"/>
                    </a:cubicBezTo>
                    <a:cubicBezTo>
                      <a:pt x="22860" y="55245"/>
                      <a:pt x="27623" y="53340"/>
                      <a:pt x="33338" y="52388"/>
                    </a:cubicBezTo>
                    <a:lnTo>
                      <a:pt x="45720" y="65722"/>
                    </a:lnTo>
                    <a:lnTo>
                      <a:pt x="34290" y="67628"/>
                    </a:lnTo>
                    <a:cubicBezTo>
                      <a:pt x="30480" y="68580"/>
                      <a:pt x="26670" y="70485"/>
                      <a:pt x="23813" y="72390"/>
                    </a:cubicBezTo>
                    <a:cubicBezTo>
                      <a:pt x="20955" y="75247"/>
                      <a:pt x="20003" y="78105"/>
                      <a:pt x="20955" y="80963"/>
                    </a:cubicBezTo>
                    <a:cubicBezTo>
                      <a:pt x="21908" y="83820"/>
                      <a:pt x="22860" y="85725"/>
                      <a:pt x="25717" y="86678"/>
                    </a:cubicBezTo>
                    <a:cubicBezTo>
                      <a:pt x="28575" y="87630"/>
                      <a:pt x="32385" y="88582"/>
                      <a:pt x="35242" y="87630"/>
                    </a:cubicBezTo>
                    <a:cubicBezTo>
                      <a:pt x="43815" y="85725"/>
                      <a:pt x="52388" y="81915"/>
                      <a:pt x="59055" y="75247"/>
                    </a:cubicBezTo>
                    <a:cubicBezTo>
                      <a:pt x="66675" y="68580"/>
                      <a:pt x="71438" y="60007"/>
                      <a:pt x="75248" y="49530"/>
                    </a:cubicBezTo>
                    <a:lnTo>
                      <a:pt x="65723" y="0"/>
                    </a:lnTo>
                    <a:lnTo>
                      <a:pt x="39053" y="6667"/>
                    </a:ln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  <a:defRPr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</a:endParaRPr>
              </a:p>
            </p:txBody>
          </p:sp>
          <p:sp>
            <p:nvSpPr>
              <p:cNvPr id="1341" name="Google Shape;1341;p11"/>
              <p:cNvSpPr/>
              <p:nvPr/>
            </p:nvSpPr>
            <p:spPr bwMode="auto">
              <a:xfrm>
                <a:off x="4910701" y="3818108"/>
                <a:ext cx="2376312" cy="776751"/>
              </a:xfrm>
              <a:custGeom>
                <a:avLst/>
                <a:gdLst/>
                <a:ahLst/>
                <a:cxnLst/>
                <a:rect l="l" t="t" r="r" b="b"/>
                <a:pathLst>
                  <a:path w="2376312" h="776751" fill="norm" stroke="1" extrusionOk="0">
                    <a:moveTo>
                      <a:pt x="2324489" y="401466"/>
                    </a:moveTo>
                    <a:cubicBezTo>
                      <a:pt x="2315916" y="384321"/>
                      <a:pt x="2307344" y="367176"/>
                      <a:pt x="2299724" y="350031"/>
                    </a:cubicBezTo>
                    <a:cubicBezTo>
                      <a:pt x="2316869" y="337649"/>
                      <a:pt x="2332109" y="325266"/>
                      <a:pt x="2348301" y="310979"/>
                    </a:cubicBezTo>
                    <a:cubicBezTo>
                      <a:pt x="2399736" y="264306"/>
                      <a:pt x="2369256" y="202394"/>
                      <a:pt x="2344491" y="152864"/>
                    </a:cubicBezTo>
                    <a:lnTo>
                      <a:pt x="2339729" y="142386"/>
                    </a:lnTo>
                    <a:cubicBezTo>
                      <a:pt x="2327346" y="116669"/>
                      <a:pt x="2329251" y="90951"/>
                      <a:pt x="2331156" y="69044"/>
                    </a:cubicBezTo>
                    <a:cubicBezTo>
                      <a:pt x="2333061" y="48089"/>
                      <a:pt x="2334966" y="28086"/>
                      <a:pt x="2321631" y="14751"/>
                    </a:cubicBezTo>
                    <a:cubicBezTo>
                      <a:pt x="2310201" y="2369"/>
                      <a:pt x="2288294" y="-1441"/>
                      <a:pt x="2253051" y="464"/>
                    </a:cubicBezTo>
                    <a:lnTo>
                      <a:pt x="2253051" y="464"/>
                    </a:lnTo>
                    <a:cubicBezTo>
                      <a:pt x="2253051" y="464"/>
                      <a:pt x="2252099" y="464"/>
                      <a:pt x="2252099" y="464"/>
                    </a:cubicBezTo>
                    <a:cubicBezTo>
                      <a:pt x="2175899" y="5226"/>
                      <a:pt x="2128274" y="68091"/>
                      <a:pt x="2118749" y="177629"/>
                    </a:cubicBezTo>
                    <a:cubicBezTo>
                      <a:pt x="2112081" y="180486"/>
                      <a:pt x="2106366" y="184296"/>
                      <a:pt x="2099699" y="187154"/>
                    </a:cubicBezTo>
                    <a:cubicBezTo>
                      <a:pt x="2052074" y="209061"/>
                      <a:pt x="1995876" y="226206"/>
                      <a:pt x="1943489" y="239541"/>
                    </a:cubicBezTo>
                    <a:lnTo>
                      <a:pt x="1943489" y="239541"/>
                    </a:lnTo>
                    <a:cubicBezTo>
                      <a:pt x="1932059" y="242399"/>
                      <a:pt x="1923486" y="244304"/>
                      <a:pt x="1915866" y="246209"/>
                    </a:cubicBezTo>
                    <a:cubicBezTo>
                      <a:pt x="1915866" y="246209"/>
                      <a:pt x="1915866" y="246209"/>
                      <a:pt x="1914914" y="246209"/>
                    </a:cubicBezTo>
                    <a:lnTo>
                      <a:pt x="1914914" y="246209"/>
                    </a:lnTo>
                    <a:cubicBezTo>
                      <a:pt x="1906341" y="249066"/>
                      <a:pt x="1900626" y="250971"/>
                      <a:pt x="1896816" y="253829"/>
                    </a:cubicBezTo>
                    <a:cubicBezTo>
                      <a:pt x="1866336" y="272879"/>
                      <a:pt x="1887291" y="351936"/>
                      <a:pt x="1896816" y="381464"/>
                    </a:cubicBezTo>
                    <a:cubicBezTo>
                      <a:pt x="1760609" y="478619"/>
                      <a:pt x="1504386" y="540531"/>
                      <a:pt x="1219589" y="540531"/>
                    </a:cubicBezTo>
                    <a:cubicBezTo>
                      <a:pt x="1209111" y="540531"/>
                      <a:pt x="1199586" y="540531"/>
                      <a:pt x="1189109" y="540531"/>
                    </a:cubicBezTo>
                    <a:lnTo>
                      <a:pt x="1189109" y="540531"/>
                    </a:lnTo>
                    <a:cubicBezTo>
                      <a:pt x="1189109" y="540531"/>
                      <a:pt x="1189109" y="540531"/>
                      <a:pt x="1188156" y="540531"/>
                    </a:cubicBezTo>
                    <a:cubicBezTo>
                      <a:pt x="1188156" y="540531"/>
                      <a:pt x="1188156" y="540531"/>
                      <a:pt x="1187204" y="540531"/>
                    </a:cubicBezTo>
                    <a:lnTo>
                      <a:pt x="1187204" y="540531"/>
                    </a:lnTo>
                    <a:cubicBezTo>
                      <a:pt x="1176726" y="540531"/>
                      <a:pt x="1167201" y="540531"/>
                      <a:pt x="1156724" y="540531"/>
                    </a:cubicBezTo>
                    <a:cubicBezTo>
                      <a:pt x="871926" y="540531"/>
                      <a:pt x="615704" y="479571"/>
                      <a:pt x="479496" y="381464"/>
                    </a:cubicBezTo>
                    <a:cubicBezTo>
                      <a:pt x="489021" y="351936"/>
                      <a:pt x="509976" y="272879"/>
                      <a:pt x="479496" y="253829"/>
                    </a:cubicBezTo>
                    <a:cubicBezTo>
                      <a:pt x="475686" y="250971"/>
                      <a:pt x="469019" y="249066"/>
                      <a:pt x="461399" y="246209"/>
                    </a:cubicBezTo>
                    <a:lnTo>
                      <a:pt x="461399" y="246209"/>
                    </a:lnTo>
                    <a:cubicBezTo>
                      <a:pt x="461399" y="246209"/>
                      <a:pt x="461399" y="246209"/>
                      <a:pt x="460446" y="246209"/>
                    </a:cubicBezTo>
                    <a:cubicBezTo>
                      <a:pt x="452826" y="244304"/>
                      <a:pt x="444254" y="241446"/>
                      <a:pt x="432824" y="239541"/>
                    </a:cubicBezTo>
                    <a:lnTo>
                      <a:pt x="432824" y="239541"/>
                    </a:lnTo>
                    <a:cubicBezTo>
                      <a:pt x="379484" y="226206"/>
                      <a:pt x="323286" y="208109"/>
                      <a:pt x="276614" y="187154"/>
                    </a:cubicBezTo>
                    <a:cubicBezTo>
                      <a:pt x="269946" y="184296"/>
                      <a:pt x="263279" y="181439"/>
                      <a:pt x="257564" y="177629"/>
                    </a:cubicBezTo>
                    <a:cubicBezTo>
                      <a:pt x="248039" y="68091"/>
                      <a:pt x="200414" y="6179"/>
                      <a:pt x="124214" y="464"/>
                    </a:cubicBezTo>
                    <a:cubicBezTo>
                      <a:pt x="124214" y="464"/>
                      <a:pt x="123261" y="464"/>
                      <a:pt x="123261" y="464"/>
                    </a:cubicBezTo>
                    <a:lnTo>
                      <a:pt x="123261" y="464"/>
                    </a:lnTo>
                    <a:cubicBezTo>
                      <a:pt x="87066" y="-1441"/>
                      <a:pt x="66111" y="3321"/>
                      <a:pt x="54681" y="14751"/>
                    </a:cubicBezTo>
                    <a:cubicBezTo>
                      <a:pt x="41346" y="28086"/>
                      <a:pt x="43251" y="48089"/>
                      <a:pt x="45156" y="69044"/>
                    </a:cubicBezTo>
                    <a:cubicBezTo>
                      <a:pt x="47061" y="91904"/>
                      <a:pt x="49919" y="116669"/>
                      <a:pt x="36584" y="142386"/>
                    </a:cubicBezTo>
                    <a:lnTo>
                      <a:pt x="31821" y="152864"/>
                    </a:lnTo>
                    <a:cubicBezTo>
                      <a:pt x="7056" y="202394"/>
                      <a:pt x="-23424" y="264306"/>
                      <a:pt x="28011" y="310979"/>
                    </a:cubicBezTo>
                    <a:cubicBezTo>
                      <a:pt x="43251" y="325266"/>
                      <a:pt x="59444" y="338601"/>
                      <a:pt x="76589" y="350031"/>
                    </a:cubicBezTo>
                    <a:cubicBezTo>
                      <a:pt x="69921" y="367176"/>
                      <a:pt x="60396" y="385274"/>
                      <a:pt x="51824" y="401466"/>
                    </a:cubicBezTo>
                    <a:cubicBezTo>
                      <a:pt x="36584" y="430041"/>
                      <a:pt x="21344" y="460521"/>
                      <a:pt x="13724" y="493859"/>
                    </a:cubicBezTo>
                    <a:cubicBezTo>
                      <a:pt x="10866" y="506241"/>
                      <a:pt x="4199" y="609111"/>
                      <a:pt x="25154" y="616731"/>
                    </a:cubicBezTo>
                    <a:cubicBezTo>
                      <a:pt x="28964" y="617684"/>
                      <a:pt x="36584" y="618636"/>
                      <a:pt x="42299" y="606254"/>
                    </a:cubicBezTo>
                    <a:cubicBezTo>
                      <a:pt x="64206" y="562439"/>
                      <a:pt x="100401" y="516719"/>
                      <a:pt x="123261" y="515766"/>
                    </a:cubicBezTo>
                    <a:cubicBezTo>
                      <a:pt x="127071" y="515766"/>
                      <a:pt x="133739" y="516719"/>
                      <a:pt x="140406" y="526244"/>
                    </a:cubicBezTo>
                    <a:cubicBezTo>
                      <a:pt x="146121" y="534816"/>
                      <a:pt x="150884" y="548151"/>
                      <a:pt x="155646" y="557676"/>
                    </a:cubicBezTo>
                    <a:cubicBezTo>
                      <a:pt x="162314" y="573869"/>
                      <a:pt x="165171" y="581489"/>
                      <a:pt x="173744" y="579584"/>
                    </a:cubicBezTo>
                    <a:cubicBezTo>
                      <a:pt x="182316" y="577679"/>
                      <a:pt x="182316" y="568154"/>
                      <a:pt x="182316" y="560534"/>
                    </a:cubicBezTo>
                    <a:cubicBezTo>
                      <a:pt x="182316" y="511004"/>
                      <a:pt x="196604" y="463379"/>
                      <a:pt x="211844" y="419564"/>
                    </a:cubicBezTo>
                    <a:cubicBezTo>
                      <a:pt x="247086" y="432899"/>
                      <a:pt x="281376" y="442424"/>
                      <a:pt x="315666" y="451949"/>
                    </a:cubicBezTo>
                    <a:cubicBezTo>
                      <a:pt x="316619" y="451949"/>
                      <a:pt x="317571" y="452901"/>
                      <a:pt x="318524" y="452901"/>
                    </a:cubicBezTo>
                    <a:lnTo>
                      <a:pt x="315666" y="455759"/>
                    </a:lnTo>
                    <a:cubicBezTo>
                      <a:pt x="305189" y="467189"/>
                      <a:pt x="289949" y="481476"/>
                      <a:pt x="289949" y="481476"/>
                    </a:cubicBezTo>
                    <a:cubicBezTo>
                      <a:pt x="279471" y="492906"/>
                      <a:pt x="273756" y="507194"/>
                      <a:pt x="275661" y="520529"/>
                    </a:cubicBezTo>
                    <a:cubicBezTo>
                      <a:pt x="276614" y="533864"/>
                      <a:pt x="284234" y="545294"/>
                      <a:pt x="296616" y="553866"/>
                    </a:cubicBezTo>
                    <a:cubicBezTo>
                      <a:pt x="492831" y="693884"/>
                      <a:pt x="814776" y="776751"/>
                      <a:pt x="1157676" y="776751"/>
                    </a:cubicBezTo>
                    <a:cubicBezTo>
                      <a:pt x="1167201" y="776751"/>
                      <a:pt x="1177679" y="776751"/>
                      <a:pt x="1189109" y="776751"/>
                    </a:cubicBezTo>
                    <a:cubicBezTo>
                      <a:pt x="1199586" y="776751"/>
                      <a:pt x="1210064" y="776751"/>
                      <a:pt x="1220541" y="776751"/>
                    </a:cubicBezTo>
                    <a:cubicBezTo>
                      <a:pt x="1563441" y="776751"/>
                      <a:pt x="1885386" y="692931"/>
                      <a:pt x="2081601" y="553866"/>
                    </a:cubicBezTo>
                    <a:cubicBezTo>
                      <a:pt x="2093984" y="545294"/>
                      <a:pt x="2100651" y="532911"/>
                      <a:pt x="2102556" y="520529"/>
                    </a:cubicBezTo>
                    <a:cubicBezTo>
                      <a:pt x="2103509" y="507194"/>
                      <a:pt x="2098746" y="492906"/>
                      <a:pt x="2088269" y="481476"/>
                    </a:cubicBezTo>
                    <a:cubicBezTo>
                      <a:pt x="2088269" y="481476"/>
                      <a:pt x="2073029" y="467189"/>
                      <a:pt x="2062551" y="455759"/>
                    </a:cubicBezTo>
                    <a:lnTo>
                      <a:pt x="2059694" y="452901"/>
                    </a:lnTo>
                    <a:cubicBezTo>
                      <a:pt x="2060646" y="452901"/>
                      <a:pt x="2061599" y="451949"/>
                      <a:pt x="2062551" y="451949"/>
                    </a:cubicBezTo>
                    <a:cubicBezTo>
                      <a:pt x="2096841" y="442424"/>
                      <a:pt x="2132084" y="431946"/>
                      <a:pt x="2166374" y="419564"/>
                    </a:cubicBezTo>
                    <a:cubicBezTo>
                      <a:pt x="2181614" y="463379"/>
                      <a:pt x="2195901" y="511004"/>
                      <a:pt x="2195901" y="560534"/>
                    </a:cubicBezTo>
                    <a:cubicBezTo>
                      <a:pt x="2195901" y="568154"/>
                      <a:pt x="2195901" y="577679"/>
                      <a:pt x="2204474" y="579584"/>
                    </a:cubicBezTo>
                    <a:cubicBezTo>
                      <a:pt x="2213046" y="581489"/>
                      <a:pt x="2215904" y="573869"/>
                      <a:pt x="2222571" y="557676"/>
                    </a:cubicBezTo>
                    <a:cubicBezTo>
                      <a:pt x="2226381" y="547199"/>
                      <a:pt x="2232096" y="534816"/>
                      <a:pt x="2237811" y="526244"/>
                    </a:cubicBezTo>
                    <a:cubicBezTo>
                      <a:pt x="2244479" y="516719"/>
                      <a:pt x="2250194" y="515766"/>
                      <a:pt x="2254956" y="515766"/>
                    </a:cubicBezTo>
                    <a:cubicBezTo>
                      <a:pt x="2277816" y="516719"/>
                      <a:pt x="2314011" y="563391"/>
                      <a:pt x="2335919" y="606254"/>
                    </a:cubicBezTo>
                    <a:cubicBezTo>
                      <a:pt x="2341634" y="618636"/>
                      <a:pt x="2349254" y="617684"/>
                      <a:pt x="2353064" y="616731"/>
                    </a:cubicBezTo>
                    <a:cubicBezTo>
                      <a:pt x="2374019" y="609111"/>
                      <a:pt x="2367351" y="506241"/>
                      <a:pt x="2364494" y="493859"/>
                    </a:cubicBezTo>
                    <a:cubicBezTo>
                      <a:pt x="2354969" y="459569"/>
                      <a:pt x="2339729" y="430041"/>
                      <a:pt x="2324489" y="401466"/>
                    </a:cubicBezTo>
                    <a:close/>
                    <a:moveTo>
                      <a:pt x="165171" y="538626"/>
                    </a:moveTo>
                    <a:cubicBezTo>
                      <a:pt x="162314" y="531006"/>
                      <a:pt x="158504" y="523386"/>
                      <a:pt x="153741" y="516719"/>
                    </a:cubicBezTo>
                    <a:cubicBezTo>
                      <a:pt x="143264" y="500526"/>
                      <a:pt x="130881" y="497669"/>
                      <a:pt x="121356" y="498621"/>
                    </a:cubicBezTo>
                    <a:cubicBezTo>
                      <a:pt x="87066" y="500526"/>
                      <a:pt x="48966" y="554819"/>
                      <a:pt x="29916" y="591966"/>
                    </a:cubicBezTo>
                    <a:cubicBezTo>
                      <a:pt x="26106" y="568154"/>
                      <a:pt x="26106" y="515766"/>
                      <a:pt x="29916" y="497669"/>
                    </a:cubicBezTo>
                    <a:cubicBezTo>
                      <a:pt x="37536" y="466236"/>
                      <a:pt x="51824" y="437661"/>
                      <a:pt x="67064" y="409086"/>
                    </a:cubicBezTo>
                    <a:cubicBezTo>
                      <a:pt x="75636" y="392894"/>
                      <a:pt x="84209" y="376701"/>
                      <a:pt x="90876" y="359556"/>
                    </a:cubicBezTo>
                    <a:cubicBezTo>
                      <a:pt x="122309" y="380511"/>
                      <a:pt x="156599" y="398609"/>
                      <a:pt x="194699" y="413849"/>
                    </a:cubicBezTo>
                    <a:cubicBezTo>
                      <a:pt x="181364" y="452901"/>
                      <a:pt x="168029" y="494811"/>
                      <a:pt x="165171" y="538626"/>
                    </a:cubicBezTo>
                    <a:close/>
                    <a:moveTo>
                      <a:pt x="103259" y="26181"/>
                    </a:moveTo>
                    <a:cubicBezTo>
                      <a:pt x="104211" y="23324"/>
                      <a:pt x="105164" y="16656"/>
                      <a:pt x="123261" y="16656"/>
                    </a:cubicBezTo>
                    <a:cubicBezTo>
                      <a:pt x="203271" y="22371"/>
                      <a:pt x="230894" y="97619"/>
                      <a:pt x="239466" y="166199"/>
                    </a:cubicBezTo>
                    <a:cubicBezTo>
                      <a:pt x="148979" y="115716"/>
                      <a:pt x="97544" y="50946"/>
                      <a:pt x="103259" y="26181"/>
                    </a:cubicBezTo>
                    <a:close/>
                    <a:moveTo>
                      <a:pt x="469019" y="345269"/>
                    </a:moveTo>
                    <a:cubicBezTo>
                      <a:pt x="467114" y="351936"/>
                      <a:pt x="465209" y="357651"/>
                      <a:pt x="464256" y="364319"/>
                    </a:cubicBezTo>
                    <a:cubicBezTo>
                      <a:pt x="462351" y="363366"/>
                      <a:pt x="461399" y="362414"/>
                      <a:pt x="459494" y="360509"/>
                    </a:cubicBezTo>
                    <a:cubicBezTo>
                      <a:pt x="441396" y="346221"/>
                      <a:pt x="431871" y="336696"/>
                      <a:pt x="435681" y="324314"/>
                    </a:cubicBezTo>
                    <a:cubicBezTo>
                      <a:pt x="438539" y="314789"/>
                      <a:pt x="444254" y="312884"/>
                      <a:pt x="452826" y="312884"/>
                    </a:cubicBezTo>
                    <a:cubicBezTo>
                      <a:pt x="456636" y="312884"/>
                      <a:pt x="460446" y="312884"/>
                      <a:pt x="465209" y="313836"/>
                    </a:cubicBezTo>
                    <a:cubicBezTo>
                      <a:pt x="469019" y="313836"/>
                      <a:pt x="471876" y="314789"/>
                      <a:pt x="475686" y="314789"/>
                    </a:cubicBezTo>
                    <a:moveTo>
                      <a:pt x="565221" y="589109"/>
                    </a:moveTo>
                    <a:cubicBezTo>
                      <a:pt x="560459" y="578631"/>
                      <a:pt x="559506" y="571011"/>
                      <a:pt x="561411" y="565296"/>
                    </a:cubicBezTo>
                    <a:cubicBezTo>
                      <a:pt x="561411" y="564344"/>
                      <a:pt x="563316" y="563391"/>
                      <a:pt x="564269" y="563391"/>
                    </a:cubicBezTo>
                    <a:cubicBezTo>
                      <a:pt x="566174" y="563391"/>
                      <a:pt x="568079" y="563391"/>
                      <a:pt x="569984" y="563391"/>
                    </a:cubicBezTo>
                    <a:lnTo>
                      <a:pt x="580461" y="567201"/>
                    </a:lnTo>
                    <a:lnTo>
                      <a:pt x="591891" y="531959"/>
                    </a:lnTo>
                    <a:lnTo>
                      <a:pt x="572841" y="525291"/>
                    </a:lnTo>
                    <a:lnTo>
                      <a:pt x="572841" y="526244"/>
                    </a:lnTo>
                    <a:lnTo>
                      <a:pt x="553791" y="518624"/>
                    </a:lnTo>
                    <a:lnTo>
                      <a:pt x="512834" y="615779"/>
                    </a:lnTo>
                    <a:lnTo>
                      <a:pt x="499499" y="597681"/>
                    </a:lnTo>
                    <a:lnTo>
                      <a:pt x="513786" y="564344"/>
                    </a:lnTo>
                    <a:cubicBezTo>
                      <a:pt x="511881" y="565296"/>
                      <a:pt x="509976" y="566249"/>
                      <a:pt x="507119" y="566249"/>
                    </a:cubicBezTo>
                    <a:cubicBezTo>
                      <a:pt x="505214" y="566249"/>
                      <a:pt x="503309" y="566249"/>
                      <a:pt x="501404" y="565296"/>
                    </a:cubicBezTo>
                    <a:cubicBezTo>
                      <a:pt x="499499" y="564344"/>
                      <a:pt x="498546" y="563391"/>
                      <a:pt x="496641" y="561486"/>
                    </a:cubicBezTo>
                    <a:cubicBezTo>
                      <a:pt x="494736" y="559581"/>
                      <a:pt x="492831" y="557676"/>
                      <a:pt x="491879" y="554819"/>
                    </a:cubicBezTo>
                    <a:cubicBezTo>
                      <a:pt x="491879" y="558629"/>
                      <a:pt x="490926" y="561486"/>
                      <a:pt x="489974" y="564344"/>
                    </a:cubicBezTo>
                    <a:cubicBezTo>
                      <a:pt x="487116" y="571011"/>
                      <a:pt x="482354" y="575774"/>
                      <a:pt x="475686" y="577679"/>
                    </a:cubicBezTo>
                    <a:cubicBezTo>
                      <a:pt x="469019" y="580536"/>
                      <a:pt x="463304" y="580536"/>
                      <a:pt x="456636" y="577679"/>
                    </a:cubicBezTo>
                    <a:cubicBezTo>
                      <a:pt x="447111" y="573869"/>
                      <a:pt x="440444" y="565296"/>
                      <a:pt x="435681" y="551961"/>
                    </a:cubicBezTo>
                    <a:cubicBezTo>
                      <a:pt x="430919" y="538626"/>
                      <a:pt x="429014" y="522434"/>
                      <a:pt x="429966" y="504336"/>
                    </a:cubicBezTo>
                    <a:lnTo>
                      <a:pt x="436634" y="503384"/>
                    </a:lnTo>
                    <a:cubicBezTo>
                      <a:pt x="435681" y="515766"/>
                      <a:pt x="438539" y="527196"/>
                      <a:pt x="442349" y="536721"/>
                    </a:cubicBezTo>
                    <a:cubicBezTo>
                      <a:pt x="446159" y="546246"/>
                      <a:pt x="452826" y="552914"/>
                      <a:pt x="460446" y="555771"/>
                    </a:cubicBezTo>
                    <a:cubicBezTo>
                      <a:pt x="465209" y="557676"/>
                      <a:pt x="469019" y="557676"/>
                      <a:pt x="473781" y="556724"/>
                    </a:cubicBezTo>
                    <a:cubicBezTo>
                      <a:pt x="478544" y="554819"/>
                      <a:pt x="481401" y="551961"/>
                      <a:pt x="483306" y="548151"/>
                    </a:cubicBezTo>
                    <a:cubicBezTo>
                      <a:pt x="484259" y="546246"/>
                      <a:pt x="484259" y="543389"/>
                      <a:pt x="484259" y="540531"/>
                    </a:cubicBezTo>
                    <a:cubicBezTo>
                      <a:pt x="484259" y="537674"/>
                      <a:pt x="483306" y="534816"/>
                      <a:pt x="482354" y="532911"/>
                    </a:cubicBezTo>
                    <a:cubicBezTo>
                      <a:pt x="476639" y="533864"/>
                      <a:pt x="469019" y="532911"/>
                      <a:pt x="459494" y="531006"/>
                    </a:cubicBezTo>
                    <a:lnTo>
                      <a:pt x="457589" y="511004"/>
                    </a:lnTo>
                    <a:cubicBezTo>
                      <a:pt x="465209" y="513861"/>
                      <a:pt x="472829" y="514814"/>
                      <a:pt x="480449" y="513861"/>
                    </a:cubicBezTo>
                    <a:cubicBezTo>
                      <a:pt x="487116" y="512909"/>
                      <a:pt x="491879" y="509099"/>
                      <a:pt x="494736" y="504336"/>
                    </a:cubicBezTo>
                    <a:cubicBezTo>
                      <a:pt x="495689" y="501479"/>
                      <a:pt x="495689" y="499574"/>
                      <a:pt x="494736" y="496716"/>
                    </a:cubicBezTo>
                    <a:cubicBezTo>
                      <a:pt x="493784" y="493859"/>
                      <a:pt x="491879" y="492906"/>
                      <a:pt x="489974" y="491954"/>
                    </a:cubicBezTo>
                    <a:cubicBezTo>
                      <a:pt x="484259" y="490049"/>
                      <a:pt x="478544" y="488144"/>
                      <a:pt x="472829" y="488144"/>
                    </a:cubicBezTo>
                    <a:cubicBezTo>
                      <a:pt x="467114" y="488144"/>
                      <a:pt x="461399" y="489096"/>
                      <a:pt x="456636" y="491954"/>
                    </a:cubicBezTo>
                    <a:lnTo>
                      <a:pt x="451874" y="471951"/>
                    </a:lnTo>
                    <a:cubicBezTo>
                      <a:pt x="456636" y="470046"/>
                      <a:pt x="462351" y="469094"/>
                      <a:pt x="468066" y="469094"/>
                    </a:cubicBezTo>
                    <a:cubicBezTo>
                      <a:pt x="473781" y="469094"/>
                      <a:pt x="479496" y="470999"/>
                      <a:pt x="486164" y="472904"/>
                    </a:cubicBezTo>
                    <a:cubicBezTo>
                      <a:pt x="491879" y="475761"/>
                      <a:pt x="497594" y="482429"/>
                      <a:pt x="501404" y="493859"/>
                    </a:cubicBezTo>
                    <a:cubicBezTo>
                      <a:pt x="505214" y="505289"/>
                      <a:pt x="506166" y="513861"/>
                      <a:pt x="504261" y="519576"/>
                    </a:cubicBezTo>
                    <a:cubicBezTo>
                      <a:pt x="503309" y="522434"/>
                      <a:pt x="501404" y="525291"/>
                      <a:pt x="498546" y="527196"/>
                    </a:cubicBezTo>
                    <a:cubicBezTo>
                      <a:pt x="495689" y="529101"/>
                      <a:pt x="492831" y="531006"/>
                      <a:pt x="489021" y="531959"/>
                    </a:cubicBezTo>
                    <a:cubicBezTo>
                      <a:pt x="490926" y="534816"/>
                      <a:pt x="491879" y="538626"/>
                      <a:pt x="492831" y="544341"/>
                    </a:cubicBezTo>
                    <a:cubicBezTo>
                      <a:pt x="494736" y="546246"/>
                      <a:pt x="497594" y="548151"/>
                      <a:pt x="500451" y="549104"/>
                    </a:cubicBezTo>
                    <a:cubicBezTo>
                      <a:pt x="504261" y="551009"/>
                      <a:pt x="508071" y="551009"/>
                      <a:pt x="511881" y="551009"/>
                    </a:cubicBezTo>
                    <a:cubicBezTo>
                      <a:pt x="515691" y="550056"/>
                      <a:pt x="519501" y="549104"/>
                      <a:pt x="522359" y="546246"/>
                    </a:cubicBezTo>
                    <a:lnTo>
                      <a:pt x="536646" y="511004"/>
                    </a:lnTo>
                    <a:lnTo>
                      <a:pt x="521406" y="504336"/>
                    </a:lnTo>
                    <a:lnTo>
                      <a:pt x="515691" y="486239"/>
                    </a:lnTo>
                    <a:lnTo>
                      <a:pt x="568079" y="508146"/>
                    </a:lnTo>
                    <a:lnTo>
                      <a:pt x="675711" y="544341"/>
                    </a:lnTo>
                    <a:lnTo>
                      <a:pt x="675711" y="545294"/>
                    </a:lnTo>
                    <a:lnTo>
                      <a:pt x="782391" y="573869"/>
                    </a:lnTo>
                    <a:lnTo>
                      <a:pt x="789059" y="590061"/>
                    </a:lnTo>
                    <a:lnTo>
                      <a:pt x="769056" y="585299"/>
                    </a:lnTo>
                    <a:lnTo>
                      <a:pt x="742386" y="686264"/>
                    </a:lnTo>
                    <a:lnTo>
                      <a:pt x="727146" y="670071"/>
                    </a:lnTo>
                    <a:lnTo>
                      <a:pt x="741434" y="616731"/>
                    </a:lnTo>
                    <a:lnTo>
                      <a:pt x="706191" y="607206"/>
                    </a:lnTo>
                    <a:cubicBezTo>
                      <a:pt x="703334" y="606254"/>
                      <a:pt x="700476" y="607206"/>
                      <a:pt x="697619" y="609111"/>
                    </a:cubicBezTo>
                    <a:cubicBezTo>
                      <a:pt x="694761" y="611969"/>
                      <a:pt x="692856" y="614826"/>
                      <a:pt x="691904" y="619589"/>
                    </a:cubicBezTo>
                    <a:cubicBezTo>
                      <a:pt x="689999" y="627209"/>
                      <a:pt x="689999" y="634829"/>
                      <a:pt x="691904" y="643401"/>
                    </a:cubicBezTo>
                    <a:cubicBezTo>
                      <a:pt x="693809" y="651974"/>
                      <a:pt x="697619" y="659594"/>
                      <a:pt x="702381" y="667214"/>
                    </a:cubicBezTo>
                    <a:lnTo>
                      <a:pt x="693809" y="671024"/>
                    </a:lnTo>
                    <a:cubicBezTo>
                      <a:pt x="686189" y="656736"/>
                      <a:pt x="680474" y="644354"/>
                      <a:pt x="677616" y="633876"/>
                    </a:cubicBezTo>
                    <a:cubicBezTo>
                      <a:pt x="673806" y="623399"/>
                      <a:pt x="673806" y="613874"/>
                      <a:pt x="674759" y="608159"/>
                    </a:cubicBezTo>
                    <a:cubicBezTo>
                      <a:pt x="676664" y="601491"/>
                      <a:pt x="680474" y="596729"/>
                      <a:pt x="685236" y="592919"/>
                    </a:cubicBezTo>
                    <a:cubicBezTo>
                      <a:pt x="690951" y="589109"/>
                      <a:pt x="695714" y="588156"/>
                      <a:pt x="701429" y="590061"/>
                    </a:cubicBezTo>
                    <a:lnTo>
                      <a:pt x="745244" y="601491"/>
                    </a:lnTo>
                    <a:lnTo>
                      <a:pt x="750959" y="580536"/>
                    </a:lnTo>
                    <a:lnTo>
                      <a:pt x="681426" y="562439"/>
                    </a:lnTo>
                    <a:lnTo>
                      <a:pt x="681426" y="562439"/>
                    </a:lnTo>
                    <a:lnTo>
                      <a:pt x="678569" y="561486"/>
                    </a:lnTo>
                    <a:lnTo>
                      <a:pt x="677616" y="561486"/>
                    </a:lnTo>
                    <a:lnTo>
                      <a:pt x="677616" y="561486"/>
                    </a:lnTo>
                    <a:lnTo>
                      <a:pt x="662376" y="556724"/>
                    </a:lnTo>
                    <a:lnTo>
                      <a:pt x="632849" y="645306"/>
                    </a:lnTo>
                    <a:lnTo>
                      <a:pt x="634754" y="646259"/>
                    </a:lnTo>
                    <a:lnTo>
                      <a:pt x="640469" y="661499"/>
                    </a:lnTo>
                    <a:lnTo>
                      <a:pt x="623324" y="656736"/>
                    </a:lnTo>
                    <a:cubicBezTo>
                      <a:pt x="619514" y="655784"/>
                      <a:pt x="614751" y="655784"/>
                      <a:pt x="610941" y="658641"/>
                    </a:cubicBezTo>
                    <a:cubicBezTo>
                      <a:pt x="607131" y="661499"/>
                      <a:pt x="604274" y="665309"/>
                      <a:pt x="603321" y="670071"/>
                    </a:cubicBezTo>
                    <a:cubicBezTo>
                      <a:pt x="602369" y="672929"/>
                      <a:pt x="602369" y="675786"/>
                      <a:pt x="604274" y="679596"/>
                    </a:cubicBezTo>
                    <a:cubicBezTo>
                      <a:pt x="606179" y="682454"/>
                      <a:pt x="608084" y="684359"/>
                      <a:pt x="610941" y="685311"/>
                    </a:cubicBezTo>
                    <a:cubicBezTo>
                      <a:pt x="615704" y="686264"/>
                      <a:pt x="620466" y="687216"/>
                      <a:pt x="625229" y="686264"/>
                    </a:cubicBezTo>
                    <a:cubicBezTo>
                      <a:pt x="630944" y="685311"/>
                      <a:pt x="635706" y="684359"/>
                      <a:pt x="640469" y="681501"/>
                    </a:cubicBezTo>
                    <a:lnTo>
                      <a:pt x="647136" y="698646"/>
                    </a:lnTo>
                    <a:cubicBezTo>
                      <a:pt x="642374" y="700551"/>
                      <a:pt x="637611" y="701504"/>
                      <a:pt x="631896" y="701504"/>
                    </a:cubicBezTo>
                    <a:cubicBezTo>
                      <a:pt x="626181" y="701504"/>
                      <a:pt x="620466" y="700551"/>
                      <a:pt x="613799" y="698646"/>
                    </a:cubicBezTo>
                    <a:cubicBezTo>
                      <a:pt x="607131" y="696741"/>
                      <a:pt x="602369" y="691026"/>
                      <a:pt x="598559" y="681501"/>
                    </a:cubicBezTo>
                    <a:cubicBezTo>
                      <a:pt x="594749" y="671976"/>
                      <a:pt x="593796" y="663404"/>
                      <a:pt x="595701" y="655784"/>
                    </a:cubicBezTo>
                    <a:cubicBezTo>
                      <a:pt x="597606" y="650069"/>
                      <a:pt x="600464" y="646259"/>
                      <a:pt x="606179" y="643401"/>
                    </a:cubicBezTo>
                    <a:cubicBezTo>
                      <a:pt x="609036" y="641496"/>
                      <a:pt x="612846" y="641496"/>
                      <a:pt x="616656" y="641496"/>
                    </a:cubicBezTo>
                    <a:lnTo>
                      <a:pt x="613799" y="638639"/>
                    </a:lnTo>
                    <a:lnTo>
                      <a:pt x="626181" y="601491"/>
                    </a:lnTo>
                    <a:lnTo>
                      <a:pt x="591891" y="590061"/>
                    </a:lnTo>
                    <a:lnTo>
                      <a:pt x="588081" y="601491"/>
                    </a:lnTo>
                    <a:cubicBezTo>
                      <a:pt x="587129" y="604349"/>
                      <a:pt x="586176" y="606254"/>
                      <a:pt x="584271" y="607206"/>
                    </a:cubicBezTo>
                    <a:cubicBezTo>
                      <a:pt x="582366" y="608159"/>
                      <a:pt x="580461" y="609111"/>
                      <a:pt x="578556" y="608159"/>
                    </a:cubicBezTo>
                    <a:moveTo>
                      <a:pt x="1193871" y="634829"/>
                    </a:moveTo>
                    <a:lnTo>
                      <a:pt x="1191966" y="739604"/>
                    </a:lnTo>
                    <a:lnTo>
                      <a:pt x="1172916" y="727221"/>
                    </a:lnTo>
                    <a:lnTo>
                      <a:pt x="1172916" y="703409"/>
                    </a:lnTo>
                    <a:cubicBezTo>
                      <a:pt x="1168154" y="707219"/>
                      <a:pt x="1163391" y="710076"/>
                      <a:pt x="1158629" y="711981"/>
                    </a:cubicBezTo>
                    <a:cubicBezTo>
                      <a:pt x="1153866" y="713886"/>
                      <a:pt x="1149104" y="714839"/>
                      <a:pt x="1144341" y="714839"/>
                    </a:cubicBezTo>
                    <a:cubicBezTo>
                      <a:pt x="1135769" y="714839"/>
                      <a:pt x="1126244" y="710076"/>
                      <a:pt x="1117671" y="701504"/>
                    </a:cubicBezTo>
                    <a:cubicBezTo>
                      <a:pt x="1109099" y="692931"/>
                      <a:pt x="1104336" y="684359"/>
                      <a:pt x="1104336" y="676739"/>
                    </a:cubicBezTo>
                    <a:cubicBezTo>
                      <a:pt x="1104336" y="670071"/>
                      <a:pt x="1107194" y="664356"/>
                      <a:pt x="1112909" y="659594"/>
                    </a:cubicBezTo>
                    <a:cubicBezTo>
                      <a:pt x="1118624" y="654831"/>
                      <a:pt x="1126244" y="652926"/>
                      <a:pt x="1133864" y="652926"/>
                    </a:cubicBezTo>
                    <a:cubicBezTo>
                      <a:pt x="1141484" y="652926"/>
                      <a:pt x="1148151" y="654831"/>
                      <a:pt x="1154819" y="659594"/>
                    </a:cubicBezTo>
                    <a:cubicBezTo>
                      <a:pt x="1161486" y="663404"/>
                      <a:pt x="1167201" y="669119"/>
                      <a:pt x="1172916" y="676739"/>
                    </a:cubicBezTo>
                    <a:lnTo>
                      <a:pt x="1173869" y="634829"/>
                    </a:lnTo>
                    <a:lnTo>
                      <a:pt x="1095764" y="632924"/>
                    </a:lnTo>
                    <a:lnTo>
                      <a:pt x="1095764" y="631971"/>
                    </a:lnTo>
                    <a:lnTo>
                      <a:pt x="1070999" y="630066"/>
                    </a:lnTo>
                    <a:cubicBezTo>
                      <a:pt x="1076714" y="634829"/>
                      <a:pt x="1080524" y="639591"/>
                      <a:pt x="1083381" y="646259"/>
                    </a:cubicBezTo>
                    <a:cubicBezTo>
                      <a:pt x="1086239" y="652926"/>
                      <a:pt x="1088144" y="658641"/>
                      <a:pt x="1087191" y="665309"/>
                    </a:cubicBezTo>
                    <a:cubicBezTo>
                      <a:pt x="1086239" y="672929"/>
                      <a:pt x="1083381" y="680549"/>
                      <a:pt x="1077666" y="688169"/>
                    </a:cubicBezTo>
                    <a:cubicBezTo>
                      <a:pt x="1071951" y="694836"/>
                      <a:pt x="1065284" y="700551"/>
                      <a:pt x="1056711" y="705314"/>
                    </a:cubicBezTo>
                    <a:lnTo>
                      <a:pt x="1079571" y="735794"/>
                    </a:lnTo>
                    <a:lnTo>
                      <a:pt x="1069094" y="743414"/>
                    </a:lnTo>
                    <a:lnTo>
                      <a:pt x="1049091" y="708171"/>
                    </a:lnTo>
                    <a:cubicBezTo>
                      <a:pt x="1048139" y="709124"/>
                      <a:pt x="1047186" y="709124"/>
                      <a:pt x="1045281" y="709124"/>
                    </a:cubicBezTo>
                    <a:cubicBezTo>
                      <a:pt x="1044329" y="709124"/>
                      <a:pt x="1042424" y="709124"/>
                      <a:pt x="1040519" y="709124"/>
                    </a:cubicBezTo>
                    <a:cubicBezTo>
                      <a:pt x="1036709" y="709124"/>
                      <a:pt x="1031946" y="706266"/>
                      <a:pt x="1028136" y="701504"/>
                    </a:cubicBezTo>
                    <a:cubicBezTo>
                      <a:pt x="1024326" y="696741"/>
                      <a:pt x="1022421" y="691979"/>
                      <a:pt x="1022421" y="688169"/>
                    </a:cubicBezTo>
                    <a:cubicBezTo>
                      <a:pt x="1022421" y="685311"/>
                      <a:pt x="1023374" y="682454"/>
                      <a:pt x="1026231" y="680549"/>
                    </a:cubicBezTo>
                    <a:cubicBezTo>
                      <a:pt x="1028136" y="678644"/>
                      <a:pt x="1030041" y="677691"/>
                      <a:pt x="1032899" y="677691"/>
                    </a:cubicBezTo>
                    <a:cubicBezTo>
                      <a:pt x="1035756" y="677691"/>
                      <a:pt x="1038614" y="678644"/>
                      <a:pt x="1041471" y="680549"/>
                    </a:cubicBezTo>
                    <a:cubicBezTo>
                      <a:pt x="1044329" y="682454"/>
                      <a:pt x="1046234" y="685311"/>
                      <a:pt x="1048139" y="688169"/>
                    </a:cubicBezTo>
                    <a:cubicBezTo>
                      <a:pt x="1050996" y="687216"/>
                      <a:pt x="1054806" y="685311"/>
                      <a:pt x="1057664" y="682454"/>
                    </a:cubicBezTo>
                    <a:cubicBezTo>
                      <a:pt x="1060521" y="679596"/>
                      <a:pt x="1063379" y="675786"/>
                      <a:pt x="1066236" y="671976"/>
                    </a:cubicBezTo>
                    <a:cubicBezTo>
                      <a:pt x="1053854" y="670071"/>
                      <a:pt x="1045281" y="665309"/>
                      <a:pt x="1038614" y="659594"/>
                    </a:cubicBezTo>
                    <a:cubicBezTo>
                      <a:pt x="1031946" y="652926"/>
                      <a:pt x="1028136" y="646259"/>
                      <a:pt x="1029089" y="638639"/>
                    </a:cubicBezTo>
                    <a:cubicBezTo>
                      <a:pt x="1029089" y="636734"/>
                      <a:pt x="1030041" y="634829"/>
                      <a:pt x="1030994" y="632924"/>
                    </a:cubicBezTo>
                    <a:cubicBezTo>
                      <a:pt x="1031946" y="631019"/>
                      <a:pt x="1033851" y="630066"/>
                      <a:pt x="1035756" y="628161"/>
                    </a:cubicBezTo>
                    <a:lnTo>
                      <a:pt x="1023374" y="627209"/>
                    </a:lnTo>
                    <a:lnTo>
                      <a:pt x="1023374" y="628161"/>
                    </a:lnTo>
                    <a:lnTo>
                      <a:pt x="1003371" y="625304"/>
                    </a:lnTo>
                    <a:lnTo>
                      <a:pt x="990036" y="729126"/>
                    </a:lnTo>
                    <a:lnTo>
                      <a:pt x="972891" y="714839"/>
                    </a:lnTo>
                    <a:lnTo>
                      <a:pt x="975749" y="691026"/>
                    </a:lnTo>
                    <a:cubicBezTo>
                      <a:pt x="970986" y="693884"/>
                      <a:pt x="966224" y="696741"/>
                      <a:pt x="960509" y="697694"/>
                    </a:cubicBezTo>
                    <a:cubicBezTo>
                      <a:pt x="955746" y="699599"/>
                      <a:pt x="950031" y="699599"/>
                      <a:pt x="946221" y="699599"/>
                    </a:cubicBezTo>
                    <a:cubicBezTo>
                      <a:pt x="937649" y="698646"/>
                      <a:pt x="929076" y="692931"/>
                      <a:pt x="921456" y="683406"/>
                    </a:cubicBezTo>
                    <a:cubicBezTo>
                      <a:pt x="913836" y="673881"/>
                      <a:pt x="910026" y="665309"/>
                      <a:pt x="910979" y="657689"/>
                    </a:cubicBezTo>
                    <a:cubicBezTo>
                      <a:pt x="911931" y="651021"/>
                      <a:pt x="915741" y="645306"/>
                      <a:pt x="921456" y="641496"/>
                    </a:cubicBezTo>
                    <a:cubicBezTo>
                      <a:pt x="928124" y="637686"/>
                      <a:pt x="935744" y="635781"/>
                      <a:pt x="943364" y="636734"/>
                    </a:cubicBezTo>
                    <a:cubicBezTo>
                      <a:pt x="950984" y="637686"/>
                      <a:pt x="957651" y="640544"/>
                      <a:pt x="963366" y="645306"/>
                    </a:cubicBezTo>
                    <a:cubicBezTo>
                      <a:pt x="970034" y="650069"/>
                      <a:pt x="974796" y="656736"/>
                      <a:pt x="979559" y="664356"/>
                    </a:cubicBezTo>
                    <a:lnTo>
                      <a:pt x="985274" y="623399"/>
                    </a:lnTo>
                    <a:lnTo>
                      <a:pt x="908121" y="613874"/>
                    </a:lnTo>
                    <a:lnTo>
                      <a:pt x="907169" y="612921"/>
                    </a:lnTo>
                    <a:lnTo>
                      <a:pt x="893834" y="610064"/>
                    </a:lnTo>
                    <a:lnTo>
                      <a:pt x="875736" y="712934"/>
                    </a:lnTo>
                    <a:lnTo>
                      <a:pt x="858591" y="697694"/>
                    </a:lnTo>
                    <a:lnTo>
                      <a:pt x="874784" y="606254"/>
                    </a:lnTo>
                    <a:lnTo>
                      <a:pt x="855734" y="603396"/>
                    </a:lnTo>
                    <a:lnTo>
                      <a:pt x="848114" y="587204"/>
                    </a:lnTo>
                    <a:lnTo>
                      <a:pt x="883356" y="593871"/>
                    </a:lnTo>
                    <a:cubicBezTo>
                      <a:pt x="881451" y="588156"/>
                      <a:pt x="880499" y="583394"/>
                      <a:pt x="879546" y="580536"/>
                    </a:cubicBezTo>
                    <a:cubicBezTo>
                      <a:pt x="878594" y="576726"/>
                      <a:pt x="878594" y="573869"/>
                      <a:pt x="878594" y="571011"/>
                    </a:cubicBezTo>
                    <a:cubicBezTo>
                      <a:pt x="880499" y="561486"/>
                      <a:pt x="885261" y="553866"/>
                      <a:pt x="893834" y="548151"/>
                    </a:cubicBezTo>
                    <a:cubicBezTo>
                      <a:pt x="902406" y="542436"/>
                      <a:pt x="911931" y="540531"/>
                      <a:pt x="922409" y="542436"/>
                    </a:cubicBezTo>
                    <a:cubicBezTo>
                      <a:pt x="930981" y="544341"/>
                      <a:pt x="939554" y="550056"/>
                      <a:pt x="948126" y="560534"/>
                    </a:cubicBezTo>
                    <a:cubicBezTo>
                      <a:pt x="957651" y="571964"/>
                      <a:pt x="967176" y="586251"/>
                      <a:pt x="975749" y="603396"/>
                    </a:cubicBezTo>
                    <a:lnTo>
                      <a:pt x="970034" y="606254"/>
                    </a:lnTo>
                    <a:cubicBezTo>
                      <a:pt x="964319" y="593871"/>
                      <a:pt x="957651" y="582441"/>
                      <a:pt x="949079" y="573869"/>
                    </a:cubicBezTo>
                    <a:cubicBezTo>
                      <a:pt x="941459" y="565296"/>
                      <a:pt x="932886" y="560534"/>
                      <a:pt x="924314" y="559581"/>
                    </a:cubicBezTo>
                    <a:cubicBezTo>
                      <a:pt x="916694" y="558629"/>
                      <a:pt x="909074" y="559581"/>
                      <a:pt x="902406" y="564344"/>
                    </a:cubicBezTo>
                    <a:cubicBezTo>
                      <a:pt x="895739" y="569106"/>
                      <a:pt x="891929" y="574821"/>
                      <a:pt x="890024" y="582441"/>
                    </a:cubicBezTo>
                    <a:cubicBezTo>
                      <a:pt x="889071" y="588156"/>
                      <a:pt x="889071" y="591966"/>
                      <a:pt x="889071" y="594824"/>
                    </a:cubicBezTo>
                    <a:lnTo>
                      <a:pt x="904311" y="597681"/>
                    </a:lnTo>
                    <a:lnTo>
                      <a:pt x="905264" y="598634"/>
                    </a:lnTo>
                    <a:lnTo>
                      <a:pt x="1013849" y="612921"/>
                    </a:lnTo>
                    <a:lnTo>
                      <a:pt x="1013849" y="612921"/>
                    </a:lnTo>
                    <a:lnTo>
                      <a:pt x="1092906" y="618636"/>
                    </a:lnTo>
                    <a:lnTo>
                      <a:pt x="1093859" y="619589"/>
                    </a:lnTo>
                    <a:lnTo>
                      <a:pt x="1204349" y="621494"/>
                    </a:lnTo>
                    <a:lnTo>
                      <a:pt x="1214826" y="635781"/>
                    </a:lnTo>
                    <a:lnTo>
                      <a:pt x="1193871" y="634829"/>
                    </a:lnTo>
                    <a:close/>
                    <a:moveTo>
                      <a:pt x="1911104" y="313836"/>
                    </a:moveTo>
                    <a:cubicBezTo>
                      <a:pt x="1915866" y="312884"/>
                      <a:pt x="1919676" y="312884"/>
                      <a:pt x="1923486" y="312884"/>
                    </a:cubicBezTo>
                    <a:cubicBezTo>
                      <a:pt x="1933011" y="312884"/>
                      <a:pt x="1937774" y="315741"/>
                      <a:pt x="1940631" y="324314"/>
                    </a:cubicBezTo>
                    <a:cubicBezTo>
                      <a:pt x="1945394" y="336696"/>
                      <a:pt x="1934916" y="346221"/>
                      <a:pt x="1916819" y="360509"/>
                    </a:cubicBezTo>
                    <a:cubicBezTo>
                      <a:pt x="1914914" y="361461"/>
                      <a:pt x="1913961" y="362414"/>
                      <a:pt x="1912056" y="364319"/>
                    </a:cubicBezTo>
                    <a:cubicBezTo>
                      <a:pt x="1911104" y="357651"/>
                      <a:pt x="1908246" y="351936"/>
                      <a:pt x="1907294" y="345269"/>
                    </a:cubicBezTo>
                    <a:cubicBezTo>
                      <a:pt x="1904436" y="334791"/>
                      <a:pt x="1900626" y="323361"/>
                      <a:pt x="1900626" y="314789"/>
                    </a:cubicBezTo>
                    <a:cubicBezTo>
                      <a:pt x="1903484" y="314789"/>
                      <a:pt x="1907294" y="313836"/>
                      <a:pt x="1911104" y="313836"/>
                    </a:cubicBezTo>
                    <a:close/>
                    <a:moveTo>
                      <a:pt x="1933964" y="540531"/>
                    </a:moveTo>
                    <a:cubicBezTo>
                      <a:pt x="1934916" y="543389"/>
                      <a:pt x="1935869" y="545294"/>
                      <a:pt x="1934916" y="547199"/>
                    </a:cubicBezTo>
                    <a:cubicBezTo>
                      <a:pt x="1933964" y="550056"/>
                      <a:pt x="1933011" y="551009"/>
                      <a:pt x="1931106" y="551961"/>
                    </a:cubicBezTo>
                    <a:cubicBezTo>
                      <a:pt x="1925391" y="554819"/>
                      <a:pt x="1917771" y="553866"/>
                      <a:pt x="1908246" y="549104"/>
                    </a:cubicBezTo>
                    <a:cubicBezTo>
                      <a:pt x="1898721" y="544341"/>
                      <a:pt x="1892054" y="539579"/>
                      <a:pt x="1889196" y="533864"/>
                    </a:cubicBezTo>
                    <a:cubicBezTo>
                      <a:pt x="1888244" y="532911"/>
                      <a:pt x="1889196" y="531006"/>
                      <a:pt x="1890149" y="530054"/>
                    </a:cubicBezTo>
                    <a:cubicBezTo>
                      <a:pt x="1891101" y="528149"/>
                      <a:pt x="1893006" y="527196"/>
                      <a:pt x="1894911" y="526244"/>
                    </a:cubicBezTo>
                    <a:lnTo>
                      <a:pt x="1904436" y="521481"/>
                    </a:lnTo>
                    <a:lnTo>
                      <a:pt x="1889196" y="488144"/>
                    </a:lnTo>
                    <a:lnTo>
                      <a:pt x="1871099" y="496716"/>
                    </a:lnTo>
                    <a:lnTo>
                      <a:pt x="1871099" y="496716"/>
                    </a:lnTo>
                    <a:lnTo>
                      <a:pt x="1867289" y="498621"/>
                    </a:lnTo>
                    <a:lnTo>
                      <a:pt x="1866336" y="499574"/>
                    </a:lnTo>
                    <a:lnTo>
                      <a:pt x="1866336" y="499574"/>
                    </a:lnTo>
                    <a:lnTo>
                      <a:pt x="1832999" y="511956"/>
                    </a:lnTo>
                    <a:cubicBezTo>
                      <a:pt x="1837761" y="514814"/>
                      <a:pt x="1841571" y="517671"/>
                      <a:pt x="1844429" y="520529"/>
                    </a:cubicBezTo>
                    <a:cubicBezTo>
                      <a:pt x="1847286" y="523386"/>
                      <a:pt x="1850144" y="527196"/>
                      <a:pt x="1851096" y="530054"/>
                    </a:cubicBezTo>
                    <a:cubicBezTo>
                      <a:pt x="1852049" y="532911"/>
                      <a:pt x="1852049" y="535769"/>
                      <a:pt x="1851096" y="539579"/>
                    </a:cubicBezTo>
                    <a:cubicBezTo>
                      <a:pt x="1850144" y="543389"/>
                      <a:pt x="1848239" y="546246"/>
                      <a:pt x="1846334" y="550056"/>
                    </a:cubicBezTo>
                    <a:cubicBezTo>
                      <a:pt x="1855859" y="548151"/>
                      <a:pt x="1865384" y="549104"/>
                      <a:pt x="1873004" y="551961"/>
                    </a:cubicBezTo>
                    <a:cubicBezTo>
                      <a:pt x="1880624" y="554819"/>
                      <a:pt x="1886339" y="560534"/>
                      <a:pt x="1889196" y="567201"/>
                    </a:cubicBezTo>
                    <a:cubicBezTo>
                      <a:pt x="1893006" y="575774"/>
                      <a:pt x="1892054" y="585299"/>
                      <a:pt x="1886339" y="593871"/>
                    </a:cubicBezTo>
                    <a:cubicBezTo>
                      <a:pt x="1880624" y="603396"/>
                      <a:pt x="1872051" y="610064"/>
                      <a:pt x="1861574" y="613874"/>
                    </a:cubicBezTo>
                    <a:cubicBezTo>
                      <a:pt x="1852049" y="617684"/>
                      <a:pt x="1840619" y="615779"/>
                      <a:pt x="1827284" y="609111"/>
                    </a:cubicBezTo>
                    <a:cubicBezTo>
                      <a:pt x="1813949" y="602444"/>
                      <a:pt x="1805376" y="593871"/>
                      <a:pt x="1801566" y="583394"/>
                    </a:cubicBezTo>
                    <a:cubicBezTo>
                      <a:pt x="1799661" y="578631"/>
                      <a:pt x="1800614" y="572916"/>
                      <a:pt x="1803471" y="567201"/>
                    </a:cubicBezTo>
                    <a:cubicBezTo>
                      <a:pt x="1807281" y="561486"/>
                      <a:pt x="1812044" y="556724"/>
                      <a:pt x="1818711" y="551961"/>
                    </a:cubicBezTo>
                    <a:cubicBezTo>
                      <a:pt x="1824426" y="549104"/>
                      <a:pt x="1828236" y="544341"/>
                      <a:pt x="1831094" y="539579"/>
                    </a:cubicBezTo>
                    <a:cubicBezTo>
                      <a:pt x="1833951" y="534816"/>
                      <a:pt x="1834904" y="531006"/>
                      <a:pt x="1832999" y="527196"/>
                    </a:cubicBezTo>
                    <a:cubicBezTo>
                      <a:pt x="1832046" y="524339"/>
                      <a:pt x="1830141" y="521481"/>
                      <a:pt x="1828236" y="519576"/>
                    </a:cubicBezTo>
                    <a:cubicBezTo>
                      <a:pt x="1826331" y="517671"/>
                      <a:pt x="1825379" y="515766"/>
                      <a:pt x="1822521" y="514814"/>
                    </a:cubicBezTo>
                    <a:lnTo>
                      <a:pt x="1772039" y="533864"/>
                    </a:lnTo>
                    <a:lnTo>
                      <a:pt x="1772039" y="533864"/>
                    </a:lnTo>
                    <a:lnTo>
                      <a:pt x="1757751" y="538626"/>
                    </a:lnTo>
                    <a:lnTo>
                      <a:pt x="1791089" y="637686"/>
                    </a:lnTo>
                    <a:lnTo>
                      <a:pt x="1769181" y="632924"/>
                    </a:lnTo>
                    <a:lnTo>
                      <a:pt x="1739654" y="545294"/>
                    </a:lnTo>
                    <a:lnTo>
                      <a:pt x="1726319" y="550056"/>
                    </a:lnTo>
                    <a:lnTo>
                      <a:pt x="1727271" y="551009"/>
                    </a:lnTo>
                    <a:lnTo>
                      <a:pt x="1708221" y="556724"/>
                    </a:lnTo>
                    <a:lnTo>
                      <a:pt x="1737749" y="657689"/>
                    </a:lnTo>
                    <a:lnTo>
                      <a:pt x="1715841" y="651974"/>
                    </a:lnTo>
                    <a:lnTo>
                      <a:pt x="1708221" y="627209"/>
                    </a:lnTo>
                    <a:cubicBezTo>
                      <a:pt x="1707269" y="630066"/>
                      <a:pt x="1705364" y="631971"/>
                      <a:pt x="1702506" y="633876"/>
                    </a:cubicBezTo>
                    <a:cubicBezTo>
                      <a:pt x="1699649" y="635781"/>
                      <a:pt x="1696791" y="637686"/>
                      <a:pt x="1693934" y="638639"/>
                    </a:cubicBezTo>
                    <a:cubicBezTo>
                      <a:pt x="1685361" y="641496"/>
                      <a:pt x="1675836" y="640544"/>
                      <a:pt x="1665359" y="635781"/>
                    </a:cubicBezTo>
                    <a:cubicBezTo>
                      <a:pt x="1654881" y="631971"/>
                      <a:pt x="1648214" y="626256"/>
                      <a:pt x="1646309" y="619589"/>
                    </a:cubicBezTo>
                    <a:lnTo>
                      <a:pt x="1633926" y="578631"/>
                    </a:lnTo>
                    <a:lnTo>
                      <a:pt x="1622496" y="582441"/>
                    </a:lnTo>
                    <a:lnTo>
                      <a:pt x="1621544" y="581489"/>
                    </a:lnTo>
                    <a:lnTo>
                      <a:pt x="1607256" y="585299"/>
                    </a:lnTo>
                    <a:lnTo>
                      <a:pt x="1632021" y="687216"/>
                    </a:lnTo>
                    <a:lnTo>
                      <a:pt x="1611066" y="680549"/>
                    </a:lnTo>
                    <a:lnTo>
                      <a:pt x="1589159" y="590061"/>
                    </a:lnTo>
                    <a:lnTo>
                      <a:pt x="1574871" y="593871"/>
                    </a:lnTo>
                    <a:lnTo>
                      <a:pt x="1575824" y="594824"/>
                    </a:lnTo>
                    <a:lnTo>
                      <a:pt x="1555821" y="598634"/>
                    </a:lnTo>
                    <a:lnTo>
                      <a:pt x="1574871" y="701504"/>
                    </a:lnTo>
                    <a:lnTo>
                      <a:pt x="1553916" y="692931"/>
                    </a:lnTo>
                    <a:lnTo>
                      <a:pt x="1551059" y="676739"/>
                    </a:lnTo>
                    <a:cubicBezTo>
                      <a:pt x="1548201" y="682454"/>
                      <a:pt x="1543439" y="686264"/>
                      <a:pt x="1537724" y="690074"/>
                    </a:cubicBezTo>
                    <a:cubicBezTo>
                      <a:pt x="1531056" y="693884"/>
                      <a:pt x="1524389" y="696741"/>
                      <a:pt x="1516769" y="697694"/>
                    </a:cubicBezTo>
                    <a:cubicBezTo>
                      <a:pt x="1508196" y="699599"/>
                      <a:pt x="1499624" y="697694"/>
                      <a:pt x="1490099" y="692931"/>
                    </a:cubicBezTo>
                    <a:cubicBezTo>
                      <a:pt x="1480574" y="688169"/>
                      <a:pt x="1474859" y="682454"/>
                      <a:pt x="1473906" y="676739"/>
                    </a:cubicBezTo>
                    <a:cubicBezTo>
                      <a:pt x="1473906" y="675786"/>
                      <a:pt x="1473906" y="673881"/>
                      <a:pt x="1474859" y="671976"/>
                    </a:cubicBezTo>
                    <a:cubicBezTo>
                      <a:pt x="1475811" y="670071"/>
                      <a:pt x="1476764" y="668166"/>
                      <a:pt x="1478669" y="666261"/>
                    </a:cubicBezTo>
                    <a:cubicBezTo>
                      <a:pt x="1472954" y="664356"/>
                      <a:pt x="1467239" y="661499"/>
                      <a:pt x="1463429" y="657689"/>
                    </a:cubicBezTo>
                    <a:cubicBezTo>
                      <a:pt x="1459619" y="653879"/>
                      <a:pt x="1456761" y="650069"/>
                      <a:pt x="1455809" y="646259"/>
                    </a:cubicBezTo>
                    <a:cubicBezTo>
                      <a:pt x="1454856" y="641496"/>
                      <a:pt x="1455809" y="636734"/>
                      <a:pt x="1459619" y="633876"/>
                    </a:cubicBezTo>
                    <a:cubicBezTo>
                      <a:pt x="1462476" y="630066"/>
                      <a:pt x="1466286" y="628161"/>
                      <a:pt x="1472001" y="626256"/>
                    </a:cubicBezTo>
                    <a:lnTo>
                      <a:pt x="1495814" y="621494"/>
                    </a:lnTo>
                    <a:lnTo>
                      <a:pt x="1493909" y="610064"/>
                    </a:lnTo>
                    <a:lnTo>
                      <a:pt x="1443426" y="619589"/>
                    </a:lnTo>
                    <a:lnTo>
                      <a:pt x="1443426" y="619589"/>
                    </a:lnTo>
                    <a:lnTo>
                      <a:pt x="1429139" y="621494"/>
                    </a:lnTo>
                    <a:lnTo>
                      <a:pt x="1441521" y="725316"/>
                    </a:lnTo>
                    <a:lnTo>
                      <a:pt x="1421519" y="715791"/>
                    </a:lnTo>
                    <a:lnTo>
                      <a:pt x="1418661" y="691979"/>
                    </a:lnTo>
                    <a:cubicBezTo>
                      <a:pt x="1414851" y="696741"/>
                      <a:pt x="1410089" y="699599"/>
                      <a:pt x="1405326" y="702456"/>
                    </a:cubicBezTo>
                    <a:cubicBezTo>
                      <a:pt x="1400564" y="705314"/>
                      <a:pt x="1395801" y="707219"/>
                      <a:pt x="1391991" y="707219"/>
                    </a:cubicBezTo>
                    <a:cubicBezTo>
                      <a:pt x="1383419" y="708171"/>
                      <a:pt x="1373894" y="705314"/>
                      <a:pt x="1363416" y="697694"/>
                    </a:cubicBezTo>
                    <a:cubicBezTo>
                      <a:pt x="1353891" y="690074"/>
                      <a:pt x="1348176" y="683406"/>
                      <a:pt x="1347224" y="674834"/>
                    </a:cubicBezTo>
                    <a:cubicBezTo>
                      <a:pt x="1346271" y="668166"/>
                      <a:pt x="1348176" y="661499"/>
                      <a:pt x="1353891" y="656736"/>
                    </a:cubicBezTo>
                    <a:cubicBezTo>
                      <a:pt x="1359606" y="651021"/>
                      <a:pt x="1366274" y="648164"/>
                      <a:pt x="1373894" y="647211"/>
                    </a:cubicBezTo>
                    <a:cubicBezTo>
                      <a:pt x="1381514" y="646259"/>
                      <a:pt x="1388181" y="647211"/>
                      <a:pt x="1395801" y="651021"/>
                    </a:cubicBezTo>
                    <a:cubicBezTo>
                      <a:pt x="1403421" y="653879"/>
                      <a:pt x="1410089" y="658641"/>
                      <a:pt x="1415804" y="665309"/>
                    </a:cubicBezTo>
                    <a:lnTo>
                      <a:pt x="1411041" y="624351"/>
                    </a:lnTo>
                    <a:lnTo>
                      <a:pt x="1333889" y="633876"/>
                    </a:lnTo>
                    <a:lnTo>
                      <a:pt x="1332936" y="632924"/>
                    </a:lnTo>
                    <a:lnTo>
                      <a:pt x="1318649" y="633876"/>
                    </a:lnTo>
                    <a:lnTo>
                      <a:pt x="1326269" y="738651"/>
                    </a:lnTo>
                    <a:lnTo>
                      <a:pt x="1306266" y="728174"/>
                    </a:lnTo>
                    <a:lnTo>
                      <a:pt x="1299599" y="635781"/>
                    </a:lnTo>
                    <a:lnTo>
                      <a:pt x="1280549" y="636734"/>
                    </a:lnTo>
                    <a:lnTo>
                      <a:pt x="1269119" y="623399"/>
                    </a:lnTo>
                    <a:lnTo>
                      <a:pt x="1304361" y="620541"/>
                    </a:lnTo>
                    <a:cubicBezTo>
                      <a:pt x="1301504" y="615779"/>
                      <a:pt x="1298646" y="611969"/>
                      <a:pt x="1297694" y="608159"/>
                    </a:cubicBezTo>
                    <a:cubicBezTo>
                      <a:pt x="1295789" y="604349"/>
                      <a:pt x="1294836" y="601491"/>
                      <a:pt x="1294836" y="599586"/>
                    </a:cubicBezTo>
                    <a:cubicBezTo>
                      <a:pt x="1293884" y="590061"/>
                      <a:pt x="1297694" y="581489"/>
                      <a:pt x="1304361" y="573869"/>
                    </a:cubicBezTo>
                    <a:cubicBezTo>
                      <a:pt x="1311029" y="566249"/>
                      <a:pt x="1319601" y="562439"/>
                      <a:pt x="1330079" y="561486"/>
                    </a:cubicBezTo>
                    <a:cubicBezTo>
                      <a:pt x="1338651" y="560534"/>
                      <a:pt x="1348176" y="564344"/>
                      <a:pt x="1359606" y="572916"/>
                    </a:cubicBezTo>
                    <a:cubicBezTo>
                      <a:pt x="1371989" y="581489"/>
                      <a:pt x="1384371" y="592919"/>
                      <a:pt x="1396754" y="608159"/>
                    </a:cubicBezTo>
                    <a:lnTo>
                      <a:pt x="1391991" y="611969"/>
                    </a:lnTo>
                    <a:cubicBezTo>
                      <a:pt x="1383419" y="600539"/>
                      <a:pt x="1373894" y="591966"/>
                      <a:pt x="1364369" y="585299"/>
                    </a:cubicBezTo>
                    <a:cubicBezTo>
                      <a:pt x="1354844" y="579584"/>
                      <a:pt x="1345319" y="576726"/>
                      <a:pt x="1337699" y="576726"/>
                    </a:cubicBezTo>
                    <a:cubicBezTo>
                      <a:pt x="1330079" y="577679"/>
                      <a:pt x="1322459" y="580536"/>
                      <a:pt x="1316744" y="587204"/>
                    </a:cubicBezTo>
                    <a:cubicBezTo>
                      <a:pt x="1311029" y="592919"/>
                      <a:pt x="1309124" y="599586"/>
                      <a:pt x="1309124" y="608159"/>
                    </a:cubicBezTo>
                    <a:cubicBezTo>
                      <a:pt x="1309124" y="613874"/>
                      <a:pt x="1310076" y="617684"/>
                      <a:pt x="1311029" y="619589"/>
                    </a:cubicBezTo>
                    <a:lnTo>
                      <a:pt x="1326269" y="618636"/>
                    </a:lnTo>
                    <a:lnTo>
                      <a:pt x="1327221" y="619589"/>
                    </a:lnTo>
                    <a:lnTo>
                      <a:pt x="1436759" y="607206"/>
                    </a:lnTo>
                    <a:lnTo>
                      <a:pt x="1437711" y="608159"/>
                    </a:lnTo>
                    <a:lnTo>
                      <a:pt x="1558679" y="585299"/>
                    </a:lnTo>
                    <a:lnTo>
                      <a:pt x="1558679" y="585299"/>
                    </a:lnTo>
                    <a:lnTo>
                      <a:pt x="1615829" y="571011"/>
                    </a:lnTo>
                    <a:lnTo>
                      <a:pt x="1616781" y="571964"/>
                    </a:lnTo>
                    <a:lnTo>
                      <a:pt x="1709174" y="545294"/>
                    </a:lnTo>
                    <a:lnTo>
                      <a:pt x="1744416" y="533864"/>
                    </a:lnTo>
                    <a:cubicBezTo>
                      <a:pt x="1737749" y="524339"/>
                      <a:pt x="1731081" y="516719"/>
                      <a:pt x="1722509" y="511956"/>
                    </a:cubicBezTo>
                    <a:cubicBezTo>
                      <a:pt x="1713936" y="507194"/>
                      <a:pt x="1706316" y="506241"/>
                      <a:pt x="1699649" y="509099"/>
                    </a:cubicBezTo>
                    <a:cubicBezTo>
                      <a:pt x="1694886" y="511004"/>
                      <a:pt x="1691076" y="513861"/>
                      <a:pt x="1689171" y="519576"/>
                    </a:cubicBezTo>
                    <a:cubicBezTo>
                      <a:pt x="1687266" y="524339"/>
                      <a:pt x="1687266" y="530054"/>
                      <a:pt x="1689171" y="535769"/>
                    </a:cubicBezTo>
                    <a:cubicBezTo>
                      <a:pt x="1690124" y="537674"/>
                      <a:pt x="1691076" y="540531"/>
                      <a:pt x="1692981" y="542436"/>
                    </a:cubicBezTo>
                    <a:cubicBezTo>
                      <a:pt x="1694886" y="544341"/>
                      <a:pt x="1696791" y="546246"/>
                      <a:pt x="1699649" y="548151"/>
                    </a:cubicBezTo>
                    <a:lnTo>
                      <a:pt x="1692981" y="550056"/>
                    </a:lnTo>
                    <a:cubicBezTo>
                      <a:pt x="1689171" y="548151"/>
                      <a:pt x="1685361" y="544341"/>
                      <a:pt x="1682504" y="540531"/>
                    </a:cubicBezTo>
                    <a:cubicBezTo>
                      <a:pt x="1679646" y="535769"/>
                      <a:pt x="1676789" y="531959"/>
                      <a:pt x="1675836" y="527196"/>
                    </a:cubicBezTo>
                    <a:cubicBezTo>
                      <a:pt x="1672979" y="519576"/>
                      <a:pt x="1673931" y="512909"/>
                      <a:pt x="1676789" y="505289"/>
                    </a:cubicBezTo>
                    <a:cubicBezTo>
                      <a:pt x="1679646" y="498621"/>
                      <a:pt x="1685361" y="493859"/>
                      <a:pt x="1692029" y="491001"/>
                    </a:cubicBezTo>
                    <a:cubicBezTo>
                      <a:pt x="1701554" y="488144"/>
                      <a:pt x="1712031" y="490049"/>
                      <a:pt x="1722509" y="497669"/>
                    </a:cubicBezTo>
                    <a:cubicBezTo>
                      <a:pt x="1733939" y="505289"/>
                      <a:pt x="1743464" y="516719"/>
                      <a:pt x="1752036" y="531006"/>
                    </a:cubicBezTo>
                    <a:lnTo>
                      <a:pt x="1765371" y="526244"/>
                    </a:lnTo>
                    <a:lnTo>
                      <a:pt x="1766324" y="526244"/>
                    </a:lnTo>
                    <a:lnTo>
                      <a:pt x="1859669" y="491001"/>
                    </a:lnTo>
                    <a:lnTo>
                      <a:pt x="1859669" y="491001"/>
                    </a:lnTo>
                    <a:lnTo>
                      <a:pt x="1962539" y="445281"/>
                    </a:lnTo>
                    <a:lnTo>
                      <a:pt x="1977779" y="453854"/>
                    </a:lnTo>
                    <a:lnTo>
                      <a:pt x="1959681" y="462426"/>
                    </a:lnTo>
                    <a:lnTo>
                      <a:pt x="2002544" y="557676"/>
                    </a:lnTo>
                    <a:lnTo>
                      <a:pt x="1980636" y="554819"/>
                    </a:lnTo>
                    <a:lnTo>
                      <a:pt x="1964444" y="518624"/>
                    </a:lnTo>
                    <a:lnTo>
                      <a:pt x="1932059" y="532911"/>
                    </a:lnTo>
                    <a:lnTo>
                      <a:pt x="1933964" y="540531"/>
                    </a:lnTo>
                    <a:close/>
                    <a:moveTo>
                      <a:pt x="2038739" y="575774"/>
                    </a:moveTo>
                    <a:lnTo>
                      <a:pt x="2006354" y="565296"/>
                    </a:lnTo>
                    <a:cubicBezTo>
                      <a:pt x="2004449" y="564344"/>
                      <a:pt x="2001591" y="564344"/>
                      <a:pt x="1999686" y="563391"/>
                    </a:cubicBezTo>
                    <a:cubicBezTo>
                      <a:pt x="1997781" y="563391"/>
                      <a:pt x="1995876" y="563391"/>
                      <a:pt x="1994924" y="563391"/>
                    </a:cubicBezTo>
                    <a:cubicBezTo>
                      <a:pt x="1993971" y="564344"/>
                      <a:pt x="1992066" y="565296"/>
                      <a:pt x="1991114" y="566249"/>
                    </a:cubicBezTo>
                    <a:cubicBezTo>
                      <a:pt x="1990161" y="567201"/>
                      <a:pt x="1988256" y="570059"/>
                      <a:pt x="1986351" y="572916"/>
                    </a:cubicBezTo>
                    <a:lnTo>
                      <a:pt x="1974921" y="566249"/>
                    </a:lnTo>
                    <a:cubicBezTo>
                      <a:pt x="1976826" y="564344"/>
                      <a:pt x="1978731" y="561486"/>
                      <a:pt x="1980636" y="559581"/>
                    </a:cubicBezTo>
                    <a:cubicBezTo>
                      <a:pt x="1982541" y="557676"/>
                      <a:pt x="1984446" y="556724"/>
                      <a:pt x="1985399" y="555771"/>
                    </a:cubicBezTo>
                    <a:cubicBezTo>
                      <a:pt x="1987304" y="554819"/>
                      <a:pt x="1988256" y="554819"/>
                      <a:pt x="1989209" y="554819"/>
                    </a:cubicBezTo>
                    <a:cubicBezTo>
                      <a:pt x="1990161" y="554819"/>
                      <a:pt x="1992066" y="554819"/>
                      <a:pt x="1993971" y="555771"/>
                    </a:cubicBezTo>
                    <a:lnTo>
                      <a:pt x="2041596" y="569106"/>
                    </a:lnTo>
                    <a:lnTo>
                      <a:pt x="2038739" y="575774"/>
                    </a:lnTo>
                    <a:close/>
                    <a:moveTo>
                      <a:pt x="2137799" y="166199"/>
                    </a:moveTo>
                    <a:cubicBezTo>
                      <a:pt x="2145419" y="97619"/>
                      <a:pt x="2173041" y="21419"/>
                      <a:pt x="2254004" y="16656"/>
                    </a:cubicBezTo>
                    <a:cubicBezTo>
                      <a:pt x="2271149" y="16656"/>
                      <a:pt x="2273054" y="24276"/>
                      <a:pt x="2274006" y="26181"/>
                    </a:cubicBezTo>
                    <a:cubicBezTo>
                      <a:pt x="2278769" y="50946"/>
                      <a:pt x="2227334" y="115716"/>
                      <a:pt x="2137799" y="166199"/>
                    </a:cubicBezTo>
                    <a:close/>
                    <a:moveTo>
                      <a:pt x="2346396" y="591014"/>
                    </a:moveTo>
                    <a:cubicBezTo>
                      <a:pt x="2327346" y="553866"/>
                      <a:pt x="2289246" y="499574"/>
                      <a:pt x="2254956" y="497669"/>
                    </a:cubicBezTo>
                    <a:cubicBezTo>
                      <a:pt x="2246384" y="496716"/>
                      <a:pt x="2233049" y="499574"/>
                      <a:pt x="2222571" y="515766"/>
                    </a:cubicBezTo>
                    <a:cubicBezTo>
                      <a:pt x="2218761" y="522434"/>
                      <a:pt x="2214951" y="530054"/>
                      <a:pt x="2211141" y="537674"/>
                    </a:cubicBezTo>
                    <a:cubicBezTo>
                      <a:pt x="2207331" y="493859"/>
                      <a:pt x="2194949" y="451949"/>
                      <a:pt x="2181614" y="412896"/>
                    </a:cubicBezTo>
                    <a:cubicBezTo>
                      <a:pt x="2219714" y="397656"/>
                      <a:pt x="2254004" y="379559"/>
                      <a:pt x="2285436" y="358604"/>
                    </a:cubicBezTo>
                    <a:cubicBezTo>
                      <a:pt x="2293056" y="375749"/>
                      <a:pt x="2300676" y="391941"/>
                      <a:pt x="2309249" y="408134"/>
                    </a:cubicBezTo>
                    <a:cubicBezTo>
                      <a:pt x="2323536" y="435756"/>
                      <a:pt x="2338776" y="465284"/>
                      <a:pt x="2346396" y="496716"/>
                    </a:cubicBezTo>
                    <a:cubicBezTo>
                      <a:pt x="2350206" y="515766"/>
                      <a:pt x="2350206" y="568154"/>
                      <a:pt x="2346396" y="591014"/>
                    </a:cubicBez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  <a:defRPr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</a:endParaRPr>
              </a:p>
            </p:txBody>
          </p:sp>
        </p:grpSp>
      </p:grpSp>
      <p:cxnSp>
        <p:nvCxnSpPr>
          <p:cNvPr id="904132065" name="Google Shape;1342;p11"/>
          <p:cNvCxnSpPr/>
          <p:nvPr/>
        </p:nvCxnSpPr>
        <p:spPr bwMode="auto">
          <a:xfrm>
            <a:off x="1419285" y="472722"/>
            <a:ext cx="0" cy="708300"/>
          </a:xfrm>
          <a:prstGeom prst="straightConnector1">
            <a:avLst/>
          </a:prstGeom>
          <a:noFill/>
          <a:ln w="9525" cap="flat" cmpd="sng">
            <a:solidFill>
              <a:srgbClr val="B8114F"/>
            </a:solidFill>
            <a:prstDash val="solid"/>
            <a:miter lim="800000"/>
            <a:headEnd type="none" w="sm" len="sm"/>
            <a:tailEnd type="none" w="sm" len="sm"/>
          </a:ln>
        </p:spPr>
      </p:cxnSp>
      <p:grpSp>
        <p:nvGrpSpPr>
          <p:cNvPr id="14416790" name="Google Shape;1343;p11"/>
          <p:cNvGrpSpPr/>
          <p:nvPr/>
        </p:nvGrpSpPr>
        <p:grpSpPr bwMode="auto">
          <a:xfrm>
            <a:off x="-256094" y="6251576"/>
            <a:ext cx="22234031" cy="490550"/>
            <a:chOff x="-9757307" y="6258187"/>
            <a:chExt cx="21948698" cy="484255"/>
          </a:xfrm>
        </p:grpSpPr>
        <p:sp>
          <p:nvSpPr>
            <p:cNvPr id="1344" name="Google Shape;1344;p11"/>
            <p:cNvSpPr/>
            <p:nvPr/>
          </p:nvSpPr>
          <p:spPr bwMode="auto">
            <a:xfrm>
              <a:off x="-9757307" y="6258187"/>
              <a:ext cx="10470371" cy="483649"/>
            </a:xfrm>
            <a:custGeom>
              <a:avLst/>
              <a:gdLst/>
              <a:ahLst/>
              <a:cxnLst/>
              <a:rect l="l" t="t" r="r" b="b"/>
              <a:pathLst>
                <a:path w="10470371" h="483649" fill="norm" stroke="1" extrusionOk="0">
                  <a:moveTo>
                    <a:pt x="10470372" y="483649"/>
                  </a:moveTo>
                  <a:lnTo>
                    <a:pt x="0" y="483649"/>
                  </a:lnTo>
                  <a:lnTo>
                    <a:pt x="0" y="0"/>
                  </a:lnTo>
                  <a:lnTo>
                    <a:pt x="9986722" y="0"/>
                  </a:lnTo>
                  <a:cubicBezTo>
                    <a:pt x="10120226" y="0"/>
                    <a:pt x="10228244" y="108017"/>
                    <a:pt x="10228244" y="241521"/>
                  </a:cubicBezTo>
                  <a:cubicBezTo>
                    <a:pt x="10228244" y="375025"/>
                    <a:pt x="10336868" y="483649"/>
                    <a:pt x="10470372" y="483649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345" name="Google Shape;1345;p11"/>
            <p:cNvSpPr/>
            <p:nvPr/>
          </p:nvSpPr>
          <p:spPr bwMode="auto">
            <a:xfrm>
              <a:off x="2107576" y="6258187"/>
              <a:ext cx="10083815" cy="484255"/>
            </a:xfrm>
            <a:custGeom>
              <a:avLst/>
              <a:gdLst/>
              <a:ahLst/>
              <a:cxnLst/>
              <a:rect l="l" t="t" r="r" b="b"/>
              <a:pathLst>
                <a:path w="10083815" h="484255" fill="norm" stroke="1" extrusionOk="0">
                  <a:moveTo>
                    <a:pt x="10083816" y="607"/>
                  </a:moveTo>
                  <a:lnTo>
                    <a:pt x="10083816" y="484256"/>
                  </a:lnTo>
                  <a:lnTo>
                    <a:pt x="0" y="484256"/>
                  </a:lnTo>
                  <a:cubicBezTo>
                    <a:pt x="66752" y="484256"/>
                    <a:pt x="127436" y="456948"/>
                    <a:pt x="171129" y="413256"/>
                  </a:cubicBezTo>
                  <a:cubicBezTo>
                    <a:pt x="214821" y="369564"/>
                    <a:pt x="242128" y="308880"/>
                    <a:pt x="242128" y="242128"/>
                  </a:cubicBezTo>
                  <a:cubicBezTo>
                    <a:pt x="242128" y="175376"/>
                    <a:pt x="269436" y="114692"/>
                    <a:pt x="313129" y="71000"/>
                  </a:cubicBezTo>
                  <a:cubicBezTo>
                    <a:pt x="356821" y="27308"/>
                    <a:pt x="417504" y="0"/>
                    <a:pt x="484257" y="0"/>
                  </a:cubicBezTo>
                  <a:lnTo>
                    <a:pt x="10083816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</p:grpSp>
      <p:grpSp>
        <p:nvGrpSpPr>
          <p:cNvPr id="589794791" name="Google Shape;1346;p11"/>
          <p:cNvGrpSpPr/>
          <p:nvPr/>
        </p:nvGrpSpPr>
        <p:grpSpPr bwMode="auto">
          <a:xfrm>
            <a:off x="6473371" y="6378004"/>
            <a:ext cx="344329" cy="344244"/>
            <a:chOff x="4719817" y="6336659"/>
            <a:chExt cx="344329" cy="344244"/>
          </a:xfrm>
        </p:grpSpPr>
        <p:sp>
          <p:nvSpPr>
            <p:cNvPr id="1347" name="Google Shape;1347;p11"/>
            <p:cNvSpPr/>
            <p:nvPr/>
          </p:nvSpPr>
          <p:spPr bwMode="auto">
            <a:xfrm>
              <a:off x="4719817" y="6336659"/>
              <a:ext cx="177727" cy="344244"/>
            </a:xfrm>
            <a:custGeom>
              <a:avLst/>
              <a:gdLst/>
              <a:ahLst/>
              <a:cxnLst/>
              <a:rect l="l" t="t" r="r" b="b"/>
              <a:pathLst>
                <a:path w="177727" h="344244" fill="norm" stroke="1" extrusionOk="0">
                  <a:moveTo>
                    <a:pt x="143455" y="324582"/>
                  </a:moveTo>
                  <a:cubicBezTo>
                    <a:pt x="135751" y="322500"/>
                    <a:pt x="128412" y="320522"/>
                    <a:pt x="120760" y="318492"/>
                  </a:cubicBezTo>
                  <a:cubicBezTo>
                    <a:pt x="118730" y="322032"/>
                    <a:pt x="116596" y="325727"/>
                    <a:pt x="114410" y="329371"/>
                  </a:cubicBezTo>
                  <a:cubicBezTo>
                    <a:pt x="111859" y="333639"/>
                    <a:pt x="109100" y="334368"/>
                    <a:pt x="104884" y="331922"/>
                  </a:cubicBezTo>
                  <a:cubicBezTo>
                    <a:pt x="92340" y="324738"/>
                    <a:pt x="79847" y="317503"/>
                    <a:pt x="67355" y="310268"/>
                  </a:cubicBezTo>
                  <a:cubicBezTo>
                    <a:pt x="62826" y="307613"/>
                    <a:pt x="62150" y="305011"/>
                    <a:pt x="64700" y="300482"/>
                  </a:cubicBezTo>
                  <a:cubicBezTo>
                    <a:pt x="66730" y="296839"/>
                    <a:pt x="68864" y="293247"/>
                    <a:pt x="70686" y="290020"/>
                  </a:cubicBezTo>
                  <a:cubicBezTo>
                    <a:pt x="65065" y="284450"/>
                    <a:pt x="59651" y="279141"/>
                    <a:pt x="53874" y="273415"/>
                  </a:cubicBezTo>
                  <a:cubicBezTo>
                    <a:pt x="50855" y="275133"/>
                    <a:pt x="47159" y="277319"/>
                    <a:pt x="43463" y="279401"/>
                  </a:cubicBezTo>
                  <a:cubicBezTo>
                    <a:pt x="39091" y="281848"/>
                    <a:pt x="36384" y="281223"/>
                    <a:pt x="33886" y="276903"/>
                  </a:cubicBezTo>
                  <a:cubicBezTo>
                    <a:pt x="26598" y="264306"/>
                    <a:pt x="19311" y="251710"/>
                    <a:pt x="12076" y="239061"/>
                  </a:cubicBezTo>
                  <a:cubicBezTo>
                    <a:pt x="9682" y="234845"/>
                    <a:pt x="10514" y="232086"/>
                    <a:pt x="14783" y="229588"/>
                  </a:cubicBezTo>
                  <a:cubicBezTo>
                    <a:pt x="18270" y="227506"/>
                    <a:pt x="21810" y="225528"/>
                    <a:pt x="25297" y="223498"/>
                  </a:cubicBezTo>
                  <a:cubicBezTo>
                    <a:pt x="25401" y="223445"/>
                    <a:pt x="25453" y="223289"/>
                    <a:pt x="25557" y="223185"/>
                  </a:cubicBezTo>
                  <a:cubicBezTo>
                    <a:pt x="23579" y="215898"/>
                    <a:pt x="21601" y="208559"/>
                    <a:pt x="19467" y="200699"/>
                  </a:cubicBezTo>
                  <a:cubicBezTo>
                    <a:pt x="15459" y="200699"/>
                    <a:pt x="11087" y="200751"/>
                    <a:pt x="6715" y="200699"/>
                  </a:cubicBezTo>
                  <a:cubicBezTo>
                    <a:pt x="1978" y="200647"/>
                    <a:pt x="52" y="198669"/>
                    <a:pt x="0" y="193880"/>
                  </a:cubicBezTo>
                  <a:cubicBezTo>
                    <a:pt x="0" y="179306"/>
                    <a:pt x="0" y="164731"/>
                    <a:pt x="0" y="150157"/>
                  </a:cubicBezTo>
                  <a:cubicBezTo>
                    <a:pt x="0" y="145368"/>
                    <a:pt x="1978" y="143390"/>
                    <a:pt x="6715" y="143390"/>
                  </a:cubicBezTo>
                  <a:cubicBezTo>
                    <a:pt x="10983" y="143338"/>
                    <a:pt x="15303" y="143390"/>
                    <a:pt x="19467" y="143390"/>
                  </a:cubicBezTo>
                  <a:cubicBezTo>
                    <a:pt x="21497" y="135738"/>
                    <a:pt x="23475" y="128451"/>
                    <a:pt x="25557" y="120695"/>
                  </a:cubicBezTo>
                  <a:cubicBezTo>
                    <a:pt x="22174" y="118717"/>
                    <a:pt x="18635" y="116687"/>
                    <a:pt x="15043" y="114605"/>
                  </a:cubicBezTo>
                  <a:cubicBezTo>
                    <a:pt x="10358" y="111898"/>
                    <a:pt x="9578" y="109192"/>
                    <a:pt x="12232" y="104611"/>
                  </a:cubicBezTo>
                  <a:cubicBezTo>
                    <a:pt x="19363" y="92171"/>
                    <a:pt x="26546" y="79782"/>
                    <a:pt x="33730" y="67394"/>
                  </a:cubicBezTo>
                  <a:cubicBezTo>
                    <a:pt x="36436" y="62709"/>
                    <a:pt x="39039" y="62085"/>
                    <a:pt x="43776" y="64792"/>
                  </a:cubicBezTo>
                  <a:cubicBezTo>
                    <a:pt x="47315" y="66769"/>
                    <a:pt x="50803" y="68852"/>
                    <a:pt x="53978" y="70673"/>
                  </a:cubicBezTo>
                  <a:cubicBezTo>
                    <a:pt x="59495" y="65104"/>
                    <a:pt x="64804" y="59690"/>
                    <a:pt x="70582" y="53861"/>
                  </a:cubicBezTo>
                  <a:cubicBezTo>
                    <a:pt x="68812" y="50790"/>
                    <a:pt x="66626" y="47042"/>
                    <a:pt x="64492" y="43242"/>
                  </a:cubicBezTo>
                  <a:cubicBezTo>
                    <a:pt x="62150" y="39078"/>
                    <a:pt x="62826" y="36423"/>
                    <a:pt x="66991" y="33977"/>
                  </a:cubicBezTo>
                  <a:cubicBezTo>
                    <a:pt x="79691" y="26585"/>
                    <a:pt x="92392" y="19246"/>
                    <a:pt x="105145" y="11959"/>
                  </a:cubicBezTo>
                  <a:cubicBezTo>
                    <a:pt x="109048" y="9721"/>
                    <a:pt x="111807" y="10501"/>
                    <a:pt x="114150" y="14405"/>
                  </a:cubicBezTo>
                  <a:cubicBezTo>
                    <a:pt x="116388" y="18049"/>
                    <a:pt x="118470" y="21797"/>
                    <a:pt x="120656" y="25596"/>
                  </a:cubicBezTo>
                  <a:cubicBezTo>
                    <a:pt x="128151" y="23566"/>
                    <a:pt x="135595" y="21588"/>
                    <a:pt x="143351" y="19506"/>
                  </a:cubicBezTo>
                  <a:cubicBezTo>
                    <a:pt x="143351" y="15394"/>
                    <a:pt x="143351" y="11074"/>
                    <a:pt x="143351" y="6806"/>
                  </a:cubicBezTo>
                  <a:cubicBezTo>
                    <a:pt x="143403" y="2017"/>
                    <a:pt x="145329" y="39"/>
                    <a:pt x="150065" y="39"/>
                  </a:cubicBezTo>
                  <a:cubicBezTo>
                    <a:pt x="157092" y="-13"/>
                    <a:pt x="164171" y="-13"/>
                    <a:pt x="171198" y="39"/>
                  </a:cubicBezTo>
                  <a:cubicBezTo>
                    <a:pt x="175675" y="91"/>
                    <a:pt x="177705" y="2121"/>
                    <a:pt x="177705" y="6650"/>
                  </a:cubicBezTo>
                  <a:cubicBezTo>
                    <a:pt x="177757" y="24816"/>
                    <a:pt x="177705" y="42982"/>
                    <a:pt x="177705" y="61148"/>
                  </a:cubicBezTo>
                  <a:cubicBezTo>
                    <a:pt x="177705" y="67134"/>
                    <a:pt x="176091" y="68747"/>
                    <a:pt x="170105" y="68904"/>
                  </a:cubicBezTo>
                  <a:cubicBezTo>
                    <a:pt x="125705" y="69997"/>
                    <a:pt x="87343" y="98573"/>
                    <a:pt x="73705" y="140631"/>
                  </a:cubicBezTo>
                  <a:cubicBezTo>
                    <a:pt x="54654" y="199346"/>
                    <a:pt x="91819" y="261912"/>
                    <a:pt x="152668" y="273363"/>
                  </a:cubicBezTo>
                  <a:cubicBezTo>
                    <a:pt x="158758" y="274508"/>
                    <a:pt x="164952" y="274873"/>
                    <a:pt x="171146" y="275341"/>
                  </a:cubicBezTo>
                  <a:cubicBezTo>
                    <a:pt x="175675" y="275706"/>
                    <a:pt x="177653" y="277475"/>
                    <a:pt x="177653" y="282004"/>
                  </a:cubicBezTo>
                  <a:cubicBezTo>
                    <a:pt x="177653" y="300534"/>
                    <a:pt x="177653" y="319065"/>
                    <a:pt x="177653" y="337595"/>
                  </a:cubicBezTo>
                  <a:cubicBezTo>
                    <a:pt x="177653" y="342124"/>
                    <a:pt x="175623" y="344206"/>
                    <a:pt x="171146" y="344206"/>
                  </a:cubicBezTo>
                  <a:cubicBezTo>
                    <a:pt x="163963" y="344258"/>
                    <a:pt x="156780" y="344258"/>
                    <a:pt x="149649" y="344206"/>
                  </a:cubicBezTo>
                  <a:cubicBezTo>
                    <a:pt x="145381" y="344154"/>
                    <a:pt x="143351" y="342124"/>
                    <a:pt x="143299" y="337803"/>
                  </a:cubicBezTo>
                  <a:cubicBezTo>
                    <a:pt x="143403" y="333223"/>
                    <a:pt x="143455" y="328798"/>
                    <a:pt x="143455" y="324582"/>
                  </a:cubicBezTo>
                  <a:close/>
                  <a:moveTo>
                    <a:pt x="106654" y="24347"/>
                  </a:moveTo>
                  <a:cubicBezTo>
                    <a:pt x="96608" y="30177"/>
                    <a:pt x="86874" y="35799"/>
                    <a:pt x="77037" y="41524"/>
                  </a:cubicBezTo>
                  <a:cubicBezTo>
                    <a:pt x="78286" y="43658"/>
                    <a:pt x="79223" y="45324"/>
                    <a:pt x="80160" y="46938"/>
                  </a:cubicBezTo>
                  <a:cubicBezTo>
                    <a:pt x="81097" y="48603"/>
                    <a:pt x="82086" y="50217"/>
                    <a:pt x="83023" y="51883"/>
                  </a:cubicBezTo>
                  <a:cubicBezTo>
                    <a:pt x="85209" y="55839"/>
                    <a:pt x="84688" y="57817"/>
                    <a:pt x="81461" y="60992"/>
                  </a:cubicBezTo>
                  <a:cubicBezTo>
                    <a:pt x="74642" y="67654"/>
                    <a:pt x="67876" y="74421"/>
                    <a:pt x="61213" y="81240"/>
                  </a:cubicBezTo>
                  <a:cubicBezTo>
                    <a:pt x="57986" y="84519"/>
                    <a:pt x="56060" y="85040"/>
                    <a:pt x="52104" y="82801"/>
                  </a:cubicBezTo>
                  <a:cubicBezTo>
                    <a:pt x="48720" y="80876"/>
                    <a:pt x="45337" y="78898"/>
                    <a:pt x="41693" y="76815"/>
                  </a:cubicBezTo>
                  <a:cubicBezTo>
                    <a:pt x="35916" y="86809"/>
                    <a:pt x="30294" y="96491"/>
                    <a:pt x="24568" y="106485"/>
                  </a:cubicBezTo>
                  <a:cubicBezTo>
                    <a:pt x="28108" y="108515"/>
                    <a:pt x="31491" y="110493"/>
                    <a:pt x="34875" y="112471"/>
                  </a:cubicBezTo>
                  <a:cubicBezTo>
                    <a:pt x="38779" y="114813"/>
                    <a:pt x="39403" y="116843"/>
                    <a:pt x="38206" y="121112"/>
                  </a:cubicBezTo>
                  <a:cubicBezTo>
                    <a:pt x="35603" y="130377"/>
                    <a:pt x="33157" y="139694"/>
                    <a:pt x="30763" y="149063"/>
                  </a:cubicBezTo>
                  <a:cubicBezTo>
                    <a:pt x="29722" y="153071"/>
                    <a:pt x="27952" y="154685"/>
                    <a:pt x="23788" y="154737"/>
                  </a:cubicBezTo>
                  <a:cubicBezTo>
                    <a:pt x="19780" y="154789"/>
                    <a:pt x="15772" y="154737"/>
                    <a:pt x="11816" y="154737"/>
                  </a:cubicBezTo>
                  <a:cubicBezTo>
                    <a:pt x="11816" y="166501"/>
                    <a:pt x="11816" y="177796"/>
                    <a:pt x="11816" y="189195"/>
                  </a:cubicBezTo>
                  <a:cubicBezTo>
                    <a:pt x="15928" y="189195"/>
                    <a:pt x="19728" y="189195"/>
                    <a:pt x="23527" y="189195"/>
                  </a:cubicBezTo>
                  <a:cubicBezTo>
                    <a:pt x="27952" y="189195"/>
                    <a:pt x="29722" y="190809"/>
                    <a:pt x="30763" y="194973"/>
                  </a:cubicBezTo>
                  <a:cubicBezTo>
                    <a:pt x="33105" y="204186"/>
                    <a:pt x="35499" y="213400"/>
                    <a:pt x="38102" y="222561"/>
                  </a:cubicBezTo>
                  <a:cubicBezTo>
                    <a:pt x="39351" y="227037"/>
                    <a:pt x="38779" y="229067"/>
                    <a:pt x="34719" y="231461"/>
                  </a:cubicBezTo>
                  <a:cubicBezTo>
                    <a:pt x="31387" y="233439"/>
                    <a:pt x="28004" y="235365"/>
                    <a:pt x="24568" y="237395"/>
                  </a:cubicBezTo>
                  <a:cubicBezTo>
                    <a:pt x="30346" y="247493"/>
                    <a:pt x="35916" y="257175"/>
                    <a:pt x="41433" y="266701"/>
                  </a:cubicBezTo>
                  <a:cubicBezTo>
                    <a:pt x="42110" y="266596"/>
                    <a:pt x="42370" y="266649"/>
                    <a:pt x="42526" y="266544"/>
                  </a:cubicBezTo>
                  <a:cubicBezTo>
                    <a:pt x="45649" y="264775"/>
                    <a:pt x="48720" y="262953"/>
                    <a:pt x="51844" y="261183"/>
                  </a:cubicBezTo>
                  <a:cubicBezTo>
                    <a:pt x="56060" y="258789"/>
                    <a:pt x="57882" y="259257"/>
                    <a:pt x="61265" y="262693"/>
                  </a:cubicBezTo>
                  <a:cubicBezTo>
                    <a:pt x="67823" y="269459"/>
                    <a:pt x="74486" y="276122"/>
                    <a:pt x="81253" y="282680"/>
                  </a:cubicBezTo>
                  <a:cubicBezTo>
                    <a:pt x="84844" y="286168"/>
                    <a:pt x="85313" y="287886"/>
                    <a:pt x="82762" y="292362"/>
                  </a:cubicBezTo>
                  <a:cubicBezTo>
                    <a:pt x="80888" y="295641"/>
                    <a:pt x="79015" y="298921"/>
                    <a:pt x="77037" y="302408"/>
                  </a:cubicBezTo>
                  <a:cubicBezTo>
                    <a:pt x="87083" y="308186"/>
                    <a:pt x="96764" y="313807"/>
                    <a:pt x="106654" y="319533"/>
                  </a:cubicBezTo>
                  <a:cubicBezTo>
                    <a:pt x="108736" y="315942"/>
                    <a:pt x="110662" y="312506"/>
                    <a:pt x="112692" y="309175"/>
                  </a:cubicBezTo>
                  <a:cubicBezTo>
                    <a:pt x="114982" y="305323"/>
                    <a:pt x="117012" y="304750"/>
                    <a:pt x="121385" y="305948"/>
                  </a:cubicBezTo>
                  <a:cubicBezTo>
                    <a:pt x="130546" y="308498"/>
                    <a:pt x="139759" y="310945"/>
                    <a:pt x="148972" y="313287"/>
                  </a:cubicBezTo>
                  <a:cubicBezTo>
                    <a:pt x="153240" y="314380"/>
                    <a:pt x="154854" y="316046"/>
                    <a:pt x="154906" y="320418"/>
                  </a:cubicBezTo>
                  <a:cubicBezTo>
                    <a:pt x="154906" y="324426"/>
                    <a:pt x="154906" y="328434"/>
                    <a:pt x="154906" y="332390"/>
                  </a:cubicBezTo>
                  <a:cubicBezTo>
                    <a:pt x="159018" y="332390"/>
                    <a:pt x="162558" y="332390"/>
                    <a:pt x="166201" y="332390"/>
                  </a:cubicBezTo>
                  <a:cubicBezTo>
                    <a:pt x="166201" y="317087"/>
                    <a:pt x="166201" y="301992"/>
                    <a:pt x="166201" y="286845"/>
                  </a:cubicBezTo>
                  <a:cubicBezTo>
                    <a:pt x="105769" y="283409"/>
                    <a:pt x="59651" y="234272"/>
                    <a:pt x="57465" y="176859"/>
                  </a:cubicBezTo>
                  <a:cubicBezTo>
                    <a:pt x="56372" y="148022"/>
                    <a:pt x="64752" y="122153"/>
                    <a:pt x="82971" y="99770"/>
                  </a:cubicBezTo>
                  <a:cubicBezTo>
                    <a:pt x="104364" y="73484"/>
                    <a:pt x="132420" y="59690"/>
                    <a:pt x="166201" y="57088"/>
                  </a:cubicBezTo>
                  <a:cubicBezTo>
                    <a:pt x="166201" y="41785"/>
                    <a:pt x="166201" y="26638"/>
                    <a:pt x="166201" y="11490"/>
                  </a:cubicBezTo>
                  <a:cubicBezTo>
                    <a:pt x="162349" y="11490"/>
                    <a:pt x="158758" y="11490"/>
                    <a:pt x="154906" y="11490"/>
                  </a:cubicBezTo>
                  <a:cubicBezTo>
                    <a:pt x="154906" y="15655"/>
                    <a:pt x="154906" y="19611"/>
                    <a:pt x="154906" y="23514"/>
                  </a:cubicBezTo>
                  <a:cubicBezTo>
                    <a:pt x="154854" y="27679"/>
                    <a:pt x="153240" y="29448"/>
                    <a:pt x="149232" y="30489"/>
                  </a:cubicBezTo>
                  <a:cubicBezTo>
                    <a:pt x="139915" y="32884"/>
                    <a:pt x="130598" y="35330"/>
                    <a:pt x="121281" y="37881"/>
                  </a:cubicBezTo>
                  <a:cubicBezTo>
                    <a:pt x="117012" y="39078"/>
                    <a:pt x="114982" y="38453"/>
                    <a:pt x="112640" y="34549"/>
                  </a:cubicBezTo>
                  <a:cubicBezTo>
                    <a:pt x="110714" y="31374"/>
                    <a:pt x="108840" y="28043"/>
                    <a:pt x="106654" y="24347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348" name="Google Shape;1348;p11"/>
            <p:cNvSpPr/>
            <p:nvPr/>
          </p:nvSpPr>
          <p:spPr bwMode="auto">
            <a:xfrm>
              <a:off x="4800186" y="6416806"/>
              <a:ext cx="183534" cy="183586"/>
            </a:xfrm>
            <a:custGeom>
              <a:avLst/>
              <a:gdLst/>
              <a:ahLst/>
              <a:cxnLst/>
              <a:rect l="l" t="t" r="r" b="b"/>
              <a:pathLst>
                <a:path w="183534" h="183586" fill="norm" stroke="1" extrusionOk="0">
                  <a:moveTo>
                    <a:pt x="183535" y="91715"/>
                  </a:moveTo>
                  <a:cubicBezTo>
                    <a:pt x="183535" y="142466"/>
                    <a:pt x="142518" y="183587"/>
                    <a:pt x="91871" y="183587"/>
                  </a:cubicBezTo>
                  <a:cubicBezTo>
                    <a:pt x="41121" y="183587"/>
                    <a:pt x="0" y="142570"/>
                    <a:pt x="0" y="91872"/>
                  </a:cubicBezTo>
                  <a:cubicBezTo>
                    <a:pt x="0" y="40965"/>
                    <a:pt x="41069" y="-52"/>
                    <a:pt x="92028" y="0"/>
                  </a:cubicBezTo>
                  <a:cubicBezTo>
                    <a:pt x="142518" y="104"/>
                    <a:pt x="183535" y="41173"/>
                    <a:pt x="183535" y="91715"/>
                  </a:cubicBezTo>
                  <a:close/>
                  <a:moveTo>
                    <a:pt x="58975" y="18999"/>
                  </a:moveTo>
                  <a:cubicBezTo>
                    <a:pt x="61577" y="24204"/>
                    <a:pt x="63972" y="29253"/>
                    <a:pt x="66678" y="34146"/>
                  </a:cubicBezTo>
                  <a:cubicBezTo>
                    <a:pt x="67355" y="35395"/>
                    <a:pt x="68708" y="36436"/>
                    <a:pt x="70010" y="37113"/>
                  </a:cubicBezTo>
                  <a:cubicBezTo>
                    <a:pt x="75735" y="40080"/>
                    <a:pt x="81513" y="42891"/>
                    <a:pt x="87239" y="45806"/>
                  </a:cubicBezTo>
                  <a:cubicBezTo>
                    <a:pt x="92132" y="48304"/>
                    <a:pt x="93016" y="51219"/>
                    <a:pt x="90206" y="55904"/>
                  </a:cubicBezTo>
                  <a:cubicBezTo>
                    <a:pt x="85937" y="63087"/>
                    <a:pt x="81201" y="70010"/>
                    <a:pt x="77453" y="77453"/>
                  </a:cubicBezTo>
                  <a:cubicBezTo>
                    <a:pt x="74122" y="84064"/>
                    <a:pt x="69801" y="87187"/>
                    <a:pt x="62254" y="86146"/>
                  </a:cubicBezTo>
                  <a:cubicBezTo>
                    <a:pt x="58350" y="85573"/>
                    <a:pt x="53249" y="84897"/>
                    <a:pt x="50490" y="86822"/>
                  </a:cubicBezTo>
                  <a:cubicBezTo>
                    <a:pt x="47888" y="88644"/>
                    <a:pt x="47575" y="93797"/>
                    <a:pt x="46274" y="97493"/>
                  </a:cubicBezTo>
                  <a:cubicBezTo>
                    <a:pt x="44608" y="102334"/>
                    <a:pt x="43359" y="103219"/>
                    <a:pt x="38154" y="103219"/>
                  </a:cubicBezTo>
                  <a:cubicBezTo>
                    <a:pt x="29722" y="103219"/>
                    <a:pt x="21237" y="103219"/>
                    <a:pt x="11868" y="103219"/>
                  </a:cubicBezTo>
                  <a:cubicBezTo>
                    <a:pt x="14158" y="110923"/>
                    <a:pt x="16240" y="118002"/>
                    <a:pt x="18426" y="125237"/>
                  </a:cubicBezTo>
                  <a:cubicBezTo>
                    <a:pt x="20196" y="124716"/>
                    <a:pt x="21081" y="124456"/>
                    <a:pt x="22018" y="124144"/>
                  </a:cubicBezTo>
                  <a:cubicBezTo>
                    <a:pt x="30867" y="121229"/>
                    <a:pt x="39663" y="118366"/>
                    <a:pt x="48460" y="115347"/>
                  </a:cubicBezTo>
                  <a:cubicBezTo>
                    <a:pt x="51323" y="114358"/>
                    <a:pt x="53717" y="114670"/>
                    <a:pt x="56112" y="116544"/>
                  </a:cubicBezTo>
                  <a:cubicBezTo>
                    <a:pt x="61317" y="120552"/>
                    <a:pt x="66730" y="124300"/>
                    <a:pt x="71831" y="128412"/>
                  </a:cubicBezTo>
                  <a:cubicBezTo>
                    <a:pt x="73861" y="130026"/>
                    <a:pt x="75111" y="129869"/>
                    <a:pt x="76985" y="128308"/>
                  </a:cubicBezTo>
                  <a:cubicBezTo>
                    <a:pt x="84168" y="122374"/>
                    <a:pt x="91455" y="116596"/>
                    <a:pt x="98794" y="110818"/>
                  </a:cubicBezTo>
                  <a:cubicBezTo>
                    <a:pt x="102282" y="108060"/>
                    <a:pt x="104832" y="108164"/>
                    <a:pt x="107955" y="111235"/>
                  </a:cubicBezTo>
                  <a:cubicBezTo>
                    <a:pt x="113317" y="116492"/>
                    <a:pt x="118730" y="121749"/>
                    <a:pt x="123883" y="127267"/>
                  </a:cubicBezTo>
                  <a:cubicBezTo>
                    <a:pt x="125132" y="128620"/>
                    <a:pt x="125965" y="130754"/>
                    <a:pt x="126069" y="132628"/>
                  </a:cubicBezTo>
                  <a:cubicBezTo>
                    <a:pt x="126382" y="137729"/>
                    <a:pt x="126173" y="142882"/>
                    <a:pt x="126173" y="148035"/>
                  </a:cubicBezTo>
                  <a:cubicBezTo>
                    <a:pt x="126173" y="152252"/>
                    <a:pt x="124976" y="153813"/>
                    <a:pt x="120916" y="154906"/>
                  </a:cubicBezTo>
                  <a:cubicBezTo>
                    <a:pt x="115086" y="156468"/>
                    <a:pt x="109257" y="157925"/>
                    <a:pt x="103427" y="159435"/>
                  </a:cubicBezTo>
                  <a:cubicBezTo>
                    <a:pt x="103427" y="163391"/>
                    <a:pt x="103427" y="167034"/>
                    <a:pt x="103427" y="171042"/>
                  </a:cubicBezTo>
                  <a:cubicBezTo>
                    <a:pt x="126382" y="167295"/>
                    <a:pt x="144287" y="155999"/>
                    <a:pt x="157821" y="137313"/>
                  </a:cubicBezTo>
                  <a:cubicBezTo>
                    <a:pt x="151887" y="131379"/>
                    <a:pt x="146109" y="125653"/>
                    <a:pt x="140384" y="119927"/>
                  </a:cubicBezTo>
                  <a:cubicBezTo>
                    <a:pt x="136896" y="116388"/>
                    <a:pt x="136688" y="114358"/>
                    <a:pt x="139447" y="110194"/>
                  </a:cubicBezTo>
                  <a:cubicBezTo>
                    <a:pt x="141997" y="106290"/>
                    <a:pt x="144600" y="102438"/>
                    <a:pt x="147150" y="98534"/>
                  </a:cubicBezTo>
                  <a:cubicBezTo>
                    <a:pt x="147671" y="97753"/>
                    <a:pt x="148452" y="96764"/>
                    <a:pt x="148295" y="96036"/>
                  </a:cubicBezTo>
                  <a:cubicBezTo>
                    <a:pt x="147306" y="91455"/>
                    <a:pt x="146109" y="86927"/>
                    <a:pt x="144964" y="82138"/>
                  </a:cubicBezTo>
                  <a:cubicBezTo>
                    <a:pt x="141112" y="83387"/>
                    <a:pt x="137833" y="84376"/>
                    <a:pt x="134606" y="85521"/>
                  </a:cubicBezTo>
                  <a:cubicBezTo>
                    <a:pt x="131379" y="86666"/>
                    <a:pt x="128828" y="85938"/>
                    <a:pt x="126746" y="83127"/>
                  </a:cubicBezTo>
                  <a:cubicBezTo>
                    <a:pt x="121385" y="75944"/>
                    <a:pt x="115867" y="68865"/>
                    <a:pt x="110766" y="61525"/>
                  </a:cubicBezTo>
                  <a:cubicBezTo>
                    <a:pt x="109569" y="59808"/>
                    <a:pt x="109048" y="56997"/>
                    <a:pt x="109413" y="54915"/>
                  </a:cubicBezTo>
                  <a:cubicBezTo>
                    <a:pt x="110766" y="48044"/>
                    <a:pt x="112692" y="41225"/>
                    <a:pt x="114462" y="34458"/>
                  </a:cubicBezTo>
                  <a:cubicBezTo>
                    <a:pt x="115711" y="29670"/>
                    <a:pt x="117064" y="28681"/>
                    <a:pt x="122009" y="28681"/>
                  </a:cubicBezTo>
                  <a:cubicBezTo>
                    <a:pt x="128047" y="28681"/>
                    <a:pt x="134033" y="28681"/>
                    <a:pt x="140644" y="28681"/>
                  </a:cubicBezTo>
                  <a:cubicBezTo>
                    <a:pt x="118730" y="10358"/>
                    <a:pt x="84220" y="6298"/>
                    <a:pt x="58975" y="18999"/>
                  </a:cubicBezTo>
                  <a:close/>
                  <a:moveTo>
                    <a:pt x="11399" y="91819"/>
                  </a:moveTo>
                  <a:cubicBezTo>
                    <a:pt x="19363" y="91819"/>
                    <a:pt x="26859" y="91872"/>
                    <a:pt x="34354" y="91715"/>
                  </a:cubicBezTo>
                  <a:cubicBezTo>
                    <a:pt x="35135" y="91715"/>
                    <a:pt x="36228" y="90466"/>
                    <a:pt x="36592" y="89581"/>
                  </a:cubicBezTo>
                  <a:cubicBezTo>
                    <a:pt x="37946" y="86146"/>
                    <a:pt x="39039" y="82606"/>
                    <a:pt x="40184" y="79119"/>
                  </a:cubicBezTo>
                  <a:cubicBezTo>
                    <a:pt x="41225" y="75996"/>
                    <a:pt x="43255" y="74538"/>
                    <a:pt x="46638" y="74590"/>
                  </a:cubicBezTo>
                  <a:cubicBezTo>
                    <a:pt x="52156" y="74694"/>
                    <a:pt x="57621" y="74642"/>
                    <a:pt x="63139" y="74590"/>
                  </a:cubicBezTo>
                  <a:cubicBezTo>
                    <a:pt x="64128" y="74590"/>
                    <a:pt x="65533" y="74382"/>
                    <a:pt x="65950" y="73705"/>
                  </a:cubicBezTo>
                  <a:cubicBezTo>
                    <a:pt x="69958" y="67303"/>
                    <a:pt x="73809" y="60745"/>
                    <a:pt x="77869" y="54030"/>
                  </a:cubicBezTo>
                  <a:cubicBezTo>
                    <a:pt x="72560" y="51375"/>
                    <a:pt x="67511" y="49189"/>
                    <a:pt x="62826" y="46378"/>
                  </a:cubicBezTo>
                  <a:cubicBezTo>
                    <a:pt x="60536" y="45025"/>
                    <a:pt x="58350" y="42891"/>
                    <a:pt x="56997" y="40548"/>
                  </a:cubicBezTo>
                  <a:cubicBezTo>
                    <a:pt x="53978" y="35343"/>
                    <a:pt x="51479" y="29774"/>
                    <a:pt x="48668" y="24152"/>
                  </a:cubicBezTo>
                  <a:cubicBezTo>
                    <a:pt x="24777" y="40600"/>
                    <a:pt x="12492" y="62775"/>
                    <a:pt x="11399" y="91819"/>
                  </a:cubicBezTo>
                  <a:close/>
                  <a:moveTo>
                    <a:pt x="24881" y="135543"/>
                  </a:moveTo>
                  <a:cubicBezTo>
                    <a:pt x="40288" y="160528"/>
                    <a:pt x="70426" y="173281"/>
                    <a:pt x="91819" y="171615"/>
                  </a:cubicBezTo>
                  <a:cubicBezTo>
                    <a:pt x="91819" y="166410"/>
                    <a:pt x="91819" y="161153"/>
                    <a:pt x="91819" y="155895"/>
                  </a:cubicBezTo>
                  <a:cubicBezTo>
                    <a:pt x="91819" y="151731"/>
                    <a:pt x="93016" y="150222"/>
                    <a:pt x="97181" y="149129"/>
                  </a:cubicBezTo>
                  <a:cubicBezTo>
                    <a:pt x="103010" y="147619"/>
                    <a:pt x="108840" y="146110"/>
                    <a:pt x="114774" y="144600"/>
                  </a:cubicBezTo>
                  <a:cubicBezTo>
                    <a:pt x="114774" y="142258"/>
                    <a:pt x="114878" y="140228"/>
                    <a:pt x="114722" y="138198"/>
                  </a:cubicBezTo>
                  <a:cubicBezTo>
                    <a:pt x="114618" y="136636"/>
                    <a:pt x="114618" y="134606"/>
                    <a:pt x="113733" y="133565"/>
                  </a:cubicBezTo>
                  <a:cubicBezTo>
                    <a:pt x="110402" y="129661"/>
                    <a:pt x="106758" y="126122"/>
                    <a:pt x="103115" y="122374"/>
                  </a:cubicBezTo>
                  <a:cubicBezTo>
                    <a:pt x="94942" y="128880"/>
                    <a:pt x="87239" y="135075"/>
                    <a:pt x="79483" y="141217"/>
                  </a:cubicBezTo>
                  <a:cubicBezTo>
                    <a:pt x="75631" y="144288"/>
                    <a:pt x="73861" y="144288"/>
                    <a:pt x="69958" y="141425"/>
                  </a:cubicBezTo>
                  <a:cubicBezTo>
                    <a:pt x="64232" y="137157"/>
                    <a:pt x="58506" y="132784"/>
                    <a:pt x="52728" y="128620"/>
                  </a:cubicBezTo>
                  <a:cubicBezTo>
                    <a:pt x="51792" y="127943"/>
                    <a:pt x="50282" y="127319"/>
                    <a:pt x="49345" y="127579"/>
                  </a:cubicBezTo>
                  <a:cubicBezTo>
                    <a:pt x="41173" y="130078"/>
                    <a:pt x="33209" y="132784"/>
                    <a:pt x="24881" y="135543"/>
                  </a:cubicBezTo>
                  <a:close/>
                  <a:moveTo>
                    <a:pt x="124976" y="40184"/>
                  </a:moveTo>
                  <a:cubicBezTo>
                    <a:pt x="123831" y="44869"/>
                    <a:pt x="122582" y="49241"/>
                    <a:pt x="121749" y="53665"/>
                  </a:cubicBezTo>
                  <a:cubicBezTo>
                    <a:pt x="121489" y="55071"/>
                    <a:pt x="121801" y="56945"/>
                    <a:pt x="122582" y="58142"/>
                  </a:cubicBezTo>
                  <a:cubicBezTo>
                    <a:pt x="125393" y="62306"/>
                    <a:pt x="128724" y="66054"/>
                    <a:pt x="131431" y="70270"/>
                  </a:cubicBezTo>
                  <a:cubicBezTo>
                    <a:pt x="133305" y="73185"/>
                    <a:pt x="135178" y="73601"/>
                    <a:pt x="138197" y="72248"/>
                  </a:cubicBezTo>
                  <a:cubicBezTo>
                    <a:pt x="140748" y="71051"/>
                    <a:pt x="143611" y="70374"/>
                    <a:pt x="146318" y="69541"/>
                  </a:cubicBezTo>
                  <a:cubicBezTo>
                    <a:pt x="151002" y="68084"/>
                    <a:pt x="153657" y="69437"/>
                    <a:pt x="154906" y="74174"/>
                  </a:cubicBezTo>
                  <a:cubicBezTo>
                    <a:pt x="156780" y="81201"/>
                    <a:pt x="158706" y="88176"/>
                    <a:pt x="160163" y="95307"/>
                  </a:cubicBezTo>
                  <a:cubicBezTo>
                    <a:pt x="160580" y="97285"/>
                    <a:pt x="159955" y="99835"/>
                    <a:pt x="159018" y="101657"/>
                  </a:cubicBezTo>
                  <a:cubicBezTo>
                    <a:pt x="157040" y="105301"/>
                    <a:pt x="154438" y="108632"/>
                    <a:pt x="152251" y="112172"/>
                  </a:cubicBezTo>
                  <a:cubicBezTo>
                    <a:pt x="151783" y="112953"/>
                    <a:pt x="151627" y="114618"/>
                    <a:pt x="152095" y="115139"/>
                  </a:cubicBezTo>
                  <a:cubicBezTo>
                    <a:pt x="155843" y="119147"/>
                    <a:pt x="159747" y="122946"/>
                    <a:pt x="163703" y="126902"/>
                  </a:cubicBezTo>
                  <a:cubicBezTo>
                    <a:pt x="177705" y="99315"/>
                    <a:pt x="173697" y="65481"/>
                    <a:pt x="154177" y="41589"/>
                  </a:cubicBezTo>
                  <a:cubicBezTo>
                    <a:pt x="153605" y="40913"/>
                    <a:pt x="152408" y="40340"/>
                    <a:pt x="151523" y="40288"/>
                  </a:cubicBezTo>
                  <a:cubicBezTo>
                    <a:pt x="142778" y="40132"/>
                    <a:pt x="134085" y="40184"/>
                    <a:pt x="124976" y="40184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349" name="Google Shape;1349;p11"/>
            <p:cNvSpPr/>
            <p:nvPr/>
          </p:nvSpPr>
          <p:spPr bwMode="auto">
            <a:xfrm>
              <a:off x="4909338" y="6611944"/>
              <a:ext cx="91573" cy="63200"/>
            </a:xfrm>
            <a:custGeom>
              <a:avLst/>
              <a:gdLst/>
              <a:ahLst/>
              <a:cxnLst/>
              <a:rect l="l" t="t" r="r" b="b"/>
              <a:pathLst>
                <a:path w="91573" h="63200" fill="norm" stroke="1" extrusionOk="0">
                  <a:moveTo>
                    <a:pt x="44400" y="40137"/>
                  </a:moveTo>
                  <a:cubicBezTo>
                    <a:pt x="48512" y="40137"/>
                    <a:pt x="52364" y="40345"/>
                    <a:pt x="56112" y="40032"/>
                  </a:cubicBezTo>
                  <a:cubicBezTo>
                    <a:pt x="57257" y="39928"/>
                    <a:pt x="58662" y="38627"/>
                    <a:pt x="59287" y="37534"/>
                  </a:cubicBezTo>
                  <a:cubicBezTo>
                    <a:pt x="63451" y="30507"/>
                    <a:pt x="71259" y="27124"/>
                    <a:pt x="78858" y="29258"/>
                  </a:cubicBezTo>
                  <a:cubicBezTo>
                    <a:pt x="86926" y="31548"/>
                    <a:pt x="91871" y="38419"/>
                    <a:pt x="91559" y="46955"/>
                  </a:cubicBezTo>
                  <a:cubicBezTo>
                    <a:pt x="91299" y="54451"/>
                    <a:pt x="85521" y="61113"/>
                    <a:pt x="77817" y="62831"/>
                  </a:cubicBezTo>
                  <a:cubicBezTo>
                    <a:pt x="70686" y="64393"/>
                    <a:pt x="63035" y="60905"/>
                    <a:pt x="59391" y="54138"/>
                  </a:cubicBezTo>
                  <a:cubicBezTo>
                    <a:pt x="58298" y="52161"/>
                    <a:pt x="57153" y="51484"/>
                    <a:pt x="55019" y="51536"/>
                  </a:cubicBezTo>
                  <a:cubicBezTo>
                    <a:pt x="50386" y="51692"/>
                    <a:pt x="45701" y="51484"/>
                    <a:pt x="41069" y="51640"/>
                  </a:cubicBezTo>
                  <a:cubicBezTo>
                    <a:pt x="37269" y="51744"/>
                    <a:pt x="35135" y="50078"/>
                    <a:pt x="34094" y="46435"/>
                  </a:cubicBezTo>
                  <a:cubicBezTo>
                    <a:pt x="30867" y="34879"/>
                    <a:pt x="27483" y="23324"/>
                    <a:pt x="24048" y="11508"/>
                  </a:cubicBezTo>
                  <a:cubicBezTo>
                    <a:pt x="16084" y="11508"/>
                    <a:pt x="8120" y="11508"/>
                    <a:pt x="0" y="11508"/>
                  </a:cubicBezTo>
                  <a:cubicBezTo>
                    <a:pt x="0" y="7656"/>
                    <a:pt x="0" y="4117"/>
                    <a:pt x="0" y="57"/>
                  </a:cubicBezTo>
                  <a:cubicBezTo>
                    <a:pt x="2967" y="57"/>
                    <a:pt x="6038" y="57"/>
                    <a:pt x="9057" y="57"/>
                  </a:cubicBezTo>
                  <a:cubicBezTo>
                    <a:pt x="15147" y="57"/>
                    <a:pt x="21237" y="161"/>
                    <a:pt x="27327" y="5"/>
                  </a:cubicBezTo>
                  <a:cubicBezTo>
                    <a:pt x="31127" y="-100"/>
                    <a:pt x="33261" y="1566"/>
                    <a:pt x="34302" y="5210"/>
                  </a:cubicBezTo>
                  <a:cubicBezTo>
                    <a:pt x="37581" y="16713"/>
                    <a:pt x="40965" y="28269"/>
                    <a:pt x="44400" y="40137"/>
                  </a:cubicBezTo>
                  <a:close/>
                  <a:moveTo>
                    <a:pt x="80108" y="45706"/>
                  </a:moveTo>
                  <a:cubicBezTo>
                    <a:pt x="80056" y="42739"/>
                    <a:pt x="77245" y="40032"/>
                    <a:pt x="74278" y="40137"/>
                  </a:cubicBezTo>
                  <a:cubicBezTo>
                    <a:pt x="71311" y="40189"/>
                    <a:pt x="68604" y="42999"/>
                    <a:pt x="68708" y="45966"/>
                  </a:cubicBezTo>
                  <a:cubicBezTo>
                    <a:pt x="68760" y="48933"/>
                    <a:pt x="71571" y="51640"/>
                    <a:pt x="74538" y="51536"/>
                  </a:cubicBezTo>
                  <a:cubicBezTo>
                    <a:pt x="77453" y="51484"/>
                    <a:pt x="80160" y="48673"/>
                    <a:pt x="80108" y="45706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350" name="Google Shape;1350;p11"/>
            <p:cNvSpPr/>
            <p:nvPr/>
          </p:nvSpPr>
          <p:spPr bwMode="auto">
            <a:xfrm>
              <a:off x="4909338" y="6347899"/>
              <a:ext cx="91562" cy="57560"/>
            </a:xfrm>
            <a:custGeom>
              <a:avLst/>
              <a:gdLst/>
              <a:ahLst/>
              <a:cxnLst/>
              <a:rect l="l" t="t" r="r" b="b"/>
              <a:pathLst>
                <a:path w="91562" h="57560" fill="norm" stroke="1" extrusionOk="0">
                  <a:moveTo>
                    <a:pt x="0" y="57455"/>
                  </a:moveTo>
                  <a:cubicBezTo>
                    <a:pt x="0" y="53499"/>
                    <a:pt x="0" y="49960"/>
                    <a:pt x="0" y="46004"/>
                  </a:cubicBezTo>
                  <a:cubicBezTo>
                    <a:pt x="5361" y="46004"/>
                    <a:pt x="10567" y="45900"/>
                    <a:pt x="15772" y="46056"/>
                  </a:cubicBezTo>
                  <a:cubicBezTo>
                    <a:pt x="18218" y="46160"/>
                    <a:pt x="19571" y="45431"/>
                    <a:pt x="20665" y="43089"/>
                  </a:cubicBezTo>
                  <a:cubicBezTo>
                    <a:pt x="24985" y="34032"/>
                    <a:pt x="29670" y="25183"/>
                    <a:pt x="33990" y="16178"/>
                  </a:cubicBezTo>
                  <a:cubicBezTo>
                    <a:pt x="35603" y="12847"/>
                    <a:pt x="37842" y="11389"/>
                    <a:pt x="41589" y="11545"/>
                  </a:cubicBezTo>
                  <a:cubicBezTo>
                    <a:pt x="46222" y="11754"/>
                    <a:pt x="50907" y="11754"/>
                    <a:pt x="55539" y="11493"/>
                  </a:cubicBezTo>
                  <a:cubicBezTo>
                    <a:pt x="56736" y="11441"/>
                    <a:pt x="58402" y="10452"/>
                    <a:pt x="58975" y="9411"/>
                  </a:cubicBezTo>
                  <a:cubicBezTo>
                    <a:pt x="63035" y="2228"/>
                    <a:pt x="70738" y="-1415"/>
                    <a:pt x="78286" y="511"/>
                  </a:cubicBezTo>
                  <a:cubicBezTo>
                    <a:pt x="86042" y="2488"/>
                    <a:pt x="91403" y="9047"/>
                    <a:pt x="91559" y="16751"/>
                  </a:cubicBezTo>
                  <a:cubicBezTo>
                    <a:pt x="91715" y="25079"/>
                    <a:pt x="86718" y="31794"/>
                    <a:pt x="78702" y="33980"/>
                  </a:cubicBezTo>
                  <a:cubicBezTo>
                    <a:pt x="71103" y="36062"/>
                    <a:pt x="63191" y="32731"/>
                    <a:pt x="59287" y="25495"/>
                  </a:cubicBezTo>
                  <a:cubicBezTo>
                    <a:pt x="58298" y="23622"/>
                    <a:pt x="57205" y="22945"/>
                    <a:pt x="55175" y="23049"/>
                  </a:cubicBezTo>
                  <a:cubicBezTo>
                    <a:pt x="51375" y="23257"/>
                    <a:pt x="46742" y="21956"/>
                    <a:pt x="43984" y="23674"/>
                  </a:cubicBezTo>
                  <a:cubicBezTo>
                    <a:pt x="41173" y="25391"/>
                    <a:pt x="40184" y="30024"/>
                    <a:pt x="38466" y="33407"/>
                  </a:cubicBezTo>
                  <a:cubicBezTo>
                    <a:pt x="35135" y="40018"/>
                    <a:pt x="31752" y="46576"/>
                    <a:pt x="28524" y="53239"/>
                  </a:cubicBezTo>
                  <a:cubicBezTo>
                    <a:pt x="27067" y="56310"/>
                    <a:pt x="24881" y="57611"/>
                    <a:pt x="21445" y="57559"/>
                  </a:cubicBezTo>
                  <a:cubicBezTo>
                    <a:pt x="14418" y="57351"/>
                    <a:pt x="7391" y="57455"/>
                    <a:pt x="0" y="57455"/>
                  </a:cubicBezTo>
                  <a:close/>
                  <a:moveTo>
                    <a:pt x="80108" y="17271"/>
                  </a:moveTo>
                  <a:cubicBezTo>
                    <a:pt x="80108" y="14304"/>
                    <a:pt x="77297" y="11598"/>
                    <a:pt x="74382" y="11598"/>
                  </a:cubicBezTo>
                  <a:cubicBezTo>
                    <a:pt x="71415" y="11598"/>
                    <a:pt x="68656" y="14408"/>
                    <a:pt x="68708" y="17323"/>
                  </a:cubicBezTo>
                  <a:cubicBezTo>
                    <a:pt x="68760" y="20290"/>
                    <a:pt x="71519" y="22997"/>
                    <a:pt x="74434" y="22997"/>
                  </a:cubicBezTo>
                  <a:cubicBezTo>
                    <a:pt x="77401" y="22997"/>
                    <a:pt x="80108" y="20238"/>
                    <a:pt x="80108" y="1727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351" name="Google Shape;1351;p11"/>
            <p:cNvSpPr/>
            <p:nvPr/>
          </p:nvSpPr>
          <p:spPr bwMode="auto">
            <a:xfrm>
              <a:off x="4966700" y="6399581"/>
              <a:ext cx="85885" cy="40233"/>
            </a:xfrm>
            <a:custGeom>
              <a:avLst/>
              <a:gdLst/>
              <a:ahLst/>
              <a:cxnLst/>
              <a:rect l="l" t="t" r="r" b="b"/>
              <a:pathLst>
                <a:path w="85885" h="40233" fill="norm" stroke="1" extrusionOk="0">
                  <a:moveTo>
                    <a:pt x="0" y="40180"/>
                  </a:moveTo>
                  <a:cubicBezTo>
                    <a:pt x="0" y="36276"/>
                    <a:pt x="0" y="32736"/>
                    <a:pt x="0" y="28728"/>
                  </a:cubicBezTo>
                  <a:cubicBezTo>
                    <a:pt x="2655" y="28728"/>
                    <a:pt x="5257" y="28416"/>
                    <a:pt x="7808" y="28780"/>
                  </a:cubicBezTo>
                  <a:cubicBezTo>
                    <a:pt x="12544" y="29561"/>
                    <a:pt x="15355" y="27635"/>
                    <a:pt x="17437" y="23575"/>
                  </a:cubicBezTo>
                  <a:cubicBezTo>
                    <a:pt x="18895" y="20712"/>
                    <a:pt x="21081" y="18266"/>
                    <a:pt x="22695" y="15507"/>
                  </a:cubicBezTo>
                  <a:cubicBezTo>
                    <a:pt x="24412" y="12644"/>
                    <a:pt x="26651" y="11395"/>
                    <a:pt x="30034" y="11499"/>
                  </a:cubicBezTo>
                  <a:cubicBezTo>
                    <a:pt x="36384" y="11707"/>
                    <a:pt x="42682" y="11447"/>
                    <a:pt x="49033" y="11603"/>
                  </a:cubicBezTo>
                  <a:cubicBezTo>
                    <a:pt x="51271" y="11655"/>
                    <a:pt x="52572" y="11135"/>
                    <a:pt x="53769" y="8949"/>
                  </a:cubicBezTo>
                  <a:cubicBezTo>
                    <a:pt x="57569" y="1870"/>
                    <a:pt x="65481" y="-1410"/>
                    <a:pt x="72925" y="568"/>
                  </a:cubicBezTo>
                  <a:cubicBezTo>
                    <a:pt x="80784" y="2702"/>
                    <a:pt x="85885" y="9313"/>
                    <a:pt x="85885" y="17381"/>
                  </a:cubicBezTo>
                  <a:cubicBezTo>
                    <a:pt x="85885" y="25345"/>
                    <a:pt x="80628" y="31955"/>
                    <a:pt x="72716" y="34038"/>
                  </a:cubicBezTo>
                  <a:cubicBezTo>
                    <a:pt x="65325" y="35963"/>
                    <a:pt x="57517" y="32528"/>
                    <a:pt x="53665" y="25397"/>
                  </a:cubicBezTo>
                  <a:cubicBezTo>
                    <a:pt x="52624" y="23523"/>
                    <a:pt x="51583" y="22898"/>
                    <a:pt x="49553" y="22951"/>
                  </a:cubicBezTo>
                  <a:cubicBezTo>
                    <a:pt x="43828" y="23055"/>
                    <a:pt x="37165" y="21233"/>
                    <a:pt x="32584" y="23523"/>
                  </a:cubicBezTo>
                  <a:cubicBezTo>
                    <a:pt x="28108" y="25813"/>
                    <a:pt x="25662" y="32216"/>
                    <a:pt x="22434" y="36848"/>
                  </a:cubicBezTo>
                  <a:cubicBezTo>
                    <a:pt x="20873" y="39087"/>
                    <a:pt x="18999" y="40284"/>
                    <a:pt x="16188" y="40232"/>
                  </a:cubicBezTo>
                  <a:cubicBezTo>
                    <a:pt x="10931" y="40128"/>
                    <a:pt x="5674" y="40180"/>
                    <a:pt x="0" y="40180"/>
                  </a:cubicBezTo>
                  <a:close/>
                  <a:moveTo>
                    <a:pt x="74382" y="17121"/>
                  </a:moveTo>
                  <a:cubicBezTo>
                    <a:pt x="74278" y="14154"/>
                    <a:pt x="71467" y="11447"/>
                    <a:pt x="68552" y="11551"/>
                  </a:cubicBezTo>
                  <a:cubicBezTo>
                    <a:pt x="65585" y="11655"/>
                    <a:pt x="62931" y="14466"/>
                    <a:pt x="62983" y="17381"/>
                  </a:cubicBezTo>
                  <a:cubicBezTo>
                    <a:pt x="63087" y="20348"/>
                    <a:pt x="65898" y="23055"/>
                    <a:pt x="68812" y="22951"/>
                  </a:cubicBezTo>
                  <a:cubicBezTo>
                    <a:pt x="71779" y="22846"/>
                    <a:pt x="74434" y="20036"/>
                    <a:pt x="74382" y="1712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352" name="Google Shape;1352;p11"/>
            <p:cNvSpPr/>
            <p:nvPr/>
          </p:nvSpPr>
          <p:spPr bwMode="auto">
            <a:xfrm>
              <a:off x="4972425" y="6571723"/>
              <a:ext cx="74454" cy="51657"/>
            </a:xfrm>
            <a:custGeom>
              <a:avLst/>
              <a:gdLst/>
              <a:ahLst/>
              <a:cxnLst/>
              <a:rect l="l" t="t" r="r" b="b"/>
              <a:pathLst>
                <a:path w="74454" h="51657" fill="norm" stroke="1" extrusionOk="0">
                  <a:moveTo>
                    <a:pt x="0" y="11492"/>
                  </a:moveTo>
                  <a:cubicBezTo>
                    <a:pt x="0" y="7484"/>
                    <a:pt x="0" y="3945"/>
                    <a:pt x="0" y="93"/>
                  </a:cubicBezTo>
                  <a:cubicBezTo>
                    <a:pt x="6090" y="93"/>
                    <a:pt x="12076" y="-219"/>
                    <a:pt x="17958" y="301"/>
                  </a:cubicBezTo>
                  <a:cubicBezTo>
                    <a:pt x="19676" y="457"/>
                    <a:pt x="21810" y="2696"/>
                    <a:pt x="22643" y="4465"/>
                  </a:cubicBezTo>
                  <a:cubicBezTo>
                    <a:pt x="25714" y="11284"/>
                    <a:pt x="28316" y="18363"/>
                    <a:pt x="31179" y="25286"/>
                  </a:cubicBezTo>
                  <a:cubicBezTo>
                    <a:pt x="31804" y="26796"/>
                    <a:pt x="31752" y="29138"/>
                    <a:pt x="34406" y="28669"/>
                  </a:cubicBezTo>
                  <a:cubicBezTo>
                    <a:pt x="37165" y="28201"/>
                    <a:pt x="40288" y="30179"/>
                    <a:pt x="42370" y="26067"/>
                  </a:cubicBezTo>
                  <a:cubicBezTo>
                    <a:pt x="45806" y="19404"/>
                    <a:pt x="51896" y="16437"/>
                    <a:pt x="59339" y="17322"/>
                  </a:cubicBezTo>
                  <a:cubicBezTo>
                    <a:pt x="66366" y="18155"/>
                    <a:pt x="71155" y="22267"/>
                    <a:pt x="73497" y="28878"/>
                  </a:cubicBezTo>
                  <a:cubicBezTo>
                    <a:pt x="76464" y="37154"/>
                    <a:pt x="72300" y="46523"/>
                    <a:pt x="64284" y="50115"/>
                  </a:cubicBezTo>
                  <a:cubicBezTo>
                    <a:pt x="56216" y="53758"/>
                    <a:pt x="46638" y="50791"/>
                    <a:pt x="42370" y="42880"/>
                  </a:cubicBezTo>
                  <a:cubicBezTo>
                    <a:pt x="41121" y="40537"/>
                    <a:pt x="39768" y="39913"/>
                    <a:pt x="37373" y="40069"/>
                  </a:cubicBezTo>
                  <a:cubicBezTo>
                    <a:pt x="34771" y="40225"/>
                    <a:pt x="32116" y="40017"/>
                    <a:pt x="29513" y="40121"/>
                  </a:cubicBezTo>
                  <a:cubicBezTo>
                    <a:pt x="26026" y="40277"/>
                    <a:pt x="23944" y="38767"/>
                    <a:pt x="22695" y="35540"/>
                  </a:cubicBezTo>
                  <a:cubicBezTo>
                    <a:pt x="19884" y="28305"/>
                    <a:pt x="16917" y="21174"/>
                    <a:pt x="14158" y="13939"/>
                  </a:cubicBezTo>
                  <a:cubicBezTo>
                    <a:pt x="13377" y="11909"/>
                    <a:pt x="12336" y="11232"/>
                    <a:pt x="10254" y="11336"/>
                  </a:cubicBezTo>
                  <a:cubicBezTo>
                    <a:pt x="6975" y="11596"/>
                    <a:pt x="3644" y="11492"/>
                    <a:pt x="0" y="11492"/>
                  </a:cubicBezTo>
                  <a:close/>
                  <a:moveTo>
                    <a:pt x="57153" y="40121"/>
                  </a:moveTo>
                  <a:cubicBezTo>
                    <a:pt x="60120" y="40121"/>
                    <a:pt x="62879" y="37414"/>
                    <a:pt x="62879" y="34447"/>
                  </a:cubicBezTo>
                  <a:cubicBezTo>
                    <a:pt x="62879" y="31480"/>
                    <a:pt x="60172" y="28721"/>
                    <a:pt x="57205" y="28721"/>
                  </a:cubicBezTo>
                  <a:cubicBezTo>
                    <a:pt x="54238" y="28721"/>
                    <a:pt x="51479" y="31428"/>
                    <a:pt x="51479" y="34395"/>
                  </a:cubicBezTo>
                  <a:cubicBezTo>
                    <a:pt x="51479" y="37362"/>
                    <a:pt x="54238" y="40121"/>
                    <a:pt x="57153" y="4012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353" name="Google Shape;1353;p11"/>
            <p:cNvSpPr/>
            <p:nvPr/>
          </p:nvSpPr>
          <p:spPr bwMode="auto">
            <a:xfrm>
              <a:off x="4995328" y="6491387"/>
              <a:ext cx="68819" cy="34505"/>
            </a:xfrm>
            <a:custGeom>
              <a:avLst/>
              <a:gdLst/>
              <a:ahLst/>
              <a:cxnLst/>
              <a:rect l="l" t="t" r="r" b="b"/>
              <a:pathLst>
                <a:path w="68819" h="34505" fill="norm" stroke="1" extrusionOk="0">
                  <a:moveTo>
                    <a:pt x="0" y="22964"/>
                  </a:moveTo>
                  <a:cubicBezTo>
                    <a:pt x="0" y="18956"/>
                    <a:pt x="0" y="15468"/>
                    <a:pt x="0" y="11512"/>
                  </a:cubicBezTo>
                  <a:cubicBezTo>
                    <a:pt x="1353" y="11512"/>
                    <a:pt x="2603" y="11512"/>
                    <a:pt x="3852" y="11512"/>
                  </a:cubicBezTo>
                  <a:cubicBezTo>
                    <a:pt x="13429" y="11512"/>
                    <a:pt x="22955" y="11460"/>
                    <a:pt x="32532" y="11564"/>
                  </a:cubicBezTo>
                  <a:cubicBezTo>
                    <a:pt x="34406" y="11564"/>
                    <a:pt x="35447" y="11044"/>
                    <a:pt x="36384" y="9326"/>
                  </a:cubicBezTo>
                  <a:cubicBezTo>
                    <a:pt x="40757" y="1258"/>
                    <a:pt x="49501" y="-1969"/>
                    <a:pt x="57725" y="1206"/>
                  </a:cubicBezTo>
                  <a:cubicBezTo>
                    <a:pt x="65481" y="4173"/>
                    <a:pt x="70114" y="12553"/>
                    <a:pt x="68500" y="20569"/>
                  </a:cubicBezTo>
                  <a:cubicBezTo>
                    <a:pt x="66782" y="29158"/>
                    <a:pt x="59183" y="35040"/>
                    <a:pt x="50282" y="34467"/>
                  </a:cubicBezTo>
                  <a:cubicBezTo>
                    <a:pt x="44244" y="34103"/>
                    <a:pt x="39559" y="31084"/>
                    <a:pt x="36749" y="25826"/>
                  </a:cubicBezTo>
                  <a:cubicBezTo>
                    <a:pt x="35499" y="23484"/>
                    <a:pt x="34094" y="23016"/>
                    <a:pt x="31752" y="23016"/>
                  </a:cubicBezTo>
                  <a:cubicBezTo>
                    <a:pt x="22434" y="23120"/>
                    <a:pt x="13117" y="23068"/>
                    <a:pt x="3800" y="23068"/>
                  </a:cubicBezTo>
                  <a:cubicBezTo>
                    <a:pt x="2603" y="22964"/>
                    <a:pt x="1457" y="22964"/>
                    <a:pt x="0" y="22964"/>
                  </a:cubicBezTo>
                  <a:close/>
                  <a:moveTo>
                    <a:pt x="57205" y="17394"/>
                  </a:moveTo>
                  <a:cubicBezTo>
                    <a:pt x="57309" y="14479"/>
                    <a:pt x="54654" y="11616"/>
                    <a:pt x="51687" y="11512"/>
                  </a:cubicBezTo>
                  <a:cubicBezTo>
                    <a:pt x="48773" y="11408"/>
                    <a:pt x="45910" y="14063"/>
                    <a:pt x="45806" y="17030"/>
                  </a:cubicBezTo>
                  <a:cubicBezTo>
                    <a:pt x="45701" y="19945"/>
                    <a:pt x="48356" y="22807"/>
                    <a:pt x="51323" y="22912"/>
                  </a:cubicBezTo>
                  <a:cubicBezTo>
                    <a:pt x="54238" y="23068"/>
                    <a:pt x="57101" y="20361"/>
                    <a:pt x="57205" y="17394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</p:grpSp>
      <p:grpSp>
        <p:nvGrpSpPr>
          <p:cNvPr id="1316446429" name="Google Shape;1354;p11"/>
          <p:cNvGrpSpPr/>
          <p:nvPr/>
        </p:nvGrpSpPr>
        <p:grpSpPr bwMode="auto">
          <a:xfrm>
            <a:off x="2740313" y="6376331"/>
            <a:ext cx="347590" cy="347590"/>
            <a:chOff x="590912" y="6333677"/>
            <a:chExt cx="347590" cy="347590"/>
          </a:xfrm>
        </p:grpSpPr>
        <p:sp>
          <p:nvSpPr>
            <p:cNvPr id="1355" name="Google Shape;1355;p11"/>
            <p:cNvSpPr/>
            <p:nvPr/>
          </p:nvSpPr>
          <p:spPr bwMode="auto">
            <a:xfrm>
              <a:off x="590912" y="6335150"/>
              <a:ext cx="347590" cy="346116"/>
            </a:xfrm>
            <a:custGeom>
              <a:avLst/>
              <a:gdLst/>
              <a:ahLst/>
              <a:cxnLst/>
              <a:rect l="l" t="t" r="r" b="b"/>
              <a:pathLst>
                <a:path w="347590" h="346117" fill="norm" stroke="1" extrusionOk="0">
                  <a:moveTo>
                    <a:pt x="347591" y="98395"/>
                  </a:moveTo>
                  <a:cubicBezTo>
                    <a:pt x="346440" y="105506"/>
                    <a:pt x="345290" y="112617"/>
                    <a:pt x="344192" y="119728"/>
                  </a:cubicBezTo>
                  <a:cubicBezTo>
                    <a:pt x="343669" y="123074"/>
                    <a:pt x="343303" y="126473"/>
                    <a:pt x="342780" y="129819"/>
                  </a:cubicBezTo>
                  <a:cubicBezTo>
                    <a:pt x="342100" y="134107"/>
                    <a:pt x="339434" y="136041"/>
                    <a:pt x="335094" y="135414"/>
                  </a:cubicBezTo>
                  <a:cubicBezTo>
                    <a:pt x="328401" y="134473"/>
                    <a:pt x="321656" y="133479"/>
                    <a:pt x="314964" y="132486"/>
                  </a:cubicBezTo>
                  <a:cubicBezTo>
                    <a:pt x="312192" y="132068"/>
                    <a:pt x="309735" y="132434"/>
                    <a:pt x="308114" y="134996"/>
                  </a:cubicBezTo>
                  <a:cubicBezTo>
                    <a:pt x="306388" y="137715"/>
                    <a:pt x="307225" y="140172"/>
                    <a:pt x="309003" y="142473"/>
                  </a:cubicBezTo>
                  <a:cubicBezTo>
                    <a:pt x="312977" y="147701"/>
                    <a:pt x="316898" y="152930"/>
                    <a:pt x="320820" y="158211"/>
                  </a:cubicBezTo>
                  <a:cubicBezTo>
                    <a:pt x="324114" y="162655"/>
                    <a:pt x="323695" y="165427"/>
                    <a:pt x="319251" y="168825"/>
                  </a:cubicBezTo>
                  <a:cubicBezTo>
                    <a:pt x="311042" y="174995"/>
                    <a:pt x="302781" y="181217"/>
                    <a:pt x="294519" y="187335"/>
                  </a:cubicBezTo>
                  <a:cubicBezTo>
                    <a:pt x="289970" y="190681"/>
                    <a:pt x="287251" y="190315"/>
                    <a:pt x="283905" y="185871"/>
                  </a:cubicBezTo>
                  <a:cubicBezTo>
                    <a:pt x="279984" y="180747"/>
                    <a:pt x="276114" y="175570"/>
                    <a:pt x="272297" y="170394"/>
                  </a:cubicBezTo>
                  <a:cubicBezTo>
                    <a:pt x="270572" y="168041"/>
                    <a:pt x="268480" y="166368"/>
                    <a:pt x="265448" y="167100"/>
                  </a:cubicBezTo>
                  <a:cubicBezTo>
                    <a:pt x="262206" y="167884"/>
                    <a:pt x="261160" y="170446"/>
                    <a:pt x="260742" y="173479"/>
                  </a:cubicBezTo>
                  <a:cubicBezTo>
                    <a:pt x="259853" y="179962"/>
                    <a:pt x="258912" y="186446"/>
                    <a:pt x="257971" y="192930"/>
                  </a:cubicBezTo>
                  <a:cubicBezTo>
                    <a:pt x="257291" y="197635"/>
                    <a:pt x="255043" y="199570"/>
                    <a:pt x="250337" y="198943"/>
                  </a:cubicBezTo>
                  <a:cubicBezTo>
                    <a:pt x="239566" y="197531"/>
                    <a:pt x="228847" y="196015"/>
                    <a:pt x="218128" y="194341"/>
                  </a:cubicBezTo>
                  <a:cubicBezTo>
                    <a:pt x="213318" y="193609"/>
                    <a:pt x="211749" y="191413"/>
                    <a:pt x="212377" y="186551"/>
                  </a:cubicBezTo>
                  <a:cubicBezTo>
                    <a:pt x="213109" y="180485"/>
                    <a:pt x="214050" y="174472"/>
                    <a:pt x="214886" y="168407"/>
                  </a:cubicBezTo>
                  <a:cubicBezTo>
                    <a:pt x="215043" y="167414"/>
                    <a:pt x="215461" y="166263"/>
                    <a:pt x="215200" y="165427"/>
                  </a:cubicBezTo>
                  <a:cubicBezTo>
                    <a:pt x="214520" y="163440"/>
                    <a:pt x="213893" y="161087"/>
                    <a:pt x="212429" y="159727"/>
                  </a:cubicBezTo>
                  <a:cubicBezTo>
                    <a:pt x="210546" y="157950"/>
                    <a:pt x="207932" y="158629"/>
                    <a:pt x="205841" y="160146"/>
                  </a:cubicBezTo>
                  <a:cubicBezTo>
                    <a:pt x="200664" y="163963"/>
                    <a:pt x="195488" y="167832"/>
                    <a:pt x="190364" y="171701"/>
                  </a:cubicBezTo>
                  <a:cubicBezTo>
                    <a:pt x="184769" y="175884"/>
                    <a:pt x="182416" y="175570"/>
                    <a:pt x="178285" y="170028"/>
                  </a:cubicBezTo>
                  <a:cubicBezTo>
                    <a:pt x="172325" y="162080"/>
                    <a:pt x="166312" y="154133"/>
                    <a:pt x="160351" y="146133"/>
                  </a:cubicBezTo>
                  <a:cubicBezTo>
                    <a:pt x="156900" y="141532"/>
                    <a:pt x="157318" y="138760"/>
                    <a:pt x="161920" y="135309"/>
                  </a:cubicBezTo>
                  <a:cubicBezTo>
                    <a:pt x="167044" y="131440"/>
                    <a:pt x="172220" y="127519"/>
                    <a:pt x="177397" y="123702"/>
                  </a:cubicBezTo>
                  <a:cubicBezTo>
                    <a:pt x="179802" y="121924"/>
                    <a:pt x="181266" y="119780"/>
                    <a:pt x="180429" y="116748"/>
                  </a:cubicBezTo>
                  <a:cubicBezTo>
                    <a:pt x="179645" y="113872"/>
                    <a:pt x="177397" y="112774"/>
                    <a:pt x="174573" y="112408"/>
                  </a:cubicBezTo>
                  <a:cubicBezTo>
                    <a:pt x="168194" y="111571"/>
                    <a:pt x="161815" y="110630"/>
                    <a:pt x="155436" y="109689"/>
                  </a:cubicBezTo>
                  <a:cubicBezTo>
                    <a:pt x="149684" y="108852"/>
                    <a:pt x="147959" y="106656"/>
                    <a:pt x="148743" y="100957"/>
                  </a:cubicBezTo>
                  <a:cubicBezTo>
                    <a:pt x="150155" y="90552"/>
                    <a:pt x="151671" y="80147"/>
                    <a:pt x="153292" y="69742"/>
                  </a:cubicBezTo>
                  <a:cubicBezTo>
                    <a:pt x="154024" y="64879"/>
                    <a:pt x="156534" y="63101"/>
                    <a:pt x="161344" y="63781"/>
                  </a:cubicBezTo>
                  <a:cubicBezTo>
                    <a:pt x="167933" y="64722"/>
                    <a:pt x="174573" y="65611"/>
                    <a:pt x="181161" y="66657"/>
                  </a:cubicBezTo>
                  <a:cubicBezTo>
                    <a:pt x="183985" y="67127"/>
                    <a:pt x="186390" y="66657"/>
                    <a:pt x="188011" y="64147"/>
                  </a:cubicBezTo>
                  <a:cubicBezTo>
                    <a:pt x="189736" y="61480"/>
                    <a:pt x="188900" y="59023"/>
                    <a:pt x="187122" y="56670"/>
                  </a:cubicBezTo>
                  <a:cubicBezTo>
                    <a:pt x="183200" y="51546"/>
                    <a:pt x="179279" y="46422"/>
                    <a:pt x="175567" y="41193"/>
                  </a:cubicBezTo>
                  <a:cubicBezTo>
                    <a:pt x="174312" y="39415"/>
                    <a:pt x="173527" y="37324"/>
                    <a:pt x="172534" y="35337"/>
                  </a:cubicBezTo>
                  <a:cubicBezTo>
                    <a:pt x="172638" y="34918"/>
                    <a:pt x="172795" y="34552"/>
                    <a:pt x="172900" y="34134"/>
                  </a:cubicBezTo>
                  <a:cubicBezTo>
                    <a:pt x="165580" y="35232"/>
                    <a:pt x="158155" y="35807"/>
                    <a:pt x="150992" y="37428"/>
                  </a:cubicBezTo>
                  <a:cubicBezTo>
                    <a:pt x="112352" y="46369"/>
                    <a:pt x="82077" y="78944"/>
                    <a:pt x="77110" y="118212"/>
                  </a:cubicBezTo>
                  <a:cubicBezTo>
                    <a:pt x="72195" y="157270"/>
                    <a:pt x="85999" y="188904"/>
                    <a:pt x="117789" y="212485"/>
                  </a:cubicBezTo>
                  <a:cubicBezTo>
                    <a:pt x="122286" y="215831"/>
                    <a:pt x="126940" y="219230"/>
                    <a:pt x="130757" y="223308"/>
                  </a:cubicBezTo>
                  <a:cubicBezTo>
                    <a:pt x="136770" y="229687"/>
                    <a:pt x="139593" y="237740"/>
                    <a:pt x="139855" y="246471"/>
                  </a:cubicBezTo>
                  <a:cubicBezTo>
                    <a:pt x="140064" y="254262"/>
                    <a:pt x="139907" y="262105"/>
                    <a:pt x="139959" y="269896"/>
                  </a:cubicBezTo>
                  <a:cubicBezTo>
                    <a:pt x="140011" y="277739"/>
                    <a:pt x="144508" y="282445"/>
                    <a:pt x="152351" y="282497"/>
                  </a:cubicBezTo>
                  <a:cubicBezTo>
                    <a:pt x="167201" y="282602"/>
                    <a:pt x="181998" y="282602"/>
                    <a:pt x="196847" y="282497"/>
                  </a:cubicBezTo>
                  <a:cubicBezTo>
                    <a:pt x="204743" y="282445"/>
                    <a:pt x="209187" y="277791"/>
                    <a:pt x="209187" y="269896"/>
                  </a:cubicBezTo>
                  <a:cubicBezTo>
                    <a:pt x="209239" y="262994"/>
                    <a:pt x="209082" y="256092"/>
                    <a:pt x="209239" y="249190"/>
                  </a:cubicBezTo>
                  <a:cubicBezTo>
                    <a:pt x="209448" y="235282"/>
                    <a:pt x="215095" y="224093"/>
                    <a:pt x="226494" y="215884"/>
                  </a:cubicBezTo>
                  <a:cubicBezTo>
                    <a:pt x="230991" y="212642"/>
                    <a:pt x="235435" y="209348"/>
                    <a:pt x="240193" y="205845"/>
                  </a:cubicBezTo>
                  <a:cubicBezTo>
                    <a:pt x="242546" y="208511"/>
                    <a:pt x="245004" y="211230"/>
                    <a:pt x="247827" y="214367"/>
                  </a:cubicBezTo>
                  <a:cubicBezTo>
                    <a:pt x="243435" y="217661"/>
                    <a:pt x="239513" y="221008"/>
                    <a:pt x="235174" y="223831"/>
                  </a:cubicBezTo>
                  <a:cubicBezTo>
                    <a:pt x="225030" y="230419"/>
                    <a:pt x="220376" y="239622"/>
                    <a:pt x="220742" y="251596"/>
                  </a:cubicBezTo>
                  <a:cubicBezTo>
                    <a:pt x="220952" y="257922"/>
                    <a:pt x="220795" y="264249"/>
                    <a:pt x="220742" y="270628"/>
                  </a:cubicBezTo>
                  <a:cubicBezTo>
                    <a:pt x="220690" y="278523"/>
                    <a:pt x="217448" y="284746"/>
                    <a:pt x="211279" y="289661"/>
                  </a:cubicBezTo>
                  <a:cubicBezTo>
                    <a:pt x="210180" y="290549"/>
                    <a:pt x="209344" y="292379"/>
                    <a:pt x="209292" y="293791"/>
                  </a:cubicBezTo>
                  <a:cubicBezTo>
                    <a:pt x="209135" y="303046"/>
                    <a:pt x="209239" y="312353"/>
                    <a:pt x="209187" y="321608"/>
                  </a:cubicBezTo>
                  <a:cubicBezTo>
                    <a:pt x="209135" y="336144"/>
                    <a:pt x="199462" y="345921"/>
                    <a:pt x="184978" y="346078"/>
                  </a:cubicBezTo>
                  <a:cubicBezTo>
                    <a:pt x="178076" y="346130"/>
                    <a:pt x="171174" y="346130"/>
                    <a:pt x="164273" y="346078"/>
                  </a:cubicBezTo>
                  <a:cubicBezTo>
                    <a:pt x="149841" y="345921"/>
                    <a:pt x="140116" y="336196"/>
                    <a:pt x="139959" y="321660"/>
                  </a:cubicBezTo>
                  <a:cubicBezTo>
                    <a:pt x="139907" y="312249"/>
                    <a:pt x="140011" y="302889"/>
                    <a:pt x="139855" y="293477"/>
                  </a:cubicBezTo>
                  <a:cubicBezTo>
                    <a:pt x="139855" y="292170"/>
                    <a:pt x="138966" y="290497"/>
                    <a:pt x="137972" y="289661"/>
                  </a:cubicBezTo>
                  <a:cubicBezTo>
                    <a:pt x="131750" y="284798"/>
                    <a:pt x="128613" y="278471"/>
                    <a:pt x="128456" y="270628"/>
                  </a:cubicBezTo>
                  <a:cubicBezTo>
                    <a:pt x="128351" y="265661"/>
                    <a:pt x="128456" y="260694"/>
                    <a:pt x="128456" y="254785"/>
                  </a:cubicBezTo>
                  <a:cubicBezTo>
                    <a:pt x="125685" y="257504"/>
                    <a:pt x="123436" y="259700"/>
                    <a:pt x="121188" y="261948"/>
                  </a:cubicBezTo>
                  <a:cubicBezTo>
                    <a:pt x="117005" y="266079"/>
                    <a:pt x="115123" y="266288"/>
                    <a:pt x="110312" y="262942"/>
                  </a:cubicBezTo>
                  <a:cubicBezTo>
                    <a:pt x="105763" y="259857"/>
                    <a:pt x="101267" y="256720"/>
                    <a:pt x="96299" y="253321"/>
                  </a:cubicBezTo>
                  <a:cubicBezTo>
                    <a:pt x="94940" y="259543"/>
                    <a:pt x="93737" y="265295"/>
                    <a:pt x="92483" y="270942"/>
                  </a:cubicBezTo>
                  <a:cubicBezTo>
                    <a:pt x="91489" y="275386"/>
                    <a:pt x="89711" y="276746"/>
                    <a:pt x="85162" y="276798"/>
                  </a:cubicBezTo>
                  <a:cubicBezTo>
                    <a:pt x="78365" y="276850"/>
                    <a:pt x="71568" y="276850"/>
                    <a:pt x="64770" y="276798"/>
                  </a:cubicBezTo>
                  <a:cubicBezTo>
                    <a:pt x="60431" y="276746"/>
                    <a:pt x="58653" y="275334"/>
                    <a:pt x="57712" y="271046"/>
                  </a:cubicBezTo>
                  <a:cubicBezTo>
                    <a:pt x="56457" y="265452"/>
                    <a:pt x="55254" y="259805"/>
                    <a:pt x="53999" y="254158"/>
                  </a:cubicBezTo>
                  <a:cubicBezTo>
                    <a:pt x="53999" y="254053"/>
                    <a:pt x="53842" y="254001"/>
                    <a:pt x="53372" y="253583"/>
                  </a:cubicBezTo>
                  <a:cubicBezTo>
                    <a:pt x="49241" y="256406"/>
                    <a:pt x="45006" y="259334"/>
                    <a:pt x="40771" y="262210"/>
                  </a:cubicBezTo>
                  <a:cubicBezTo>
                    <a:pt x="34601" y="266445"/>
                    <a:pt x="33398" y="266341"/>
                    <a:pt x="28065" y="261007"/>
                  </a:cubicBezTo>
                  <a:cubicBezTo>
                    <a:pt x="23673" y="256615"/>
                    <a:pt x="19281" y="252223"/>
                    <a:pt x="14889" y="247779"/>
                  </a:cubicBezTo>
                  <a:cubicBezTo>
                    <a:pt x="10758" y="243648"/>
                    <a:pt x="10601" y="241766"/>
                    <a:pt x="13948" y="236903"/>
                  </a:cubicBezTo>
                  <a:cubicBezTo>
                    <a:pt x="16980" y="232406"/>
                    <a:pt x="20065" y="227962"/>
                    <a:pt x="23464" y="222995"/>
                  </a:cubicBezTo>
                  <a:cubicBezTo>
                    <a:pt x="18287" y="221844"/>
                    <a:pt x="13529" y="220851"/>
                    <a:pt x="8771" y="219805"/>
                  </a:cubicBezTo>
                  <a:cubicBezTo>
                    <a:pt x="7673" y="219544"/>
                    <a:pt x="6575" y="219387"/>
                    <a:pt x="5477" y="219125"/>
                  </a:cubicBezTo>
                  <a:cubicBezTo>
                    <a:pt x="1660" y="218184"/>
                    <a:pt x="92" y="216354"/>
                    <a:pt x="39" y="212485"/>
                  </a:cubicBezTo>
                  <a:cubicBezTo>
                    <a:pt x="-13" y="205374"/>
                    <a:pt x="-13" y="198211"/>
                    <a:pt x="39" y="191100"/>
                  </a:cubicBezTo>
                  <a:cubicBezTo>
                    <a:pt x="92" y="187230"/>
                    <a:pt x="1660" y="185296"/>
                    <a:pt x="5477" y="184459"/>
                  </a:cubicBezTo>
                  <a:cubicBezTo>
                    <a:pt x="11281" y="183152"/>
                    <a:pt x="17085" y="181949"/>
                    <a:pt x="23464" y="180590"/>
                  </a:cubicBezTo>
                  <a:cubicBezTo>
                    <a:pt x="20065" y="175675"/>
                    <a:pt x="16980" y="171126"/>
                    <a:pt x="13843" y="166577"/>
                  </a:cubicBezTo>
                  <a:cubicBezTo>
                    <a:pt x="10549" y="161767"/>
                    <a:pt x="10706" y="159832"/>
                    <a:pt x="14836" y="155701"/>
                  </a:cubicBezTo>
                  <a:cubicBezTo>
                    <a:pt x="19699" y="150839"/>
                    <a:pt x="24562" y="145924"/>
                    <a:pt x="29477" y="141061"/>
                  </a:cubicBezTo>
                  <a:cubicBezTo>
                    <a:pt x="32875" y="137715"/>
                    <a:pt x="35019" y="137505"/>
                    <a:pt x="39045" y="140224"/>
                  </a:cubicBezTo>
                  <a:cubicBezTo>
                    <a:pt x="43803" y="143466"/>
                    <a:pt x="48509" y="146708"/>
                    <a:pt x="53790" y="150316"/>
                  </a:cubicBezTo>
                  <a:cubicBezTo>
                    <a:pt x="54941" y="144721"/>
                    <a:pt x="56143" y="139597"/>
                    <a:pt x="57084" y="134473"/>
                  </a:cubicBezTo>
                  <a:cubicBezTo>
                    <a:pt x="57921" y="129976"/>
                    <a:pt x="59437" y="126316"/>
                    <a:pt x="65032" y="126787"/>
                  </a:cubicBezTo>
                  <a:cubicBezTo>
                    <a:pt x="66078" y="113035"/>
                    <a:pt x="68901" y="100068"/>
                    <a:pt x="74548" y="87833"/>
                  </a:cubicBezTo>
                  <a:cubicBezTo>
                    <a:pt x="87358" y="59964"/>
                    <a:pt x="108116" y="40565"/>
                    <a:pt x="136822" y="29690"/>
                  </a:cubicBezTo>
                  <a:cubicBezTo>
                    <a:pt x="150992" y="24356"/>
                    <a:pt x="165684" y="22160"/>
                    <a:pt x="180743" y="23468"/>
                  </a:cubicBezTo>
                  <a:cubicBezTo>
                    <a:pt x="184246" y="23781"/>
                    <a:pt x="187017" y="22997"/>
                    <a:pt x="189736" y="20696"/>
                  </a:cubicBezTo>
                  <a:cubicBezTo>
                    <a:pt x="193449" y="17559"/>
                    <a:pt x="197475" y="14788"/>
                    <a:pt x="201344" y="11860"/>
                  </a:cubicBezTo>
                  <a:cubicBezTo>
                    <a:pt x="205998" y="8357"/>
                    <a:pt x="208769" y="8723"/>
                    <a:pt x="212220" y="13272"/>
                  </a:cubicBezTo>
                  <a:cubicBezTo>
                    <a:pt x="216089" y="18396"/>
                    <a:pt x="219958" y="23572"/>
                    <a:pt x="223827" y="28749"/>
                  </a:cubicBezTo>
                  <a:cubicBezTo>
                    <a:pt x="225501" y="30945"/>
                    <a:pt x="227435" y="32618"/>
                    <a:pt x="230363" y="31990"/>
                  </a:cubicBezTo>
                  <a:cubicBezTo>
                    <a:pt x="233448" y="31311"/>
                    <a:pt x="234703" y="29062"/>
                    <a:pt x="235121" y="26134"/>
                  </a:cubicBezTo>
                  <a:cubicBezTo>
                    <a:pt x="236063" y="19441"/>
                    <a:pt x="237004" y="12696"/>
                    <a:pt x="238102" y="6004"/>
                  </a:cubicBezTo>
                  <a:cubicBezTo>
                    <a:pt x="238886" y="1089"/>
                    <a:pt x="241291" y="-532"/>
                    <a:pt x="246154" y="148"/>
                  </a:cubicBezTo>
                  <a:cubicBezTo>
                    <a:pt x="256454" y="1612"/>
                    <a:pt x="266755" y="3076"/>
                    <a:pt x="277055" y="4487"/>
                  </a:cubicBezTo>
                  <a:cubicBezTo>
                    <a:pt x="282546" y="5272"/>
                    <a:pt x="284428" y="7677"/>
                    <a:pt x="283644" y="13324"/>
                  </a:cubicBezTo>
                  <a:cubicBezTo>
                    <a:pt x="282755" y="19703"/>
                    <a:pt x="281866" y="26082"/>
                    <a:pt x="280925" y="32461"/>
                  </a:cubicBezTo>
                  <a:cubicBezTo>
                    <a:pt x="280506" y="35389"/>
                    <a:pt x="280872" y="37951"/>
                    <a:pt x="283644" y="39520"/>
                  </a:cubicBezTo>
                  <a:cubicBezTo>
                    <a:pt x="286415" y="41141"/>
                    <a:pt x="288820" y="39990"/>
                    <a:pt x="291121" y="38265"/>
                  </a:cubicBezTo>
                  <a:cubicBezTo>
                    <a:pt x="296349" y="34291"/>
                    <a:pt x="301578" y="30369"/>
                    <a:pt x="306859" y="26448"/>
                  </a:cubicBezTo>
                  <a:cubicBezTo>
                    <a:pt x="310937" y="23415"/>
                    <a:pt x="313918" y="23834"/>
                    <a:pt x="317003" y="27964"/>
                  </a:cubicBezTo>
                  <a:cubicBezTo>
                    <a:pt x="323329" y="36330"/>
                    <a:pt x="329656" y="44748"/>
                    <a:pt x="335931" y="53219"/>
                  </a:cubicBezTo>
                  <a:cubicBezTo>
                    <a:pt x="339120" y="57506"/>
                    <a:pt x="338702" y="60225"/>
                    <a:pt x="334310" y="63572"/>
                  </a:cubicBezTo>
                  <a:cubicBezTo>
                    <a:pt x="329186" y="67493"/>
                    <a:pt x="324009" y="71310"/>
                    <a:pt x="318833" y="75179"/>
                  </a:cubicBezTo>
                  <a:cubicBezTo>
                    <a:pt x="316375" y="77009"/>
                    <a:pt x="314702" y="79153"/>
                    <a:pt x="315643" y="82395"/>
                  </a:cubicBezTo>
                  <a:cubicBezTo>
                    <a:pt x="316532" y="85480"/>
                    <a:pt x="318990" y="86369"/>
                    <a:pt x="321865" y="86735"/>
                  </a:cubicBezTo>
                  <a:cubicBezTo>
                    <a:pt x="328244" y="87571"/>
                    <a:pt x="334623" y="88617"/>
                    <a:pt x="341002" y="89401"/>
                  </a:cubicBezTo>
                  <a:cubicBezTo>
                    <a:pt x="343931" y="89767"/>
                    <a:pt x="345970" y="91231"/>
                    <a:pt x="347591" y="93480"/>
                  </a:cubicBezTo>
                  <a:cubicBezTo>
                    <a:pt x="347591" y="95258"/>
                    <a:pt x="347591" y="96826"/>
                    <a:pt x="347591" y="98395"/>
                  </a:cubicBezTo>
                  <a:close/>
                  <a:moveTo>
                    <a:pt x="332009" y="123283"/>
                  </a:moveTo>
                  <a:cubicBezTo>
                    <a:pt x="333107" y="115545"/>
                    <a:pt x="334205" y="108120"/>
                    <a:pt x="335303" y="100539"/>
                  </a:cubicBezTo>
                  <a:cubicBezTo>
                    <a:pt x="333369" y="100225"/>
                    <a:pt x="331800" y="99963"/>
                    <a:pt x="330284" y="99754"/>
                  </a:cubicBezTo>
                  <a:cubicBezTo>
                    <a:pt x="326048" y="99075"/>
                    <a:pt x="321761" y="98604"/>
                    <a:pt x="317578" y="97767"/>
                  </a:cubicBezTo>
                  <a:cubicBezTo>
                    <a:pt x="310728" y="96408"/>
                    <a:pt x="306232" y="92068"/>
                    <a:pt x="304454" y="85480"/>
                  </a:cubicBezTo>
                  <a:cubicBezTo>
                    <a:pt x="302624" y="78735"/>
                    <a:pt x="304402" y="72617"/>
                    <a:pt x="309839" y="68016"/>
                  </a:cubicBezTo>
                  <a:cubicBezTo>
                    <a:pt x="314388" y="64199"/>
                    <a:pt x="319251" y="60696"/>
                    <a:pt x="324166" y="56931"/>
                  </a:cubicBezTo>
                  <a:cubicBezTo>
                    <a:pt x="319460" y="50709"/>
                    <a:pt x="314964" y="44696"/>
                    <a:pt x="310415" y="38631"/>
                  </a:cubicBezTo>
                  <a:cubicBezTo>
                    <a:pt x="305186" y="42448"/>
                    <a:pt x="300375" y="46265"/>
                    <a:pt x="295251" y="49559"/>
                  </a:cubicBezTo>
                  <a:cubicBezTo>
                    <a:pt x="287356" y="54578"/>
                    <a:pt x="277108" y="52016"/>
                    <a:pt x="271984" y="44225"/>
                  </a:cubicBezTo>
                  <a:cubicBezTo>
                    <a:pt x="268794" y="39415"/>
                    <a:pt x="269003" y="34186"/>
                    <a:pt x="269788" y="28853"/>
                  </a:cubicBezTo>
                  <a:cubicBezTo>
                    <a:pt x="270415" y="24513"/>
                    <a:pt x="271042" y="20226"/>
                    <a:pt x="271670" y="15677"/>
                  </a:cubicBezTo>
                  <a:cubicBezTo>
                    <a:pt x="267644" y="15102"/>
                    <a:pt x="263984" y="14579"/>
                    <a:pt x="260271" y="14056"/>
                  </a:cubicBezTo>
                  <a:cubicBezTo>
                    <a:pt x="256507" y="13533"/>
                    <a:pt x="252794" y="13010"/>
                    <a:pt x="248873" y="12487"/>
                  </a:cubicBezTo>
                  <a:cubicBezTo>
                    <a:pt x="248036" y="18239"/>
                    <a:pt x="247670" y="23572"/>
                    <a:pt x="246363" y="28644"/>
                  </a:cubicBezTo>
                  <a:cubicBezTo>
                    <a:pt x="245422" y="32199"/>
                    <a:pt x="243853" y="36069"/>
                    <a:pt x="241396" y="38735"/>
                  </a:cubicBezTo>
                  <a:cubicBezTo>
                    <a:pt x="233971" y="46683"/>
                    <a:pt x="222154" y="45480"/>
                    <a:pt x="215148" y="36539"/>
                  </a:cubicBezTo>
                  <a:cubicBezTo>
                    <a:pt x="211854" y="32304"/>
                    <a:pt x="208664" y="27964"/>
                    <a:pt x="205370" y="23572"/>
                  </a:cubicBezTo>
                  <a:cubicBezTo>
                    <a:pt x="199043" y="28330"/>
                    <a:pt x="193030" y="32827"/>
                    <a:pt x="186965" y="37376"/>
                  </a:cubicBezTo>
                  <a:cubicBezTo>
                    <a:pt x="190521" y="42186"/>
                    <a:pt x="193867" y="46422"/>
                    <a:pt x="197004" y="50866"/>
                  </a:cubicBezTo>
                  <a:cubicBezTo>
                    <a:pt x="201396" y="57088"/>
                    <a:pt x="201867" y="63781"/>
                    <a:pt x="197893" y="70264"/>
                  </a:cubicBezTo>
                  <a:cubicBezTo>
                    <a:pt x="193919" y="76748"/>
                    <a:pt x="187749" y="79310"/>
                    <a:pt x="180168" y="78264"/>
                  </a:cubicBezTo>
                  <a:cubicBezTo>
                    <a:pt x="174939" y="77532"/>
                    <a:pt x="169658" y="76800"/>
                    <a:pt x="164063" y="76016"/>
                  </a:cubicBezTo>
                  <a:cubicBezTo>
                    <a:pt x="162965" y="83650"/>
                    <a:pt x="161920" y="91075"/>
                    <a:pt x="160822" y="98761"/>
                  </a:cubicBezTo>
                  <a:cubicBezTo>
                    <a:pt x="166259" y="99545"/>
                    <a:pt x="171384" y="100329"/>
                    <a:pt x="176508" y="101061"/>
                  </a:cubicBezTo>
                  <a:cubicBezTo>
                    <a:pt x="180638" y="101637"/>
                    <a:pt x="184351" y="103205"/>
                    <a:pt x="187331" y="106186"/>
                  </a:cubicBezTo>
                  <a:cubicBezTo>
                    <a:pt x="194338" y="113297"/>
                    <a:pt x="194076" y="124643"/>
                    <a:pt x="186442" y="131231"/>
                  </a:cubicBezTo>
                  <a:cubicBezTo>
                    <a:pt x="181946" y="135100"/>
                    <a:pt x="177031" y="138551"/>
                    <a:pt x="172063" y="142368"/>
                  </a:cubicBezTo>
                  <a:cubicBezTo>
                    <a:pt x="176717" y="148538"/>
                    <a:pt x="181214" y="154551"/>
                    <a:pt x="185867" y="160721"/>
                  </a:cubicBezTo>
                  <a:cubicBezTo>
                    <a:pt x="190311" y="157427"/>
                    <a:pt x="194494" y="154290"/>
                    <a:pt x="198625" y="151205"/>
                  </a:cubicBezTo>
                  <a:cubicBezTo>
                    <a:pt x="202913" y="148015"/>
                    <a:pt x="207618" y="146447"/>
                    <a:pt x="212952" y="147545"/>
                  </a:cubicBezTo>
                  <a:cubicBezTo>
                    <a:pt x="222834" y="149584"/>
                    <a:pt x="228272" y="158054"/>
                    <a:pt x="226651" y="168721"/>
                  </a:cubicBezTo>
                  <a:cubicBezTo>
                    <a:pt x="225919" y="173583"/>
                    <a:pt x="225239" y="178498"/>
                    <a:pt x="224507" y="183623"/>
                  </a:cubicBezTo>
                  <a:cubicBezTo>
                    <a:pt x="232298" y="184721"/>
                    <a:pt x="239618" y="185766"/>
                    <a:pt x="247252" y="186864"/>
                  </a:cubicBezTo>
                  <a:cubicBezTo>
                    <a:pt x="247932" y="181792"/>
                    <a:pt x="248664" y="177139"/>
                    <a:pt x="249239" y="172433"/>
                  </a:cubicBezTo>
                  <a:cubicBezTo>
                    <a:pt x="250337" y="163753"/>
                    <a:pt x="254834" y="158002"/>
                    <a:pt x="262206" y="155963"/>
                  </a:cubicBezTo>
                  <a:cubicBezTo>
                    <a:pt x="269578" y="153924"/>
                    <a:pt x="276271" y="156590"/>
                    <a:pt x="281657" y="163649"/>
                  </a:cubicBezTo>
                  <a:cubicBezTo>
                    <a:pt x="284637" y="167623"/>
                    <a:pt x="287617" y="171597"/>
                    <a:pt x="290755" y="175727"/>
                  </a:cubicBezTo>
                  <a:cubicBezTo>
                    <a:pt x="296977" y="171021"/>
                    <a:pt x="303042" y="166525"/>
                    <a:pt x="309212" y="161871"/>
                  </a:cubicBezTo>
                  <a:cubicBezTo>
                    <a:pt x="305866" y="157427"/>
                    <a:pt x="302624" y="153192"/>
                    <a:pt x="299539" y="148904"/>
                  </a:cubicBezTo>
                  <a:cubicBezTo>
                    <a:pt x="294885" y="142473"/>
                    <a:pt x="294467" y="135048"/>
                    <a:pt x="298284" y="128878"/>
                  </a:cubicBezTo>
                  <a:cubicBezTo>
                    <a:pt x="302101" y="122708"/>
                    <a:pt x="309055" y="119780"/>
                    <a:pt x="316794" y="120983"/>
                  </a:cubicBezTo>
                  <a:cubicBezTo>
                    <a:pt x="321604" y="121872"/>
                    <a:pt x="326519" y="122499"/>
                    <a:pt x="332009" y="123283"/>
                  </a:cubicBezTo>
                  <a:close/>
                  <a:moveTo>
                    <a:pt x="66078" y="149375"/>
                  </a:moveTo>
                  <a:cubicBezTo>
                    <a:pt x="65816" y="150107"/>
                    <a:pt x="65607" y="150473"/>
                    <a:pt x="65502" y="150943"/>
                  </a:cubicBezTo>
                  <a:cubicBezTo>
                    <a:pt x="62365" y="162446"/>
                    <a:pt x="54784" y="165218"/>
                    <a:pt x="44901" y="158473"/>
                  </a:cubicBezTo>
                  <a:cubicBezTo>
                    <a:pt x="41660" y="156276"/>
                    <a:pt x="38470" y="154028"/>
                    <a:pt x="35647" y="152146"/>
                  </a:cubicBezTo>
                  <a:cubicBezTo>
                    <a:pt x="31882" y="155806"/>
                    <a:pt x="28483" y="159100"/>
                    <a:pt x="24876" y="162551"/>
                  </a:cubicBezTo>
                  <a:cubicBezTo>
                    <a:pt x="27385" y="166211"/>
                    <a:pt x="30000" y="169923"/>
                    <a:pt x="32457" y="173688"/>
                  </a:cubicBezTo>
                  <a:cubicBezTo>
                    <a:pt x="37634" y="181583"/>
                    <a:pt x="34287" y="190106"/>
                    <a:pt x="25085" y="192250"/>
                  </a:cubicBezTo>
                  <a:cubicBezTo>
                    <a:pt x="20588" y="193296"/>
                    <a:pt x="16091" y="194237"/>
                    <a:pt x="11647" y="195178"/>
                  </a:cubicBezTo>
                  <a:cubicBezTo>
                    <a:pt x="11647" y="199936"/>
                    <a:pt x="11647" y="204380"/>
                    <a:pt x="11647" y="208929"/>
                  </a:cubicBezTo>
                  <a:cubicBezTo>
                    <a:pt x="15725" y="209766"/>
                    <a:pt x="19595" y="210550"/>
                    <a:pt x="23464" y="211387"/>
                  </a:cubicBezTo>
                  <a:cubicBezTo>
                    <a:pt x="34862" y="213897"/>
                    <a:pt x="38156" y="222210"/>
                    <a:pt x="31568" y="231779"/>
                  </a:cubicBezTo>
                  <a:cubicBezTo>
                    <a:pt x="29268" y="235073"/>
                    <a:pt x="27019" y="238419"/>
                    <a:pt x="25032" y="241295"/>
                  </a:cubicBezTo>
                  <a:cubicBezTo>
                    <a:pt x="28692" y="245112"/>
                    <a:pt x="31987" y="248511"/>
                    <a:pt x="35385" y="252066"/>
                  </a:cubicBezTo>
                  <a:cubicBezTo>
                    <a:pt x="39098" y="249556"/>
                    <a:pt x="42758" y="246942"/>
                    <a:pt x="46522" y="244485"/>
                  </a:cubicBezTo>
                  <a:cubicBezTo>
                    <a:pt x="54418" y="239308"/>
                    <a:pt x="62993" y="242707"/>
                    <a:pt x="65136" y="251805"/>
                  </a:cubicBezTo>
                  <a:cubicBezTo>
                    <a:pt x="66182" y="256301"/>
                    <a:pt x="67071" y="260798"/>
                    <a:pt x="68065" y="265295"/>
                  </a:cubicBezTo>
                  <a:cubicBezTo>
                    <a:pt x="72770" y="265295"/>
                    <a:pt x="77267" y="265295"/>
                    <a:pt x="81764" y="265295"/>
                  </a:cubicBezTo>
                  <a:cubicBezTo>
                    <a:pt x="82705" y="260903"/>
                    <a:pt x="83541" y="256720"/>
                    <a:pt x="84483" y="252537"/>
                  </a:cubicBezTo>
                  <a:cubicBezTo>
                    <a:pt x="86836" y="242236"/>
                    <a:pt x="95254" y="238994"/>
                    <a:pt x="103986" y="244903"/>
                  </a:cubicBezTo>
                  <a:cubicBezTo>
                    <a:pt x="107489" y="247308"/>
                    <a:pt x="110992" y="249713"/>
                    <a:pt x="114809" y="252328"/>
                  </a:cubicBezTo>
                  <a:cubicBezTo>
                    <a:pt x="118260" y="248772"/>
                    <a:pt x="121293" y="245269"/>
                    <a:pt x="124744" y="242184"/>
                  </a:cubicBezTo>
                  <a:cubicBezTo>
                    <a:pt x="126731" y="240354"/>
                    <a:pt x="126678" y="238942"/>
                    <a:pt x="125632" y="236694"/>
                  </a:cubicBezTo>
                  <a:cubicBezTo>
                    <a:pt x="121502" y="227648"/>
                    <a:pt x="112613" y="223884"/>
                    <a:pt x="105554" y="218080"/>
                  </a:cubicBezTo>
                  <a:cubicBezTo>
                    <a:pt x="95254" y="235491"/>
                    <a:pt x="78313" y="238733"/>
                    <a:pt x="66182" y="235648"/>
                  </a:cubicBezTo>
                  <a:cubicBezTo>
                    <a:pt x="51960" y="231988"/>
                    <a:pt x="40928" y="219805"/>
                    <a:pt x="40352" y="204746"/>
                  </a:cubicBezTo>
                  <a:cubicBezTo>
                    <a:pt x="39516" y="184041"/>
                    <a:pt x="50914" y="172172"/>
                    <a:pt x="70313" y="167414"/>
                  </a:cubicBezTo>
                  <a:cubicBezTo>
                    <a:pt x="68901" y="161348"/>
                    <a:pt x="67542" y="155544"/>
                    <a:pt x="66078" y="149375"/>
                  </a:cubicBezTo>
                  <a:close/>
                  <a:moveTo>
                    <a:pt x="76587" y="224877"/>
                  </a:moveTo>
                  <a:cubicBezTo>
                    <a:pt x="83907" y="224668"/>
                    <a:pt x="90862" y="220589"/>
                    <a:pt x="95411" y="212276"/>
                  </a:cubicBezTo>
                  <a:cubicBezTo>
                    <a:pt x="96456" y="210341"/>
                    <a:pt x="96195" y="209139"/>
                    <a:pt x="94731" y="207622"/>
                  </a:cubicBezTo>
                  <a:cubicBezTo>
                    <a:pt x="87672" y="200250"/>
                    <a:pt x="81816" y="191936"/>
                    <a:pt x="77215" y="182838"/>
                  </a:cubicBezTo>
                  <a:cubicBezTo>
                    <a:pt x="75071" y="178551"/>
                    <a:pt x="74705" y="178446"/>
                    <a:pt x="69842" y="179544"/>
                  </a:cubicBezTo>
                  <a:cubicBezTo>
                    <a:pt x="58391" y="182263"/>
                    <a:pt x="50914" y="192668"/>
                    <a:pt x="52065" y="204119"/>
                  </a:cubicBezTo>
                  <a:cubicBezTo>
                    <a:pt x="53267" y="215988"/>
                    <a:pt x="62574" y="224511"/>
                    <a:pt x="76587" y="224877"/>
                  </a:cubicBezTo>
                  <a:close/>
                  <a:moveTo>
                    <a:pt x="151410" y="317477"/>
                  </a:moveTo>
                  <a:cubicBezTo>
                    <a:pt x="151410" y="319046"/>
                    <a:pt x="151410" y="320248"/>
                    <a:pt x="151410" y="321503"/>
                  </a:cubicBezTo>
                  <a:cubicBezTo>
                    <a:pt x="151462" y="330078"/>
                    <a:pt x="156063" y="334627"/>
                    <a:pt x="164639" y="334680"/>
                  </a:cubicBezTo>
                  <a:cubicBezTo>
                    <a:pt x="169135" y="334680"/>
                    <a:pt x="173684" y="334680"/>
                    <a:pt x="178181" y="334680"/>
                  </a:cubicBezTo>
                  <a:cubicBezTo>
                    <a:pt x="181109" y="334680"/>
                    <a:pt x="184089" y="334836"/>
                    <a:pt x="186965" y="334575"/>
                  </a:cubicBezTo>
                  <a:cubicBezTo>
                    <a:pt x="194860" y="333843"/>
                    <a:pt x="198886" y="327046"/>
                    <a:pt x="197109" y="317477"/>
                  </a:cubicBezTo>
                  <a:cubicBezTo>
                    <a:pt x="182102" y="317477"/>
                    <a:pt x="166991" y="317477"/>
                    <a:pt x="151410" y="317477"/>
                  </a:cubicBezTo>
                  <a:close/>
                  <a:moveTo>
                    <a:pt x="197475" y="294575"/>
                  </a:moveTo>
                  <a:cubicBezTo>
                    <a:pt x="181946" y="294575"/>
                    <a:pt x="166782" y="294575"/>
                    <a:pt x="151671" y="294575"/>
                  </a:cubicBezTo>
                  <a:cubicBezTo>
                    <a:pt x="151671" y="298445"/>
                    <a:pt x="151671" y="302000"/>
                    <a:pt x="151671" y="305556"/>
                  </a:cubicBezTo>
                  <a:cubicBezTo>
                    <a:pt x="167096" y="305556"/>
                    <a:pt x="182259" y="305556"/>
                    <a:pt x="197475" y="305556"/>
                  </a:cubicBezTo>
                  <a:cubicBezTo>
                    <a:pt x="197475" y="301739"/>
                    <a:pt x="197475" y="298288"/>
                    <a:pt x="197475" y="294575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356" name="Google Shape;1356;p11"/>
            <p:cNvSpPr/>
            <p:nvPr/>
          </p:nvSpPr>
          <p:spPr bwMode="auto">
            <a:xfrm>
              <a:off x="655839" y="6333677"/>
              <a:ext cx="22901" cy="49097"/>
            </a:xfrm>
            <a:custGeom>
              <a:avLst/>
              <a:gdLst/>
              <a:ahLst/>
              <a:cxnLst/>
              <a:rect l="l" t="t" r="r" b="b"/>
              <a:pathLst>
                <a:path w="22901" h="49097" fill="norm" stroke="1" extrusionOk="0">
                  <a:moveTo>
                    <a:pt x="11085" y="52"/>
                  </a:moveTo>
                  <a:cubicBezTo>
                    <a:pt x="15006" y="15320"/>
                    <a:pt x="18876" y="30588"/>
                    <a:pt x="22902" y="46169"/>
                  </a:cubicBezTo>
                  <a:cubicBezTo>
                    <a:pt x="19189" y="47163"/>
                    <a:pt x="15738" y="48052"/>
                    <a:pt x="11765" y="49097"/>
                  </a:cubicBezTo>
                  <a:cubicBezTo>
                    <a:pt x="7843" y="33725"/>
                    <a:pt x="3922" y="18510"/>
                    <a:pt x="0" y="3190"/>
                  </a:cubicBezTo>
                  <a:cubicBezTo>
                    <a:pt x="3399" y="2091"/>
                    <a:pt x="6536" y="1046"/>
                    <a:pt x="9725" y="0"/>
                  </a:cubicBezTo>
                  <a:cubicBezTo>
                    <a:pt x="10144" y="52"/>
                    <a:pt x="10614" y="52"/>
                    <a:pt x="11085" y="52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357" name="Google Shape;1357;p11"/>
            <p:cNvSpPr/>
            <p:nvPr/>
          </p:nvSpPr>
          <p:spPr bwMode="auto">
            <a:xfrm>
              <a:off x="684819" y="6399349"/>
              <a:ext cx="86206" cy="177984"/>
            </a:xfrm>
            <a:custGeom>
              <a:avLst/>
              <a:gdLst/>
              <a:ahLst/>
              <a:cxnLst/>
              <a:rect l="l" t="t" r="r" b="b"/>
              <a:pathLst>
                <a:path w="86206" h="177984" fill="norm" stroke="1" extrusionOk="0">
                  <a:moveTo>
                    <a:pt x="86207" y="177985"/>
                  </a:moveTo>
                  <a:cubicBezTo>
                    <a:pt x="82442" y="177985"/>
                    <a:pt x="78834" y="177985"/>
                    <a:pt x="74965" y="177985"/>
                  </a:cubicBezTo>
                  <a:cubicBezTo>
                    <a:pt x="74704" y="175789"/>
                    <a:pt x="74547" y="173540"/>
                    <a:pt x="74129" y="171344"/>
                  </a:cubicBezTo>
                  <a:cubicBezTo>
                    <a:pt x="71410" y="158482"/>
                    <a:pt x="64037" y="149279"/>
                    <a:pt x="51959" y="144155"/>
                  </a:cubicBezTo>
                  <a:cubicBezTo>
                    <a:pt x="40142" y="139136"/>
                    <a:pt x="29685" y="132286"/>
                    <a:pt x="20900" y="122874"/>
                  </a:cubicBezTo>
                  <a:cubicBezTo>
                    <a:pt x="-9217" y="90666"/>
                    <a:pt x="-6446" y="36915"/>
                    <a:pt x="27018" y="8209"/>
                  </a:cubicBezTo>
                  <a:cubicBezTo>
                    <a:pt x="30260" y="5438"/>
                    <a:pt x="33763" y="2876"/>
                    <a:pt x="37423" y="0"/>
                  </a:cubicBezTo>
                  <a:cubicBezTo>
                    <a:pt x="39567" y="3399"/>
                    <a:pt x="41554" y="6484"/>
                    <a:pt x="43645" y="9778"/>
                  </a:cubicBezTo>
                  <a:cubicBezTo>
                    <a:pt x="41345" y="11555"/>
                    <a:pt x="39149" y="13072"/>
                    <a:pt x="37109" y="14797"/>
                  </a:cubicBezTo>
                  <a:cubicBezTo>
                    <a:pt x="-2890" y="47424"/>
                    <a:pt x="5267" y="110430"/>
                    <a:pt x="52273" y="131502"/>
                  </a:cubicBezTo>
                  <a:cubicBezTo>
                    <a:pt x="61893" y="135842"/>
                    <a:pt x="70835" y="140861"/>
                    <a:pt x="77109" y="149645"/>
                  </a:cubicBezTo>
                  <a:cubicBezTo>
                    <a:pt x="83070" y="158116"/>
                    <a:pt x="86207" y="167475"/>
                    <a:pt x="86207" y="177985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358" name="Google Shape;1358;p11"/>
            <p:cNvSpPr/>
            <p:nvPr/>
          </p:nvSpPr>
          <p:spPr bwMode="auto">
            <a:xfrm>
              <a:off x="606323" y="6365153"/>
              <a:ext cx="47058" cy="38221"/>
            </a:xfrm>
            <a:custGeom>
              <a:avLst/>
              <a:gdLst/>
              <a:ahLst/>
              <a:cxnLst/>
              <a:rect l="l" t="t" r="r" b="b"/>
              <a:pathLst>
                <a:path w="47058" h="38221" fill="norm" stroke="1" extrusionOk="0">
                  <a:moveTo>
                    <a:pt x="0" y="9359"/>
                  </a:moveTo>
                  <a:cubicBezTo>
                    <a:pt x="2353" y="6118"/>
                    <a:pt x="4392" y="3242"/>
                    <a:pt x="6693" y="0"/>
                  </a:cubicBezTo>
                  <a:cubicBezTo>
                    <a:pt x="20183" y="9621"/>
                    <a:pt x="33516" y="19137"/>
                    <a:pt x="47058" y="28810"/>
                  </a:cubicBezTo>
                  <a:cubicBezTo>
                    <a:pt x="44810" y="31947"/>
                    <a:pt x="42771" y="34875"/>
                    <a:pt x="40366" y="38222"/>
                  </a:cubicBezTo>
                  <a:cubicBezTo>
                    <a:pt x="26928" y="28601"/>
                    <a:pt x="13595" y="19085"/>
                    <a:pt x="0" y="9359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359" name="Google Shape;1359;p11"/>
            <p:cNvSpPr/>
            <p:nvPr/>
          </p:nvSpPr>
          <p:spPr bwMode="auto">
            <a:xfrm>
              <a:off x="596755" y="6421937"/>
              <a:ext cx="48888" cy="22692"/>
            </a:xfrm>
            <a:custGeom>
              <a:avLst/>
              <a:gdLst/>
              <a:ahLst/>
              <a:cxnLst/>
              <a:rect l="l" t="t" r="r" b="b"/>
              <a:pathLst>
                <a:path w="48888" h="22692" fill="norm" stroke="1" extrusionOk="0">
                  <a:moveTo>
                    <a:pt x="0" y="11503"/>
                  </a:moveTo>
                  <a:cubicBezTo>
                    <a:pt x="15582" y="7582"/>
                    <a:pt x="30692" y="3817"/>
                    <a:pt x="46117" y="0"/>
                  </a:cubicBezTo>
                  <a:cubicBezTo>
                    <a:pt x="47058" y="3765"/>
                    <a:pt x="47947" y="7320"/>
                    <a:pt x="48888" y="11189"/>
                  </a:cubicBezTo>
                  <a:cubicBezTo>
                    <a:pt x="33464" y="15059"/>
                    <a:pt x="18405" y="18823"/>
                    <a:pt x="2823" y="22693"/>
                  </a:cubicBezTo>
                  <a:cubicBezTo>
                    <a:pt x="1882" y="18980"/>
                    <a:pt x="993" y="15477"/>
                    <a:pt x="0" y="11503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360" name="Google Shape;1360;p11"/>
            <p:cNvSpPr/>
            <p:nvPr/>
          </p:nvSpPr>
          <p:spPr bwMode="auto">
            <a:xfrm>
              <a:off x="865614" y="6578850"/>
              <a:ext cx="41986" cy="37698"/>
            </a:xfrm>
            <a:custGeom>
              <a:avLst/>
              <a:gdLst/>
              <a:ahLst/>
              <a:cxnLst/>
              <a:rect l="l" t="t" r="r" b="b"/>
              <a:pathLst>
                <a:path w="41986" h="37698" fill="norm" stroke="1" extrusionOk="0">
                  <a:moveTo>
                    <a:pt x="34562" y="37699"/>
                  </a:moveTo>
                  <a:cubicBezTo>
                    <a:pt x="22902" y="27974"/>
                    <a:pt x="11555" y="18510"/>
                    <a:pt x="0" y="8889"/>
                  </a:cubicBezTo>
                  <a:cubicBezTo>
                    <a:pt x="2510" y="5856"/>
                    <a:pt x="4863" y="2980"/>
                    <a:pt x="7372" y="0"/>
                  </a:cubicBezTo>
                  <a:cubicBezTo>
                    <a:pt x="18928" y="9621"/>
                    <a:pt x="30274" y="19085"/>
                    <a:pt x="41986" y="28810"/>
                  </a:cubicBezTo>
                  <a:cubicBezTo>
                    <a:pt x="39529" y="31790"/>
                    <a:pt x="37176" y="34562"/>
                    <a:pt x="34562" y="37699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361" name="Google Shape;1361;p11"/>
            <p:cNvSpPr/>
            <p:nvPr/>
          </p:nvSpPr>
          <p:spPr bwMode="auto">
            <a:xfrm>
              <a:off x="840726" y="6595006"/>
              <a:ext cx="10927" cy="40104"/>
            </a:xfrm>
            <a:custGeom>
              <a:avLst/>
              <a:gdLst/>
              <a:ahLst/>
              <a:cxnLst/>
              <a:rect l="l" t="t" r="r" b="b"/>
              <a:pathLst>
                <a:path w="10927" h="40104" fill="norm" stroke="1" extrusionOk="0">
                  <a:moveTo>
                    <a:pt x="10928" y="40104"/>
                  </a:moveTo>
                  <a:cubicBezTo>
                    <a:pt x="7216" y="40104"/>
                    <a:pt x="3712" y="40104"/>
                    <a:pt x="0" y="40104"/>
                  </a:cubicBezTo>
                  <a:cubicBezTo>
                    <a:pt x="0" y="26719"/>
                    <a:pt x="0" y="13438"/>
                    <a:pt x="0" y="0"/>
                  </a:cubicBezTo>
                  <a:cubicBezTo>
                    <a:pt x="3660" y="0"/>
                    <a:pt x="7163" y="0"/>
                    <a:pt x="10928" y="0"/>
                  </a:cubicBezTo>
                  <a:cubicBezTo>
                    <a:pt x="10928" y="13281"/>
                    <a:pt x="10928" y="26562"/>
                    <a:pt x="10928" y="40104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362" name="Google Shape;1362;p11"/>
            <p:cNvSpPr/>
            <p:nvPr/>
          </p:nvSpPr>
          <p:spPr bwMode="auto">
            <a:xfrm>
              <a:off x="875287" y="6548942"/>
              <a:ext cx="39947" cy="11032"/>
            </a:xfrm>
            <a:custGeom>
              <a:avLst/>
              <a:gdLst/>
              <a:ahLst/>
              <a:cxnLst/>
              <a:rect l="l" t="t" r="r" b="b"/>
              <a:pathLst>
                <a:path w="39947" h="11032" fill="norm" stroke="1" extrusionOk="0">
                  <a:moveTo>
                    <a:pt x="0" y="11033"/>
                  </a:moveTo>
                  <a:cubicBezTo>
                    <a:pt x="0" y="7320"/>
                    <a:pt x="0" y="3765"/>
                    <a:pt x="0" y="0"/>
                  </a:cubicBezTo>
                  <a:cubicBezTo>
                    <a:pt x="13385" y="0"/>
                    <a:pt x="26562" y="0"/>
                    <a:pt x="39947" y="0"/>
                  </a:cubicBezTo>
                  <a:cubicBezTo>
                    <a:pt x="39947" y="3608"/>
                    <a:pt x="39947" y="7216"/>
                    <a:pt x="39947" y="11033"/>
                  </a:cubicBezTo>
                  <a:cubicBezTo>
                    <a:pt x="26719" y="11033"/>
                    <a:pt x="13438" y="11033"/>
                    <a:pt x="0" y="11033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363" name="Google Shape;1363;p11"/>
            <p:cNvSpPr/>
            <p:nvPr/>
          </p:nvSpPr>
          <p:spPr bwMode="auto">
            <a:xfrm>
              <a:off x="759942" y="6589150"/>
              <a:ext cx="11032" cy="16993"/>
            </a:xfrm>
            <a:custGeom>
              <a:avLst/>
              <a:gdLst/>
              <a:ahLst/>
              <a:cxnLst/>
              <a:rect l="l" t="t" r="r" b="b"/>
              <a:pathLst>
                <a:path w="11032" h="16993" fill="norm" stroke="1" extrusionOk="0">
                  <a:moveTo>
                    <a:pt x="0" y="0"/>
                  </a:moveTo>
                  <a:cubicBezTo>
                    <a:pt x="3817" y="0"/>
                    <a:pt x="7268" y="0"/>
                    <a:pt x="11033" y="0"/>
                  </a:cubicBezTo>
                  <a:cubicBezTo>
                    <a:pt x="11033" y="5647"/>
                    <a:pt x="11033" y="11189"/>
                    <a:pt x="11033" y="16993"/>
                  </a:cubicBezTo>
                  <a:cubicBezTo>
                    <a:pt x="7320" y="16993"/>
                    <a:pt x="3765" y="16993"/>
                    <a:pt x="0" y="16993"/>
                  </a:cubicBezTo>
                  <a:cubicBezTo>
                    <a:pt x="0" y="11294"/>
                    <a:pt x="0" y="5804"/>
                    <a:pt x="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364" name="Google Shape;1364;p11"/>
            <p:cNvSpPr/>
            <p:nvPr/>
          </p:nvSpPr>
          <p:spPr bwMode="auto">
            <a:xfrm>
              <a:off x="792726" y="6388682"/>
              <a:ext cx="92286" cy="92286"/>
            </a:xfrm>
            <a:custGeom>
              <a:avLst/>
              <a:gdLst/>
              <a:ahLst/>
              <a:cxnLst/>
              <a:rect l="l" t="t" r="r" b="b"/>
              <a:pathLst>
                <a:path w="92286" h="92286" fill="norm" stroke="1" extrusionOk="0">
                  <a:moveTo>
                    <a:pt x="0" y="46117"/>
                  </a:moveTo>
                  <a:cubicBezTo>
                    <a:pt x="52" y="20706"/>
                    <a:pt x="20810" y="-52"/>
                    <a:pt x="46274" y="0"/>
                  </a:cubicBezTo>
                  <a:cubicBezTo>
                    <a:pt x="71738" y="52"/>
                    <a:pt x="92339" y="20758"/>
                    <a:pt x="92286" y="46274"/>
                  </a:cubicBezTo>
                  <a:cubicBezTo>
                    <a:pt x="92234" y="71633"/>
                    <a:pt x="71633" y="92182"/>
                    <a:pt x="46274" y="92287"/>
                  </a:cubicBezTo>
                  <a:cubicBezTo>
                    <a:pt x="20915" y="92391"/>
                    <a:pt x="0" y="71476"/>
                    <a:pt x="0" y="46117"/>
                  </a:cubicBezTo>
                  <a:close/>
                  <a:moveTo>
                    <a:pt x="80731" y="46274"/>
                  </a:moveTo>
                  <a:cubicBezTo>
                    <a:pt x="80783" y="27242"/>
                    <a:pt x="65359" y="11660"/>
                    <a:pt x="46431" y="11556"/>
                  </a:cubicBezTo>
                  <a:cubicBezTo>
                    <a:pt x="27398" y="11451"/>
                    <a:pt x="11555" y="27189"/>
                    <a:pt x="11555" y="46169"/>
                  </a:cubicBezTo>
                  <a:cubicBezTo>
                    <a:pt x="11608" y="64941"/>
                    <a:pt x="27346" y="80731"/>
                    <a:pt x="46117" y="80783"/>
                  </a:cubicBezTo>
                  <a:cubicBezTo>
                    <a:pt x="64940" y="80836"/>
                    <a:pt x="80679" y="65097"/>
                    <a:pt x="80731" y="46274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</p:grpSp>
      <p:grpSp>
        <p:nvGrpSpPr>
          <p:cNvPr id="1202235977" name="Google Shape;1365;p11"/>
          <p:cNvGrpSpPr/>
          <p:nvPr/>
        </p:nvGrpSpPr>
        <p:grpSpPr bwMode="auto">
          <a:xfrm>
            <a:off x="4512595" y="6338111"/>
            <a:ext cx="346984" cy="353720"/>
            <a:chOff x="2499198" y="6329527"/>
            <a:chExt cx="346984" cy="353720"/>
          </a:xfrm>
        </p:grpSpPr>
        <p:sp>
          <p:nvSpPr>
            <p:cNvPr id="1366" name="Google Shape;1366;p11"/>
            <p:cNvSpPr/>
            <p:nvPr/>
          </p:nvSpPr>
          <p:spPr bwMode="auto">
            <a:xfrm>
              <a:off x="2510141" y="6329527"/>
              <a:ext cx="325277" cy="353720"/>
            </a:xfrm>
            <a:custGeom>
              <a:avLst/>
              <a:gdLst/>
              <a:ahLst/>
              <a:cxnLst/>
              <a:rect l="l" t="t" r="r" b="b"/>
              <a:pathLst>
                <a:path w="325277" h="353721" fill="norm" stroke="1" extrusionOk="0">
                  <a:moveTo>
                    <a:pt x="252337" y="212965"/>
                  </a:moveTo>
                  <a:cubicBezTo>
                    <a:pt x="252337" y="217932"/>
                    <a:pt x="252232" y="222533"/>
                    <a:pt x="252441" y="227082"/>
                  </a:cubicBezTo>
                  <a:cubicBezTo>
                    <a:pt x="252494" y="228128"/>
                    <a:pt x="253330" y="229331"/>
                    <a:pt x="254167" y="230167"/>
                  </a:cubicBezTo>
                  <a:cubicBezTo>
                    <a:pt x="256834" y="232938"/>
                    <a:pt x="259605" y="235605"/>
                    <a:pt x="262533" y="238481"/>
                  </a:cubicBezTo>
                  <a:cubicBezTo>
                    <a:pt x="259448" y="241304"/>
                    <a:pt x="256677" y="243866"/>
                    <a:pt x="253592" y="246638"/>
                  </a:cubicBezTo>
                  <a:cubicBezTo>
                    <a:pt x="248206" y="241252"/>
                    <a:pt x="242507" y="235501"/>
                    <a:pt x="236755" y="229801"/>
                  </a:cubicBezTo>
                  <a:cubicBezTo>
                    <a:pt x="235762" y="228808"/>
                    <a:pt x="234821" y="227867"/>
                    <a:pt x="233827" y="226873"/>
                  </a:cubicBezTo>
                  <a:cubicBezTo>
                    <a:pt x="230376" y="223579"/>
                    <a:pt x="226455" y="223370"/>
                    <a:pt x="223631" y="226298"/>
                  </a:cubicBezTo>
                  <a:cubicBezTo>
                    <a:pt x="220912" y="229174"/>
                    <a:pt x="221069" y="232938"/>
                    <a:pt x="224311" y="236233"/>
                  </a:cubicBezTo>
                  <a:cubicBezTo>
                    <a:pt x="230429" y="242455"/>
                    <a:pt x="236651" y="248572"/>
                    <a:pt x="242821" y="254742"/>
                  </a:cubicBezTo>
                  <a:cubicBezTo>
                    <a:pt x="247474" y="259448"/>
                    <a:pt x="247579" y="261539"/>
                    <a:pt x="243343" y="266454"/>
                  </a:cubicBezTo>
                  <a:cubicBezTo>
                    <a:pt x="233618" y="277748"/>
                    <a:pt x="234193" y="293801"/>
                    <a:pt x="244964" y="304728"/>
                  </a:cubicBezTo>
                  <a:cubicBezTo>
                    <a:pt x="257827" y="317800"/>
                    <a:pt x="270846" y="330663"/>
                    <a:pt x="283814" y="343630"/>
                  </a:cubicBezTo>
                  <a:cubicBezTo>
                    <a:pt x="284598" y="344414"/>
                    <a:pt x="285330" y="345251"/>
                    <a:pt x="286062" y="345983"/>
                  </a:cubicBezTo>
                  <a:cubicBezTo>
                    <a:pt x="283186" y="348597"/>
                    <a:pt x="280363" y="351159"/>
                    <a:pt x="277591" y="353721"/>
                  </a:cubicBezTo>
                  <a:cubicBezTo>
                    <a:pt x="270010" y="346087"/>
                    <a:pt x="261748" y="337774"/>
                    <a:pt x="253539" y="329513"/>
                  </a:cubicBezTo>
                  <a:cubicBezTo>
                    <a:pt x="253173" y="329669"/>
                    <a:pt x="252755" y="329826"/>
                    <a:pt x="252389" y="329983"/>
                  </a:cubicBezTo>
                  <a:cubicBezTo>
                    <a:pt x="252389" y="334114"/>
                    <a:pt x="252389" y="338244"/>
                    <a:pt x="252389" y="342375"/>
                  </a:cubicBezTo>
                  <a:cubicBezTo>
                    <a:pt x="252389" y="348702"/>
                    <a:pt x="250507" y="350584"/>
                    <a:pt x="244128" y="350584"/>
                  </a:cubicBezTo>
                  <a:cubicBezTo>
                    <a:pt x="226664" y="350584"/>
                    <a:pt x="209200" y="350584"/>
                    <a:pt x="191736" y="350584"/>
                  </a:cubicBezTo>
                  <a:cubicBezTo>
                    <a:pt x="188651" y="350584"/>
                    <a:pt x="185671" y="350480"/>
                    <a:pt x="184050" y="347238"/>
                  </a:cubicBezTo>
                  <a:cubicBezTo>
                    <a:pt x="182481" y="343996"/>
                    <a:pt x="184102" y="341643"/>
                    <a:pt x="186037" y="339133"/>
                  </a:cubicBezTo>
                  <a:cubicBezTo>
                    <a:pt x="194351" y="328414"/>
                    <a:pt x="194664" y="314140"/>
                    <a:pt x="186926" y="303264"/>
                  </a:cubicBezTo>
                  <a:cubicBezTo>
                    <a:pt x="179240" y="292441"/>
                    <a:pt x="165279" y="287997"/>
                    <a:pt x="152730" y="292336"/>
                  </a:cubicBezTo>
                  <a:cubicBezTo>
                    <a:pt x="140234" y="296676"/>
                    <a:pt x="132077" y="308702"/>
                    <a:pt x="132704" y="322140"/>
                  </a:cubicBezTo>
                  <a:cubicBezTo>
                    <a:pt x="133018" y="328676"/>
                    <a:pt x="135319" y="334532"/>
                    <a:pt x="139502" y="339604"/>
                  </a:cubicBezTo>
                  <a:cubicBezTo>
                    <a:pt x="141384" y="341905"/>
                    <a:pt x="142482" y="344257"/>
                    <a:pt x="141175" y="347133"/>
                  </a:cubicBezTo>
                  <a:cubicBezTo>
                    <a:pt x="139815" y="350009"/>
                    <a:pt x="137306" y="350636"/>
                    <a:pt x="134325" y="350636"/>
                  </a:cubicBezTo>
                  <a:cubicBezTo>
                    <a:pt x="116391" y="350584"/>
                    <a:pt x="98404" y="350636"/>
                    <a:pt x="80470" y="350584"/>
                  </a:cubicBezTo>
                  <a:cubicBezTo>
                    <a:pt x="74875" y="350584"/>
                    <a:pt x="72836" y="348545"/>
                    <a:pt x="72836" y="342898"/>
                  </a:cubicBezTo>
                  <a:cubicBezTo>
                    <a:pt x="72836" y="329669"/>
                    <a:pt x="72836" y="316441"/>
                    <a:pt x="72836" y="303264"/>
                  </a:cubicBezTo>
                  <a:cubicBezTo>
                    <a:pt x="72836" y="301905"/>
                    <a:pt x="72836" y="300598"/>
                    <a:pt x="72836" y="298820"/>
                  </a:cubicBezTo>
                  <a:cubicBezTo>
                    <a:pt x="61542" y="303578"/>
                    <a:pt x="50509" y="304153"/>
                    <a:pt x="39424" y="299761"/>
                  </a:cubicBezTo>
                  <a:cubicBezTo>
                    <a:pt x="31320" y="296519"/>
                    <a:pt x="24836" y="291238"/>
                    <a:pt x="19974" y="283971"/>
                  </a:cubicBezTo>
                  <a:cubicBezTo>
                    <a:pt x="10301" y="269435"/>
                    <a:pt x="10719" y="250402"/>
                    <a:pt x="20967" y="236233"/>
                  </a:cubicBezTo>
                  <a:cubicBezTo>
                    <a:pt x="32366" y="220494"/>
                    <a:pt x="48836" y="216102"/>
                    <a:pt x="72627" y="222481"/>
                  </a:cubicBezTo>
                  <a:cubicBezTo>
                    <a:pt x="72627" y="199475"/>
                    <a:pt x="72627" y="176469"/>
                    <a:pt x="72627" y="153096"/>
                  </a:cubicBezTo>
                  <a:cubicBezTo>
                    <a:pt x="67293" y="153096"/>
                    <a:pt x="62117" y="153096"/>
                    <a:pt x="56940" y="153096"/>
                  </a:cubicBezTo>
                  <a:cubicBezTo>
                    <a:pt x="40941" y="153096"/>
                    <a:pt x="30954" y="143162"/>
                    <a:pt x="30954" y="127266"/>
                  </a:cubicBezTo>
                  <a:cubicBezTo>
                    <a:pt x="30954" y="112051"/>
                    <a:pt x="30902" y="96835"/>
                    <a:pt x="31006" y="81620"/>
                  </a:cubicBezTo>
                  <a:cubicBezTo>
                    <a:pt x="31006" y="78953"/>
                    <a:pt x="30379" y="77019"/>
                    <a:pt x="28392" y="75084"/>
                  </a:cubicBezTo>
                  <a:cubicBezTo>
                    <a:pt x="19817" y="66718"/>
                    <a:pt x="11399" y="58195"/>
                    <a:pt x="2928" y="49725"/>
                  </a:cubicBezTo>
                  <a:cubicBezTo>
                    <a:pt x="1987" y="48784"/>
                    <a:pt x="1046" y="47738"/>
                    <a:pt x="0" y="46640"/>
                  </a:cubicBezTo>
                  <a:cubicBezTo>
                    <a:pt x="2876" y="43869"/>
                    <a:pt x="5595" y="41254"/>
                    <a:pt x="8575" y="38379"/>
                  </a:cubicBezTo>
                  <a:cubicBezTo>
                    <a:pt x="13333" y="43137"/>
                    <a:pt x="18144" y="47999"/>
                    <a:pt x="23006" y="52810"/>
                  </a:cubicBezTo>
                  <a:cubicBezTo>
                    <a:pt x="28653" y="58457"/>
                    <a:pt x="34457" y="63947"/>
                    <a:pt x="39843" y="69855"/>
                  </a:cubicBezTo>
                  <a:cubicBezTo>
                    <a:pt x="41516" y="71685"/>
                    <a:pt x="42771" y="74614"/>
                    <a:pt x="42823" y="77019"/>
                  </a:cubicBezTo>
                  <a:cubicBezTo>
                    <a:pt x="43084" y="93855"/>
                    <a:pt x="42928" y="110692"/>
                    <a:pt x="42980" y="127528"/>
                  </a:cubicBezTo>
                  <a:cubicBezTo>
                    <a:pt x="42980" y="136364"/>
                    <a:pt x="47738" y="141070"/>
                    <a:pt x="56627" y="141123"/>
                  </a:cubicBezTo>
                  <a:cubicBezTo>
                    <a:pt x="61855" y="141123"/>
                    <a:pt x="67084" y="141123"/>
                    <a:pt x="72836" y="141123"/>
                  </a:cubicBezTo>
                  <a:cubicBezTo>
                    <a:pt x="72836" y="136051"/>
                    <a:pt x="72940" y="131136"/>
                    <a:pt x="72731" y="126221"/>
                  </a:cubicBezTo>
                  <a:cubicBezTo>
                    <a:pt x="72679" y="125227"/>
                    <a:pt x="71424" y="124234"/>
                    <a:pt x="70535" y="123345"/>
                  </a:cubicBezTo>
                  <a:cubicBezTo>
                    <a:pt x="67973" y="120835"/>
                    <a:pt x="65359" y="118325"/>
                    <a:pt x="62587" y="115711"/>
                  </a:cubicBezTo>
                  <a:cubicBezTo>
                    <a:pt x="65777" y="112783"/>
                    <a:pt x="68548" y="110221"/>
                    <a:pt x="71633" y="107397"/>
                  </a:cubicBezTo>
                  <a:cubicBezTo>
                    <a:pt x="78692" y="114508"/>
                    <a:pt x="86012" y="121776"/>
                    <a:pt x="93280" y="129097"/>
                  </a:cubicBezTo>
                  <a:cubicBezTo>
                    <a:pt x="94587" y="130404"/>
                    <a:pt x="95894" y="131763"/>
                    <a:pt x="97254" y="133070"/>
                  </a:cubicBezTo>
                  <a:cubicBezTo>
                    <a:pt x="100757" y="136469"/>
                    <a:pt x="104574" y="136783"/>
                    <a:pt x="107450" y="133907"/>
                  </a:cubicBezTo>
                  <a:cubicBezTo>
                    <a:pt x="110378" y="131031"/>
                    <a:pt x="110169" y="127110"/>
                    <a:pt x="106770" y="123711"/>
                  </a:cubicBezTo>
                  <a:cubicBezTo>
                    <a:pt x="98875" y="115763"/>
                    <a:pt x="90927" y="107816"/>
                    <a:pt x="82979" y="99868"/>
                  </a:cubicBezTo>
                  <a:cubicBezTo>
                    <a:pt x="77542" y="94430"/>
                    <a:pt x="77489" y="92966"/>
                    <a:pt x="82352" y="87058"/>
                  </a:cubicBezTo>
                  <a:cubicBezTo>
                    <a:pt x="91554" y="75868"/>
                    <a:pt x="90822" y="59973"/>
                    <a:pt x="80313" y="49359"/>
                  </a:cubicBezTo>
                  <a:cubicBezTo>
                    <a:pt x="67555" y="36392"/>
                    <a:pt x="54588" y="23581"/>
                    <a:pt x="41673" y="10771"/>
                  </a:cubicBezTo>
                  <a:cubicBezTo>
                    <a:pt x="40732" y="9830"/>
                    <a:pt x="39320" y="9307"/>
                    <a:pt x="37908" y="8523"/>
                  </a:cubicBezTo>
                  <a:cubicBezTo>
                    <a:pt x="41725" y="4967"/>
                    <a:pt x="44392" y="2405"/>
                    <a:pt x="47006" y="0"/>
                  </a:cubicBezTo>
                  <a:cubicBezTo>
                    <a:pt x="55110" y="8104"/>
                    <a:pt x="63320" y="16366"/>
                    <a:pt x="71581" y="24627"/>
                  </a:cubicBezTo>
                  <a:cubicBezTo>
                    <a:pt x="71999" y="24470"/>
                    <a:pt x="72417" y="24261"/>
                    <a:pt x="72836" y="24104"/>
                  </a:cubicBezTo>
                  <a:cubicBezTo>
                    <a:pt x="72836" y="20130"/>
                    <a:pt x="72836" y="16104"/>
                    <a:pt x="72836" y="12131"/>
                  </a:cubicBezTo>
                  <a:cubicBezTo>
                    <a:pt x="72836" y="5229"/>
                    <a:pt x="74561" y="3503"/>
                    <a:pt x="81411" y="3503"/>
                  </a:cubicBezTo>
                  <a:cubicBezTo>
                    <a:pt x="98718" y="3503"/>
                    <a:pt x="116077" y="3503"/>
                    <a:pt x="133384" y="3503"/>
                  </a:cubicBezTo>
                  <a:cubicBezTo>
                    <a:pt x="136469" y="3503"/>
                    <a:pt x="139449" y="3556"/>
                    <a:pt x="141070" y="6797"/>
                  </a:cubicBezTo>
                  <a:cubicBezTo>
                    <a:pt x="142691" y="9987"/>
                    <a:pt x="141070" y="12392"/>
                    <a:pt x="139136" y="14902"/>
                  </a:cubicBezTo>
                  <a:cubicBezTo>
                    <a:pt x="129358" y="27503"/>
                    <a:pt x="130770" y="44810"/>
                    <a:pt x="142377" y="55476"/>
                  </a:cubicBezTo>
                  <a:cubicBezTo>
                    <a:pt x="153776" y="65986"/>
                    <a:pt x="171501" y="65934"/>
                    <a:pt x="182847" y="55372"/>
                  </a:cubicBezTo>
                  <a:cubicBezTo>
                    <a:pt x="194403" y="44653"/>
                    <a:pt x="195762" y="27398"/>
                    <a:pt x="185880" y="14745"/>
                  </a:cubicBezTo>
                  <a:cubicBezTo>
                    <a:pt x="183998" y="12340"/>
                    <a:pt x="182534" y="10039"/>
                    <a:pt x="183945" y="6954"/>
                  </a:cubicBezTo>
                  <a:cubicBezTo>
                    <a:pt x="185462" y="3660"/>
                    <a:pt x="188390" y="3451"/>
                    <a:pt x="191527" y="3451"/>
                  </a:cubicBezTo>
                  <a:cubicBezTo>
                    <a:pt x="209096" y="3503"/>
                    <a:pt x="226664" y="3451"/>
                    <a:pt x="244285" y="3503"/>
                  </a:cubicBezTo>
                  <a:cubicBezTo>
                    <a:pt x="250402" y="3503"/>
                    <a:pt x="252337" y="5438"/>
                    <a:pt x="252337" y="11503"/>
                  </a:cubicBezTo>
                  <a:cubicBezTo>
                    <a:pt x="252337" y="24575"/>
                    <a:pt x="252337" y="37699"/>
                    <a:pt x="252337" y="50771"/>
                  </a:cubicBezTo>
                  <a:cubicBezTo>
                    <a:pt x="252337" y="52130"/>
                    <a:pt x="252337" y="53490"/>
                    <a:pt x="252337" y="55267"/>
                  </a:cubicBezTo>
                  <a:cubicBezTo>
                    <a:pt x="263735" y="50405"/>
                    <a:pt x="274873" y="49934"/>
                    <a:pt x="286062" y="54431"/>
                  </a:cubicBezTo>
                  <a:cubicBezTo>
                    <a:pt x="294166" y="57673"/>
                    <a:pt x="300598" y="63058"/>
                    <a:pt x="305356" y="70378"/>
                  </a:cubicBezTo>
                  <a:cubicBezTo>
                    <a:pt x="314872" y="84914"/>
                    <a:pt x="314401" y="103737"/>
                    <a:pt x="304205" y="117803"/>
                  </a:cubicBezTo>
                  <a:cubicBezTo>
                    <a:pt x="292755" y="133593"/>
                    <a:pt x="276075" y="138090"/>
                    <a:pt x="252546" y="131606"/>
                  </a:cubicBezTo>
                  <a:cubicBezTo>
                    <a:pt x="252546" y="154613"/>
                    <a:pt x="252546" y="177619"/>
                    <a:pt x="252546" y="200991"/>
                  </a:cubicBezTo>
                  <a:cubicBezTo>
                    <a:pt x="257932" y="200991"/>
                    <a:pt x="263265" y="200991"/>
                    <a:pt x="268598" y="200991"/>
                  </a:cubicBezTo>
                  <a:cubicBezTo>
                    <a:pt x="284284" y="201043"/>
                    <a:pt x="294219" y="211030"/>
                    <a:pt x="294219" y="226769"/>
                  </a:cubicBezTo>
                  <a:cubicBezTo>
                    <a:pt x="294219" y="241984"/>
                    <a:pt x="294323" y="257200"/>
                    <a:pt x="294166" y="272415"/>
                  </a:cubicBezTo>
                  <a:cubicBezTo>
                    <a:pt x="294114" y="275291"/>
                    <a:pt x="295055" y="277226"/>
                    <a:pt x="297042" y="279212"/>
                  </a:cubicBezTo>
                  <a:cubicBezTo>
                    <a:pt x="306454" y="288467"/>
                    <a:pt x="315761" y="297827"/>
                    <a:pt x="325277" y="307291"/>
                  </a:cubicBezTo>
                  <a:cubicBezTo>
                    <a:pt x="322244" y="310114"/>
                    <a:pt x="319473" y="312676"/>
                    <a:pt x="316336" y="315552"/>
                  </a:cubicBezTo>
                  <a:cubicBezTo>
                    <a:pt x="312362" y="311526"/>
                    <a:pt x="308075" y="307186"/>
                    <a:pt x="303735" y="302898"/>
                  </a:cubicBezTo>
                  <a:cubicBezTo>
                    <a:pt x="297670" y="296833"/>
                    <a:pt x="291604" y="290663"/>
                    <a:pt x="285434" y="284703"/>
                  </a:cubicBezTo>
                  <a:cubicBezTo>
                    <a:pt x="283134" y="282454"/>
                    <a:pt x="282088" y="280049"/>
                    <a:pt x="282088" y="276755"/>
                  </a:cubicBezTo>
                  <a:cubicBezTo>
                    <a:pt x="282193" y="260023"/>
                    <a:pt x="282140" y="243344"/>
                    <a:pt x="282140" y="226612"/>
                  </a:cubicBezTo>
                  <a:cubicBezTo>
                    <a:pt x="282140" y="217723"/>
                    <a:pt x="277382" y="213017"/>
                    <a:pt x="268546" y="213017"/>
                  </a:cubicBezTo>
                  <a:cubicBezTo>
                    <a:pt x="263422" y="212965"/>
                    <a:pt x="258193" y="212965"/>
                    <a:pt x="252337" y="212965"/>
                  </a:cubicBezTo>
                  <a:close/>
                  <a:moveTo>
                    <a:pt x="240363" y="171083"/>
                  </a:moveTo>
                  <a:cubicBezTo>
                    <a:pt x="240363" y="154194"/>
                    <a:pt x="240363" y="137881"/>
                    <a:pt x="240363" y="121567"/>
                  </a:cubicBezTo>
                  <a:cubicBezTo>
                    <a:pt x="240363" y="118639"/>
                    <a:pt x="240938" y="116077"/>
                    <a:pt x="243814" y="114718"/>
                  </a:cubicBezTo>
                  <a:cubicBezTo>
                    <a:pt x="246690" y="113358"/>
                    <a:pt x="249043" y="114456"/>
                    <a:pt x="251291" y="116391"/>
                  </a:cubicBezTo>
                  <a:cubicBezTo>
                    <a:pt x="256311" y="120574"/>
                    <a:pt x="262219" y="122874"/>
                    <a:pt x="268755" y="123188"/>
                  </a:cubicBezTo>
                  <a:cubicBezTo>
                    <a:pt x="282140" y="123816"/>
                    <a:pt x="294219" y="115659"/>
                    <a:pt x="298559" y="103162"/>
                  </a:cubicBezTo>
                  <a:cubicBezTo>
                    <a:pt x="302846" y="90718"/>
                    <a:pt x="298559" y="76914"/>
                    <a:pt x="287944" y="69176"/>
                  </a:cubicBezTo>
                  <a:cubicBezTo>
                    <a:pt x="277016" y="61176"/>
                    <a:pt x="262637" y="61437"/>
                    <a:pt x="251814" y="69855"/>
                  </a:cubicBezTo>
                  <a:cubicBezTo>
                    <a:pt x="249304" y="71790"/>
                    <a:pt x="246951" y="73411"/>
                    <a:pt x="243709" y="71842"/>
                  </a:cubicBezTo>
                  <a:cubicBezTo>
                    <a:pt x="240468" y="70274"/>
                    <a:pt x="240363" y="67293"/>
                    <a:pt x="240363" y="64156"/>
                  </a:cubicBezTo>
                  <a:cubicBezTo>
                    <a:pt x="240415" y="49307"/>
                    <a:pt x="240363" y="34457"/>
                    <a:pt x="240363" y="19660"/>
                  </a:cubicBezTo>
                  <a:cubicBezTo>
                    <a:pt x="240363" y="18353"/>
                    <a:pt x="240363" y="17046"/>
                    <a:pt x="240363" y="15791"/>
                  </a:cubicBezTo>
                  <a:cubicBezTo>
                    <a:pt x="226873" y="15791"/>
                    <a:pt x="213906" y="15791"/>
                    <a:pt x="200834" y="15791"/>
                  </a:cubicBezTo>
                  <a:cubicBezTo>
                    <a:pt x="207579" y="37281"/>
                    <a:pt x="203501" y="54222"/>
                    <a:pt x="188808" y="66091"/>
                  </a:cubicBezTo>
                  <a:cubicBezTo>
                    <a:pt x="175318" y="76966"/>
                    <a:pt x="156233" y="78849"/>
                    <a:pt x="141593" y="69542"/>
                  </a:cubicBezTo>
                  <a:cubicBezTo>
                    <a:pt x="121201" y="56627"/>
                    <a:pt x="116600" y="37960"/>
                    <a:pt x="124182" y="15791"/>
                  </a:cubicBezTo>
                  <a:cubicBezTo>
                    <a:pt x="111057" y="15791"/>
                    <a:pt x="98038" y="15791"/>
                    <a:pt x="84809" y="15791"/>
                  </a:cubicBezTo>
                  <a:cubicBezTo>
                    <a:pt x="84809" y="21647"/>
                    <a:pt x="84966" y="27242"/>
                    <a:pt x="84757" y="32836"/>
                  </a:cubicBezTo>
                  <a:cubicBezTo>
                    <a:pt x="84600" y="35869"/>
                    <a:pt x="85594" y="37908"/>
                    <a:pt x="87738" y="39947"/>
                  </a:cubicBezTo>
                  <a:cubicBezTo>
                    <a:pt x="97149" y="48888"/>
                    <a:pt x="101489" y="59921"/>
                    <a:pt x="100496" y="72940"/>
                  </a:cubicBezTo>
                  <a:cubicBezTo>
                    <a:pt x="99920" y="80313"/>
                    <a:pt x="97149" y="86901"/>
                    <a:pt x="92966" y="93123"/>
                  </a:cubicBezTo>
                  <a:cubicBezTo>
                    <a:pt x="100705" y="100809"/>
                    <a:pt x="108391" y="108234"/>
                    <a:pt x="115868" y="115920"/>
                  </a:cubicBezTo>
                  <a:cubicBezTo>
                    <a:pt x="123293" y="123554"/>
                    <a:pt x="123240" y="134848"/>
                    <a:pt x="116025" y="142168"/>
                  </a:cubicBezTo>
                  <a:cubicBezTo>
                    <a:pt x="108757" y="149645"/>
                    <a:pt x="97358" y="149698"/>
                    <a:pt x="89515" y="142273"/>
                  </a:cubicBezTo>
                  <a:cubicBezTo>
                    <a:pt x="88156" y="140966"/>
                    <a:pt x="87058" y="139345"/>
                    <a:pt x="85855" y="137881"/>
                  </a:cubicBezTo>
                  <a:cubicBezTo>
                    <a:pt x="85594" y="138142"/>
                    <a:pt x="85385" y="138404"/>
                    <a:pt x="85123" y="138717"/>
                  </a:cubicBezTo>
                  <a:cubicBezTo>
                    <a:pt x="85123" y="149488"/>
                    <a:pt x="85123" y="160207"/>
                    <a:pt x="85123" y="171083"/>
                  </a:cubicBezTo>
                  <a:cubicBezTo>
                    <a:pt x="92130" y="171083"/>
                    <a:pt x="98875" y="171083"/>
                    <a:pt x="105620" y="171083"/>
                  </a:cubicBezTo>
                  <a:cubicBezTo>
                    <a:pt x="115240" y="171083"/>
                    <a:pt x="124809" y="171135"/>
                    <a:pt x="134430" y="171083"/>
                  </a:cubicBezTo>
                  <a:cubicBezTo>
                    <a:pt x="137410" y="171083"/>
                    <a:pt x="139920" y="171710"/>
                    <a:pt x="141279" y="174586"/>
                  </a:cubicBezTo>
                  <a:cubicBezTo>
                    <a:pt x="142534" y="177305"/>
                    <a:pt x="141698" y="179658"/>
                    <a:pt x="139815" y="181802"/>
                  </a:cubicBezTo>
                  <a:cubicBezTo>
                    <a:pt x="139083" y="182638"/>
                    <a:pt x="138404" y="183527"/>
                    <a:pt x="137776" y="184468"/>
                  </a:cubicBezTo>
                  <a:cubicBezTo>
                    <a:pt x="131554" y="194351"/>
                    <a:pt x="130822" y="204651"/>
                    <a:pt x="136312" y="215004"/>
                  </a:cubicBezTo>
                  <a:cubicBezTo>
                    <a:pt x="141698" y="225200"/>
                    <a:pt x="150534" y="230638"/>
                    <a:pt x="162037" y="230847"/>
                  </a:cubicBezTo>
                  <a:cubicBezTo>
                    <a:pt x="174325" y="231056"/>
                    <a:pt x="183789" y="225409"/>
                    <a:pt x="189279" y="214481"/>
                  </a:cubicBezTo>
                  <a:cubicBezTo>
                    <a:pt x="195030" y="203083"/>
                    <a:pt x="193462" y="191998"/>
                    <a:pt x="185619" y="181906"/>
                  </a:cubicBezTo>
                  <a:cubicBezTo>
                    <a:pt x="183789" y="179553"/>
                    <a:pt x="182743" y="177201"/>
                    <a:pt x="184155" y="174377"/>
                  </a:cubicBezTo>
                  <a:cubicBezTo>
                    <a:pt x="185514" y="171658"/>
                    <a:pt x="187919" y="171031"/>
                    <a:pt x="190743" y="171083"/>
                  </a:cubicBezTo>
                  <a:cubicBezTo>
                    <a:pt x="198220" y="171135"/>
                    <a:pt x="205697" y="171083"/>
                    <a:pt x="213174" y="171083"/>
                  </a:cubicBezTo>
                  <a:cubicBezTo>
                    <a:pt x="222063" y="171083"/>
                    <a:pt x="231004" y="171083"/>
                    <a:pt x="240363" y="171083"/>
                  </a:cubicBezTo>
                  <a:close/>
                  <a:moveTo>
                    <a:pt x="240363" y="338506"/>
                  </a:moveTo>
                  <a:cubicBezTo>
                    <a:pt x="240363" y="332702"/>
                    <a:pt x="240154" y="327369"/>
                    <a:pt x="240415" y="322035"/>
                  </a:cubicBezTo>
                  <a:cubicBezTo>
                    <a:pt x="240572" y="318637"/>
                    <a:pt x="239579" y="316284"/>
                    <a:pt x="237121" y="313879"/>
                  </a:cubicBezTo>
                  <a:cubicBezTo>
                    <a:pt x="227814" y="304990"/>
                    <a:pt x="223684" y="294010"/>
                    <a:pt x="224677" y="281199"/>
                  </a:cubicBezTo>
                  <a:cubicBezTo>
                    <a:pt x="225252" y="273827"/>
                    <a:pt x="228023" y="267291"/>
                    <a:pt x="232102" y="261226"/>
                  </a:cubicBezTo>
                  <a:cubicBezTo>
                    <a:pt x="231317" y="260389"/>
                    <a:pt x="230742" y="259762"/>
                    <a:pt x="230115" y="259187"/>
                  </a:cubicBezTo>
                  <a:cubicBezTo>
                    <a:pt x="224991" y="254062"/>
                    <a:pt x="219762" y="249095"/>
                    <a:pt x="214847" y="243814"/>
                  </a:cubicBezTo>
                  <a:cubicBezTo>
                    <a:pt x="208311" y="236860"/>
                    <a:pt x="207997" y="226873"/>
                    <a:pt x="213697" y="219501"/>
                  </a:cubicBezTo>
                  <a:cubicBezTo>
                    <a:pt x="219344" y="212233"/>
                    <a:pt x="229278" y="210246"/>
                    <a:pt x="237592" y="214743"/>
                  </a:cubicBezTo>
                  <a:cubicBezTo>
                    <a:pt x="238429" y="215161"/>
                    <a:pt x="239265" y="215579"/>
                    <a:pt x="240154" y="216050"/>
                  </a:cubicBezTo>
                  <a:cubicBezTo>
                    <a:pt x="240154" y="204965"/>
                    <a:pt x="240154" y="194142"/>
                    <a:pt x="240154" y="183423"/>
                  </a:cubicBezTo>
                  <a:cubicBezTo>
                    <a:pt x="226925" y="183423"/>
                    <a:pt x="213958" y="183423"/>
                    <a:pt x="200886" y="183423"/>
                  </a:cubicBezTo>
                  <a:cubicBezTo>
                    <a:pt x="207631" y="205645"/>
                    <a:pt x="203292" y="222638"/>
                    <a:pt x="187972" y="234402"/>
                  </a:cubicBezTo>
                  <a:cubicBezTo>
                    <a:pt x="174168" y="245017"/>
                    <a:pt x="155083" y="245906"/>
                    <a:pt x="140286" y="236546"/>
                  </a:cubicBezTo>
                  <a:cubicBezTo>
                    <a:pt x="132913" y="231893"/>
                    <a:pt x="127476" y="225514"/>
                    <a:pt x="124077" y="217514"/>
                  </a:cubicBezTo>
                  <a:cubicBezTo>
                    <a:pt x="119267" y="206168"/>
                    <a:pt x="119685" y="194769"/>
                    <a:pt x="124495" y="183370"/>
                  </a:cubicBezTo>
                  <a:cubicBezTo>
                    <a:pt x="111110" y="183370"/>
                    <a:pt x="98090" y="183370"/>
                    <a:pt x="84757" y="183370"/>
                  </a:cubicBezTo>
                  <a:cubicBezTo>
                    <a:pt x="84757" y="185096"/>
                    <a:pt x="84757" y="186560"/>
                    <a:pt x="84757" y="188024"/>
                  </a:cubicBezTo>
                  <a:cubicBezTo>
                    <a:pt x="84757" y="202873"/>
                    <a:pt x="84705" y="217671"/>
                    <a:pt x="84757" y="232520"/>
                  </a:cubicBezTo>
                  <a:cubicBezTo>
                    <a:pt x="84757" y="235448"/>
                    <a:pt x="84287" y="238063"/>
                    <a:pt x="81411" y="239474"/>
                  </a:cubicBezTo>
                  <a:cubicBezTo>
                    <a:pt x="78587" y="240886"/>
                    <a:pt x="76130" y="239997"/>
                    <a:pt x="73881" y="237958"/>
                  </a:cubicBezTo>
                  <a:cubicBezTo>
                    <a:pt x="73149" y="237278"/>
                    <a:pt x="72313" y="236703"/>
                    <a:pt x="71476" y="236180"/>
                  </a:cubicBezTo>
                  <a:cubicBezTo>
                    <a:pt x="61646" y="229906"/>
                    <a:pt x="51346" y="229122"/>
                    <a:pt x="40993" y="234507"/>
                  </a:cubicBezTo>
                  <a:cubicBezTo>
                    <a:pt x="30640" y="239893"/>
                    <a:pt x="25098" y="248834"/>
                    <a:pt x="24941" y="260494"/>
                  </a:cubicBezTo>
                  <a:cubicBezTo>
                    <a:pt x="24784" y="272781"/>
                    <a:pt x="30483" y="282193"/>
                    <a:pt x="41464" y="287683"/>
                  </a:cubicBezTo>
                  <a:cubicBezTo>
                    <a:pt x="52601" y="293225"/>
                    <a:pt x="63476" y="291866"/>
                    <a:pt x="73411" y="284337"/>
                  </a:cubicBezTo>
                  <a:cubicBezTo>
                    <a:pt x="75816" y="282507"/>
                    <a:pt x="78169" y="280990"/>
                    <a:pt x="81202" y="282402"/>
                  </a:cubicBezTo>
                  <a:cubicBezTo>
                    <a:pt x="84496" y="283918"/>
                    <a:pt x="84757" y="286846"/>
                    <a:pt x="84705" y="289984"/>
                  </a:cubicBezTo>
                  <a:cubicBezTo>
                    <a:pt x="84653" y="302689"/>
                    <a:pt x="84705" y="315395"/>
                    <a:pt x="84705" y="328153"/>
                  </a:cubicBezTo>
                  <a:cubicBezTo>
                    <a:pt x="84705" y="331604"/>
                    <a:pt x="84705" y="335055"/>
                    <a:pt x="84705" y="338663"/>
                  </a:cubicBezTo>
                  <a:cubicBezTo>
                    <a:pt x="98090" y="338663"/>
                    <a:pt x="111110" y="338663"/>
                    <a:pt x="124234" y="338663"/>
                  </a:cubicBezTo>
                  <a:cubicBezTo>
                    <a:pt x="116914" y="318637"/>
                    <a:pt x="120208" y="301121"/>
                    <a:pt x="137044" y="287840"/>
                  </a:cubicBezTo>
                  <a:cubicBezTo>
                    <a:pt x="151057" y="276807"/>
                    <a:pt x="167161" y="275395"/>
                    <a:pt x="182586" y="284389"/>
                  </a:cubicBezTo>
                  <a:cubicBezTo>
                    <a:pt x="203867" y="296833"/>
                    <a:pt x="208520" y="315918"/>
                    <a:pt x="200886" y="338663"/>
                  </a:cubicBezTo>
                  <a:cubicBezTo>
                    <a:pt x="214115" y="338506"/>
                    <a:pt x="227082" y="338506"/>
                    <a:pt x="240363" y="338506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367" name="Google Shape;1367;p11"/>
            <p:cNvSpPr/>
            <p:nvPr/>
          </p:nvSpPr>
          <p:spPr bwMode="auto">
            <a:xfrm>
              <a:off x="2499198" y="6500819"/>
              <a:ext cx="71777" cy="125750"/>
            </a:xfrm>
            <a:custGeom>
              <a:avLst/>
              <a:gdLst/>
              <a:ahLst/>
              <a:cxnLst/>
              <a:rect l="l" t="t" r="r" b="b"/>
              <a:pathLst>
                <a:path w="71777" h="125750" fill="norm" stroke="1" extrusionOk="0">
                  <a:moveTo>
                    <a:pt x="59779" y="0"/>
                  </a:moveTo>
                  <a:cubicBezTo>
                    <a:pt x="64015" y="0"/>
                    <a:pt x="67675" y="0"/>
                    <a:pt x="71596" y="0"/>
                  </a:cubicBezTo>
                  <a:cubicBezTo>
                    <a:pt x="71596" y="7216"/>
                    <a:pt x="72067" y="14327"/>
                    <a:pt x="71492" y="21333"/>
                  </a:cubicBezTo>
                  <a:cubicBezTo>
                    <a:pt x="70812" y="29176"/>
                    <a:pt x="65008" y="34771"/>
                    <a:pt x="56590" y="36444"/>
                  </a:cubicBezTo>
                  <a:cubicBezTo>
                    <a:pt x="39858" y="39790"/>
                    <a:pt x="26839" y="48470"/>
                    <a:pt x="18734" y="63476"/>
                  </a:cubicBezTo>
                  <a:cubicBezTo>
                    <a:pt x="9166" y="81149"/>
                    <a:pt x="9584" y="98979"/>
                    <a:pt x="19257" y="116600"/>
                  </a:cubicBezTo>
                  <a:cubicBezTo>
                    <a:pt x="19675" y="117384"/>
                    <a:pt x="20094" y="118116"/>
                    <a:pt x="20721" y="119267"/>
                  </a:cubicBezTo>
                  <a:cubicBezTo>
                    <a:pt x="17532" y="121358"/>
                    <a:pt x="14342" y="123450"/>
                    <a:pt x="10943" y="125750"/>
                  </a:cubicBezTo>
                  <a:cubicBezTo>
                    <a:pt x="5453" y="117750"/>
                    <a:pt x="2107" y="109123"/>
                    <a:pt x="748" y="99816"/>
                  </a:cubicBezTo>
                  <a:cubicBezTo>
                    <a:pt x="-4429" y="64208"/>
                    <a:pt x="17741" y="32575"/>
                    <a:pt x="52930" y="25045"/>
                  </a:cubicBezTo>
                  <a:cubicBezTo>
                    <a:pt x="58420" y="23895"/>
                    <a:pt x="59727" y="22222"/>
                    <a:pt x="59727" y="16627"/>
                  </a:cubicBezTo>
                  <a:cubicBezTo>
                    <a:pt x="59779" y="11189"/>
                    <a:pt x="59779" y="5699"/>
                    <a:pt x="59779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368" name="Google Shape;1368;p11"/>
            <p:cNvSpPr/>
            <p:nvPr/>
          </p:nvSpPr>
          <p:spPr bwMode="auto">
            <a:xfrm>
              <a:off x="2791340" y="6358756"/>
              <a:ext cx="54842" cy="116547"/>
            </a:xfrm>
            <a:custGeom>
              <a:avLst/>
              <a:gdLst/>
              <a:ahLst/>
              <a:cxnLst/>
              <a:rect l="l" t="t" r="r" b="b"/>
              <a:pathLst>
                <a:path w="54842" h="116547" fill="norm" stroke="1" extrusionOk="0">
                  <a:moveTo>
                    <a:pt x="0" y="11033"/>
                  </a:moveTo>
                  <a:cubicBezTo>
                    <a:pt x="732" y="7216"/>
                    <a:pt x="1464" y="3608"/>
                    <a:pt x="2144" y="0"/>
                  </a:cubicBezTo>
                  <a:cubicBezTo>
                    <a:pt x="21385" y="366"/>
                    <a:pt x="45124" y="21961"/>
                    <a:pt x="52130" y="45281"/>
                  </a:cubicBezTo>
                  <a:cubicBezTo>
                    <a:pt x="60025" y="71581"/>
                    <a:pt x="50248" y="101489"/>
                    <a:pt x="28496" y="116548"/>
                  </a:cubicBezTo>
                  <a:cubicBezTo>
                    <a:pt x="26248" y="113567"/>
                    <a:pt x="23947" y="110535"/>
                    <a:pt x="21595" y="107345"/>
                  </a:cubicBezTo>
                  <a:cubicBezTo>
                    <a:pt x="38797" y="92705"/>
                    <a:pt x="46483" y="74561"/>
                    <a:pt x="41464" y="52392"/>
                  </a:cubicBezTo>
                  <a:cubicBezTo>
                    <a:pt x="36496" y="30379"/>
                    <a:pt x="22013" y="17150"/>
                    <a:pt x="0" y="11033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369" name="Google Shape;1369;p11"/>
            <p:cNvSpPr/>
            <p:nvPr/>
          </p:nvSpPr>
          <p:spPr bwMode="auto">
            <a:xfrm>
              <a:off x="2516572" y="6627092"/>
              <a:ext cx="15999" cy="15999"/>
            </a:xfrm>
            <a:custGeom>
              <a:avLst/>
              <a:gdLst/>
              <a:ahLst/>
              <a:cxnLst/>
              <a:rect l="l" t="t" r="r" b="b"/>
              <a:pathLst>
                <a:path w="15999" h="15999" fill="norm" stroke="1" extrusionOk="0">
                  <a:moveTo>
                    <a:pt x="0" y="8209"/>
                  </a:moveTo>
                  <a:cubicBezTo>
                    <a:pt x="3242" y="5229"/>
                    <a:pt x="6065" y="2614"/>
                    <a:pt x="8889" y="0"/>
                  </a:cubicBezTo>
                  <a:cubicBezTo>
                    <a:pt x="11346" y="2196"/>
                    <a:pt x="13490" y="4183"/>
                    <a:pt x="16000" y="6484"/>
                  </a:cubicBezTo>
                  <a:cubicBezTo>
                    <a:pt x="13699" y="9516"/>
                    <a:pt x="11451" y="12549"/>
                    <a:pt x="8836" y="16000"/>
                  </a:cubicBezTo>
                  <a:cubicBezTo>
                    <a:pt x="5908" y="13438"/>
                    <a:pt x="3190" y="11033"/>
                    <a:pt x="0" y="8209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</p:grpSp>
      <p:grpSp>
        <p:nvGrpSpPr>
          <p:cNvPr id="320393910" name="Google Shape;1370;p11"/>
          <p:cNvGrpSpPr/>
          <p:nvPr/>
        </p:nvGrpSpPr>
        <p:grpSpPr bwMode="auto">
          <a:xfrm>
            <a:off x="8360775" y="6348026"/>
            <a:ext cx="346443" cy="346143"/>
            <a:chOff x="6401236" y="6334616"/>
            <a:chExt cx="346443" cy="346143"/>
          </a:xfrm>
        </p:grpSpPr>
        <p:sp>
          <p:nvSpPr>
            <p:cNvPr id="1371" name="Google Shape;1371;p11"/>
            <p:cNvSpPr/>
            <p:nvPr/>
          </p:nvSpPr>
          <p:spPr bwMode="auto">
            <a:xfrm>
              <a:off x="6401236" y="6334616"/>
              <a:ext cx="346443" cy="346143"/>
            </a:xfrm>
            <a:custGeom>
              <a:avLst/>
              <a:gdLst/>
              <a:ahLst/>
              <a:cxnLst/>
              <a:rect l="l" t="t" r="r" b="b"/>
              <a:pathLst>
                <a:path w="346443" h="346144" fill="norm" stroke="1" extrusionOk="0">
                  <a:moveTo>
                    <a:pt x="0" y="155947"/>
                  </a:moveTo>
                  <a:cubicBezTo>
                    <a:pt x="3696" y="155999"/>
                    <a:pt x="7443" y="155999"/>
                    <a:pt x="11139" y="156051"/>
                  </a:cubicBezTo>
                  <a:cubicBezTo>
                    <a:pt x="14210" y="156103"/>
                    <a:pt x="16344" y="154698"/>
                    <a:pt x="17489" y="151939"/>
                  </a:cubicBezTo>
                  <a:cubicBezTo>
                    <a:pt x="18635" y="149129"/>
                    <a:pt x="17958" y="146630"/>
                    <a:pt x="15876" y="144496"/>
                  </a:cubicBezTo>
                  <a:cubicBezTo>
                    <a:pt x="13325" y="141945"/>
                    <a:pt x="10671" y="139499"/>
                    <a:pt x="8224" y="137209"/>
                  </a:cubicBezTo>
                  <a:cubicBezTo>
                    <a:pt x="21549" y="123883"/>
                    <a:pt x="34614" y="110870"/>
                    <a:pt x="48044" y="97389"/>
                  </a:cubicBezTo>
                  <a:cubicBezTo>
                    <a:pt x="50178" y="99627"/>
                    <a:pt x="52572" y="102126"/>
                    <a:pt x="54967" y="104624"/>
                  </a:cubicBezTo>
                  <a:cubicBezTo>
                    <a:pt x="57205" y="106967"/>
                    <a:pt x="59755" y="108008"/>
                    <a:pt x="62879" y="106602"/>
                  </a:cubicBezTo>
                  <a:cubicBezTo>
                    <a:pt x="65950" y="105249"/>
                    <a:pt x="67095" y="102802"/>
                    <a:pt x="66991" y="99523"/>
                  </a:cubicBezTo>
                  <a:cubicBezTo>
                    <a:pt x="66887" y="96192"/>
                    <a:pt x="66991" y="92808"/>
                    <a:pt x="66991" y="89269"/>
                  </a:cubicBezTo>
                  <a:cubicBezTo>
                    <a:pt x="85729" y="89269"/>
                    <a:pt x="104156" y="89269"/>
                    <a:pt x="122946" y="89269"/>
                  </a:cubicBezTo>
                  <a:cubicBezTo>
                    <a:pt x="122946" y="92913"/>
                    <a:pt x="122998" y="96400"/>
                    <a:pt x="122946" y="99835"/>
                  </a:cubicBezTo>
                  <a:cubicBezTo>
                    <a:pt x="122894" y="102959"/>
                    <a:pt x="124039" y="105353"/>
                    <a:pt x="127006" y="106602"/>
                  </a:cubicBezTo>
                  <a:cubicBezTo>
                    <a:pt x="129973" y="107851"/>
                    <a:pt x="132524" y="107071"/>
                    <a:pt x="134710" y="104832"/>
                  </a:cubicBezTo>
                  <a:cubicBezTo>
                    <a:pt x="137156" y="102334"/>
                    <a:pt x="139551" y="99783"/>
                    <a:pt x="142049" y="97181"/>
                  </a:cubicBezTo>
                  <a:cubicBezTo>
                    <a:pt x="143194" y="98014"/>
                    <a:pt x="144027" y="98690"/>
                    <a:pt x="145329" y="99679"/>
                  </a:cubicBezTo>
                  <a:cubicBezTo>
                    <a:pt x="145329" y="92184"/>
                    <a:pt x="145329" y="85261"/>
                    <a:pt x="145329" y="77974"/>
                  </a:cubicBezTo>
                  <a:cubicBezTo>
                    <a:pt x="148139" y="77974"/>
                    <a:pt x="150586" y="77974"/>
                    <a:pt x="153032" y="77974"/>
                  </a:cubicBezTo>
                  <a:cubicBezTo>
                    <a:pt x="160111" y="77922"/>
                    <a:pt x="165525" y="75007"/>
                    <a:pt x="168335" y="68344"/>
                  </a:cubicBezTo>
                  <a:cubicBezTo>
                    <a:pt x="171146" y="61577"/>
                    <a:pt x="169585" y="55539"/>
                    <a:pt x="164379" y="50438"/>
                  </a:cubicBezTo>
                  <a:cubicBezTo>
                    <a:pt x="162610" y="48721"/>
                    <a:pt x="160684" y="47159"/>
                    <a:pt x="159018" y="45649"/>
                  </a:cubicBezTo>
                  <a:cubicBezTo>
                    <a:pt x="169897" y="34823"/>
                    <a:pt x="180359" y="24464"/>
                    <a:pt x="191446" y="13429"/>
                  </a:cubicBezTo>
                  <a:cubicBezTo>
                    <a:pt x="192748" y="14939"/>
                    <a:pt x="194205" y="16969"/>
                    <a:pt x="195923" y="18739"/>
                  </a:cubicBezTo>
                  <a:cubicBezTo>
                    <a:pt x="201284" y="24152"/>
                    <a:pt x="207478" y="25610"/>
                    <a:pt x="213777" y="22851"/>
                  </a:cubicBezTo>
                  <a:cubicBezTo>
                    <a:pt x="220491" y="19884"/>
                    <a:pt x="223666" y="14627"/>
                    <a:pt x="223458" y="7287"/>
                  </a:cubicBezTo>
                  <a:cubicBezTo>
                    <a:pt x="223406" y="4945"/>
                    <a:pt x="223458" y="2603"/>
                    <a:pt x="223458" y="0"/>
                  </a:cubicBezTo>
                  <a:cubicBezTo>
                    <a:pt x="238397" y="0"/>
                    <a:pt x="253076" y="0"/>
                    <a:pt x="268171" y="0"/>
                  </a:cubicBezTo>
                  <a:cubicBezTo>
                    <a:pt x="268171" y="2498"/>
                    <a:pt x="268171" y="4945"/>
                    <a:pt x="268171" y="7391"/>
                  </a:cubicBezTo>
                  <a:cubicBezTo>
                    <a:pt x="268223" y="14575"/>
                    <a:pt x="271138" y="20092"/>
                    <a:pt x="278008" y="22851"/>
                  </a:cubicBezTo>
                  <a:cubicBezTo>
                    <a:pt x="284827" y="25610"/>
                    <a:pt x="290813" y="23892"/>
                    <a:pt x="295862" y="18739"/>
                  </a:cubicBezTo>
                  <a:cubicBezTo>
                    <a:pt x="297528" y="17073"/>
                    <a:pt x="299089" y="15303"/>
                    <a:pt x="300391" y="13950"/>
                  </a:cubicBezTo>
                  <a:cubicBezTo>
                    <a:pt x="311061" y="24621"/>
                    <a:pt x="321472" y="35031"/>
                    <a:pt x="332351" y="45858"/>
                  </a:cubicBezTo>
                  <a:cubicBezTo>
                    <a:pt x="330841" y="47263"/>
                    <a:pt x="328811" y="48981"/>
                    <a:pt x="326937" y="50907"/>
                  </a:cubicBezTo>
                  <a:cubicBezTo>
                    <a:pt x="322148" y="55800"/>
                    <a:pt x="320691" y="61525"/>
                    <a:pt x="323241" y="67980"/>
                  </a:cubicBezTo>
                  <a:cubicBezTo>
                    <a:pt x="325792" y="74382"/>
                    <a:pt x="330737" y="77661"/>
                    <a:pt x="337556" y="78026"/>
                  </a:cubicBezTo>
                  <a:cubicBezTo>
                    <a:pt x="340366" y="78182"/>
                    <a:pt x="343177" y="78026"/>
                    <a:pt x="346196" y="78026"/>
                  </a:cubicBezTo>
                  <a:cubicBezTo>
                    <a:pt x="346196" y="92965"/>
                    <a:pt x="346196" y="107643"/>
                    <a:pt x="346196" y="122790"/>
                  </a:cubicBezTo>
                  <a:cubicBezTo>
                    <a:pt x="343438" y="122790"/>
                    <a:pt x="340783" y="122790"/>
                    <a:pt x="338076" y="122790"/>
                  </a:cubicBezTo>
                  <a:cubicBezTo>
                    <a:pt x="331049" y="122842"/>
                    <a:pt x="325948" y="126017"/>
                    <a:pt x="323293" y="132524"/>
                  </a:cubicBezTo>
                  <a:cubicBezTo>
                    <a:pt x="320639" y="139030"/>
                    <a:pt x="322044" y="144912"/>
                    <a:pt x="326989" y="149857"/>
                  </a:cubicBezTo>
                  <a:cubicBezTo>
                    <a:pt x="328811" y="151679"/>
                    <a:pt x="330789" y="153345"/>
                    <a:pt x="333392" y="155739"/>
                  </a:cubicBezTo>
                  <a:cubicBezTo>
                    <a:pt x="329175" y="159643"/>
                    <a:pt x="325376" y="163183"/>
                    <a:pt x="321576" y="166670"/>
                  </a:cubicBezTo>
                  <a:cubicBezTo>
                    <a:pt x="321732" y="166930"/>
                    <a:pt x="321888" y="167190"/>
                    <a:pt x="321992" y="167451"/>
                  </a:cubicBezTo>
                  <a:cubicBezTo>
                    <a:pt x="326104" y="167451"/>
                    <a:pt x="330216" y="167399"/>
                    <a:pt x="334381" y="167451"/>
                  </a:cubicBezTo>
                  <a:cubicBezTo>
                    <a:pt x="341876" y="167555"/>
                    <a:pt x="346404" y="171979"/>
                    <a:pt x="346404" y="179475"/>
                  </a:cubicBezTo>
                  <a:cubicBezTo>
                    <a:pt x="346457" y="204928"/>
                    <a:pt x="346457" y="230433"/>
                    <a:pt x="346404" y="255887"/>
                  </a:cubicBezTo>
                  <a:cubicBezTo>
                    <a:pt x="346404" y="263382"/>
                    <a:pt x="341928" y="267859"/>
                    <a:pt x="334381" y="267911"/>
                  </a:cubicBezTo>
                  <a:cubicBezTo>
                    <a:pt x="320170" y="267963"/>
                    <a:pt x="305960" y="267859"/>
                    <a:pt x="291750" y="267963"/>
                  </a:cubicBezTo>
                  <a:cubicBezTo>
                    <a:pt x="286649" y="268015"/>
                    <a:pt x="282901" y="265881"/>
                    <a:pt x="280195" y="261456"/>
                  </a:cubicBezTo>
                  <a:cubicBezTo>
                    <a:pt x="265932" y="270670"/>
                    <a:pt x="250473" y="276239"/>
                    <a:pt x="233504" y="278321"/>
                  </a:cubicBezTo>
                  <a:cubicBezTo>
                    <a:pt x="235014" y="283110"/>
                    <a:pt x="235066" y="287638"/>
                    <a:pt x="232932" y="291959"/>
                  </a:cubicBezTo>
                  <a:cubicBezTo>
                    <a:pt x="230745" y="296331"/>
                    <a:pt x="227206" y="299142"/>
                    <a:pt x="222521" y="300808"/>
                  </a:cubicBezTo>
                  <a:cubicBezTo>
                    <a:pt x="224291" y="307626"/>
                    <a:pt x="223562" y="313820"/>
                    <a:pt x="218409" y="319026"/>
                  </a:cubicBezTo>
                  <a:cubicBezTo>
                    <a:pt x="213360" y="324127"/>
                    <a:pt x="206906" y="324023"/>
                    <a:pt x="200399" y="323867"/>
                  </a:cubicBezTo>
                  <a:cubicBezTo>
                    <a:pt x="202585" y="333965"/>
                    <a:pt x="198994" y="342449"/>
                    <a:pt x="187386" y="346145"/>
                  </a:cubicBezTo>
                  <a:cubicBezTo>
                    <a:pt x="163911" y="346145"/>
                    <a:pt x="140488" y="346145"/>
                    <a:pt x="117012" y="346145"/>
                  </a:cubicBezTo>
                  <a:cubicBezTo>
                    <a:pt x="110506" y="344948"/>
                    <a:pt x="103947" y="344011"/>
                    <a:pt x="97545" y="342449"/>
                  </a:cubicBezTo>
                  <a:cubicBezTo>
                    <a:pt x="86354" y="339690"/>
                    <a:pt x="75996" y="334797"/>
                    <a:pt x="66314" y="328603"/>
                  </a:cubicBezTo>
                  <a:cubicBezTo>
                    <a:pt x="61577" y="334329"/>
                    <a:pt x="60328" y="334954"/>
                    <a:pt x="52937" y="334954"/>
                  </a:cubicBezTo>
                  <a:cubicBezTo>
                    <a:pt x="40080" y="334954"/>
                    <a:pt x="27275" y="334745"/>
                    <a:pt x="14470" y="335058"/>
                  </a:cubicBezTo>
                  <a:cubicBezTo>
                    <a:pt x="7600" y="335214"/>
                    <a:pt x="2655" y="333080"/>
                    <a:pt x="0" y="326573"/>
                  </a:cubicBezTo>
                  <a:cubicBezTo>
                    <a:pt x="0" y="298621"/>
                    <a:pt x="0" y="270670"/>
                    <a:pt x="0" y="242666"/>
                  </a:cubicBezTo>
                  <a:cubicBezTo>
                    <a:pt x="2134" y="238241"/>
                    <a:pt x="5205" y="235014"/>
                    <a:pt x="10567" y="234337"/>
                  </a:cubicBezTo>
                  <a:cubicBezTo>
                    <a:pt x="9630" y="233192"/>
                    <a:pt x="8953" y="232359"/>
                    <a:pt x="8068" y="231266"/>
                  </a:cubicBezTo>
                  <a:cubicBezTo>
                    <a:pt x="10775" y="228664"/>
                    <a:pt x="13377" y="226217"/>
                    <a:pt x="15928" y="223667"/>
                  </a:cubicBezTo>
                  <a:cubicBezTo>
                    <a:pt x="18010" y="221585"/>
                    <a:pt x="18739" y="219034"/>
                    <a:pt x="17489" y="216223"/>
                  </a:cubicBezTo>
                  <a:cubicBezTo>
                    <a:pt x="16292" y="213465"/>
                    <a:pt x="14158" y="212059"/>
                    <a:pt x="11139" y="212111"/>
                  </a:cubicBezTo>
                  <a:cubicBezTo>
                    <a:pt x="7443" y="212163"/>
                    <a:pt x="3696" y="212163"/>
                    <a:pt x="0" y="212215"/>
                  </a:cubicBezTo>
                  <a:cubicBezTo>
                    <a:pt x="0" y="193373"/>
                    <a:pt x="0" y="174634"/>
                    <a:pt x="0" y="155947"/>
                  </a:cubicBezTo>
                  <a:close/>
                  <a:moveTo>
                    <a:pt x="134137" y="290137"/>
                  </a:moveTo>
                  <a:cubicBezTo>
                    <a:pt x="135751" y="290137"/>
                    <a:pt x="137052" y="290137"/>
                    <a:pt x="138406" y="290137"/>
                  </a:cubicBezTo>
                  <a:cubicBezTo>
                    <a:pt x="164015" y="290137"/>
                    <a:pt x="189573" y="290137"/>
                    <a:pt x="215182" y="290137"/>
                  </a:cubicBezTo>
                  <a:cubicBezTo>
                    <a:pt x="216431" y="290137"/>
                    <a:pt x="217680" y="290189"/>
                    <a:pt x="218878" y="289981"/>
                  </a:cubicBezTo>
                  <a:cubicBezTo>
                    <a:pt x="221688" y="289460"/>
                    <a:pt x="223198" y="287638"/>
                    <a:pt x="223354" y="284828"/>
                  </a:cubicBezTo>
                  <a:cubicBezTo>
                    <a:pt x="223458" y="281809"/>
                    <a:pt x="221845" y="279935"/>
                    <a:pt x="219034" y="279206"/>
                  </a:cubicBezTo>
                  <a:cubicBezTo>
                    <a:pt x="217993" y="278946"/>
                    <a:pt x="216796" y="279102"/>
                    <a:pt x="215650" y="279102"/>
                  </a:cubicBezTo>
                  <a:cubicBezTo>
                    <a:pt x="189833" y="279102"/>
                    <a:pt x="164015" y="279102"/>
                    <a:pt x="138197" y="279102"/>
                  </a:cubicBezTo>
                  <a:cubicBezTo>
                    <a:pt x="136896" y="279102"/>
                    <a:pt x="135595" y="279102"/>
                    <a:pt x="134241" y="279102"/>
                  </a:cubicBezTo>
                  <a:cubicBezTo>
                    <a:pt x="134241" y="275146"/>
                    <a:pt x="134241" y="271711"/>
                    <a:pt x="134241" y="267859"/>
                  </a:cubicBezTo>
                  <a:cubicBezTo>
                    <a:pt x="135751" y="267859"/>
                    <a:pt x="137052" y="267859"/>
                    <a:pt x="138354" y="267859"/>
                  </a:cubicBezTo>
                  <a:cubicBezTo>
                    <a:pt x="160111" y="267859"/>
                    <a:pt x="181869" y="267859"/>
                    <a:pt x="203626" y="267859"/>
                  </a:cubicBezTo>
                  <a:cubicBezTo>
                    <a:pt x="204980" y="267859"/>
                    <a:pt x="206333" y="267911"/>
                    <a:pt x="207687" y="267703"/>
                  </a:cubicBezTo>
                  <a:cubicBezTo>
                    <a:pt x="210653" y="267182"/>
                    <a:pt x="212267" y="265152"/>
                    <a:pt x="212267" y="262289"/>
                  </a:cubicBezTo>
                  <a:cubicBezTo>
                    <a:pt x="212267" y="259374"/>
                    <a:pt x="210549" y="257448"/>
                    <a:pt x="207634" y="256876"/>
                  </a:cubicBezTo>
                  <a:cubicBezTo>
                    <a:pt x="206541" y="256668"/>
                    <a:pt x="205396" y="256772"/>
                    <a:pt x="204251" y="256772"/>
                  </a:cubicBezTo>
                  <a:cubicBezTo>
                    <a:pt x="182285" y="256772"/>
                    <a:pt x="160267" y="256772"/>
                    <a:pt x="138302" y="256772"/>
                  </a:cubicBezTo>
                  <a:cubicBezTo>
                    <a:pt x="137000" y="256772"/>
                    <a:pt x="135699" y="256772"/>
                    <a:pt x="134346" y="256772"/>
                  </a:cubicBezTo>
                  <a:cubicBezTo>
                    <a:pt x="134346" y="252816"/>
                    <a:pt x="134346" y="249276"/>
                    <a:pt x="134346" y="245476"/>
                  </a:cubicBezTo>
                  <a:cubicBezTo>
                    <a:pt x="135855" y="245476"/>
                    <a:pt x="137052" y="245476"/>
                    <a:pt x="138302" y="245476"/>
                  </a:cubicBezTo>
                  <a:cubicBezTo>
                    <a:pt x="144496" y="245476"/>
                    <a:pt x="150690" y="245581"/>
                    <a:pt x="156884" y="245424"/>
                  </a:cubicBezTo>
                  <a:cubicBezTo>
                    <a:pt x="163078" y="245268"/>
                    <a:pt x="167451" y="240584"/>
                    <a:pt x="167242" y="234702"/>
                  </a:cubicBezTo>
                  <a:cubicBezTo>
                    <a:pt x="150482" y="234702"/>
                    <a:pt x="133617" y="234025"/>
                    <a:pt x="116908" y="234858"/>
                  </a:cubicBezTo>
                  <a:cubicBezTo>
                    <a:pt x="99575" y="235743"/>
                    <a:pt x="83803" y="242145"/>
                    <a:pt x="69541" y="252087"/>
                  </a:cubicBezTo>
                  <a:cubicBezTo>
                    <a:pt x="67719" y="253388"/>
                    <a:pt x="66939" y="254742"/>
                    <a:pt x="66939" y="257084"/>
                  </a:cubicBezTo>
                  <a:cubicBezTo>
                    <a:pt x="67043" y="275562"/>
                    <a:pt x="66939" y="294041"/>
                    <a:pt x="67095" y="312571"/>
                  </a:cubicBezTo>
                  <a:cubicBezTo>
                    <a:pt x="67095" y="313977"/>
                    <a:pt x="67928" y="315903"/>
                    <a:pt x="69021" y="316683"/>
                  </a:cubicBezTo>
                  <a:cubicBezTo>
                    <a:pt x="83907" y="327458"/>
                    <a:pt x="100512" y="333913"/>
                    <a:pt x="118834" y="334589"/>
                  </a:cubicBezTo>
                  <a:cubicBezTo>
                    <a:pt x="136844" y="335266"/>
                    <a:pt x="154906" y="334901"/>
                    <a:pt x="172968" y="334954"/>
                  </a:cubicBezTo>
                  <a:cubicBezTo>
                    <a:pt x="176560" y="334954"/>
                    <a:pt x="180203" y="335266"/>
                    <a:pt x="183795" y="334797"/>
                  </a:cubicBezTo>
                  <a:cubicBezTo>
                    <a:pt x="185669" y="334589"/>
                    <a:pt x="188063" y="333496"/>
                    <a:pt x="189104" y="331987"/>
                  </a:cubicBezTo>
                  <a:cubicBezTo>
                    <a:pt x="191759" y="328239"/>
                    <a:pt x="188584" y="323814"/>
                    <a:pt x="183430" y="323814"/>
                  </a:cubicBezTo>
                  <a:cubicBezTo>
                    <a:pt x="168231" y="323762"/>
                    <a:pt x="152980" y="323814"/>
                    <a:pt x="137781" y="323814"/>
                  </a:cubicBezTo>
                  <a:cubicBezTo>
                    <a:pt x="136584" y="323814"/>
                    <a:pt x="135439" y="323814"/>
                    <a:pt x="134294" y="323814"/>
                  </a:cubicBezTo>
                  <a:cubicBezTo>
                    <a:pt x="134294" y="319806"/>
                    <a:pt x="134294" y="316371"/>
                    <a:pt x="134294" y="312623"/>
                  </a:cubicBezTo>
                  <a:cubicBezTo>
                    <a:pt x="135855" y="312623"/>
                    <a:pt x="137156" y="312623"/>
                    <a:pt x="138510" y="312623"/>
                  </a:cubicBezTo>
                  <a:cubicBezTo>
                    <a:pt x="160267" y="312623"/>
                    <a:pt x="182025" y="312623"/>
                    <a:pt x="203783" y="312623"/>
                  </a:cubicBezTo>
                  <a:cubicBezTo>
                    <a:pt x="205136" y="312623"/>
                    <a:pt x="206489" y="312623"/>
                    <a:pt x="207843" y="312415"/>
                  </a:cubicBezTo>
                  <a:cubicBezTo>
                    <a:pt x="210706" y="311895"/>
                    <a:pt x="212215" y="309917"/>
                    <a:pt x="212267" y="307210"/>
                  </a:cubicBezTo>
                  <a:cubicBezTo>
                    <a:pt x="212371" y="304295"/>
                    <a:pt x="210706" y="302317"/>
                    <a:pt x="207843" y="301640"/>
                  </a:cubicBezTo>
                  <a:cubicBezTo>
                    <a:pt x="206750" y="301380"/>
                    <a:pt x="205604" y="301484"/>
                    <a:pt x="204459" y="301484"/>
                  </a:cubicBezTo>
                  <a:cubicBezTo>
                    <a:pt x="182337" y="301484"/>
                    <a:pt x="160267" y="301484"/>
                    <a:pt x="138145" y="301484"/>
                  </a:cubicBezTo>
                  <a:cubicBezTo>
                    <a:pt x="136844" y="301484"/>
                    <a:pt x="135543" y="301484"/>
                    <a:pt x="134137" y="301484"/>
                  </a:cubicBezTo>
                  <a:cubicBezTo>
                    <a:pt x="134137" y="297476"/>
                    <a:pt x="134137" y="294093"/>
                    <a:pt x="134137" y="290137"/>
                  </a:cubicBezTo>
                  <a:close/>
                  <a:moveTo>
                    <a:pt x="174842" y="155791"/>
                  </a:moveTo>
                  <a:cubicBezTo>
                    <a:pt x="175414" y="156103"/>
                    <a:pt x="175675" y="156416"/>
                    <a:pt x="175987" y="156416"/>
                  </a:cubicBezTo>
                  <a:cubicBezTo>
                    <a:pt x="190614" y="156312"/>
                    <a:pt x="205292" y="156103"/>
                    <a:pt x="219919" y="156051"/>
                  </a:cubicBezTo>
                  <a:cubicBezTo>
                    <a:pt x="241052" y="156051"/>
                    <a:pt x="260623" y="161465"/>
                    <a:pt x="278581" y="172708"/>
                  </a:cubicBezTo>
                  <a:cubicBezTo>
                    <a:pt x="279102" y="173020"/>
                    <a:pt x="279726" y="173281"/>
                    <a:pt x="280403" y="173593"/>
                  </a:cubicBezTo>
                  <a:cubicBezTo>
                    <a:pt x="283162" y="168648"/>
                    <a:pt x="287378" y="166982"/>
                    <a:pt x="292687" y="167295"/>
                  </a:cubicBezTo>
                  <a:cubicBezTo>
                    <a:pt x="296070" y="167451"/>
                    <a:pt x="299454" y="167347"/>
                    <a:pt x="302837" y="167295"/>
                  </a:cubicBezTo>
                  <a:cubicBezTo>
                    <a:pt x="303826" y="167295"/>
                    <a:pt x="305075" y="167243"/>
                    <a:pt x="305700" y="166670"/>
                  </a:cubicBezTo>
                  <a:cubicBezTo>
                    <a:pt x="309552" y="163078"/>
                    <a:pt x="313247" y="159331"/>
                    <a:pt x="316891" y="155739"/>
                  </a:cubicBezTo>
                  <a:cubicBezTo>
                    <a:pt x="304815" y="136063"/>
                    <a:pt x="311842" y="117689"/>
                    <a:pt x="333287" y="111703"/>
                  </a:cubicBezTo>
                  <a:cubicBezTo>
                    <a:pt x="334068" y="111495"/>
                    <a:pt x="335109" y="110298"/>
                    <a:pt x="335109" y="109517"/>
                  </a:cubicBezTo>
                  <a:cubicBezTo>
                    <a:pt x="335265" y="102802"/>
                    <a:pt x="335213" y="96036"/>
                    <a:pt x="335213" y="89061"/>
                  </a:cubicBezTo>
                  <a:cubicBezTo>
                    <a:pt x="324647" y="87447"/>
                    <a:pt x="316943" y="82190"/>
                    <a:pt x="312935" y="72352"/>
                  </a:cubicBezTo>
                  <a:cubicBezTo>
                    <a:pt x="308979" y="62566"/>
                    <a:pt x="310593" y="53405"/>
                    <a:pt x="316371" y="45597"/>
                  </a:cubicBezTo>
                  <a:cubicBezTo>
                    <a:pt x="310905" y="40132"/>
                    <a:pt x="305700" y="34927"/>
                    <a:pt x="300443" y="29617"/>
                  </a:cubicBezTo>
                  <a:cubicBezTo>
                    <a:pt x="292427" y="35499"/>
                    <a:pt x="283370" y="37061"/>
                    <a:pt x="273688" y="33105"/>
                  </a:cubicBezTo>
                  <a:cubicBezTo>
                    <a:pt x="263902" y="29097"/>
                    <a:pt x="258645" y="21393"/>
                    <a:pt x="256927" y="10879"/>
                  </a:cubicBezTo>
                  <a:cubicBezTo>
                    <a:pt x="249953" y="10879"/>
                    <a:pt x="243238" y="10775"/>
                    <a:pt x="236471" y="10983"/>
                  </a:cubicBezTo>
                  <a:cubicBezTo>
                    <a:pt x="235690" y="10983"/>
                    <a:pt x="234389" y="12492"/>
                    <a:pt x="234181" y="13481"/>
                  </a:cubicBezTo>
                  <a:cubicBezTo>
                    <a:pt x="230017" y="32689"/>
                    <a:pt x="208728" y="41381"/>
                    <a:pt x="192435" y="30450"/>
                  </a:cubicBezTo>
                  <a:cubicBezTo>
                    <a:pt x="191811" y="30034"/>
                    <a:pt x="191134" y="29670"/>
                    <a:pt x="191030" y="29617"/>
                  </a:cubicBezTo>
                  <a:cubicBezTo>
                    <a:pt x="185617" y="34979"/>
                    <a:pt x="180463" y="40132"/>
                    <a:pt x="175102" y="45441"/>
                  </a:cubicBezTo>
                  <a:cubicBezTo>
                    <a:pt x="181140" y="53613"/>
                    <a:pt x="182650" y="62775"/>
                    <a:pt x="178590" y="72508"/>
                  </a:cubicBezTo>
                  <a:cubicBezTo>
                    <a:pt x="174530" y="82294"/>
                    <a:pt x="166774" y="87499"/>
                    <a:pt x="156520" y="89061"/>
                  </a:cubicBezTo>
                  <a:cubicBezTo>
                    <a:pt x="156520" y="96608"/>
                    <a:pt x="156520" y="103895"/>
                    <a:pt x="156520" y="111131"/>
                  </a:cubicBezTo>
                  <a:cubicBezTo>
                    <a:pt x="177705" y="113837"/>
                    <a:pt x="188219" y="138198"/>
                    <a:pt x="174842" y="155791"/>
                  </a:cubicBezTo>
                  <a:close/>
                  <a:moveTo>
                    <a:pt x="11347" y="200660"/>
                  </a:moveTo>
                  <a:cubicBezTo>
                    <a:pt x="19259" y="201336"/>
                    <a:pt x="24985" y="204772"/>
                    <a:pt x="27900" y="212059"/>
                  </a:cubicBezTo>
                  <a:cubicBezTo>
                    <a:pt x="30763" y="219242"/>
                    <a:pt x="29045" y="225697"/>
                    <a:pt x="23371" y="232307"/>
                  </a:cubicBezTo>
                  <a:cubicBezTo>
                    <a:pt x="25974" y="233140"/>
                    <a:pt x="27952" y="234285"/>
                    <a:pt x="29878" y="234337"/>
                  </a:cubicBezTo>
                  <a:cubicBezTo>
                    <a:pt x="37529" y="234546"/>
                    <a:pt x="45233" y="234598"/>
                    <a:pt x="52885" y="234337"/>
                  </a:cubicBezTo>
                  <a:cubicBezTo>
                    <a:pt x="58506" y="234181"/>
                    <a:pt x="63139" y="235430"/>
                    <a:pt x="66002" y="240688"/>
                  </a:cubicBezTo>
                  <a:cubicBezTo>
                    <a:pt x="71051" y="237929"/>
                    <a:pt x="75839" y="235274"/>
                    <a:pt x="80888" y="232463"/>
                  </a:cubicBezTo>
                  <a:cubicBezTo>
                    <a:pt x="52364" y="222730"/>
                    <a:pt x="42006" y="197068"/>
                    <a:pt x="45233" y="176039"/>
                  </a:cubicBezTo>
                  <a:cubicBezTo>
                    <a:pt x="48668" y="153709"/>
                    <a:pt x="67303" y="136220"/>
                    <a:pt x="91247" y="133929"/>
                  </a:cubicBezTo>
                  <a:cubicBezTo>
                    <a:pt x="102021" y="132888"/>
                    <a:pt x="112119" y="135491"/>
                    <a:pt x="121229" y="141269"/>
                  </a:cubicBezTo>
                  <a:cubicBezTo>
                    <a:pt x="134866" y="149857"/>
                    <a:pt x="142674" y="162402"/>
                    <a:pt x="145016" y="178434"/>
                  </a:cubicBezTo>
                  <a:cubicBezTo>
                    <a:pt x="149493" y="178434"/>
                    <a:pt x="153657" y="178434"/>
                    <a:pt x="157821" y="178434"/>
                  </a:cubicBezTo>
                  <a:cubicBezTo>
                    <a:pt x="161933" y="178434"/>
                    <a:pt x="165993" y="178434"/>
                    <a:pt x="170209" y="178434"/>
                  </a:cubicBezTo>
                  <a:cubicBezTo>
                    <a:pt x="169324" y="175623"/>
                    <a:pt x="167711" y="173176"/>
                    <a:pt x="168023" y="170990"/>
                  </a:cubicBezTo>
                  <a:cubicBezTo>
                    <a:pt x="168804" y="164744"/>
                    <a:pt x="164952" y="161361"/>
                    <a:pt x="161100" y="157769"/>
                  </a:cubicBezTo>
                  <a:cubicBezTo>
                    <a:pt x="160371" y="157092"/>
                    <a:pt x="159747" y="156364"/>
                    <a:pt x="158758" y="155219"/>
                  </a:cubicBezTo>
                  <a:cubicBezTo>
                    <a:pt x="160892" y="153293"/>
                    <a:pt x="162974" y="151575"/>
                    <a:pt x="164848" y="149597"/>
                  </a:cubicBezTo>
                  <a:cubicBezTo>
                    <a:pt x="169585" y="144704"/>
                    <a:pt x="171094" y="138926"/>
                    <a:pt x="168440" y="132524"/>
                  </a:cubicBezTo>
                  <a:cubicBezTo>
                    <a:pt x="165785" y="126017"/>
                    <a:pt x="160788" y="122738"/>
                    <a:pt x="153709" y="122686"/>
                  </a:cubicBezTo>
                  <a:cubicBezTo>
                    <a:pt x="151054" y="122686"/>
                    <a:pt x="148348" y="122686"/>
                    <a:pt x="145693" y="122686"/>
                  </a:cubicBezTo>
                  <a:cubicBezTo>
                    <a:pt x="144704" y="119251"/>
                    <a:pt x="146786" y="115035"/>
                    <a:pt x="142101" y="113369"/>
                  </a:cubicBezTo>
                  <a:cubicBezTo>
                    <a:pt x="136376" y="118366"/>
                    <a:pt x="129817" y="119823"/>
                    <a:pt x="122686" y="116856"/>
                  </a:cubicBezTo>
                  <a:cubicBezTo>
                    <a:pt x="115555" y="113889"/>
                    <a:pt x="112276" y="108008"/>
                    <a:pt x="111547" y="100356"/>
                  </a:cubicBezTo>
                  <a:cubicBezTo>
                    <a:pt x="101032" y="100356"/>
                    <a:pt x="90778" y="100356"/>
                    <a:pt x="80524" y="100356"/>
                  </a:cubicBezTo>
                  <a:cubicBezTo>
                    <a:pt x="79847" y="100356"/>
                    <a:pt x="79223" y="100512"/>
                    <a:pt x="78598" y="100564"/>
                  </a:cubicBezTo>
                  <a:cubicBezTo>
                    <a:pt x="77401" y="116596"/>
                    <a:pt x="59860" y="123883"/>
                    <a:pt x="47367" y="113161"/>
                  </a:cubicBezTo>
                  <a:cubicBezTo>
                    <a:pt x="40392" y="120136"/>
                    <a:pt x="33365" y="127163"/>
                    <a:pt x="26390" y="134138"/>
                  </a:cubicBezTo>
                  <a:cubicBezTo>
                    <a:pt x="25609" y="134918"/>
                    <a:pt x="24881" y="135751"/>
                    <a:pt x="23996" y="136688"/>
                  </a:cubicBezTo>
                  <a:cubicBezTo>
                    <a:pt x="29149" y="142518"/>
                    <a:pt x="30763" y="149024"/>
                    <a:pt x="27848" y="156208"/>
                  </a:cubicBezTo>
                  <a:cubicBezTo>
                    <a:pt x="24881" y="163495"/>
                    <a:pt x="18843" y="166774"/>
                    <a:pt x="11399" y="167555"/>
                  </a:cubicBezTo>
                  <a:cubicBezTo>
                    <a:pt x="11347" y="178694"/>
                    <a:pt x="11347" y="189521"/>
                    <a:pt x="11347" y="200660"/>
                  </a:cubicBezTo>
                  <a:close/>
                  <a:moveTo>
                    <a:pt x="222782" y="267390"/>
                  </a:moveTo>
                  <a:cubicBezTo>
                    <a:pt x="223250" y="267494"/>
                    <a:pt x="223718" y="267651"/>
                    <a:pt x="224135" y="267598"/>
                  </a:cubicBezTo>
                  <a:cubicBezTo>
                    <a:pt x="243967" y="267026"/>
                    <a:pt x="261872" y="260780"/>
                    <a:pt x="277904" y="249120"/>
                  </a:cubicBezTo>
                  <a:cubicBezTo>
                    <a:pt x="278841" y="248443"/>
                    <a:pt x="279310" y="246674"/>
                    <a:pt x="279310" y="245424"/>
                  </a:cubicBezTo>
                  <a:cubicBezTo>
                    <a:pt x="279414" y="226842"/>
                    <a:pt x="279362" y="208207"/>
                    <a:pt x="279414" y="189625"/>
                  </a:cubicBezTo>
                  <a:cubicBezTo>
                    <a:pt x="279414" y="187595"/>
                    <a:pt x="278841" y="186346"/>
                    <a:pt x="277176" y="185200"/>
                  </a:cubicBezTo>
                  <a:cubicBezTo>
                    <a:pt x="261144" y="174061"/>
                    <a:pt x="243446" y="167763"/>
                    <a:pt x="223823" y="167399"/>
                  </a:cubicBezTo>
                  <a:cubicBezTo>
                    <a:pt x="209717" y="167138"/>
                    <a:pt x="195663" y="167295"/>
                    <a:pt x="181557" y="167295"/>
                  </a:cubicBezTo>
                  <a:cubicBezTo>
                    <a:pt x="180672" y="167295"/>
                    <a:pt x="179839" y="167451"/>
                    <a:pt x="178954" y="167503"/>
                  </a:cubicBezTo>
                  <a:cubicBezTo>
                    <a:pt x="179474" y="174061"/>
                    <a:pt x="183587" y="178173"/>
                    <a:pt x="189833" y="178278"/>
                  </a:cubicBezTo>
                  <a:cubicBezTo>
                    <a:pt x="195142" y="178382"/>
                    <a:pt x="200451" y="178382"/>
                    <a:pt x="205709" y="178278"/>
                  </a:cubicBezTo>
                  <a:cubicBezTo>
                    <a:pt x="215650" y="178121"/>
                    <a:pt x="223094" y="182181"/>
                    <a:pt x="227779" y="191030"/>
                  </a:cubicBezTo>
                  <a:cubicBezTo>
                    <a:pt x="230433" y="195975"/>
                    <a:pt x="234545" y="199098"/>
                    <a:pt x="240063" y="200243"/>
                  </a:cubicBezTo>
                  <a:cubicBezTo>
                    <a:pt x="241780" y="200608"/>
                    <a:pt x="243602" y="200608"/>
                    <a:pt x="245580" y="200764"/>
                  </a:cubicBezTo>
                  <a:cubicBezTo>
                    <a:pt x="245580" y="204460"/>
                    <a:pt x="245580" y="207999"/>
                    <a:pt x="245580" y="211747"/>
                  </a:cubicBezTo>
                  <a:cubicBezTo>
                    <a:pt x="236575" y="212111"/>
                    <a:pt x="229132" y="209092"/>
                    <a:pt x="222677" y="202950"/>
                  </a:cubicBezTo>
                  <a:cubicBezTo>
                    <a:pt x="217680" y="207687"/>
                    <a:pt x="213933" y="213152"/>
                    <a:pt x="213256" y="219815"/>
                  </a:cubicBezTo>
                  <a:cubicBezTo>
                    <a:pt x="212423" y="228195"/>
                    <a:pt x="212631" y="236680"/>
                    <a:pt x="212475" y="245112"/>
                  </a:cubicBezTo>
                  <a:cubicBezTo>
                    <a:pt x="212475" y="245685"/>
                    <a:pt x="213048" y="246570"/>
                    <a:pt x="213620" y="246882"/>
                  </a:cubicBezTo>
                  <a:cubicBezTo>
                    <a:pt x="221949" y="251358"/>
                    <a:pt x="224655" y="258281"/>
                    <a:pt x="222782" y="267390"/>
                  </a:cubicBezTo>
                  <a:close/>
                  <a:moveTo>
                    <a:pt x="55695" y="245424"/>
                  </a:moveTo>
                  <a:cubicBezTo>
                    <a:pt x="41850" y="245424"/>
                    <a:pt x="28420" y="245528"/>
                    <a:pt x="15043" y="245372"/>
                  </a:cubicBezTo>
                  <a:cubicBezTo>
                    <a:pt x="11868" y="245320"/>
                    <a:pt x="11087" y="246309"/>
                    <a:pt x="11139" y="249328"/>
                  </a:cubicBezTo>
                  <a:cubicBezTo>
                    <a:pt x="11243" y="272856"/>
                    <a:pt x="11191" y="296435"/>
                    <a:pt x="11191" y="319963"/>
                  </a:cubicBezTo>
                  <a:cubicBezTo>
                    <a:pt x="11191" y="321160"/>
                    <a:pt x="11295" y="322357"/>
                    <a:pt x="11399" y="323554"/>
                  </a:cubicBezTo>
                  <a:cubicBezTo>
                    <a:pt x="26338" y="323554"/>
                    <a:pt x="40965" y="323554"/>
                    <a:pt x="55747" y="323554"/>
                  </a:cubicBezTo>
                  <a:cubicBezTo>
                    <a:pt x="55695" y="297528"/>
                    <a:pt x="55695" y="271659"/>
                    <a:pt x="55695" y="245424"/>
                  </a:cubicBezTo>
                  <a:close/>
                  <a:moveTo>
                    <a:pt x="335005" y="178642"/>
                  </a:moveTo>
                  <a:cubicBezTo>
                    <a:pt x="319962" y="178642"/>
                    <a:pt x="305388" y="178642"/>
                    <a:pt x="290657" y="178642"/>
                  </a:cubicBezTo>
                  <a:cubicBezTo>
                    <a:pt x="290657" y="204720"/>
                    <a:pt x="290657" y="230590"/>
                    <a:pt x="290657" y="256407"/>
                  </a:cubicBezTo>
                  <a:cubicBezTo>
                    <a:pt x="305544" y="256407"/>
                    <a:pt x="320222" y="256407"/>
                    <a:pt x="335005" y="256407"/>
                  </a:cubicBezTo>
                  <a:cubicBezTo>
                    <a:pt x="335005" y="230381"/>
                    <a:pt x="335005" y="204616"/>
                    <a:pt x="335005" y="178642"/>
                  </a:cubicBezTo>
                  <a:close/>
                  <a:moveTo>
                    <a:pt x="133669" y="179319"/>
                  </a:moveTo>
                  <a:cubicBezTo>
                    <a:pt x="130702" y="158498"/>
                    <a:pt x="113993" y="144184"/>
                    <a:pt x="93329" y="145121"/>
                  </a:cubicBezTo>
                  <a:cubicBezTo>
                    <a:pt x="76776" y="145901"/>
                    <a:pt x="64909" y="154282"/>
                    <a:pt x="58818" y="169585"/>
                  </a:cubicBezTo>
                  <a:cubicBezTo>
                    <a:pt x="52624" y="185148"/>
                    <a:pt x="55747" y="199567"/>
                    <a:pt x="67459" y="211643"/>
                  </a:cubicBezTo>
                  <a:cubicBezTo>
                    <a:pt x="78286" y="222834"/>
                    <a:pt x="94994" y="226061"/>
                    <a:pt x="109257" y="220387"/>
                  </a:cubicBezTo>
                  <a:cubicBezTo>
                    <a:pt x="111131" y="219659"/>
                    <a:pt x="111651" y="218722"/>
                    <a:pt x="111807" y="216744"/>
                  </a:cubicBezTo>
                  <a:cubicBezTo>
                    <a:pt x="112224" y="210133"/>
                    <a:pt x="115555" y="205344"/>
                    <a:pt x="121541" y="202430"/>
                  </a:cubicBezTo>
                  <a:cubicBezTo>
                    <a:pt x="122322" y="202065"/>
                    <a:pt x="123050" y="201649"/>
                    <a:pt x="123779" y="201284"/>
                  </a:cubicBezTo>
                  <a:cubicBezTo>
                    <a:pt x="121749" y="190145"/>
                    <a:pt x="123831" y="185513"/>
                    <a:pt x="133669" y="179319"/>
                  </a:cubicBezTo>
                  <a:close/>
                  <a:moveTo>
                    <a:pt x="203418" y="212007"/>
                  </a:moveTo>
                  <a:cubicBezTo>
                    <a:pt x="202013" y="212007"/>
                    <a:pt x="200920" y="212007"/>
                    <a:pt x="199775" y="212007"/>
                  </a:cubicBezTo>
                  <a:cubicBezTo>
                    <a:pt x="176768" y="212007"/>
                    <a:pt x="153813" y="212007"/>
                    <a:pt x="130806" y="212007"/>
                  </a:cubicBezTo>
                  <a:cubicBezTo>
                    <a:pt x="129817" y="212007"/>
                    <a:pt x="128776" y="211955"/>
                    <a:pt x="127787" y="212059"/>
                  </a:cubicBezTo>
                  <a:cubicBezTo>
                    <a:pt x="124872" y="212424"/>
                    <a:pt x="122894" y="214714"/>
                    <a:pt x="122998" y="217629"/>
                  </a:cubicBezTo>
                  <a:cubicBezTo>
                    <a:pt x="123102" y="220648"/>
                    <a:pt x="124716" y="222417"/>
                    <a:pt x="127631" y="222938"/>
                  </a:cubicBezTo>
                  <a:cubicBezTo>
                    <a:pt x="128308" y="223042"/>
                    <a:pt x="128984" y="223042"/>
                    <a:pt x="129661" y="223042"/>
                  </a:cubicBezTo>
                  <a:cubicBezTo>
                    <a:pt x="152772" y="223042"/>
                    <a:pt x="175831" y="223042"/>
                    <a:pt x="198942" y="223042"/>
                  </a:cubicBezTo>
                  <a:cubicBezTo>
                    <a:pt x="199671" y="223042"/>
                    <a:pt x="200451" y="222834"/>
                    <a:pt x="201128" y="222782"/>
                  </a:cubicBezTo>
                  <a:cubicBezTo>
                    <a:pt x="201909" y="219190"/>
                    <a:pt x="202638" y="215807"/>
                    <a:pt x="203418" y="212007"/>
                  </a:cubicBezTo>
                  <a:close/>
                  <a:moveTo>
                    <a:pt x="216744" y="192748"/>
                  </a:moveTo>
                  <a:cubicBezTo>
                    <a:pt x="213256" y="191551"/>
                    <a:pt x="210497" y="189833"/>
                    <a:pt x="207739" y="189781"/>
                  </a:cubicBezTo>
                  <a:cubicBezTo>
                    <a:pt x="185200" y="189573"/>
                    <a:pt x="162662" y="189625"/>
                    <a:pt x="140123" y="189677"/>
                  </a:cubicBezTo>
                  <a:cubicBezTo>
                    <a:pt x="136532" y="189677"/>
                    <a:pt x="134085" y="191967"/>
                    <a:pt x="134085" y="195142"/>
                  </a:cubicBezTo>
                  <a:cubicBezTo>
                    <a:pt x="134085" y="198317"/>
                    <a:pt x="136480" y="200660"/>
                    <a:pt x="140071" y="200660"/>
                  </a:cubicBezTo>
                  <a:cubicBezTo>
                    <a:pt x="162610" y="200712"/>
                    <a:pt x="185148" y="200712"/>
                    <a:pt x="207687" y="200660"/>
                  </a:cubicBezTo>
                  <a:cubicBezTo>
                    <a:pt x="208623" y="200660"/>
                    <a:pt x="209769" y="200348"/>
                    <a:pt x="210393" y="199775"/>
                  </a:cubicBezTo>
                  <a:cubicBezTo>
                    <a:pt x="212319" y="197901"/>
                    <a:pt x="213985" y="195819"/>
                    <a:pt x="216744" y="192748"/>
                  </a:cubicBezTo>
                  <a:close/>
                  <a:moveTo>
                    <a:pt x="200920" y="234546"/>
                  </a:moveTo>
                  <a:cubicBezTo>
                    <a:pt x="193372" y="234546"/>
                    <a:pt x="186189" y="234546"/>
                    <a:pt x="179266" y="234546"/>
                  </a:cubicBezTo>
                  <a:cubicBezTo>
                    <a:pt x="178277" y="238241"/>
                    <a:pt x="177288" y="241729"/>
                    <a:pt x="176351" y="245112"/>
                  </a:cubicBezTo>
                  <a:cubicBezTo>
                    <a:pt x="184576" y="245112"/>
                    <a:pt x="192748" y="245112"/>
                    <a:pt x="200920" y="245112"/>
                  </a:cubicBezTo>
                  <a:cubicBezTo>
                    <a:pt x="200920" y="241468"/>
                    <a:pt x="200920" y="238137"/>
                    <a:pt x="200920" y="234546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372" name="Google Shape;1372;p11"/>
            <p:cNvSpPr/>
            <p:nvPr/>
          </p:nvSpPr>
          <p:spPr bwMode="auto">
            <a:xfrm>
              <a:off x="6434965" y="6368085"/>
              <a:ext cx="10774" cy="10670"/>
            </a:xfrm>
            <a:custGeom>
              <a:avLst/>
              <a:gdLst/>
              <a:ahLst/>
              <a:cxnLst/>
              <a:rect l="l" t="t" r="r" b="b"/>
              <a:pathLst>
                <a:path w="10774" h="10670" fill="norm" stroke="1" extrusionOk="0">
                  <a:moveTo>
                    <a:pt x="10775" y="10671"/>
                  </a:moveTo>
                  <a:cubicBezTo>
                    <a:pt x="7079" y="10671"/>
                    <a:pt x="3644" y="10671"/>
                    <a:pt x="0" y="10671"/>
                  </a:cubicBezTo>
                  <a:cubicBezTo>
                    <a:pt x="0" y="7079"/>
                    <a:pt x="0" y="3644"/>
                    <a:pt x="0" y="0"/>
                  </a:cubicBezTo>
                  <a:cubicBezTo>
                    <a:pt x="3592" y="0"/>
                    <a:pt x="7079" y="0"/>
                    <a:pt x="10775" y="0"/>
                  </a:cubicBezTo>
                  <a:cubicBezTo>
                    <a:pt x="10775" y="3540"/>
                    <a:pt x="10775" y="6975"/>
                    <a:pt x="10775" y="1067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373" name="Google Shape;1373;p11"/>
            <p:cNvSpPr/>
            <p:nvPr/>
          </p:nvSpPr>
          <p:spPr bwMode="auto">
            <a:xfrm>
              <a:off x="6457452" y="6367929"/>
              <a:ext cx="10566" cy="10826"/>
            </a:xfrm>
            <a:custGeom>
              <a:avLst/>
              <a:gdLst/>
              <a:ahLst/>
              <a:cxnLst/>
              <a:rect l="l" t="t" r="r" b="b"/>
              <a:pathLst>
                <a:path w="10566" h="10826" fill="norm" stroke="1" extrusionOk="0">
                  <a:moveTo>
                    <a:pt x="0" y="0"/>
                  </a:moveTo>
                  <a:cubicBezTo>
                    <a:pt x="3644" y="0"/>
                    <a:pt x="6975" y="0"/>
                    <a:pt x="10567" y="0"/>
                  </a:cubicBezTo>
                  <a:cubicBezTo>
                    <a:pt x="10567" y="3644"/>
                    <a:pt x="10567" y="7131"/>
                    <a:pt x="10567" y="10827"/>
                  </a:cubicBezTo>
                  <a:cubicBezTo>
                    <a:pt x="7027" y="10827"/>
                    <a:pt x="3644" y="10827"/>
                    <a:pt x="0" y="10827"/>
                  </a:cubicBezTo>
                  <a:cubicBezTo>
                    <a:pt x="0" y="7183"/>
                    <a:pt x="0" y="3644"/>
                    <a:pt x="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374" name="Google Shape;1374;p11"/>
            <p:cNvSpPr/>
            <p:nvPr/>
          </p:nvSpPr>
          <p:spPr bwMode="auto">
            <a:xfrm>
              <a:off x="6479730" y="6368033"/>
              <a:ext cx="10670" cy="10722"/>
            </a:xfrm>
            <a:custGeom>
              <a:avLst/>
              <a:gdLst/>
              <a:ahLst/>
              <a:cxnLst/>
              <a:rect l="l" t="t" r="r" b="b"/>
              <a:pathLst>
                <a:path w="10670" h="10722" fill="norm" stroke="1" extrusionOk="0">
                  <a:moveTo>
                    <a:pt x="10671" y="0"/>
                  </a:moveTo>
                  <a:cubicBezTo>
                    <a:pt x="10671" y="3696"/>
                    <a:pt x="10671" y="7131"/>
                    <a:pt x="10671" y="10723"/>
                  </a:cubicBezTo>
                  <a:cubicBezTo>
                    <a:pt x="7079" y="10723"/>
                    <a:pt x="3696" y="10723"/>
                    <a:pt x="0" y="10723"/>
                  </a:cubicBezTo>
                  <a:cubicBezTo>
                    <a:pt x="0" y="7183"/>
                    <a:pt x="0" y="3696"/>
                    <a:pt x="0" y="0"/>
                  </a:cubicBezTo>
                  <a:cubicBezTo>
                    <a:pt x="3540" y="0"/>
                    <a:pt x="6975" y="0"/>
                    <a:pt x="10671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375" name="Google Shape;1375;p11"/>
            <p:cNvSpPr/>
            <p:nvPr/>
          </p:nvSpPr>
          <p:spPr bwMode="auto">
            <a:xfrm>
              <a:off x="6658475" y="6636256"/>
              <a:ext cx="10774" cy="10566"/>
            </a:xfrm>
            <a:custGeom>
              <a:avLst/>
              <a:gdLst/>
              <a:ahLst/>
              <a:cxnLst/>
              <a:rect l="l" t="t" r="r" b="b"/>
              <a:pathLst>
                <a:path w="10774" h="10566" fill="norm" stroke="1" extrusionOk="0">
                  <a:moveTo>
                    <a:pt x="10775" y="0"/>
                  </a:moveTo>
                  <a:cubicBezTo>
                    <a:pt x="10775" y="3592"/>
                    <a:pt x="10775" y="6975"/>
                    <a:pt x="10775" y="10567"/>
                  </a:cubicBezTo>
                  <a:cubicBezTo>
                    <a:pt x="7183" y="10567"/>
                    <a:pt x="3696" y="10567"/>
                    <a:pt x="0" y="10567"/>
                  </a:cubicBezTo>
                  <a:cubicBezTo>
                    <a:pt x="0" y="7079"/>
                    <a:pt x="0" y="3644"/>
                    <a:pt x="0" y="0"/>
                  </a:cubicBezTo>
                  <a:cubicBezTo>
                    <a:pt x="3435" y="0"/>
                    <a:pt x="6975" y="0"/>
                    <a:pt x="1077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376" name="Google Shape;1376;p11"/>
            <p:cNvSpPr/>
            <p:nvPr/>
          </p:nvSpPr>
          <p:spPr bwMode="auto">
            <a:xfrm>
              <a:off x="6680858" y="6636204"/>
              <a:ext cx="10670" cy="10722"/>
            </a:xfrm>
            <a:custGeom>
              <a:avLst/>
              <a:gdLst/>
              <a:ahLst/>
              <a:cxnLst/>
              <a:rect l="l" t="t" r="r" b="b"/>
              <a:pathLst>
                <a:path w="10670" h="10722" fill="norm" stroke="1" extrusionOk="0">
                  <a:moveTo>
                    <a:pt x="10671" y="0"/>
                  </a:moveTo>
                  <a:cubicBezTo>
                    <a:pt x="10671" y="3644"/>
                    <a:pt x="10671" y="7027"/>
                    <a:pt x="10671" y="10723"/>
                  </a:cubicBezTo>
                  <a:cubicBezTo>
                    <a:pt x="7079" y="10723"/>
                    <a:pt x="3644" y="10723"/>
                    <a:pt x="0" y="10723"/>
                  </a:cubicBezTo>
                  <a:cubicBezTo>
                    <a:pt x="0" y="7235"/>
                    <a:pt x="0" y="3748"/>
                    <a:pt x="0" y="0"/>
                  </a:cubicBezTo>
                  <a:cubicBezTo>
                    <a:pt x="3435" y="0"/>
                    <a:pt x="6871" y="0"/>
                    <a:pt x="10671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377" name="Google Shape;1377;p11"/>
            <p:cNvSpPr/>
            <p:nvPr/>
          </p:nvSpPr>
          <p:spPr bwMode="auto">
            <a:xfrm>
              <a:off x="6703136" y="6636152"/>
              <a:ext cx="10670" cy="10722"/>
            </a:xfrm>
            <a:custGeom>
              <a:avLst/>
              <a:gdLst/>
              <a:ahLst/>
              <a:cxnLst/>
              <a:rect l="l" t="t" r="r" b="b"/>
              <a:pathLst>
                <a:path w="10670" h="10722" fill="norm" stroke="1" extrusionOk="0">
                  <a:moveTo>
                    <a:pt x="0" y="10723"/>
                  </a:moveTo>
                  <a:cubicBezTo>
                    <a:pt x="0" y="6975"/>
                    <a:pt x="0" y="3592"/>
                    <a:pt x="0" y="0"/>
                  </a:cubicBezTo>
                  <a:cubicBezTo>
                    <a:pt x="3592" y="0"/>
                    <a:pt x="7027" y="0"/>
                    <a:pt x="10671" y="0"/>
                  </a:cubicBezTo>
                  <a:cubicBezTo>
                    <a:pt x="10671" y="3540"/>
                    <a:pt x="10671" y="7027"/>
                    <a:pt x="10671" y="10723"/>
                  </a:cubicBezTo>
                  <a:cubicBezTo>
                    <a:pt x="7131" y="10723"/>
                    <a:pt x="3696" y="10723"/>
                    <a:pt x="0" y="10723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378" name="Google Shape;1378;p11"/>
            <p:cNvSpPr/>
            <p:nvPr/>
          </p:nvSpPr>
          <p:spPr bwMode="auto">
            <a:xfrm>
              <a:off x="6591224" y="6378912"/>
              <a:ext cx="111703" cy="111704"/>
            </a:xfrm>
            <a:custGeom>
              <a:avLst/>
              <a:gdLst/>
              <a:ahLst/>
              <a:cxnLst/>
              <a:rect l="l" t="t" r="r" b="b"/>
              <a:pathLst>
                <a:path w="111703" h="111704" fill="norm" stroke="1" extrusionOk="0">
                  <a:moveTo>
                    <a:pt x="0" y="55748"/>
                  </a:moveTo>
                  <a:cubicBezTo>
                    <a:pt x="52" y="24881"/>
                    <a:pt x="25141" y="-52"/>
                    <a:pt x="56060" y="0"/>
                  </a:cubicBezTo>
                  <a:cubicBezTo>
                    <a:pt x="86822" y="104"/>
                    <a:pt x="111807" y="25349"/>
                    <a:pt x="111703" y="56216"/>
                  </a:cubicBezTo>
                  <a:cubicBezTo>
                    <a:pt x="111599" y="86979"/>
                    <a:pt x="86354" y="111859"/>
                    <a:pt x="55435" y="111703"/>
                  </a:cubicBezTo>
                  <a:cubicBezTo>
                    <a:pt x="24725" y="111599"/>
                    <a:pt x="-52" y="86562"/>
                    <a:pt x="0" y="55748"/>
                  </a:cubicBezTo>
                  <a:close/>
                  <a:moveTo>
                    <a:pt x="100460" y="55904"/>
                  </a:moveTo>
                  <a:cubicBezTo>
                    <a:pt x="100408" y="31127"/>
                    <a:pt x="80472" y="11243"/>
                    <a:pt x="55695" y="11295"/>
                  </a:cubicBezTo>
                  <a:cubicBezTo>
                    <a:pt x="30971" y="11347"/>
                    <a:pt x="10931" y="31491"/>
                    <a:pt x="11087" y="56112"/>
                  </a:cubicBezTo>
                  <a:cubicBezTo>
                    <a:pt x="11191" y="80576"/>
                    <a:pt x="31335" y="100616"/>
                    <a:pt x="55748" y="100668"/>
                  </a:cubicBezTo>
                  <a:cubicBezTo>
                    <a:pt x="80368" y="100720"/>
                    <a:pt x="100512" y="80576"/>
                    <a:pt x="100460" y="55904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379" name="Google Shape;1379;p11"/>
            <p:cNvSpPr/>
            <p:nvPr/>
          </p:nvSpPr>
          <p:spPr bwMode="auto">
            <a:xfrm>
              <a:off x="6591221" y="6378912"/>
              <a:ext cx="11038" cy="11139"/>
            </a:xfrm>
            <a:custGeom>
              <a:avLst/>
              <a:gdLst/>
              <a:ahLst/>
              <a:cxnLst/>
              <a:rect l="l" t="t" r="r" b="b"/>
              <a:pathLst>
                <a:path w="11038" h="11139" fill="norm" stroke="1" extrusionOk="0">
                  <a:moveTo>
                    <a:pt x="11038" y="5570"/>
                  </a:moveTo>
                  <a:cubicBezTo>
                    <a:pt x="11038" y="8693"/>
                    <a:pt x="8592" y="11191"/>
                    <a:pt x="5469" y="11139"/>
                  </a:cubicBezTo>
                  <a:cubicBezTo>
                    <a:pt x="2502" y="11087"/>
                    <a:pt x="107" y="8745"/>
                    <a:pt x="3" y="5778"/>
                  </a:cubicBezTo>
                  <a:cubicBezTo>
                    <a:pt x="-101" y="2655"/>
                    <a:pt x="2294" y="104"/>
                    <a:pt x="5365" y="0"/>
                  </a:cubicBezTo>
                  <a:cubicBezTo>
                    <a:pt x="8488" y="0"/>
                    <a:pt x="11038" y="2446"/>
                    <a:pt x="11038" y="557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380" name="Google Shape;1380;p11"/>
            <p:cNvSpPr/>
            <p:nvPr/>
          </p:nvSpPr>
          <p:spPr bwMode="auto">
            <a:xfrm>
              <a:off x="6641454" y="6356633"/>
              <a:ext cx="11140" cy="11088"/>
            </a:xfrm>
            <a:custGeom>
              <a:avLst/>
              <a:gdLst/>
              <a:ahLst/>
              <a:cxnLst/>
              <a:rect l="l" t="t" r="r" b="b"/>
              <a:pathLst>
                <a:path w="11140" h="11088" fill="norm" stroke="1" extrusionOk="0">
                  <a:moveTo>
                    <a:pt x="11140" y="5466"/>
                  </a:moveTo>
                  <a:cubicBezTo>
                    <a:pt x="11192" y="8485"/>
                    <a:pt x="8745" y="11036"/>
                    <a:pt x="5674" y="11088"/>
                  </a:cubicBezTo>
                  <a:cubicBezTo>
                    <a:pt x="2655" y="11140"/>
                    <a:pt x="53" y="8641"/>
                    <a:pt x="1" y="5622"/>
                  </a:cubicBezTo>
                  <a:cubicBezTo>
                    <a:pt x="-51" y="2655"/>
                    <a:pt x="2499" y="1"/>
                    <a:pt x="5518" y="1"/>
                  </a:cubicBezTo>
                  <a:cubicBezTo>
                    <a:pt x="8537" y="-51"/>
                    <a:pt x="11088" y="2447"/>
                    <a:pt x="11140" y="5466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381" name="Google Shape;1381;p11"/>
            <p:cNvSpPr/>
            <p:nvPr/>
          </p:nvSpPr>
          <p:spPr bwMode="auto">
            <a:xfrm>
              <a:off x="6691781" y="6479632"/>
              <a:ext cx="11146" cy="10986"/>
            </a:xfrm>
            <a:custGeom>
              <a:avLst/>
              <a:gdLst/>
              <a:ahLst/>
              <a:cxnLst/>
              <a:rect l="l" t="t" r="r" b="b"/>
              <a:pathLst>
                <a:path w="11146" h="10986" fill="norm" stroke="1" extrusionOk="0">
                  <a:moveTo>
                    <a:pt x="11146" y="5622"/>
                  </a:moveTo>
                  <a:cubicBezTo>
                    <a:pt x="11094" y="8693"/>
                    <a:pt x="8492" y="11087"/>
                    <a:pt x="5368" y="10983"/>
                  </a:cubicBezTo>
                  <a:cubicBezTo>
                    <a:pt x="2297" y="10879"/>
                    <a:pt x="-149" y="8276"/>
                    <a:pt x="7" y="5205"/>
                  </a:cubicBezTo>
                  <a:cubicBezTo>
                    <a:pt x="163" y="2238"/>
                    <a:pt x="2610" y="0"/>
                    <a:pt x="5577" y="0"/>
                  </a:cubicBezTo>
                  <a:cubicBezTo>
                    <a:pt x="8752" y="0"/>
                    <a:pt x="11198" y="2498"/>
                    <a:pt x="11146" y="5622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382" name="Google Shape;1382;p11"/>
            <p:cNvSpPr/>
            <p:nvPr/>
          </p:nvSpPr>
          <p:spPr bwMode="auto">
            <a:xfrm>
              <a:off x="6714170" y="6429245"/>
              <a:ext cx="11088" cy="11192"/>
            </a:xfrm>
            <a:custGeom>
              <a:avLst/>
              <a:gdLst/>
              <a:ahLst/>
              <a:cxnLst/>
              <a:rect l="l" t="t" r="r" b="b"/>
              <a:pathLst>
                <a:path w="11088" h="11192" fill="norm" stroke="1" extrusionOk="0">
                  <a:moveTo>
                    <a:pt x="11088" y="5518"/>
                  </a:moveTo>
                  <a:cubicBezTo>
                    <a:pt x="11140" y="8485"/>
                    <a:pt x="8589" y="11140"/>
                    <a:pt x="5622" y="11192"/>
                  </a:cubicBezTo>
                  <a:cubicBezTo>
                    <a:pt x="2603" y="11244"/>
                    <a:pt x="53" y="8745"/>
                    <a:pt x="1" y="5674"/>
                  </a:cubicBezTo>
                  <a:cubicBezTo>
                    <a:pt x="-51" y="2603"/>
                    <a:pt x="2395" y="53"/>
                    <a:pt x="5466" y="1"/>
                  </a:cubicBezTo>
                  <a:cubicBezTo>
                    <a:pt x="8433" y="-51"/>
                    <a:pt x="11036" y="2499"/>
                    <a:pt x="11088" y="5518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383" name="Google Shape;1383;p11"/>
            <p:cNvSpPr/>
            <p:nvPr/>
          </p:nvSpPr>
          <p:spPr bwMode="auto">
            <a:xfrm>
              <a:off x="6691788" y="6378964"/>
              <a:ext cx="11140" cy="11139"/>
            </a:xfrm>
            <a:custGeom>
              <a:avLst/>
              <a:gdLst/>
              <a:ahLst/>
              <a:cxnLst/>
              <a:rect l="l" t="t" r="r" b="b"/>
              <a:pathLst>
                <a:path w="11140" h="11139" fill="norm" stroke="1" extrusionOk="0">
                  <a:moveTo>
                    <a:pt x="5466" y="11139"/>
                  </a:moveTo>
                  <a:cubicBezTo>
                    <a:pt x="2447" y="11087"/>
                    <a:pt x="-51" y="8537"/>
                    <a:pt x="1" y="5517"/>
                  </a:cubicBezTo>
                  <a:cubicBezTo>
                    <a:pt x="53" y="2498"/>
                    <a:pt x="2655" y="0"/>
                    <a:pt x="5622" y="0"/>
                  </a:cubicBezTo>
                  <a:cubicBezTo>
                    <a:pt x="8589" y="52"/>
                    <a:pt x="11192" y="2707"/>
                    <a:pt x="11140" y="5674"/>
                  </a:cubicBezTo>
                  <a:cubicBezTo>
                    <a:pt x="11088" y="8641"/>
                    <a:pt x="8485" y="11191"/>
                    <a:pt x="5466" y="11139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384" name="Google Shape;1384;p11"/>
            <p:cNvSpPr/>
            <p:nvPr/>
          </p:nvSpPr>
          <p:spPr bwMode="auto">
            <a:xfrm>
              <a:off x="6568934" y="6429226"/>
              <a:ext cx="10947" cy="11165"/>
            </a:xfrm>
            <a:custGeom>
              <a:avLst/>
              <a:gdLst/>
              <a:ahLst/>
              <a:cxnLst/>
              <a:rect l="l" t="t" r="r" b="b"/>
              <a:pathLst>
                <a:path w="10947" h="11165" fill="norm" stroke="1" extrusionOk="0">
                  <a:moveTo>
                    <a:pt x="5218" y="11159"/>
                  </a:moveTo>
                  <a:cubicBezTo>
                    <a:pt x="2147" y="11003"/>
                    <a:pt x="-195" y="8400"/>
                    <a:pt x="13" y="5225"/>
                  </a:cubicBezTo>
                  <a:cubicBezTo>
                    <a:pt x="169" y="2102"/>
                    <a:pt x="2824" y="-241"/>
                    <a:pt x="5895" y="20"/>
                  </a:cubicBezTo>
                  <a:cubicBezTo>
                    <a:pt x="8862" y="280"/>
                    <a:pt x="11048" y="2726"/>
                    <a:pt x="10944" y="5745"/>
                  </a:cubicBezTo>
                  <a:cubicBezTo>
                    <a:pt x="10892" y="8869"/>
                    <a:pt x="8289" y="11315"/>
                    <a:pt x="5218" y="11159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385" name="Google Shape;1385;p11"/>
            <p:cNvSpPr/>
            <p:nvPr/>
          </p:nvSpPr>
          <p:spPr bwMode="auto">
            <a:xfrm>
              <a:off x="6490556" y="6446056"/>
              <a:ext cx="11192" cy="11143"/>
            </a:xfrm>
            <a:custGeom>
              <a:avLst/>
              <a:gdLst/>
              <a:ahLst/>
              <a:cxnLst/>
              <a:rect l="l" t="t" r="r" b="b"/>
              <a:pathLst>
                <a:path w="11192" h="11143" fill="norm" stroke="1" extrusionOk="0">
                  <a:moveTo>
                    <a:pt x="11192" y="5417"/>
                  </a:moveTo>
                  <a:cubicBezTo>
                    <a:pt x="11244" y="8383"/>
                    <a:pt x="8693" y="11038"/>
                    <a:pt x="5726" y="11142"/>
                  </a:cubicBezTo>
                  <a:cubicBezTo>
                    <a:pt x="2760" y="11194"/>
                    <a:pt x="105" y="8644"/>
                    <a:pt x="1" y="5677"/>
                  </a:cubicBezTo>
                  <a:cubicBezTo>
                    <a:pt x="-51" y="2710"/>
                    <a:pt x="2499" y="55"/>
                    <a:pt x="5466" y="3"/>
                  </a:cubicBezTo>
                  <a:cubicBezTo>
                    <a:pt x="8485" y="-101"/>
                    <a:pt x="11140" y="2398"/>
                    <a:pt x="11192" y="5417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386" name="Google Shape;1386;p11"/>
            <p:cNvSpPr/>
            <p:nvPr/>
          </p:nvSpPr>
          <p:spPr bwMode="auto">
            <a:xfrm>
              <a:off x="6538025" y="6465630"/>
              <a:ext cx="11194" cy="11192"/>
            </a:xfrm>
            <a:custGeom>
              <a:avLst/>
              <a:gdLst/>
              <a:ahLst/>
              <a:cxnLst/>
              <a:rect l="l" t="t" r="r" b="b"/>
              <a:pathLst>
                <a:path w="11194" h="11192" fill="norm" stroke="1" extrusionOk="0">
                  <a:moveTo>
                    <a:pt x="5468" y="1"/>
                  </a:moveTo>
                  <a:cubicBezTo>
                    <a:pt x="8435" y="-51"/>
                    <a:pt x="11090" y="2499"/>
                    <a:pt x="11194" y="5466"/>
                  </a:cubicBezTo>
                  <a:cubicBezTo>
                    <a:pt x="11246" y="8433"/>
                    <a:pt x="8696" y="11088"/>
                    <a:pt x="5729" y="11192"/>
                  </a:cubicBezTo>
                  <a:cubicBezTo>
                    <a:pt x="2762" y="11244"/>
                    <a:pt x="107" y="8693"/>
                    <a:pt x="3" y="5726"/>
                  </a:cubicBezTo>
                  <a:cubicBezTo>
                    <a:pt x="-101" y="2760"/>
                    <a:pt x="2502" y="53"/>
                    <a:pt x="546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387" name="Google Shape;1387;p11"/>
            <p:cNvSpPr/>
            <p:nvPr/>
          </p:nvSpPr>
          <p:spPr bwMode="auto">
            <a:xfrm>
              <a:off x="6443238" y="6465679"/>
              <a:ext cx="11142" cy="11145"/>
            </a:xfrm>
            <a:custGeom>
              <a:avLst/>
              <a:gdLst/>
              <a:ahLst/>
              <a:cxnLst/>
              <a:rect l="l" t="t" r="r" b="b"/>
              <a:pathLst>
                <a:path w="11142" h="11145" fill="norm" stroke="1" extrusionOk="0">
                  <a:moveTo>
                    <a:pt x="5729" y="11142"/>
                  </a:moveTo>
                  <a:cubicBezTo>
                    <a:pt x="2762" y="11246"/>
                    <a:pt x="107" y="8696"/>
                    <a:pt x="3" y="5729"/>
                  </a:cubicBezTo>
                  <a:cubicBezTo>
                    <a:pt x="-101" y="2762"/>
                    <a:pt x="2450" y="107"/>
                    <a:pt x="5416" y="3"/>
                  </a:cubicBezTo>
                  <a:cubicBezTo>
                    <a:pt x="8383" y="-101"/>
                    <a:pt x="11038" y="2398"/>
                    <a:pt x="11142" y="5417"/>
                  </a:cubicBezTo>
                  <a:cubicBezTo>
                    <a:pt x="11194" y="8383"/>
                    <a:pt x="8748" y="11038"/>
                    <a:pt x="5729" y="11142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388" name="Google Shape;1388;p11"/>
            <p:cNvSpPr/>
            <p:nvPr/>
          </p:nvSpPr>
          <p:spPr bwMode="auto">
            <a:xfrm>
              <a:off x="6423563" y="6513047"/>
              <a:ext cx="11093" cy="11195"/>
            </a:xfrm>
            <a:custGeom>
              <a:avLst/>
              <a:gdLst/>
              <a:ahLst/>
              <a:cxnLst/>
              <a:rect l="l" t="t" r="r" b="b"/>
              <a:pathLst>
                <a:path w="11093" h="11195" fill="norm" stroke="1" extrusionOk="0">
                  <a:moveTo>
                    <a:pt x="5729" y="3"/>
                  </a:moveTo>
                  <a:cubicBezTo>
                    <a:pt x="8748" y="107"/>
                    <a:pt x="11194" y="2710"/>
                    <a:pt x="11090" y="5729"/>
                  </a:cubicBezTo>
                  <a:cubicBezTo>
                    <a:pt x="10986" y="8748"/>
                    <a:pt x="8383" y="11246"/>
                    <a:pt x="5416" y="11194"/>
                  </a:cubicBezTo>
                  <a:cubicBezTo>
                    <a:pt x="2450" y="11090"/>
                    <a:pt x="-101" y="8435"/>
                    <a:pt x="3" y="5469"/>
                  </a:cubicBezTo>
                  <a:cubicBezTo>
                    <a:pt x="107" y="2450"/>
                    <a:pt x="2762" y="-101"/>
                    <a:pt x="5729" y="3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389" name="Google Shape;1389;p11"/>
            <p:cNvSpPr/>
            <p:nvPr/>
          </p:nvSpPr>
          <p:spPr bwMode="auto">
            <a:xfrm>
              <a:off x="6468226" y="6490667"/>
              <a:ext cx="55905" cy="55904"/>
            </a:xfrm>
            <a:custGeom>
              <a:avLst/>
              <a:gdLst/>
              <a:ahLst/>
              <a:cxnLst/>
              <a:rect l="l" t="t" r="r" b="b"/>
              <a:pathLst>
                <a:path w="55905" h="55904" fill="norm" stroke="1" extrusionOk="0">
                  <a:moveTo>
                    <a:pt x="0" y="27952"/>
                  </a:moveTo>
                  <a:cubicBezTo>
                    <a:pt x="0" y="12597"/>
                    <a:pt x="12701" y="-52"/>
                    <a:pt x="28004" y="0"/>
                  </a:cubicBezTo>
                  <a:cubicBezTo>
                    <a:pt x="43359" y="52"/>
                    <a:pt x="56060" y="12857"/>
                    <a:pt x="55904" y="28108"/>
                  </a:cubicBezTo>
                  <a:cubicBezTo>
                    <a:pt x="55747" y="43359"/>
                    <a:pt x="43255" y="55852"/>
                    <a:pt x="28056" y="55904"/>
                  </a:cubicBezTo>
                  <a:cubicBezTo>
                    <a:pt x="12805" y="56008"/>
                    <a:pt x="52" y="43307"/>
                    <a:pt x="0" y="27952"/>
                  </a:cubicBezTo>
                  <a:close/>
                  <a:moveTo>
                    <a:pt x="27952" y="11295"/>
                  </a:moveTo>
                  <a:cubicBezTo>
                    <a:pt x="18635" y="11295"/>
                    <a:pt x="11295" y="18687"/>
                    <a:pt x="11295" y="28004"/>
                  </a:cubicBezTo>
                  <a:cubicBezTo>
                    <a:pt x="11295" y="37321"/>
                    <a:pt x="18687" y="44661"/>
                    <a:pt x="28004" y="44661"/>
                  </a:cubicBezTo>
                  <a:cubicBezTo>
                    <a:pt x="37321" y="44661"/>
                    <a:pt x="44712" y="37217"/>
                    <a:pt x="44660" y="27952"/>
                  </a:cubicBezTo>
                  <a:cubicBezTo>
                    <a:pt x="44660" y="18635"/>
                    <a:pt x="37269" y="11243"/>
                    <a:pt x="27952" y="11295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390" name="Google Shape;1390;p11"/>
            <p:cNvSpPr/>
            <p:nvPr/>
          </p:nvSpPr>
          <p:spPr bwMode="auto">
            <a:xfrm>
              <a:off x="6613607" y="6401294"/>
              <a:ext cx="66990" cy="66990"/>
            </a:xfrm>
            <a:custGeom>
              <a:avLst/>
              <a:gdLst/>
              <a:ahLst/>
              <a:cxnLst/>
              <a:rect l="l" t="t" r="r" b="b"/>
              <a:pathLst>
                <a:path w="66990" h="66990" fill="norm" stroke="1" extrusionOk="0">
                  <a:moveTo>
                    <a:pt x="0" y="33625"/>
                  </a:moveTo>
                  <a:cubicBezTo>
                    <a:pt x="-52" y="15095"/>
                    <a:pt x="14991" y="0"/>
                    <a:pt x="33469" y="0"/>
                  </a:cubicBezTo>
                  <a:cubicBezTo>
                    <a:pt x="51896" y="0"/>
                    <a:pt x="67043" y="15199"/>
                    <a:pt x="66991" y="33625"/>
                  </a:cubicBezTo>
                  <a:cubicBezTo>
                    <a:pt x="66939" y="51948"/>
                    <a:pt x="52000" y="66939"/>
                    <a:pt x="33626" y="66991"/>
                  </a:cubicBezTo>
                  <a:cubicBezTo>
                    <a:pt x="15043" y="67043"/>
                    <a:pt x="52" y="52156"/>
                    <a:pt x="0" y="33625"/>
                  </a:cubicBezTo>
                  <a:close/>
                  <a:moveTo>
                    <a:pt x="33365" y="11243"/>
                  </a:moveTo>
                  <a:cubicBezTo>
                    <a:pt x="20977" y="11295"/>
                    <a:pt x="10931" y="21445"/>
                    <a:pt x="11087" y="33678"/>
                  </a:cubicBezTo>
                  <a:cubicBezTo>
                    <a:pt x="11243" y="45858"/>
                    <a:pt x="21237" y="55800"/>
                    <a:pt x="33365" y="55904"/>
                  </a:cubicBezTo>
                  <a:cubicBezTo>
                    <a:pt x="45650" y="55956"/>
                    <a:pt x="55696" y="45910"/>
                    <a:pt x="55748" y="33521"/>
                  </a:cubicBezTo>
                  <a:cubicBezTo>
                    <a:pt x="55748" y="21081"/>
                    <a:pt x="45806" y="11191"/>
                    <a:pt x="33365" y="11243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</p:grpSp>
      <p:sp>
        <p:nvSpPr>
          <p:cNvPr id="1093810501" name="Google Shape;1391;p11"/>
          <p:cNvSpPr txBox="1"/>
          <p:nvPr/>
        </p:nvSpPr>
        <p:spPr bwMode="auto">
          <a:xfrm>
            <a:off x="875187" y="6390182"/>
            <a:ext cx="13785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pPr>
            <a:r>
              <a:rPr lang="en-US" sz="14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</a:rPr>
              <a:t>The University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83930399" name="Google Shape;1392;p11"/>
          <p:cNvSpPr txBox="1"/>
          <p:nvPr/>
        </p:nvSpPr>
        <p:spPr bwMode="auto">
          <a:xfrm>
            <a:off x="3035846" y="6390182"/>
            <a:ext cx="10311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pPr>
            <a:r>
              <a:rPr lang="en-US" sz="14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</a:rPr>
              <a:t>Innovations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940404576" name="Google Shape;1393;p11"/>
          <p:cNvSpPr txBox="1"/>
          <p:nvPr/>
        </p:nvSpPr>
        <p:spPr bwMode="auto">
          <a:xfrm>
            <a:off x="4848939" y="6276042"/>
            <a:ext cx="1155900" cy="52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pPr>
            <a:r>
              <a:rPr lang="en-US" sz="14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</a:rPr>
              <a:t>Translational Research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94505087" name="Google Shape;1394;p11"/>
          <p:cNvSpPr txBox="1"/>
          <p:nvPr/>
        </p:nvSpPr>
        <p:spPr bwMode="auto">
          <a:xfrm>
            <a:off x="6786916" y="6390182"/>
            <a:ext cx="11214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pPr>
            <a:r>
              <a:rPr lang="en-US" sz="14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</a:rPr>
              <a:t>Mobilization 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67957784" name="Google Shape;1395;p11"/>
          <p:cNvSpPr txBox="1"/>
          <p:nvPr/>
        </p:nvSpPr>
        <p:spPr bwMode="auto">
          <a:xfrm>
            <a:off x="8690450" y="6390182"/>
            <a:ext cx="12090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pPr>
            <a:r>
              <a:rPr lang="en-US" sz="14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</a:rPr>
              <a:t>Collaborators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12347236" name="Google Shape;1396;p11"/>
          <p:cNvSpPr/>
          <p:nvPr/>
        </p:nvSpPr>
        <p:spPr bwMode="auto">
          <a:xfrm>
            <a:off x="543031" y="6352930"/>
            <a:ext cx="332155" cy="336336"/>
          </a:xfrm>
          <a:custGeom>
            <a:avLst/>
            <a:gdLst/>
            <a:ahLst/>
            <a:cxnLst/>
            <a:rect l="l" t="t" r="r" b="b"/>
            <a:pathLst>
              <a:path w="332156" h="336336" fill="norm" stroke="1" extrusionOk="0">
                <a:moveTo>
                  <a:pt x="320402" y="336337"/>
                </a:moveTo>
                <a:cubicBezTo>
                  <a:pt x="224802" y="336337"/>
                  <a:pt x="129113" y="336337"/>
                  <a:pt x="33512" y="336337"/>
                </a:cubicBezTo>
                <a:cubicBezTo>
                  <a:pt x="32898" y="336161"/>
                  <a:pt x="32372" y="335810"/>
                  <a:pt x="31758" y="335723"/>
                </a:cubicBezTo>
                <a:cubicBezTo>
                  <a:pt x="16936" y="332565"/>
                  <a:pt x="6762" y="323970"/>
                  <a:pt x="2026" y="309498"/>
                </a:cubicBezTo>
                <a:cubicBezTo>
                  <a:pt x="-2535" y="295290"/>
                  <a:pt x="710" y="282572"/>
                  <a:pt x="10709" y="271521"/>
                </a:cubicBezTo>
                <a:cubicBezTo>
                  <a:pt x="11323" y="270820"/>
                  <a:pt x="11936" y="270118"/>
                  <a:pt x="12726" y="269241"/>
                </a:cubicBezTo>
                <a:cubicBezTo>
                  <a:pt x="11323" y="268802"/>
                  <a:pt x="10182" y="268451"/>
                  <a:pt x="9130" y="268013"/>
                </a:cubicBezTo>
                <a:cubicBezTo>
                  <a:pt x="3604" y="265733"/>
                  <a:pt x="8" y="260295"/>
                  <a:pt x="184" y="254331"/>
                </a:cubicBezTo>
                <a:cubicBezTo>
                  <a:pt x="359" y="248103"/>
                  <a:pt x="2990" y="242841"/>
                  <a:pt x="9042" y="241087"/>
                </a:cubicBezTo>
                <a:cubicBezTo>
                  <a:pt x="13691" y="239683"/>
                  <a:pt x="14305" y="236965"/>
                  <a:pt x="14392" y="233281"/>
                </a:cubicBezTo>
                <a:cubicBezTo>
                  <a:pt x="14480" y="230737"/>
                  <a:pt x="14129" y="228282"/>
                  <a:pt x="14129" y="225738"/>
                </a:cubicBezTo>
                <a:cubicBezTo>
                  <a:pt x="14041" y="223107"/>
                  <a:pt x="12989" y="221791"/>
                  <a:pt x="10270" y="221002"/>
                </a:cubicBezTo>
                <a:cubicBezTo>
                  <a:pt x="3692" y="219072"/>
                  <a:pt x="-343" y="212845"/>
                  <a:pt x="184" y="206179"/>
                </a:cubicBezTo>
                <a:cubicBezTo>
                  <a:pt x="798" y="198812"/>
                  <a:pt x="5622" y="193286"/>
                  <a:pt x="12901" y="192585"/>
                </a:cubicBezTo>
                <a:cubicBezTo>
                  <a:pt x="17988" y="192059"/>
                  <a:pt x="23163" y="192322"/>
                  <a:pt x="28338" y="192234"/>
                </a:cubicBezTo>
                <a:cubicBezTo>
                  <a:pt x="29478" y="192234"/>
                  <a:pt x="30530" y="192146"/>
                  <a:pt x="32197" y="192059"/>
                </a:cubicBezTo>
                <a:cubicBezTo>
                  <a:pt x="31232" y="191006"/>
                  <a:pt x="30706" y="190392"/>
                  <a:pt x="30180" y="189866"/>
                </a:cubicBezTo>
                <a:cubicBezTo>
                  <a:pt x="12112" y="170044"/>
                  <a:pt x="18515" y="139434"/>
                  <a:pt x="42897" y="128383"/>
                </a:cubicBezTo>
                <a:cubicBezTo>
                  <a:pt x="50791" y="124875"/>
                  <a:pt x="59035" y="124787"/>
                  <a:pt x="67367" y="125050"/>
                </a:cubicBezTo>
                <a:cubicBezTo>
                  <a:pt x="69735" y="125138"/>
                  <a:pt x="70788" y="124436"/>
                  <a:pt x="71490" y="122068"/>
                </a:cubicBezTo>
                <a:cubicBezTo>
                  <a:pt x="75524" y="108123"/>
                  <a:pt x="79734" y="94177"/>
                  <a:pt x="83856" y="80232"/>
                </a:cubicBezTo>
                <a:cubicBezTo>
                  <a:pt x="84119" y="79443"/>
                  <a:pt x="84207" y="78653"/>
                  <a:pt x="84470" y="77688"/>
                </a:cubicBezTo>
                <a:cubicBezTo>
                  <a:pt x="80173" y="76548"/>
                  <a:pt x="76226" y="75496"/>
                  <a:pt x="72191" y="74443"/>
                </a:cubicBezTo>
                <a:cubicBezTo>
                  <a:pt x="54387" y="69795"/>
                  <a:pt x="36670" y="65146"/>
                  <a:pt x="18865" y="60498"/>
                </a:cubicBezTo>
                <a:cubicBezTo>
                  <a:pt x="14743" y="59445"/>
                  <a:pt x="11323" y="57604"/>
                  <a:pt x="9568" y="53481"/>
                </a:cubicBezTo>
                <a:cubicBezTo>
                  <a:pt x="6499" y="46465"/>
                  <a:pt x="9919" y="39010"/>
                  <a:pt x="17462" y="36905"/>
                </a:cubicBezTo>
                <a:cubicBezTo>
                  <a:pt x="28864" y="33747"/>
                  <a:pt x="40266" y="30853"/>
                  <a:pt x="51668" y="27783"/>
                </a:cubicBezTo>
                <a:cubicBezTo>
                  <a:pt x="58947" y="25854"/>
                  <a:pt x="66227" y="23924"/>
                  <a:pt x="73507" y="22082"/>
                </a:cubicBezTo>
                <a:cubicBezTo>
                  <a:pt x="77892" y="20942"/>
                  <a:pt x="80874" y="23661"/>
                  <a:pt x="80173" y="27783"/>
                </a:cubicBezTo>
                <a:cubicBezTo>
                  <a:pt x="79734" y="30414"/>
                  <a:pt x="77717" y="31204"/>
                  <a:pt x="75524" y="31730"/>
                </a:cubicBezTo>
                <a:cubicBezTo>
                  <a:pt x="57983" y="36291"/>
                  <a:pt x="40441" y="40851"/>
                  <a:pt x="22900" y="45588"/>
                </a:cubicBezTo>
                <a:cubicBezTo>
                  <a:pt x="21233" y="46026"/>
                  <a:pt x="19742" y="47429"/>
                  <a:pt x="18251" y="48307"/>
                </a:cubicBezTo>
                <a:cubicBezTo>
                  <a:pt x="19742" y="49271"/>
                  <a:pt x="21146" y="50762"/>
                  <a:pt x="22724" y="51201"/>
                </a:cubicBezTo>
                <a:cubicBezTo>
                  <a:pt x="63157" y="61901"/>
                  <a:pt x="103766" y="71900"/>
                  <a:pt x="144023" y="83302"/>
                </a:cubicBezTo>
                <a:cubicBezTo>
                  <a:pt x="163494" y="88827"/>
                  <a:pt x="181474" y="85845"/>
                  <a:pt x="199893" y="79706"/>
                </a:cubicBezTo>
                <a:cubicBezTo>
                  <a:pt x="199717" y="79443"/>
                  <a:pt x="199717" y="79092"/>
                  <a:pt x="199454" y="78916"/>
                </a:cubicBezTo>
                <a:cubicBezTo>
                  <a:pt x="191648" y="71812"/>
                  <a:pt x="183930" y="64796"/>
                  <a:pt x="176036" y="57779"/>
                </a:cubicBezTo>
                <a:cubicBezTo>
                  <a:pt x="175335" y="57165"/>
                  <a:pt x="173668" y="57077"/>
                  <a:pt x="172616" y="57340"/>
                </a:cubicBezTo>
                <a:cubicBezTo>
                  <a:pt x="166038" y="59358"/>
                  <a:pt x="159811" y="58744"/>
                  <a:pt x="154022" y="55148"/>
                </a:cubicBezTo>
                <a:cubicBezTo>
                  <a:pt x="152619" y="54271"/>
                  <a:pt x="151215" y="52166"/>
                  <a:pt x="151040" y="50499"/>
                </a:cubicBezTo>
                <a:cubicBezTo>
                  <a:pt x="150689" y="45588"/>
                  <a:pt x="150689" y="40676"/>
                  <a:pt x="150952" y="35764"/>
                </a:cubicBezTo>
                <a:cubicBezTo>
                  <a:pt x="151391" y="27959"/>
                  <a:pt x="157267" y="22345"/>
                  <a:pt x="165073" y="22170"/>
                </a:cubicBezTo>
                <a:cubicBezTo>
                  <a:pt x="172791" y="21907"/>
                  <a:pt x="178843" y="26906"/>
                  <a:pt x="179808" y="34624"/>
                </a:cubicBezTo>
                <a:cubicBezTo>
                  <a:pt x="180246" y="38045"/>
                  <a:pt x="180159" y="41641"/>
                  <a:pt x="180159" y="45061"/>
                </a:cubicBezTo>
                <a:cubicBezTo>
                  <a:pt x="180159" y="47166"/>
                  <a:pt x="180773" y="48657"/>
                  <a:pt x="182351" y="50148"/>
                </a:cubicBezTo>
                <a:cubicBezTo>
                  <a:pt x="191385" y="58217"/>
                  <a:pt x="200419" y="66374"/>
                  <a:pt x="209365" y="74619"/>
                </a:cubicBezTo>
                <a:cubicBezTo>
                  <a:pt x="211119" y="76197"/>
                  <a:pt x="212610" y="76636"/>
                  <a:pt x="214891" y="76022"/>
                </a:cubicBezTo>
                <a:cubicBezTo>
                  <a:pt x="246378" y="67690"/>
                  <a:pt x="277864" y="59445"/>
                  <a:pt x="309264" y="51113"/>
                </a:cubicBezTo>
                <a:cubicBezTo>
                  <a:pt x="310930" y="50675"/>
                  <a:pt x="312333" y="49184"/>
                  <a:pt x="313824" y="48219"/>
                </a:cubicBezTo>
                <a:cubicBezTo>
                  <a:pt x="312246" y="47254"/>
                  <a:pt x="310842" y="45851"/>
                  <a:pt x="309176" y="45412"/>
                </a:cubicBezTo>
                <a:cubicBezTo>
                  <a:pt x="270234" y="35063"/>
                  <a:pt x="231117" y="25240"/>
                  <a:pt x="192350" y="14452"/>
                </a:cubicBezTo>
                <a:cubicBezTo>
                  <a:pt x="174545" y="9452"/>
                  <a:pt x="157443" y="8926"/>
                  <a:pt x="139813" y="14539"/>
                </a:cubicBezTo>
                <a:cubicBezTo>
                  <a:pt x="127534" y="18486"/>
                  <a:pt x="114905" y="21205"/>
                  <a:pt x="102450" y="24450"/>
                </a:cubicBezTo>
                <a:cubicBezTo>
                  <a:pt x="99907" y="25152"/>
                  <a:pt x="97889" y="24889"/>
                  <a:pt x="96486" y="22521"/>
                </a:cubicBezTo>
                <a:cubicBezTo>
                  <a:pt x="94557" y="19363"/>
                  <a:pt x="95960" y="16030"/>
                  <a:pt x="99907" y="15066"/>
                </a:cubicBezTo>
                <a:cubicBezTo>
                  <a:pt x="116133" y="10768"/>
                  <a:pt x="132358" y="6383"/>
                  <a:pt x="148672" y="2173"/>
                </a:cubicBezTo>
                <a:cubicBezTo>
                  <a:pt x="160512" y="-809"/>
                  <a:pt x="172440" y="-722"/>
                  <a:pt x="184369" y="2436"/>
                </a:cubicBezTo>
                <a:cubicBezTo>
                  <a:pt x="208313" y="8751"/>
                  <a:pt x="232344" y="14978"/>
                  <a:pt x="256288" y="21293"/>
                </a:cubicBezTo>
                <a:cubicBezTo>
                  <a:pt x="275233" y="26292"/>
                  <a:pt x="294178" y="31116"/>
                  <a:pt x="312947" y="36291"/>
                </a:cubicBezTo>
                <a:cubicBezTo>
                  <a:pt x="315929" y="37080"/>
                  <a:pt x="319262" y="38834"/>
                  <a:pt x="321104" y="41202"/>
                </a:cubicBezTo>
                <a:cubicBezTo>
                  <a:pt x="326454" y="47780"/>
                  <a:pt x="322946" y="57516"/>
                  <a:pt x="314789" y="59796"/>
                </a:cubicBezTo>
                <a:cubicBezTo>
                  <a:pt x="299967" y="63918"/>
                  <a:pt x="285056" y="67690"/>
                  <a:pt x="270146" y="71637"/>
                </a:cubicBezTo>
                <a:cubicBezTo>
                  <a:pt x="262691" y="73566"/>
                  <a:pt x="255236" y="75583"/>
                  <a:pt x="247693" y="77601"/>
                </a:cubicBezTo>
                <a:cubicBezTo>
                  <a:pt x="247869" y="78566"/>
                  <a:pt x="247956" y="79179"/>
                  <a:pt x="248219" y="79793"/>
                </a:cubicBezTo>
                <a:cubicBezTo>
                  <a:pt x="252517" y="94265"/>
                  <a:pt x="256815" y="108649"/>
                  <a:pt x="261288" y="123121"/>
                </a:cubicBezTo>
                <a:cubicBezTo>
                  <a:pt x="261551" y="123910"/>
                  <a:pt x="263305" y="124787"/>
                  <a:pt x="264445" y="124787"/>
                </a:cubicBezTo>
                <a:cubicBezTo>
                  <a:pt x="275496" y="124875"/>
                  <a:pt x="286547" y="124787"/>
                  <a:pt x="297598" y="124875"/>
                </a:cubicBezTo>
                <a:cubicBezTo>
                  <a:pt x="305843" y="124963"/>
                  <a:pt x="311456" y="130488"/>
                  <a:pt x="311807" y="138557"/>
                </a:cubicBezTo>
                <a:cubicBezTo>
                  <a:pt x="312158" y="147328"/>
                  <a:pt x="307071" y="153555"/>
                  <a:pt x="298739" y="154432"/>
                </a:cubicBezTo>
                <a:cubicBezTo>
                  <a:pt x="296721" y="154608"/>
                  <a:pt x="296020" y="155397"/>
                  <a:pt x="296020" y="157239"/>
                </a:cubicBezTo>
                <a:cubicBezTo>
                  <a:pt x="296020" y="161361"/>
                  <a:pt x="296020" y="165483"/>
                  <a:pt x="296020" y="169606"/>
                </a:cubicBezTo>
                <a:cubicBezTo>
                  <a:pt x="296020" y="171535"/>
                  <a:pt x="296897" y="172061"/>
                  <a:pt x="298826" y="172324"/>
                </a:cubicBezTo>
                <a:cubicBezTo>
                  <a:pt x="306106" y="173289"/>
                  <a:pt x="311456" y="178289"/>
                  <a:pt x="312070" y="185568"/>
                </a:cubicBezTo>
                <a:cubicBezTo>
                  <a:pt x="312333" y="188813"/>
                  <a:pt x="311193" y="192322"/>
                  <a:pt x="310667" y="196005"/>
                </a:cubicBezTo>
                <a:cubicBezTo>
                  <a:pt x="321981" y="201969"/>
                  <a:pt x="329436" y="211529"/>
                  <a:pt x="331629" y="224861"/>
                </a:cubicBezTo>
                <a:cubicBezTo>
                  <a:pt x="333734" y="238368"/>
                  <a:pt x="328998" y="249594"/>
                  <a:pt x="319438" y="259242"/>
                </a:cubicBezTo>
                <a:cubicBezTo>
                  <a:pt x="320841" y="259681"/>
                  <a:pt x="321893" y="260032"/>
                  <a:pt x="322946" y="260382"/>
                </a:cubicBezTo>
                <a:cubicBezTo>
                  <a:pt x="328471" y="262575"/>
                  <a:pt x="332067" y="267837"/>
                  <a:pt x="332155" y="273889"/>
                </a:cubicBezTo>
                <a:cubicBezTo>
                  <a:pt x="332243" y="279941"/>
                  <a:pt x="328910" y="285905"/>
                  <a:pt x="323209" y="287484"/>
                </a:cubicBezTo>
                <a:cubicBezTo>
                  <a:pt x="318648" y="288712"/>
                  <a:pt x="318122" y="291518"/>
                  <a:pt x="317947" y="295114"/>
                </a:cubicBezTo>
                <a:cubicBezTo>
                  <a:pt x="317859" y="297833"/>
                  <a:pt x="318297" y="300552"/>
                  <a:pt x="318297" y="303271"/>
                </a:cubicBezTo>
                <a:cubicBezTo>
                  <a:pt x="318297" y="305727"/>
                  <a:pt x="319525" y="306779"/>
                  <a:pt x="321893" y="307481"/>
                </a:cubicBezTo>
                <a:cubicBezTo>
                  <a:pt x="329348" y="309674"/>
                  <a:pt x="333295" y="316778"/>
                  <a:pt x="331804" y="324409"/>
                </a:cubicBezTo>
                <a:cubicBezTo>
                  <a:pt x="330489" y="330899"/>
                  <a:pt x="326103" y="334232"/>
                  <a:pt x="320402" y="336337"/>
                </a:cubicBezTo>
                <a:close/>
                <a:moveTo>
                  <a:pt x="87540" y="279239"/>
                </a:moveTo>
                <a:cubicBezTo>
                  <a:pt x="88768" y="279239"/>
                  <a:pt x="89820" y="279239"/>
                  <a:pt x="90961" y="279239"/>
                </a:cubicBezTo>
                <a:cubicBezTo>
                  <a:pt x="165687" y="279239"/>
                  <a:pt x="240413" y="279239"/>
                  <a:pt x="315140" y="279239"/>
                </a:cubicBezTo>
                <a:cubicBezTo>
                  <a:pt x="316017" y="279239"/>
                  <a:pt x="316894" y="279327"/>
                  <a:pt x="317771" y="279152"/>
                </a:cubicBezTo>
                <a:cubicBezTo>
                  <a:pt x="320490" y="278801"/>
                  <a:pt x="322507" y="276520"/>
                  <a:pt x="322244" y="273977"/>
                </a:cubicBezTo>
                <a:cubicBezTo>
                  <a:pt x="321981" y="271258"/>
                  <a:pt x="320490" y="269592"/>
                  <a:pt x="317596" y="269328"/>
                </a:cubicBezTo>
                <a:cubicBezTo>
                  <a:pt x="316543" y="269241"/>
                  <a:pt x="315403" y="269241"/>
                  <a:pt x="314351" y="269241"/>
                </a:cubicBezTo>
                <a:cubicBezTo>
                  <a:pt x="299265" y="269241"/>
                  <a:pt x="284179" y="269241"/>
                  <a:pt x="269094" y="269153"/>
                </a:cubicBezTo>
                <a:cubicBezTo>
                  <a:pt x="267427" y="269153"/>
                  <a:pt x="265235" y="268802"/>
                  <a:pt x="264357" y="267750"/>
                </a:cubicBezTo>
                <a:cubicBezTo>
                  <a:pt x="263305" y="266434"/>
                  <a:pt x="262779" y="263891"/>
                  <a:pt x="263393" y="262487"/>
                </a:cubicBezTo>
                <a:cubicBezTo>
                  <a:pt x="264007" y="261084"/>
                  <a:pt x="266199" y="259593"/>
                  <a:pt x="267778" y="259505"/>
                </a:cubicBezTo>
                <a:cubicBezTo>
                  <a:pt x="276198" y="259242"/>
                  <a:pt x="284618" y="259418"/>
                  <a:pt x="293038" y="259330"/>
                </a:cubicBezTo>
                <a:cubicBezTo>
                  <a:pt x="311719" y="259067"/>
                  <a:pt x="324963" y="243279"/>
                  <a:pt x="321806" y="225387"/>
                </a:cubicBezTo>
                <a:cubicBezTo>
                  <a:pt x="319350" y="211529"/>
                  <a:pt x="307246" y="201969"/>
                  <a:pt x="291985" y="201969"/>
                </a:cubicBezTo>
                <a:cubicBezTo>
                  <a:pt x="200419" y="201969"/>
                  <a:pt x="108853" y="201969"/>
                  <a:pt x="17287" y="201969"/>
                </a:cubicBezTo>
                <a:cubicBezTo>
                  <a:pt x="16673" y="201969"/>
                  <a:pt x="15971" y="201969"/>
                  <a:pt x="15357" y="201969"/>
                </a:cubicBezTo>
                <a:cubicBezTo>
                  <a:pt x="12112" y="202233"/>
                  <a:pt x="10007" y="204338"/>
                  <a:pt x="10095" y="207056"/>
                </a:cubicBezTo>
                <a:cubicBezTo>
                  <a:pt x="10182" y="209688"/>
                  <a:pt x="12200" y="211705"/>
                  <a:pt x="15269" y="211968"/>
                </a:cubicBezTo>
                <a:cubicBezTo>
                  <a:pt x="16497" y="212056"/>
                  <a:pt x="17637" y="211968"/>
                  <a:pt x="18865" y="211968"/>
                </a:cubicBezTo>
                <a:cubicBezTo>
                  <a:pt x="109204" y="211968"/>
                  <a:pt x="199630" y="211968"/>
                  <a:pt x="289968" y="211968"/>
                </a:cubicBezTo>
                <a:cubicBezTo>
                  <a:pt x="291634" y="211968"/>
                  <a:pt x="293213" y="211968"/>
                  <a:pt x="294880" y="212056"/>
                </a:cubicBezTo>
                <a:cubicBezTo>
                  <a:pt x="303036" y="212494"/>
                  <a:pt x="309965" y="218283"/>
                  <a:pt x="311895" y="226089"/>
                </a:cubicBezTo>
                <a:cubicBezTo>
                  <a:pt x="313824" y="234070"/>
                  <a:pt x="310404" y="242227"/>
                  <a:pt x="303475" y="246525"/>
                </a:cubicBezTo>
                <a:cubicBezTo>
                  <a:pt x="299703" y="248893"/>
                  <a:pt x="295494" y="249244"/>
                  <a:pt x="291196" y="249244"/>
                </a:cubicBezTo>
                <a:cubicBezTo>
                  <a:pt x="224889" y="249244"/>
                  <a:pt x="158583" y="249244"/>
                  <a:pt x="92276" y="249244"/>
                </a:cubicBezTo>
                <a:cubicBezTo>
                  <a:pt x="90785" y="249244"/>
                  <a:pt x="89294" y="249244"/>
                  <a:pt x="87803" y="249244"/>
                </a:cubicBezTo>
                <a:cubicBezTo>
                  <a:pt x="87803" y="252840"/>
                  <a:pt x="87803" y="255909"/>
                  <a:pt x="87803" y="259330"/>
                </a:cubicBezTo>
                <a:cubicBezTo>
                  <a:pt x="89470" y="259330"/>
                  <a:pt x="90873" y="259330"/>
                  <a:pt x="92276" y="259330"/>
                </a:cubicBezTo>
                <a:cubicBezTo>
                  <a:pt x="140866" y="259330"/>
                  <a:pt x="189456" y="259330"/>
                  <a:pt x="237958" y="259330"/>
                </a:cubicBezTo>
                <a:cubicBezTo>
                  <a:pt x="239186" y="259330"/>
                  <a:pt x="240326" y="259330"/>
                  <a:pt x="241554" y="259330"/>
                </a:cubicBezTo>
                <a:cubicBezTo>
                  <a:pt x="244623" y="259505"/>
                  <a:pt x="246290" y="261172"/>
                  <a:pt x="246290" y="264066"/>
                </a:cubicBezTo>
                <a:cubicBezTo>
                  <a:pt x="246290" y="266873"/>
                  <a:pt x="244623" y="268802"/>
                  <a:pt x="241729" y="269065"/>
                </a:cubicBezTo>
                <a:cubicBezTo>
                  <a:pt x="240677" y="269153"/>
                  <a:pt x="239536" y="269153"/>
                  <a:pt x="238484" y="269153"/>
                </a:cubicBezTo>
                <a:cubicBezTo>
                  <a:pt x="189719" y="269153"/>
                  <a:pt x="140866" y="269153"/>
                  <a:pt x="92101" y="269153"/>
                </a:cubicBezTo>
                <a:cubicBezTo>
                  <a:pt x="90697" y="269153"/>
                  <a:pt x="89294" y="269153"/>
                  <a:pt x="87715" y="269153"/>
                </a:cubicBezTo>
                <a:cubicBezTo>
                  <a:pt x="87540" y="272661"/>
                  <a:pt x="87540" y="275643"/>
                  <a:pt x="87540" y="279239"/>
                </a:cubicBezTo>
                <a:close/>
                <a:moveTo>
                  <a:pt x="308211" y="289063"/>
                </a:moveTo>
                <a:cubicBezTo>
                  <a:pt x="307597" y="289063"/>
                  <a:pt x="306983" y="289063"/>
                  <a:pt x="306282" y="289063"/>
                </a:cubicBezTo>
                <a:cubicBezTo>
                  <a:pt x="232783" y="289063"/>
                  <a:pt x="159284" y="289063"/>
                  <a:pt x="85786" y="289063"/>
                </a:cubicBezTo>
                <a:cubicBezTo>
                  <a:pt x="84470" y="289063"/>
                  <a:pt x="82979" y="289501"/>
                  <a:pt x="81751" y="290115"/>
                </a:cubicBezTo>
                <a:cubicBezTo>
                  <a:pt x="75349" y="293360"/>
                  <a:pt x="68946" y="296781"/>
                  <a:pt x="62543" y="300114"/>
                </a:cubicBezTo>
                <a:cubicBezTo>
                  <a:pt x="57544" y="302657"/>
                  <a:pt x="54211" y="300640"/>
                  <a:pt x="54124" y="294939"/>
                </a:cubicBezTo>
                <a:cubicBezTo>
                  <a:pt x="54124" y="293097"/>
                  <a:pt x="54124" y="291255"/>
                  <a:pt x="54124" y="289150"/>
                </a:cubicBezTo>
                <a:cubicBezTo>
                  <a:pt x="48160" y="289150"/>
                  <a:pt x="42546" y="288887"/>
                  <a:pt x="36845" y="289238"/>
                </a:cubicBezTo>
                <a:cubicBezTo>
                  <a:pt x="32811" y="289501"/>
                  <a:pt x="29916" y="293448"/>
                  <a:pt x="29741" y="297482"/>
                </a:cubicBezTo>
                <a:cubicBezTo>
                  <a:pt x="29566" y="301517"/>
                  <a:pt x="32285" y="305201"/>
                  <a:pt x="36319" y="306165"/>
                </a:cubicBezTo>
                <a:cubicBezTo>
                  <a:pt x="37898" y="306516"/>
                  <a:pt x="39564" y="306604"/>
                  <a:pt x="41231" y="306604"/>
                </a:cubicBezTo>
                <a:cubicBezTo>
                  <a:pt x="129113" y="306604"/>
                  <a:pt x="216908" y="306604"/>
                  <a:pt x="304790" y="306604"/>
                </a:cubicBezTo>
                <a:cubicBezTo>
                  <a:pt x="305931" y="306604"/>
                  <a:pt x="307159" y="306604"/>
                  <a:pt x="308299" y="306604"/>
                </a:cubicBezTo>
                <a:cubicBezTo>
                  <a:pt x="308211" y="300815"/>
                  <a:pt x="308211" y="295202"/>
                  <a:pt x="308211" y="289063"/>
                </a:cubicBezTo>
                <a:close/>
                <a:moveTo>
                  <a:pt x="193578" y="134873"/>
                </a:moveTo>
                <a:cubicBezTo>
                  <a:pt x="191999" y="134873"/>
                  <a:pt x="190771" y="134873"/>
                  <a:pt x="189631" y="134873"/>
                </a:cubicBezTo>
                <a:cubicBezTo>
                  <a:pt x="146830" y="134873"/>
                  <a:pt x="104117" y="134873"/>
                  <a:pt x="61316" y="134873"/>
                </a:cubicBezTo>
                <a:cubicBezTo>
                  <a:pt x="59912" y="134873"/>
                  <a:pt x="58509" y="134873"/>
                  <a:pt x="57018" y="134961"/>
                </a:cubicBezTo>
                <a:cubicBezTo>
                  <a:pt x="38161" y="136101"/>
                  <a:pt x="25268" y="154432"/>
                  <a:pt x="30969" y="172237"/>
                </a:cubicBezTo>
                <a:cubicBezTo>
                  <a:pt x="34126" y="182235"/>
                  <a:pt x="44037" y="192322"/>
                  <a:pt x="60175" y="192234"/>
                </a:cubicBezTo>
                <a:cubicBezTo>
                  <a:pt x="138498" y="192059"/>
                  <a:pt x="216820" y="192146"/>
                  <a:pt x="295143" y="192146"/>
                </a:cubicBezTo>
                <a:cubicBezTo>
                  <a:pt x="296107" y="192146"/>
                  <a:pt x="297072" y="192146"/>
                  <a:pt x="298125" y="192059"/>
                </a:cubicBezTo>
                <a:cubicBezTo>
                  <a:pt x="300931" y="191795"/>
                  <a:pt x="302247" y="190129"/>
                  <a:pt x="302335" y="187498"/>
                </a:cubicBezTo>
                <a:cubicBezTo>
                  <a:pt x="302422" y="184779"/>
                  <a:pt x="301194" y="182849"/>
                  <a:pt x="298388" y="182235"/>
                </a:cubicBezTo>
                <a:cubicBezTo>
                  <a:pt x="297248" y="181972"/>
                  <a:pt x="296020" y="182148"/>
                  <a:pt x="294792" y="182148"/>
                </a:cubicBezTo>
                <a:cubicBezTo>
                  <a:pt x="217083" y="182148"/>
                  <a:pt x="139463" y="182148"/>
                  <a:pt x="61754" y="182148"/>
                </a:cubicBezTo>
                <a:cubicBezTo>
                  <a:pt x="60000" y="182148"/>
                  <a:pt x="58246" y="182148"/>
                  <a:pt x="56492" y="182060"/>
                </a:cubicBezTo>
                <a:cubicBezTo>
                  <a:pt x="46405" y="181358"/>
                  <a:pt x="38424" y="171623"/>
                  <a:pt x="39740" y="161536"/>
                </a:cubicBezTo>
                <a:cubicBezTo>
                  <a:pt x="41055" y="151275"/>
                  <a:pt x="48773" y="144784"/>
                  <a:pt x="59825" y="144784"/>
                </a:cubicBezTo>
                <a:cubicBezTo>
                  <a:pt x="102626" y="144784"/>
                  <a:pt x="145339" y="144784"/>
                  <a:pt x="188140" y="144784"/>
                </a:cubicBezTo>
                <a:cubicBezTo>
                  <a:pt x="189543" y="144784"/>
                  <a:pt x="190859" y="144784"/>
                  <a:pt x="192175" y="144784"/>
                </a:cubicBezTo>
                <a:cubicBezTo>
                  <a:pt x="192701" y="141276"/>
                  <a:pt x="193139" y="138294"/>
                  <a:pt x="193578" y="134873"/>
                </a:cubicBezTo>
                <a:close/>
                <a:moveTo>
                  <a:pt x="195595" y="124875"/>
                </a:moveTo>
                <a:cubicBezTo>
                  <a:pt x="197612" y="121542"/>
                  <a:pt x="198753" y="117507"/>
                  <a:pt x="201384" y="115578"/>
                </a:cubicBezTo>
                <a:cubicBezTo>
                  <a:pt x="206032" y="112157"/>
                  <a:pt x="205857" y="107947"/>
                  <a:pt x="205681" y="103299"/>
                </a:cubicBezTo>
                <a:cubicBezTo>
                  <a:pt x="205594" y="100755"/>
                  <a:pt x="205681" y="98300"/>
                  <a:pt x="205681" y="95756"/>
                </a:cubicBezTo>
                <a:cubicBezTo>
                  <a:pt x="205681" y="93563"/>
                  <a:pt x="205681" y="91283"/>
                  <a:pt x="205681" y="88827"/>
                </a:cubicBezTo>
                <a:cubicBezTo>
                  <a:pt x="200507" y="90143"/>
                  <a:pt x="195946" y="91195"/>
                  <a:pt x="191473" y="92599"/>
                </a:cubicBezTo>
                <a:cubicBezTo>
                  <a:pt x="174633" y="97949"/>
                  <a:pt x="157881" y="97686"/>
                  <a:pt x="140866" y="92686"/>
                </a:cubicBezTo>
                <a:cubicBezTo>
                  <a:pt x="125517" y="88126"/>
                  <a:pt x="109905" y="84442"/>
                  <a:pt x="94030" y="80232"/>
                </a:cubicBezTo>
                <a:cubicBezTo>
                  <a:pt x="89645" y="95142"/>
                  <a:pt x="85260" y="109965"/>
                  <a:pt x="80787" y="124875"/>
                </a:cubicBezTo>
                <a:cubicBezTo>
                  <a:pt x="119465" y="124875"/>
                  <a:pt x="157618" y="124875"/>
                  <a:pt x="195595" y="124875"/>
                </a:cubicBezTo>
                <a:close/>
                <a:moveTo>
                  <a:pt x="191561" y="154871"/>
                </a:moveTo>
                <a:cubicBezTo>
                  <a:pt x="190420" y="154783"/>
                  <a:pt x="189543" y="154695"/>
                  <a:pt x="188754" y="154695"/>
                </a:cubicBezTo>
                <a:cubicBezTo>
                  <a:pt x="145778" y="154695"/>
                  <a:pt x="102801" y="154695"/>
                  <a:pt x="59737" y="154695"/>
                </a:cubicBezTo>
                <a:cubicBezTo>
                  <a:pt x="58509" y="154695"/>
                  <a:pt x="57281" y="154783"/>
                  <a:pt x="56141" y="155046"/>
                </a:cubicBezTo>
                <a:cubicBezTo>
                  <a:pt x="52019" y="156011"/>
                  <a:pt x="49212" y="159870"/>
                  <a:pt x="49475" y="163992"/>
                </a:cubicBezTo>
                <a:cubicBezTo>
                  <a:pt x="49738" y="168202"/>
                  <a:pt x="52983" y="171710"/>
                  <a:pt x="57106" y="172149"/>
                </a:cubicBezTo>
                <a:cubicBezTo>
                  <a:pt x="58334" y="172324"/>
                  <a:pt x="59474" y="172237"/>
                  <a:pt x="60702" y="172237"/>
                </a:cubicBezTo>
                <a:cubicBezTo>
                  <a:pt x="134639" y="172237"/>
                  <a:pt x="208576" y="172237"/>
                  <a:pt x="282601" y="172237"/>
                </a:cubicBezTo>
                <a:cubicBezTo>
                  <a:pt x="283741" y="172237"/>
                  <a:pt x="284969" y="172237"/>
                  <a:pt x="285933" y="172237"/>
                </a:cubicBezTo>
                <a:cubicBezTo>
                  <a:pt x="285933" y="166185"/>
                  <a:pt x="285933" y="160572"/>
                  <a:pt x="285933" y="154783"/>
                </a:cubicBezTo>
                <a:cubicBezTo>
                  <a:pt x="267340" y="154783"/>
                  <a:pt x="248746" y="154783"/>
                  <a:pt x="229976" y="154783"/>
                </a:cubicBezTo>
                <a:cubicBezTo>
                  <a:pt x="229889" y="155485"/>
                  <a:pt x="229801" y="156011"/>
                  <a:pt x="229801" y="156537"/>
                </a:cubicBezTo>
                <a:cubicBezTo>
                  <a:pt x="229450" y="162063"/>
                  <a:pt x="228222" y="163203"/>
                  <a:pt x="222872" y="163291"/>
                </a:cubicBezTo>
                <a:cubicBezTo>
                  <a:pt x="214452" y="163291"/>
                  <a:pt x="206032" y="163291"/>
                  <a:pt x="197612" y="163291"/>
                </a:cubicBezTo>
                <a:cubicBezTo>
                  <a:pt x="193578" y="163291"/>
                  <a:pt x="192175" y="161887"/>
                  <a:pt x="191824" y="157765"/>
                </a:cubicBezTo>
                <a:cubicBezTo>
                  <a:pt x="191648" y="156976"/>
                  <a:pt x="191648" y="156099"/>
                  <a:pt x="191561" y="154871"/>
                </a:cubicBezTo>
                <a:close/>
                <a:moveTo>
                  <a:pt x="53948" y="269328"/>
                </a:moveTo>
                <a:cubicBezTo>
                  <a:pt x="48160" y="269328"/>
                  <a:pt x="42634" y="269153"/>
                  <a:pt x="37108" y="269328"/>
                </a:cubicBezTo>
                <a:cubicBezTo>
                  <a:pt x="22198" y="269942"/>
                  <a:pt x="10007" y="282748"/>
                  <a:pt x="9919" y="297658"/>
                </a:cubicBezTo>
                <a:cubicBezTo>
                  <a:pt x="9832" y="313796"/>
                  <a:pt x="22724" y="326426"/>
                  <a:pt x="39389" y="326426"/>
                </a:cubicBezTo>
                <a:cubicBezTo>
                  <a:pt x="131394" y="326426"/>
                  <a:pt x="223398" y="326426"/>
                  <a:pt x="315491" y="326426"/>
                </a:cubicBezTo>
                <a:cubicBezTo>
                  <a:pt x="316368" y="326426"/>
                  <a:pt x="317245" y="326514"/>
                  <a:pt x="318122" y="326338"/>
                </a:cubicBezTo>
                <a:cubicBezTo>
                  <a:pt x="320841" y="325724"/>
                  <a:pt x="322420" y="323970"/>
                  <a:pt x="322244" y="321251"/>
                </a:cubicBezTo>
                <a:cubicBezTo>
                  <a:pt x="322069" y="318532"/>
                  <a:pt x="320490" y="316778"/>
                  <a:pt x="317683" y="316603"/>
                </a:cubicBezTo>
                <a:cubicBezTo>
                  <a:pt x="316456" y="316515"/>
                  <a:pt x="315315" y="316515"/>
                  <a:pt x="314087" y="316515"/>
                </a:cubicBezTo>
                <a:cubicBezTo>
                  <a:pt x="223486" y="316515"/>
                  <a:pt x="132885" y="316515"/>
                  <a:pt x="42283" y="316515"/>
                </a:cubicBezTo>
                <a:cubicBezTo>
                  <a:pt x="41055" y="316515"/>
                  <a:pt x="39915" y="316515"/>
                  <a:pt x="38687" y="316515"/>
                </a:cubicBezTo>
                <a:cubicBezTo>
                  <a:pt x="30004" y="315989"/>
                  <a:pt x="23602" y="311428"/>
                  <a:pt x="21146" y="304061"/>
                </a:cubicBezTo>
                <a:cubicBezTo>
                  <a:pt x="17023" y="291694"/>
                  <a:pt x="25443" y="279590"/>
                  <a:pt x="38512" y="279239"/>
                </a:cubicBezTo>
                <a:cubicBezTo>
                  <a:pt x="43599" y="279064"/>
                  <a:pt x="48773" y="279239"/>
                  <a:pt x="54036" y="279239"/>
                </a:cubicBezTo>
                <a:cubicBezTo>
                  <a:pt x="53948" y="275907"/>
                  <a:pt x="53948" y="272837"/>
                  <a:pt x="53948" y="269328"/>
                </a:cubicBezTo>
                <a:close/>
                <a:moveTo>
                  <a:pt x="87628" y="239508"/>
                </a:moveTo>
                <a:cubicBezTo>
                  <a:pt x="89206" y="239508"/>
                  <a:pt x="90610" y="239508"/>
                  <a:pt x="92013" y="239508"/>
                </a:cubicBezTo>
                <a:cubicBezTo>
                  <a:pt x="158232" y="239508"/>
                  <a:pt x="224363" y="239508"/>
                  <a:pt x="290582" y="239508"/>
                </a:cubicBezTo>
                <a:cubicBezTo>
                  <a:pt x="292073" y="239508"/>
                  <a:pt x="293652" y="239508"/>
                  <a:pt x="295143" y="239333"/>
                </a:cubicBezTo>
                <a:cubicBezTo>
                  <a:pt x="299177" y="238719"/>
                  <a:pt x="301808" y="235912"/>
                  <a:pt x="302335" y="231878"/>
                </a:cubicBezTo>
                <a:cubicBezTo>
                  <a:pt x="303124" y="225738"/>
                  <a:pt x="299002" y="221967"/>
                  <a:pt x="291547" y="221967"/>
                </a:cubicBezTo>
                <a:cubicBezTo>
                  <a:pt x="224714" y="221967"/>
                  <a:pt x="157881" y="221967"/>
                  <a:pt x="91048" y="221967"/>
                </a:cubicBezTo>
                <a:cubicBezTo>
                  <a:pt x="89908" y="221967"/>
                  <a:pt x="88768" y="222142"/>
                  <a:pt x="87628" y="222142"/>
                </a:cubicBezTo>
                <a:cubicBezTo>
                  <a:pt x="87628" y="228106"/>
                  <a:pt x="87628" y="233632"/>
                  <a:pt x="87628" y="239508"/>
                </a:cubicBezTo>
                <a:close/>
                <a:moveTo>
                  <a:pt x="238133" y="80320"/>
                </a:moveTo>
                <a:cubicBezTo>
                  <a:pt x="231029" y="82162"/>
                  <a:pt x="224275" y="83828"/>
                  <a:pt x="217522" y="85758"/>
                </a:cubicBezTo>
                <a:cubicBezTo>
                  <a:pt x="216645" y="86021"/>
                  <a:pt x="215680" y="87512"/>
                  <a:pt x="215592" y="88476"/>
                </a:cubicBezTo>
                <a:cubicBezTo>
                  <a:pt x="215417" y="95581"/>
                  <a:pt x="215505" y="102685"/>
                  <a:pt x="215505" y="109789"/>
                </a:cubicBezTo>
                <a:cubicBezTo>
                  <a:pt x="215505" y="110666"/>
                  <a:pt x="215855" y="111894"/>
                  <a:pt x="216469" y="112333"/>
                </a:cubicBezTo>
                <a:cubicBezTo>
                  <a:pt x="220592" y="115052"/>
                  <a:pt x="222784" y="119086"/>
                  <a:pt x="224626" y="123559"/>
                </a:cubicBezTo>
                <a:cubicBezTo>
                  <a:pt x="224889" y="124261"/>
                  <a:pt x="226030" y="125050"/>
                  <a:pt x="226731" y="125050"/>
                </a:cubicBezTo>
                <a:cubicBezTo>
                  <a:pt x="234800" y="125138"/>
                  <a:pt x="242869" y="125138"/>
                  <a:pt x="251377" y="125138"/>
                </a:cubicBezTo>
                <a:cubicBezTo>
                  <a:pt x="246904" y="109965"/>
                  <a:pt x="242606" y="95318"/>
                  <a:pt x="238133" y="80320"/>
                </a:cubicBezTo>
                <a:close/>
                <a:moveTo>
                  <a:pt x="64298" y="222142"/>
                </a:moveTo>
                <a:cubicBezTo>
                  <a:pt x="64298" y="244244"/>
                  <a:pt x="64298" y="265908"/>
                  <a:pt x="64298" y="288098"/>
                </a:cubicBezTo>
                <a:cubicBezTo>
                  <a:pt x="68157" y="286081"/>
                  <a:pt x="71577" y="284151"/>
                  <a:pt x="75086" y="282572"/>
                </a:cubicBezTo>
                <a:cubicBezTo>
                  <a:pt x="77103" y="281607"/>
                  <a:pt x="77629" y="280380"/>
                  <a:pt x="77629" y="278275"/>
                </a:cubicBezTo>
                <a:cubicBezTo>
                  <a:pt x="77541" y="260558"/>
                  <a:pt x="77541" y="242841"/>
                  <a:pt x="77541" y="225124"/>
                </a:cubicBezTo>
                <a:cubicBezTo>
                  <a:pt x="77541" y="224159"/>
                  <a:pt x="77454" y="223195"/>
                  <a:pt x="77366" y="222142"/>
                </a:cubicBezTo>
                <a:cubicBezTo>
                  <a:pt x="72893" y="222142"/>
                  <a:pt x="68683" y="222142"/>
                  <a:pt x="64298" y="222142"/>
                </a:cubicBezTo>
                <a:close/>
                <a:moveTo>
                  <a:pt x="227696" y="134873"/>
                </a:moveTo>
                <a:cubicBezTo>
                  <a:pt x="228222" y="138469"/>
                  <a:pt x="228661" y="141539"/>
                  <a:pt x="229099" y="144697"/>
                </a:cubicBezTo>
                <a:cubicBezTo>
                  <a:pt x="230064" y="144784"/>
                  <a:pt x="230678" y="144784"/>
                  <a:pt x="231292" y="144784"/>
                </a:cubicBezTo>
                <a:cubicBezTo>
                  <a:pt x="252956" y="144784"/>
                  <a:pt x="274619" y="144784"/>
                  <a:pt x="296283" y="144784"/>
                </a:cubicBezTo>
                <a:cubicBezTo>
                  <a:pt x="296897" y="144784"/>
                  <a:pt x="297598" y="144784"/>
                  <a:pt x="298212" y="144697"/>
                </a:cubicBezTo>
                <a:cubicBezTo>
                  <a:pt x="300756" y="144346"/>
                  <a:pt x="302159" y="142767"/>
                  <a:pt x="302422" y="140311"/>
                </a:cubicBezTo>
                <a:cubicBezTo>
                  <a:pt x="302686" y="137856"/>
                  <a:pt x="301545" y="136014"/>
                  <a:pt x="299177" y="135224"/>
                </a:cubicBezTo>
                <a:cubicBezTo>
                  <a:pt x="297949" y="134786"/>
                  <a:pt x="296634" y="134786"/>
                  <a:pt x="295318" y="134786"/>
                </a:cubicBezTo>
                <a:cubicBezTo>
                  <a:pt x="274005" y="134786"/>
                  <a:pt x="252692" y="134786"/>
                  <a:pt x="231292" y="134786"/>
                </a:cubicBezTo>
                <a:cubicBezTo>
                  <a:pt x="230327" y="134873"/>
                  <a:pt x="229275" y="134873"/>
                  <a:pt x="227696" y="134873"/>
                </a:cubicBezTo>
                <a:close/>
                <a:moveTo>
                  <a:pt x="54036" y="222142"/>
                </a:moveTo>
                <a:cubicBezTo>
                  <a:pt x="43686" y="222142"/>
                  <a:pt x="33776" y="222142"/>
                  <a:pt x="23952" y="222142"/>
                </a:cubicBezTo>
                <a:cubicBezTo>
                  <a:pt x="23952" y="228018"/>
                  <a:pt x="23952" y="233632"/>
                  <a:pt x="23952" y="239157"/>
                </a:cubicBezTo>
                <a:cubicBezTo>
                  <a:pt x="33951" y="239157"/>
                  <a:pt x="43950" y="239157"/>
                  <a:pt x="54036" y="239157"/>
                </a:cubicBezTo>
                <a:cubicBezTo>
                  <a:pt x="54036" y="233456"/>
                  <a:pt x="54036" y="228018"/>
                  <a:pt x="54036" y="222142"/>
                </a:cubicBezTo>
                <a:close/>
                <a:moveTo>
                  <a:pt x="53948" y="249594"/>
                </a:moveTo>
                <a:cubicBezTo>
                  <a:pt x="53071" y="249507"/>
                  <a:pt x="52457" y="249331"/>
                  <a:pt x="51843" y="249331"/>
                </a:cubicBezTo>
                <a:cubicBezTo>
                  <a:pt x="39915" y="249331"/>
                  <a:pt x="28075" y="249331"/>
                  <a:pt x="16146" y="249331"/>
                </a:cubicBezTo>
                <a:cubicBezTo>
                  <a:pt x="15269" y="249331"/>
                  <a:pt x="14217" y="249244"/>
                  <a:pt x="13603" y="249682"/>
                </a:cubicBezTo>
                <a:cubicBezTo>
                  <a:pt x="12287" y="250647"/>
                  <a:pt x="10621" y="251875"/>
                  <a:pt x="10270" y="253278"/>
                </a:cubicBezTo>
                <a:cubicBezTo>
                  <a:pt x="9919" y="254681"/>
                  <a:pt x="10621" y="256874"/>
                  <a:pt x="11673" y="257927"/>
                </a:cubicBezTo>
                <a:cubicBezTo>
                  <a:pt x="12726" y="258979"/>
                  <a:pt x="14831" y="259330"/>
                  <a:pt x="16497" y="259330"/>
                </a:cubicBezTo>
                <a:cubicBezTo>
                  <a:pt x="27022" y="259418"/>
                  <a:pt x="37635" y="259418"/>
                  <a:pt x="48247" y="259418"/>
                </a:cubicBezTo>
                <a:cubicBezTo>
                  <a:pt x="50089" y="259418"/>
                  <a:pt x="51931" y="259418"/>
                  <a:pt x="53948" y="259418"/>
                </a:cubicBezTo>
                <a:cubicBezTo>
                  <a:pt x="53948" y="255909"/>
                  <a:pt x="53948" y="252840"/>
                  <a:pt x="53948" y="249594"/>
                </a:cubicBezTo>
                <a:close/>
                <a:moveTo>
                  <a:pt x="219802" y="153292"/>
                </a:moveTo>
                <a:cubicBezTo>
                  <a:pt x="219627" y="150398"/>
                  <a:pt x="219715" y="147766"/>
                  <a:pt x="219188" y="145398"/>
                </a:cubicBezTo>
                <a:cubicBezTo>
                  <a:pt x="217610" y="138206"/>
                  <a:pt x="215943" y="131014"/>
                  <a:pt x="214014" y="123910"/>
                </a:cubicBezTo>
                <a:cubicBezTo>
                  <a:pt x="213663" y="122682"/>
                  <a:pt x="211909" y="121103"/>
                  <a:pt x="210593" y="120928"/>
                </a:cubicBezTo>
                <a:cubicBezTo>
                  <a:pt x="209628" y="120753"/>
                  <a:pt x="207962" y="122419"/>
                  <a:pt x="207436" y="123647"/>
                </a:cubicBezTo>
                <a:cubicBezTo>
                  <a:pt x="202875" y="132944"/>
                  <a:pt x="202261" y="143030"/>
                  <a:pt x="201559" y="153292"/>
                </a:cubicBezTo>
                <a:cubicBezTo>
                  <a:pt x="207786" y="153292"/>
                  <a:pt x="213575" y="153292"/>
                  <a:pt x="219802" y="153292"/>
                </a:cubicBezTo>
                <a:close/>
                <a:moveTo>
                  <a:pt x="160863" y="41378"/>
                </a:moveTo>
                <a:cubicBezTo>
                  <a:pt x="160863" y="41378"/>
                  <a:pt x="160863" y="41378"/>
                  <a:pt x="160863" y="41378"/>
                </a:cubicBezTo>
                <a:cubicBezTo>
                  <a:pt x="160863" y="42167"/>
                  <a:pt x="160863" y="42869"/>
                  <a:pt x="160863" y="43658"/>
                </a:cubicBezTo>
                <a:cubicBezTo>
                  <a:pt x="160863" y="48219"/>
                  <a:pt x="161740" y="49008"/>
                  <a:pt x="166389" y="48745"/>
                </a:cubicBezTo>
                <a:cubicBezTo>
                  <a:pt x="167266" y="48657"/>
                  <a:pt x="168231" y="48570"/>
                  <a:pt x="168932" y="48219"/>
                </a:cubicBezTo>
                <a:cubicBezTo>
                  <a:pt x="169546" y="47868"/>
                  <a:pt x="170423" y="47079"/>
                  <a:pt x="170423" y="46552"/>
                </a:cubicBezTo>
                <a:cubicBezTo>
                  <a:pt x="170511" y="43044"/>
                  <a:pt x="170599" y="39536"/>
                  <a:pt x="170248" y="36115"/>
                </a:cubicBezTo>
                <a:cubicBezTo>
                  <a:pt x="169985" y="33484"/>
                  <a:pt x="168055" y="32168"/>
                  <a:pt x="165424" y="32256"/>
                </a:cubicBezTo>
                <a:cubicBezTo>
                  <a:pt x="162793" y="32344"/>
                  <a:pt x="161214" y="33923"/>
                  <a:pt x="160951" y="36554"/>
                </a:cubicBezTo>
                <a:cubicBezTo>
                  <a:pt x="160775" y="38133"/>
                  <a:pt x="160863" y="39711"/>
                  <a:pt x="160863" y="41378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234146450" name="Google Shape;1397;p11"/>
          <p:cNvSpPr txBox="1"/>
          <p:nvPr/>
        </p:nvSpPr>
        <p:spPr bwMode="auto">
          <a:xfrm>
            <a:off x="10681522" y="6397891"/>
            <a:ext cx="11214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pPr>
            <a:r>
              <a:rPr lang="en-US"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Recognitions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grpSp>
        <p:nvGrpSpPr>
          <p:cNvPr id="2095328831" name="Google Shape;1398;p11"/>
          <p:cNvGrpSpPr/>
          <p:nvPr/>
        </p:nvGrpSpPr>
        <p:grpSpPr bwMode="auto">
          <a:xfrm>
            <a:off x="10399521" y="6312157"/>
            <a:ext cx="318276" cy="423136"/>
            <a:chOff x="4890592" y="1835560"/>
            <a:chExt cx="2409354" cy="3203147"/>
          </a:xfrm>
        </p:grpSpPr>
        <p:sp>
          <p:nvSpPr>
            <p:cNvPr id="1399" name="Google Shape;1399;p11"/>
            <p:cNvSpPr/>
            <p:nvPr/>
          </p:nvSpPr>
          <p:spPr bwMode="auto">
            <a:xfrm>
              <a:off x="4890592" y="1835560"/>
              <a:ext cx="2409354" cy="3203147"/>
            </a:xfrm>
            <a:custGeom>
              <a:avLst/>
              <a:gdLst/>
              <a:ahLst/>
              <a:cxnLst/>
              <a:rect l="l" t="t" r="r" b="b"/>
              <a:pathLst>
                <a:path w="2409354" h="3203147" fill="norm" stroke="1" extrusionOk="0">
                  <a:moveTo>
                    <a:pt x="692010" y="2856454"/>
                  </a:moveTo>
                  <a:cubicBezTo>
                    <a:pt x="692010" y="2680241"/>
                    <a:pt x="691057" y="2504981"/>
                    <a:pt x="692962" y="2328769"/>
                  </a:cubicBezTo>
                  <a:cubicBezTo>
                    <a:pt x="692962" y="2304956"/>
                    <a:pt x="685342" y="2293526"/>
                    <a:pt x="664387" y="2283049"/>
                  </a:cubicBezTo>
                  <a:cubicBezTo>
                    <a:pt x="208140" y="2034446"/>
                    <a:pt x="-11888" y="1647731"/>
                    <a:pt x="495" y="1128619"/>
                  </a:cubicBezTo>
                  <a:cubicBezTo>
                    <a:pt x="1447" y="1102901"/>
                    <a:pt x="4305" y="1076231"/>
                    <a:pt x="8115" y="1050514"/>
                  </a:cubicBezTo>
                  <a:cubicBezTo>
                    <a:pt x="12877" y="1017176"/>
                    <a:pt x="33832" y="998126"/>
                    <a:pt x="61455" y="1000031"/>
                  </a:cubicBezTo>
                  <a:cubicBezTo>
                    <a:pt x="90982" y="1001936"/>
                    <a:pt x="110032" y="1025749"/>
                    <a:pt x="106222" y="1060991"/>
                  </a:cubicBezTo>
                  <a:cubicBezTo>
                    <a:pt x="93840" y="1168624"/>
                    <a:pt x="91935" y="1277209"/>
                    <a:pt x="111937" y="1383889"/>
                  </a:cubicBezTo>
                  <a:cubicBezTo>
                    <a:pt x="184327" y="1773461"/>
                    <a:pt x="398640" y="2057306"/>
                    <a:pt x="761542" y="2218279"/>
                  </a:cubicBezTo>
                  <a:cubicBezTo>
                    <a:pt x="1309230" y="2460214"/>
                    <a:pt x="1943595" y="2222089"/>
                    <a:pt x="2202675" y="1682021"/>
                  </a:cubicBezTo>
                  <a:cubicBezTo>
                    <a:pt x="2520810" y="1019081"/>
                    <a:pt x="2107425" y="229459"/>
                    <a:pt x="1383525" y="113254"/>
                  </a:cubicBezTo>
                  <a:cubicBezTo>
                    <a:pt x="1240650" y="90394"/>
                    <a:pt x="1099680" y="93251"/>
                    <a:pt x="958710" y="126589"/>
                  </a:cubicBezTo>
                  <a:cubicBezTo>
                    <a:pt x="952995" y="127541"/>
                    <a:pt x="947280" y="129446"/>
                    <a:pt x="941565" y="129446"/>
                  </a:cubicBezTo>
                  <a:cubicBezTo>
                    <a:pt x="907275" y="134209"/>
                    <a:pt x="884415" y="120874"/>
                    <a:pt x="877747" y="93251"/>
                  </a:cubicBezTo>
                  <a:cubicBezTo>
                    <a:pt x="871080" y="66581"/>
                    <a:pt x="887272" y="40864"/>
                    <a:pt x="920610" y="34196"/>
                  </a:cubicBezTo>
                  <a:cubicBezTo>
                    <a:pt x="987285" y="21814"/>
                    <a:pt x="1053960" y="6574"/>
                    <a:pt x="1120635" y="2764"/>
                  </a:cubicBezTo>
                  <a:cubicBezTo>
                    <a:pt x="1718805" y="-37241"/>
                    <a:pt x="2249347" y="360904"/>
                    <a:pt x="2380792" y="947644"/>
                  </a:cubicBezTo>
                  <a:cubicBezTo>
                    <a:pt x="2498902" y="1476281"/>
                    <a:pt x="2242680" y="2025874"/>
                    <a:pt x="1760715" y="2273524"/>
                  </a:cubicBezTo>
                  <a:cubicBezTo>
                    <a:pt x="1726425" y="2291621"/>
                    <a:pt x="1714042" y="2308766"/>
                    <a:pt x="1714995" y="2347819"/>
                  </a:cubicBezTo>
                  <a:cubicBezTo>
                    <a:pt x="1715947" y="2481169"/>
                    <a:pt x="1715947" y="2614519"/>
                    <a:pt x="1715947" y="2747869"/>
                  </a:cubicBezTo>
                  <a:cubicBezTo>
                    <a:pt x="1715947" y="2809781"/>
                    <a:pt x="1715947" y="2871694"/>
                    <a:pt x="1715947" y="2933606"/>
                  </a:cubicBezTo>
                  <a:cubicBezTo>
                    <a:pt x="1715947" y="2970754"/>
                    <a:pt x="1715947" y="3007901"/>
                    <a:pt x="1715947" y="3044096"/>
                  </a:cubicBezTo>
                  <a:cubicBezTo>
                    <a:pt x="1715947" y="3089816"/>
                    <a:pt x="1730235" y="3163159"/>
                    <a:pt x="1687372" y="3195544"/>
                  </a:cubicBezTo>
                  <a:cubicBezTo>
                    <a:pt x="1665465" y="3212689"/>
                    <a:pt x="1642605" y="3197449"/>
                    <a:pt x="1623555" y="3183161"/>
                  </a:cubicBezTo>
                  <a:cubicBezTo>
                    <a:pt x="1519732" y="3104104"/>
                    <a:pt x="1414957" y="3025999"/>
                    <a:pt x="1310182" y="2947894"/>
                  </a:cubicBezTo>
                  <a:cubicBezTo>
                    <a:pt x="1291132" y="2933606"/>
                    <a:pt x="1272082" y="2919319"/>
                    <a:pt x="1253032" y="2905031"/>
                  </a:cubicBezTo>
                  <a:cubicBezTo>
                    <a:pt x="1203502" y="2867884"/>
                    <a:pt x="1203502" y="2867884"/>
                    <a:pt x="1153020" y="2905984"/>
                  </a:cubicBezTo>
                  <a:cubicBezTo>
                    <a:pt x="1031100" y="2997424"/>
                    <a:pt x="910132" y="3087911"/>
                    <a:pt x="788212" y="3179351"/>
                  </a:cubicBezTo>
                  <a:cubicBezTo>
                    <a:pt x="768210" y="3194591"/>
                    <a:pt x="747255" y="3209831"/>
                    <a:pt x="720585" y="3197449"/>
                  </a:cubicBezTo>
                  <a:cubicBezTo>
                    <a:pt x="692010" y="3184114"/>
                    <a:pt x="691057" y="3157444"/>
                    <a:pt x="691057" y="3130774"/>
                  </a:cubicBezTo>
                  <a:cubicBezTo>
                    <a:pt x="692010" y="2957419"/>
                    <a:pt x="692010" y="3030761"/>
                    <a:pt x="692010" y="2856454"/>
                  </a:cubicBezTo>
                  <a:close/>
                  <a:moveTo>
                    <a:pt x="793927" y="2340199"/>
                  </a:moveTo>
                  <a:cubicBezTo>
                    <a:pt x="793927" y="2662144"/>
                    <a:pt x="793927" y="2732629"/>
                    <a:pt x="793927" y="3054574"/>
                  </a:cubicBezTo>
                  <a:cubicBezTo>
                    <a:pt x="918705" y="2961229"/>
                    <a:pt x="1038720" y="2870741"/>
                    <a:pt x="1159687" y="2780254"/>
                  </a:cubicBezTo>
                  <a:cubicBezTo>
                    <a:pt x="1196835" y="2752631"/>
                    <a:pt x="1211122" y="2752631"/>
                    <a:pt x="1248270" y="2779301"/>
                  </a:cubicBezTo>
                  <a:cubicBezTo>
                    <a:pt x="1342567" y="2849786"/>
                    <a:pt x="1435912" y="2920271"/>
                    <a:pt x="1530210" y="2990756"/>
                  </a:cubicBezTo>
                  <a:cubicBezTo>
                    <a:pt x="1556880" y="3010759"/>
                    <a:pt x="1584502" y="3030761"/>
                    <a:pt x="1614982" y="3053621"/>
                  </a:cubicBezTo>
                  <a:cubicBezTo>
                    <a:pt x="1614982" y="2730724"/>
                    <a:pt x="1614982" y="2659286"/>
                    <a:pt x="1614982" y="2339246"/>
                  </a:cubicBezTo>
                  <a:cubicBezTo>
                    <a:pt x="1340662" y="2434496"/>
                    <a:pt x="1068247" y="2434496"/>
                    <a:pt x="793927" y="2340199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400" name="Google Shape;1400;p11"/>
            <p:cNvSpPr/>
            <p:nvPr/>
          </p:nvSpPr>
          <p:spPr bwMode="auto">
            <a:xfrm>
              <a:off x="5208261" y="2153600"/>
              <a:ext cx="1773563" cy="1773558"/>
            </a:xfrm>
            <a:custGeom>
              <a:avLst/>
              <a:gdLst/>
              <a:ahLst/>
              <a:cxnLst/>
              <a:rect l="l" t="t" r="r" b="b"/>
              <a:pathLst>
                <a:path w="1773563" h="1773558" fill="norm" stroke="1" extrusionOk="0">
                  <a:moveTo>
                    <a:pt x="886784" y="2"/>
                  </a:moveTo>
                  <a:cubicBezTo>
                    <a:pt x="1375417" y="-951"/>
                    <a:pt x="1774514" y="397194"/>
                    <a:pt x="1773562" y="884874"/>
                  </a:cubicBezTo>
                  <a:cubicBezTo>
                    <a:pt x="1772609" y="1377317"/>
                    <a:pt x="1378274" y="1772604"/>
                    <a:pt x="886784" y="1773557"/>
                  </a:cubicBezTo>
                  <a:cubicBezTo>
                    <a:pt x="399104" y="1774509"/>
                    <a:pt x="959" y="1377317"/>
                    <a:pt x="7" y="887732"/>
                  </a:cubicBezTo>
                  <a:cubicBezTo>
                    <a:pt x="-1898" y="398147"/>
                    <a:pt x="395294" y="954"/>
                    <a:pt x="886784" y="2"/>
                  </a:cubicBezTo>
                  <a:close/>
                  <a:moveTo>
                    <a:pt x="883927" y="1675449"/>
                  </a:moveTo>
                  <a:cubicBezTo>
                    <a:pt x="1311599" y="1681164"/>
                    <a:pt x="1667834" y="1329692"/>
                    <a:pt x="1675454" y="896304"/>
                  </a:cubicBezTo>
                  <a:cubicBezTo>
                    <a:pt x="1682122" y="462917"/>
                    <a:pt x="1330649" y="103824"/>
                    <a:pt x="892499" y="98109"/>
                  </a:cubicBezTo>
                  <a:cubicBezTo>
                    <a:pt x="464827" y="92394"/>
                    <a:pt x="101924" y="446724"/>
                    <a:pt x="98114" y="874397"/>
                  </a:cubicBezTo>
                  <a:cubicBezTo>
                    <a:pt x="93352" y="1316357"/>
                    <a:pt x="440062" y="1669734"/>
                    <a:pt x="883927" y="1675449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401" name="Google Shape;1401;p11"/>
            <p:cNvSpPr/>
            <p:nvPr/>
          </p:nvSpPr>
          <p:spPr bwMode="auto">
            <a:xfrm>
              <a:off x="5004953" y="2365795"/>
              <a:ext cx="180456" cy="218580"/>
            </a:xfrm>
            <a:custGeom>
              <a:avLst/>
              <a:gdLst/>
              <a:ahLst/>
              <a:cxnLst/>
              <a:rect l="l" t="t" r="r" b="b"/>
              <a:pathLst>
                <a:path w="180456" h="218580" fill="norm" stroke="1" extrusionOk="0">
                  <a:moveTo>
                    <a:pt x="180456" y="42124"/>
                  </a:moveTo>
                  <a:cubicBezTo>
                    <a:pt x="142356" y="103084"/>
                    <a:pt x="108066" y="160234"/>
                    <a:pt x="69014" y="214527"/>
                  </a:cubicBezTo>
                  <a:cubicBezTo>
                    <a:pt x="63299" y="222147"/>
                    <a:pt x="28056" y="218337"/>
                    <a:pt x="15674" y="208812"/>
                  </a:cubicBezTo>
                  <a:cubicBezTo>
                    <a:pt x="4244" y="198334"/>
                    <a:pt x="-4329" y="169759"/>
                    <a:pt x="2339" y="156424"/>
                  </a:cubicBezTo>
                  <a:cubicBezTo>
                    <a:pt x="25199" y="107847"/>
                    <a:pt x="52821" y="60222"/>
                    <a:pt x="83301" y="15454"/>
                  </a:cubicBezTo>
                  <a:cubicBezTo>
                    <a:pt x="91874" y="3072"/>
                    <a:pt x="121401" y="-2643"/>
                    <a:pt x="138546" y="1167"/>
                  </a:cubicBezTo>
                  <a:cubicBezTo>
                    <a:pt x="153786" y="3072"/>
                    <a:pt x="164264" y="24027"/>
                    <a:pt x="180456" y="42124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402" name="Google Shape;1402;p11"/>
            <p:cNvSpPr/>
            <p:nvPr/>
          </p:nvSpPr>
          <p:spPr bwMode="auto">
            <a:xfrm>
              <a:off x="5307873" y="2016318"/>
              <a:ext cx="216625" cy="183988"/>
            </a:xfrm>
            <a:custGeom>
              <a:avLst/>
              <a:gdLst/>
              <a:ahLst/>
              <a:cxnLst/>
              <a:rect l="l" t="t" r="r" b="b"/>
              <a:pathLst>
                <a:path w="216625" h="183988" fill="norm" stroke="1" extrusionOk="0">
                  <a:moveTo>
                    <a:pt x="216626" y="57274"/>
                  </a:moveTo>
                  <a:cubicBezTo>
                    <a:pt x="210911" y="64894"/>
                    <a:pt x="203291" y="81086"/>
                    <a:pt x="190908" y="91564"/>
                  </a:cubicBezTo>
                  <a:cubicBezTo>
                    <a:pt x="156618" y="119186"/>
                    <a:pt x="120423" y="143951"/>
                    <a:pt x="85181" y="169669"/>
                  </a:cubicBezTo>
                  <a:cubicBezTo>
                    <a:pt x="57558" y="189671"/>
                    <a:pt x="30888" y="188719"/>
                    <a:pt x="11838" y="166811"/>
                  </a:cubicBezTo>
                  <a:cubicBezTo>
                    <a:pt x="-7212" y="143951"/>
                    <a:pt x="-3402" y="113471"/>
                    <a:pt x="24221" y="92516"/>
                  </a:cubicBezTo>
                  <a:cubicBezTo>
                    <a:pt x="61368" y="62989"/>
                    <a:pt x="99468" y="34414"/>
                    <a:pt x="139473" y="9649"/>
                  </a:cubicBezTo>
                  <a:cubicBezTo>
                    <a:pt x="173763" y="-14164"/>
                    <a:pt x="215673" y="7744"/>
                    <a:pt x="216626" y="57274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403" name="Google Shape;1403;p11"/>
            <p:cNvSpPr/>
            <p:nvPr/>
          </p:nvSpPr>
          <p:spPr bwMode="auto">
            <a:xfrm>
              <a:off x="5601955" y="2523901"/>
              <a:ext cx="982825" cy="938660"/>
            </a:xfrm>
            <a:custGeom>
              <a:avLst/>
              <a:gdLst/>
              <a:ahLst/>
              <a:cxnLst/>
              <a:rect l="l" t="t" r="r" b="b"/>
              <a:pathLst>
                <a:path w="982825" h="938660" fill="norm" stroke="1" extrusionOk="0">
                  <a:moveTo>
                    <a:pt x="171147" y="873666"/>
                  </a:moveTo>
                  <a:cubicBezTo>
                    <a:pt x="183529" y="800323"/>
                    <a:pt x="196864" y="719361"/>
                    <a:pt x="212104" y="639351"/>
                  </a:cubicBezTo>
                  <a:cubicBezTo>
                    <a:pt x="216867" y="613633"/>
                    <a:pt x="213057" y="595536"/>
                    <a:pt x="193054" y="576486"/>
                  </a:cubicBezTo>
                  <a:cubicBezTo>
                    <a:pt x="135904" y="524098"/>
                    <a:pt x="82564" y="468853"/>
                    <a:pt x="26367" y="415513"/>
                  </a:cubicBezTo>
                  <a:cubicBezTo>
                    <a:pt x="8269" y="398368"/>
                    <a:pt x="-6018" y="379318"/>
                    <a:pt x="2554" y="352648"/>
                  </a:cubicBezTo>
                  <a:cubicBezTo>
                    <a:pt x="12079" y="326931"/>
                    <a:pt x="33987" y="320263"/>
                    <a:pt x="58752" y="316453"/>
                  </a:cubicBezTo>
                  <a:cubicBezTo>
                    <a:pt x="137809" y="305976"/>
                    <a:pt x="215914" y="294546"/>
                    <a:pt x="294972" y="281211"/>
                  </a:cubicBezTo>
                  <a:cubicBezTo>
                    <a:pt x="309259" y="278353"/>
                    <a:pt x="327357" y="265971"/>
                    <a:pt x="334024" y="253588"/>
                  </a:cubicBezTo>
                  <a:cubicBezTo>
                    <a:pt x="371172" y="183103"/>
                    <a:pt x="405462" y="111666"/>
                    <a:pt x="440704" y="40228"/>
                  </a:cubicBezTo>
                  <a:cubicBezTo>
                    <a:pt x="452134" y="17368"/>
                    <a:pt x="467374" y="-5492"/>
                    <a:pt x="493092" y="1176"/>
                  </a:cubicBezTo>
                  <a:cubicBezTo>
                    <a:pt x="513094" y="5938"/>
                    <a:pt x="535002" y="24036"/>
                    <a:pt x="544527" y="42133"/>
                  </a:cubicBezTo>
                  <a:cubicBezTo>
                    <a:pt x="580722" y="108808"/>
                    <a:pt x="614059" y="177388"/>
                    <a:pt x="646444" y="245968"/>
                  </a:cubicBezTo>
                  <a:cubicBezTo>
                    <a:pt x="657874" y="269781"/>
                    <a:pt x="670257" y="281211"/>
                    <a:pt x="698832" y="285021"/>
                  </a:cubicBezTo>
                  <a:cubicBezTo>
                    <a:pt x="776937" y="293593"/>
                    <a:pt x="854089" y="305023"/>
                    <a:pt x="931242" y="319311"/>
                  </a:cubicBezTo>
                  <a:cubicBezTo>
                    <a:pt x="950292" y="323121"/>
                    <a:pt x="976009" y="339313"/>
                    <a:pt x="981724" y="354553"/>
                  </a:cubicBezTo>
                  <a:cubicBezTo>
                    <a:pt x="986487" y="370746"/>
                    <a:pt x="975057" y="398368"/>
                    <a:pt x="961722" y="412656"/>
                  </a:cubicBezTo>
                  <a:cubicBezTo>
                    <a:pt x="906477" y="469806"/>
                    <a:pt x="849327" y="525051"/>
                    <a:pt x="791224" y="579343"/>
                  </a:cubicBezTo>
                  <a:cubicBezTo>
                    <a:pt x="774079" y="595536"/>
                    <a:pt x="769317" y="610776"/>
                    <a:pt x="774079" y="632683"/>
                  </a:cubicBezTo>
                  <a:cubicBezTo>
                    <a:pt x="788367" y="706978"/>
                    <a:pt x="800749" y="782226"/>
                    <a:pt x="813132" y="857473"/>
                  </a:cubicBezTo>
                  <a:cubicBezTo>
                    <a:pt x="815989" y="874618"/>
                    <a:pt x="816942" y="893668"/>
                    <a:pt x="812179" y="909861"/>
                  </a:cubicBezTo>
                  <a:cubicBezTo>
                    <a:pt x="803607" y="938436"/>
                    <a:pt x="770269" y="947008"/>
                    <a:pt x="736932" y="929863"/>
                  </a:cubicBezTo>
                  <a:cubicBezTo>
                    <a:pt x="664542" y="892716"/>
                    <a:pt x="591199" y="854616"/>
                    <a:pt x="519762" y="815563"/>
                  </a:cubicBezTo>
                  <a:cubicBezTo>
                    <a:pt x="500712" y="805086"/>
                    <a:pt x="486424" y="806038"/>
                    <a:pt x="467374" y="816516"/>
                  </a:cubicBezTo>
                  <a:cubicBezTo>
                    <a:pt x="395937" y="855568"/>
                    <a:pt x="322594" y="893668"/>
                    <a:pt x="250204" y="930816"/>
                  </a:cubicBezTo>
                  <a:cubicBezTo>
                    <a:pt x="204484" y="951771"/>
                    <a:pt x="169242" y="928911"/>
                    <a:pt x="171147" y="873666"/>
                  </a:cubicBezTo>
                  <a:close/>
                  <a:moveTo>
                    <a:pt x="820752" y="401226"/>
                  </a:moveTo>
                  <a:cubicBezTo>
                    <a:pt x="763602" y="392653"/>
                    <a:pt x="705499" y="381223"/>
                    <a:pt x="646444" y="375508"/>
                  </a:cubicBezTo>
                  <a:cubicBezTo>
                    <a:pt x="609297" y="371698"/>
                    <a:pt x="589294" y="355506"/>
                    <a:pt x="574054" y="322168"/>
                  </a:cubicBezTo>
                  <a:cubicBezTo>
                    <a:pt x="550242" y="268828"/>
                    <a:pt x="522619" y="216441"/>
                    <a:pt x="492139" y="156433"/>
                  </a:cubicBezTo>
                  <a:cubicBezTo>
                    <a:pt x="468327" y="205963"/>
                    <a:pt x="443562" y="245968"/>
                    <a:pt x="427369" y="289783"/>
                  </a:cubicBezTo>
                  <a:cubicBezTo>
                    <a:pt x="405462" y="351696"/>
                    <a:pt x="365457" y="382176"/>
                    <a:pt x="299734" y="380271"/>
                  </a:cubicBezTo>
                  <a:cubicBezTo>
                    <a:pt x="297829" y="380271"/>
                    <a:pt x="294972" y="380271"/>
                    <a:pt x="293067" y="381223"/>
                  </a:cubicBezTo>
                  <a:cubicBezTo>
                    <a:pt x="249252" y="387891"/>
                    <a:pt x="205437" y="394558"/>
                    <a:pt x="164479" y="401226"/>
                  </a:cubicBezTo>
                  <a:cubicBezTo>
                    <a:pt x="209247" y="447898"/>
                    <a:pt x="251157" y="492666"/>
                    <a:pt x="294019" y="536481"/>
                  </a:cubicBezTo>
                  <a:cubicBezTo>
                    <a:pt x="314022" y="556483"/>
                    <a:pt x="322594" y="577438"/>
                    <a:pt x="316879" y="606013"/>
                  </a:cubicBezTo>
                  <a:cubicBezTo>
                    <a:pt x="304497" y="666973"/>
                    <a:pt x="295924" y="729838"/>
                    <a:pt x="284494" y="797466"/>
                  </a:cubicBezTo>
                  <a:cubicBezTo>
                    <a:pt x="341644" y="767938"/>
                    <a:pt x="393079" y="743173"/>
                    <a:pt x="443562" y="713646"/>
                  </a:cubicBezTo>
                  <a:cubicBezTo>
                    <a:pt x="477852" y="693643"/>
                    <a:pt x="507379" y="692691"/>
                    <a:pt x="542622" y="713646"/>
                  </a:cubicBezTo>
                  <a:cubicBezTo>
                    <a:pt x="592152" y="743173"/>
                    <a:pt x="644539" y="767938"/>
                    <a:pt x="700737" y="797466"/>
                  </a:cubicBezTo>
                  <a:cubicBezTo>
                    <a:pt x="689307" y="730791"/>
                    <a:pt x="681687" y="669831"/>
                    <a:pt x="668352" y="609823"/>
                  </a:cubicBezTo>
                  <a:cubicBezTo>
                    <a:pt x="661684" y="577438"/>
                    <a:pt x="671209" y="555531"/>
                    <a:pt x="693117" y="533623"/>
                  </a:cubicBezTo>
                  <a:cubicBezTo>
                    <a:pt x="736932" y="492666"/>
                    <a:pt x="777889" y="447898"/>
                    <a:pt x="820752" y="401226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</p:grpSp>
      <p:sp>
        <p:nvSpPr>
          <p:cNvPr id="489793429" name="Google Shape;1404;p11"/>
          <p:cNvSpPr/>
          <p:nvPr/>
        </p:nvSpPr>
        <p:spPr bwMode="auto">
          <a:xfrm>
            <a:off x="0" y="6745403"/>
            <a:ext cx="12192000" cy="130500"/>
          </a:xfrm>
          <a:prstGeom prst="rect">
            <a:avLst/>
          </a:prstGeom>
          <a:solidFill>
            <a:srgbClr val="B90F50"/>
          </a:solidFill>
          <a:ln w="19050" cap="flat" cmpd="sng">
            <a:solidFill>
              <a:srgbClr val="B90F5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3_Blank" preserve="0" showMasterPhAnim="0" showMasterSp="1" userDrawn="1">
  <p:cSld name="3_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01280266" name="Google Shape;1410;p13"/>
          <p:cNvSpPr txBox="1">
            <a:spLocks noGrp="1"/>
          </p:cNvSpPr>
          <p:nvPr>
            <p:ph type="body" idx="1"/>
          </p:nvPr>
        </p:nvSpPr>
        <p:spPr bwMode="auto">
          <a:xfrm>
            <a:off x="1500992" y="870906"/>
            <a:ext cx="10547400" cy="46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latin typeface="Calibri"/>
                <a:ea typeface="Calibri"/>
                <a:cs typeface="Calibri"/>
              </a:defRPr>
            </a:lvl1pPr>
            <a:lvl2pPr marL="91440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latin typeface="Calibri"/>
                <a:ea typeface="Calibri"/>
                <a:cs typeface="Calibri"/>
              </a:defRPr>
            </a:lvl2pPr>
            <a:lvl3pPr marL="137160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latin typeface="Calibri"/>
                <a:ea typeface="Calibri"/>
                <a:cs typeface="Calibri"/>
              </a:defRPr>
            </a:lvl3pPr>
            <a:lvl4pPr marL="182880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latin typeface="Calibri"/>
                <a:ea typeface="Calibri"/>
                <a:cs typeface="Calibri"/>
              </a:defRPr>
            </a:lvl4pPr>
            <a:lvl5pPr marL="228600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latin typeface="Calibri"/>
                <a:ea typeface="Calibri"/>
                <a:cs typeface="Calibri"/>
              </a:defRPr>
            </a:lvl5pPr>
            <a:lvl6pPr marL="274320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pPr>
              <a:defRPr/>
            </a:pPr>
            <a:endParaRPr/>
          </a:p>
        </p:txBody>
      </p:sp>
      <p:cxnSp>
        <p:nvCxnSpPr>
          <p:cNvPr id="17273677" name="Google Shape;1411;p13"/>
          <p:cNvCxnSpPr/>
          <p:nvPr/>
        </p:nvCxnSpPr>
        <p:spPr bwMode="auto">
          <a:xfrm>
            <a:off x="655399" y="1299220"/>
            <a:ext cx="11238300" cy="24900"/>
          </a:xfrm>
          <a:prstGeom prst="straightConnector1">
            <a:avLst/>
          </a:prstGeom>
          <a:noFill/>
          <a:ln w="9525" cap="flat" cmpd="sng">
            <a:solidFill>
              <a:srgbClr val="B8114F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2027927390" name="Google Shape;1412;p13"/>
          <p:cNvSpPr txBox="1">
            <a:spLocks noGrp="1"/>
          </p:cNvSpPr>
          <p:nvPr>
            <p:ph type="body" idx="2"/>
          </p:nvPr>
        </p:nvSpPr>
        <p:spPr bwMode="auto">
          <a:xfrm>
            <a:off x="1488293" y="416192"/>
            <a:ext cx="10560000" cy="57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8114F"/>
              </a:buClr>
              <a:buSzPts val="3600"/>
              <a:buNone/>
              <a:defRPr sz="3600">
                <a:solidFill>
                  <a:srgbClr val="B8114F"/>
                </a:solidFill>
                <a:latin typeface="Georgia"/>
                <a:ea typeface="Georgia"/>
                <a:cs typeface="Georgia"/>
              </a:defRPr>
            </a:lvl1pPr>
            <a:lvl2pPr marL="91440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/>
            </a:lvl2pPr>
            <a:lvl3pPr marL="137160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/>
            </a:lvl3pPr>
            <a:lvl4pPr marL="182880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4pPr>
            <a:lvl5pPr marL="228600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5pPr>
            <a:lvl6pPr marL="274320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pPr>
              <a:defRPr/>
            </a:pPr>
            <a:endParaRPr/>
          </a:p>
        </p:txBody>
      </p:sp>
      <p:grpSp>
        <p:nvGrpSpPr>
          <p:cNvPr id="1407638840" name="Google Shape;1413;p13"/>
          <p:cNvGrpSpPr/>
          <p:nvPr/>
        </p:nvGrpSpPr>
        <p:grpSpPr bwMode="auto">
          <a:xfrm>
            <a:off x="4751008" y="3267336"/>
            <a:ext cx="928575" cy="1111479"/>
            <a:chOff x="4819650" y="1862134"/>
            <a:chExt cx="2558414" cy="3135659"/>
          </a:xfrm>
        </p:grpSpPr>
        <p:sp>
          <p:nvSpPr>
            <p:cNvPr id="1414" name="Google Shape;1414;p13"/>
            <p:cNvSpPr/>
            <p:nvPr/>
          </p:nvSpPr>
          <p:spPr bwMode="auto">
            <a:xfrm>
              <a:off x="6353176" y="3360420"/>
              <a:ext cx="621029" cy="45720"/>
            </a:xfrm>
            <a:custGeom>
              <a:avLst/>
              <a:gdLst/>
              <a:ahLst/>
              <a:cxnLst/>
              <a:rect l="l" t="t" r="r" b="b"/>
              <a:pathLst>
                <a:path w="621029" h="45720" fill="norm" stroke="1" extrusionOk="0">
                  <a:moveTo>
                    <a:pt x="38100" y="20002"/>
                  </a:moveTo>
                  <a:lnTo>
                    <a:pt x="0" y="32385"/>
                  </a:lnTo>
                  <a:cubicBezTo>
                    <a:pt x="11430" y="39052"/>
                    <a:pt x="27622" y="44767"/>
                    <a:pt x="50483" y="44767"/>
                  </a:cubicBezTo>
                  <a:cubicBezTo>
                    <a:pt x="51435" y="44767"/>
                    <a:pt x="53340" y="44767"/>
                    <a:pt x="54292" y="44767"/>
                  </a:cubicBezTo>
                  <a:cubicBezTo>
                    <a:pt x="58103" y="44767"/>
                    <a:pt x="60960" y="44767"/>
                    <a:pt x="63817" y="45720"/>
                  </a:cubicBezTo>
                  <a:lnTo>
                    <a:pt x="604838" y="45720"/>
                  </a:lnTo>
                  <a:cubicBezTo>
                    <a:pt x="610553" y="30480"/>
                    <a:pt x="616268" y="15240"/>
                    <a:pt x="621030" y="0"/>
                  </a:cubicBezTo>
                  <a:lnTo>
                    <a:pt x="83820" y="0"/>
                  </a:lnTo>
                  <a:cubicBezTo>
                    <a:pt x="70485" y="7620"/>
                    <a:pt x="55245" y="14288"/>
                    <a:pt x="38100" y="20002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415" name="Google Shape;1415;p13"/>
            <p:cNvSpPr/>
            <p:nvPr/>
          </p:nvSpPr>
          <p:spPr bwMode="auto">
            <a:xfrm>
              <a:off x="5218745" y="3360420"/>
              <a:ext cx="625792" cy="45720"/>
            </a:xfrm>
            <a:custGeom>
              <a:avLst/>
              <a:gdLst/>
              <a:ahLst/>
              <a:cxnLst/>
              <a:rect l="l" t="t" r="r" b="b"/>
              <a:pathLst>
                <a:path w="625792" h="45720" fill="norm" stroke="1" extrusionOk="0">
                  <a:moveTo>
                    <a:pt x="570548" y="44767"/>
                  </a:moveTo>
                  <a:cubicBezTo>
                    <a:pt x="572453" y="44767"/>
                    <a:pt x="573405" y="44767"/>
                    <a:pt x="575310" y="44767"/>
                  </a:cubicBezTo>
                  <a:cubicBezTo>
                    <a:pt x="599123" y="44767"/>
                    <a:pt x="614363" y="39052"/>
                    <a:pt x="625793" y="32385"/>
                  </a:cubicBezTo>
                  <a:lnTo>
                    <a:pt x="587693" y="20002"/>
                  </a:lnTo>
                  <a:cubicBezTo>
                    <a:pt x="570548" y="14288"/>
                    <a:pt x="555307" y="7620"/>
                    <a:pt x="541020" y="0"/>
                  </a:cubicBezTo>
                  <a:lnTo>
                    <a:pt x="0" y="0"/>
                  </a:lnTo>
                  <a:cubicBezTo>
                    <a:pt x="4763" y="15240"/>
                    <a:pt x="10477" y="30480"/>
                    <a:pt x="16192" y="45720"/>
                  </a:cubicBezTo>
                  <a:lnTo>
                    <a:pt x="561023" y="45720"/>
                  </a:lnTo>
                  <a:cubicBezTo>
                    <a:pt x="563880" y="44767"/>
                    <a:pt x="566738" y="44767"/>
                    <a:pt x="570548" y="44767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416" name="Google Shape;1416;p13"/>
            <p:cNvSpPr/>
            <p:nvPr/>
          </p:nvSpPr>
          <p:spPr bwMode="auto">
            <a:xfrm>
              <a:off x="6231251" y="3445190"/>
              <a:ext cx="710565" cy="45720"/>
            </a:xfrm>
            <a:custGeom>
              <a:avLst/>
              <a:gdLst/>
              <a:ahLst/>
              <a:cxnLst/>
              <a:rect l="l" t="t" r="r" b="b"/>
              <a:pathLst>
                <a:path w="710565" h="45720" fill="norm" stroke="1" extrusionOk="0">
                  <a:moveTo>
                    <a:pt x="188595" y="953"/>
                  </a:moveTo>
                  <a:cubicBezTo>
                    <a:pt x="167640" y="14288"/>
                    <a:pt x="124778" y="27623"/>
                    <a:pt x="81915" y="27623"/>
                  </a:cubicBezTo>
                  <a:lnTo>
                    <a:pt x="80963" y="27623"/>
                  </a:lnTo>
                  <a:cubicBezTo>
                    <a:pt x="77153" y="27623"/>
                    <a:pt x="73342" y="26670"/>
                    <a:pt x="70485" y="25717"/>
                  </a:cubicBezTo>
                  <a:cubicBezTo>
                    <a:pt x="57150" y="33338"/>
                    <a:pt x="26670" y="41910"/>
                    <a:pt x="0" y="45720"/>
                  </a:cubicBezTo>
                  <a:lnTo>
                    <a:pt x="688658" y="45720"/>
                  </a:lnTo>
                  <a:cubicBezTo>
                    <a:pt x="696278" y="30480"/>
                    <a:pt x="703898" y="15240"/>
                    <a:pt x="710565" y="0"/>
                  </a:cubicBezTo>
                  <a:lnTo>
                    <a:pt x="189548" y="0"/>
                  </a:lnTo>
                  <a:cubicBezTo>
                    <a:pt x="189548" y="953"/>
                    <a:pt x="189548" y="953"/>
                    <a:pt x="188595" y="953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417" name="Google Shape;1417;p13"/>
            <p:cNvSpPr/>
            <p:nvPr/>
          </p:nvSpPr>
          <p:spPr bwMode="auto">
            <a:xfrm>
              <a:off x="5252084" y="3446143"/>
              <a:ext cx="714374" cy="45720"/>
            </a:xfrm>
            <a:custGeom>
              <a:avLst/>
              <a:gdLst/>
              <a:ahLst/>
              <a:cxnLst/>
              <a:rect l="l" t="t" r="r" b="b"/>
              <a:pathLst>
                <a:path w="714374" h="45720" fill="norm" stroke="1" extrusionOk="0">
                  <a:moveTo>
                    <a:pt x="643890" y="25717"/>
                  </a:moveTo>
                  <a:cubicBezTo>
                    <a:pt x="641032" y="26670"/>
                    <a:pt x="637223" y="27622"/>
                    <a:pt x="633413" y="27622"/>
                  </a:cubicBezTo>
                  <a:lnTo>
                    <a:pt x="632460" y="27622"/>
                  </a:lnTo>
                  <a:cubicBezTo>
                    <a:pt x="589598" y="27622"/>
                    <a:pt x="546735" y="14288"/>
                    <a:pt x="525780" y="952"/>
                  </a:cubicBezTo>
                  <a:cubicBezTo>
                    <a:pt x="525780" y="952"/>
                    <a:pt x="524828" y="0"/>
                    <a:pt x="523875" y="0"/>
                  </a:cubicBezTo>
                  <a:lnTo>
                    <a:pt x="0" y="0"/>
                  </a:lnTo>
                  <a:cubicBezTo>
                    <a:pt x="6667" y="15240"/>
                    <a:pt x="14288" y="30480"/>
                    <a:pt x="21907" y="45720"/>
                  </a:cubicBezTo>
                  <a:lnTo>
                    <a:pt x="714375" y="45720"/>
                  </a:lnTo>
                  <a:cubicBezTo>
                    <a:pt x="687705" y="41910"/>
                    <a:pt x="657225" y="33338"/>
                    <a:pt x="643890" y="25717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418" name="Google Shape;1418;p13"/>
            <p:cNvSpPr/>
            <p:nvPr/>
          </p:nvSpPr>
          <p:spPr bwMode="auto">
            <a:xfrm>
              <a:off x="4989988" y="1862134"/>
              <a:ext cx="2212551" cy="2412682"/>
            </a:xfrm>
            <a:custGeom>
              <a:avLst/>
              <a:gdLst/>
              <a:ahLst/>
              <a:cxnLst/>
              <a:rect l="l" t="t" r="r" b="b"/>
              <a:pathLst>
                <a:path w="2212551" h="2412682" fill="norm" stroke="1" extrusionOk="0">
                  <a:moveTo>
                    <a:pt x="78263" y="1206818"/>
                  </a:moveTo>
                  <a:cubicBezTo>
                    <a:pt x="54450" y="1213485"/>
                    <a:pt x="36353" y="1225868"/>
                    <a:pt x="23018" y="1245870"/>
                  </a:cubicBezTo>
                  <a:cubicBezTo>
                    <a:pt x="-23655" y="1316355"/>
                    <a:pt x="10635" y="1460183"/>
                    <a:pt x="38258" y="1575435"/>
                  </a:cubicBezTo>
                  <a:cubicBezTo>
                    <a:pt x="47783" y="1616393"/>
                    <a:pt x="57308" y="1655445"/>
                    <a:pt x="61118" y="1684973"/>
                  </a:cubicBezTo>
                  <a:cubicBezTo>
                    <a:pt x="62070" y="1689735"/>
                    <a:pt x="62070" y="1695450"/>
                    <a:pt x="63023" y="1701165"/>
                  </a:cubicBezTo>
                  <a:cubicBezTo>
                    <a:pt x="67785" y="1736408"/>
                    <a:pt x="73500" y="1777365"/>
                    <a:pt x="65880" y="1802130"/>
                  </a:cubicBezTo>
                  <a:lnTo>
                    <a:pt x="63023" y="1809750"/>
                  </a:lnTo>
                  <a:lnTo>
                    <a:pt x="70643" y="1811655"/>
                  </a:lnTo>
                  <a:cubicBezTo>
                    <a:pt x="96360" y="1817370"/>
                    <a:pt x="128745" y="1842135"/>
                    <a:pt x="157320" y="1864995"/>
                  </a:cubicBezTo>
                  <a:cubicBezTo>
                    <a:pt x="161130" y="1868805"/>
                    <a:pt x="165893" y="1871663"/>
                    <a:pt x="169703" y="1874520"/>
                  </a:cubicBezTo>
                  <a:cubicBezTo>
                    <a:pt x="192563" y="1892618"/>
                    <a:pt x="222090" y="1920240"/>
                    <a:pt x="252570" y="1948815"/>
                  </a:cubicBezTo>
                  <a:cubicBezTo>
                    <a:pt x="336390" y="2027873"/>
                    <a:pt x="441165" y="2126933"/>
                    <a:pt x="524985" y="2126933"/>
                  </a:cubicBezTo>
                  <a:cubicBezTo>
                    <a:pt x="526890" y="2126933"/>
                    <a:pt x="528795" y="2126933"/>
                    <a:pt x="530700" y="2126933"/>
                  </a:cubicBezTo>
                  <a:cubicBezTo>
                    <a:pt x="554513" y="2125980"/>
                    <a:pt x="575468" y="2115503"/>
                    <a:pt x="592613" y="2098358"/>
                  </a:cubicBezTo>
                  <a:cubicBezTo>
                    <a:pt x="585945" y="2122170"/>
                    <a:pt x="587850" y="2145030"/>
                    <a:pt x="599280" y="2165985"/>
                  </a:cubicBezTo>
                  <a:cubicBezTo>
                    <a:pt x="637380" y="2241233"/>
                    <a:pt x="778350" y="2284095"/>
                    <a:pt x="891698" y="2317433"/>
                  </a:cubicBezTo>
                  <a:cubicBezTo>
                    <a:pt x="932655" y="2329815"/>
                    <a:pt x="970755" y="2341245"/>
                    <a:pt x="997425" y="2352675"/>
                  </a:cubicBezTo>
                  <a:cubicBezTo>
                    <a:pt x="1002188" y="2354580"/>
                    <a:pt x="1006950" y="2356485"/>
                    <a:pt x="1011713" y="2358390"/>
                  </a:cubicBezTo>
                  <a:cubicBezTo>
                    <a:pt x="1045050" y="2371725"/>
                    <a:pt x="1083150" y="2386965"/>
                    <a:pt x="1101248" y="2406968"/>
                  </a:cubicBezTo>
                  <a:lnTo>
                    <a:pt x="1106963" y="2412683"/>
                  </a:lnTo>
                  <a:lnTo>
                    <a:pt x="1112678" y="2406968"/>
                  </a:lnTo>
                  <a:cubicBezTo>
                    <a:pt x="1130775" y="2387918"/>
                    <a:pt x="1168875" y="2372678"/>
                    <a:pt x="1202213" y="2358390"/>
                  </a:cubicBezTo>
                  <a:cubicBezTo>
                    <a:pt x="1206975" y="2356485"/>
                    <a:pt x="1211738" y="2354580"/>
                    <a:pt x="1216500" y="2352675"/>
                  </a:cubicBezTo>
                  <a:cubicBezTo>
                    <a:pt x="1243170" y="2341245"/>
                    <a:pt x="1282223" y="2329815"/>
                    <a:pt x="1322228" y="2317433"/>
                  </a:cubicBezTo>
                  <a:cubicBezTo>
                    <a:pt x="1435575" y="2283143"/>
                    <a:pt x="1576545" y="2241233"/>
                    <a:pt x="1614645" y="2165985"/>
                  </a:cubicBezTo>
                  <a:cubicBezTo>
                    <a:pt x="1625123" y="2145030"/>
                    <a:pt x="1627028" y="2121218"/>
                    <a:pt x="1620360" y="2097405"/>
                  </a:cubicBezTo>
                  <a:cubicBezTo>
                    <a:pt x="1637505" y="2114550"/>
                    <a:pt x="1658460" y="2124075"/>
                    <a:pt x="1682273" y="2125980"/>
                  </a:cubicBezTo>
                  <a:cubicBezTo>
                    <a:pt x="1684178" y="2125980"/>
                    <a:pt x="1686083" y="2125980"/>
                    <a:pt x="1687988" y="2125980"/>
                  </a:cubicBezTo>
                  <a:cubicBezTo>
                    <a:pt x="1771808" y="2125980"/>
                    <a:pt x="1875630" y="2027873"/>
                    <a:pt x="1960403" y="1947863"/>
                  </a:cubicBezTo>
                  <a:cubicBezTo>
                    <a:pt x="1990883" y="1918335"/>
                    <a:pt x="2020410" y="1891665"/>
                    <a:pt x="2043270" y="1873568"/>
                  </a:cubicBezTo>
                  <a:cubicBezTo>
                    <a:pt x="2047080" y="1870710"/>
                    <a:pt x="2051843" y="1866900"/>
                    <a:pt x="2055653" y="1864043"/>
                  </a:cubicBezTo>
                  <a:cubicBezTo>
                    <a:pt x="2084228" y="1842135"/>
                    <a:pt x="2116613" y="1816418"/>
                    <a:pt x="2142330" y="1810703"/>
                  </a:cubicBezTo>
                  <a:lnTo>
                    <a:pt x="2149950" y="1808798"/>
                  </a:lnTo>
                  <a:lnTo>
                    <a:pt x="2147093" y="1801178"/>
                  </a:lnTo>
                  <a:cubicBezTo>
                    <a:pt x="2139473" y="1776413"/>
                    <a:pt x="2145188" y="1735455"/>
                    <a:pt x="2149950" y="1700213"/>
                  </a:cubicBezTo>
                  <a:cubicBezTo>
                    <a:pt x="2150903" y="1694498"/>
                    <a:pt x="2151855" y="1689735"/>
                    <a:pt x="2151855" y="1684020"/>
                  </a:cubicBezTo>
                  <a:cubicBezTo>
                    <a:pt x="2155665" y="1655445"/>
                    <a:pt x="2165190" y="1616393"/>
                    <a:pt x="2174715" y="1574483"/>
                  </a:cubicBezTo>
                  <a:cubicBezTo>
                    <a:pt x="2202338" y="1459230"/>
                    <a:pt x="2235675" y="1315403"/>
                    <a:pt x="2189955" y="1244918"/>
                  </a:cubicBezTo>
                  <a:cubicBezTo>
                    <a:pt x="2176620" y="1224915"/>
                    <a:pt x="2157570" y="1211580"/>
                    <a:pt x="2133758" y="1205865"/>
                  </a:cubicBezTo>
                  <a:cubicBezTo>
                    <a:pt x="2157570" y="1199198"/>
                    <a:pt x="2175668" y="1186815"/>
                    <a:pt x="2189003" y="1166813"/>
                  </a:cubicBezTo>
                  <a:cubicBezTo>
                    <a:pt x="2235675" y="1096328"/>
                    <a:pt x="2201385" y="952500"/>
                    <a:pt x="2173763" y="837248"/>
                  </a:cubicBezTo>
                  <a:cubicBezTo>
                    <a:pt x="2164238" y="796290"/>
                    <a:pt x="2154713" y="757238"/>
                    <a:pt x="2150903" y="727710"/>
                  </a:cubicBezTo>
                  <a:cubicBezTo>
                    <a:pt x="2149950" y="722948"/>
                    <a:pt x="2149950" y="717233"/>
                    <a:pt x="2148998" y="711518"/>
                  </a:cubicBezTo>
                  <a:cubicBezTo>
                    <a:pt x="2144235" y="676275"/>
                    <a:pt x="2138520" y="635318"/>
                    <a:pt x="2146140" y="610553"/>
                  </a:cubicBezTo>
                  <a:lnTo>
                    <a:pt x="2148998" y="602933"/>
                  </a:lnTo>
                  <a:lnTo>
                    <a:pt x="2141378" y="601028"/>
                  </a:lnTo>
                  <a:cubicBezTo>
                    <a:pt x="2115660" y="595313"/>
                    <a:pt x="2083275" y="570548"/>
                    <a:pt x="2054700" y="547688"/>
                  </a:cubicBezTo>
                  <a:cubicBezTo>
                    <a:pt x="2049938" y="543878"/>
                    <a:pt x="2046128" y="541020"/>
                    <a:pt x="2042318" y="538163"/>
                  </a:cubicBezTo>
                  <a:cubicBezTo>
                    <a:pt x="2019458" y="520065"/>
                    <a:pt x="1989930" y="492443"/>
                    <a:pt x="1959450" y="463868"/>
                  </a:cubicBezTo>
                  <a:cubicBezTo>
                    <a:pt x="1875630" y="384810"/>
                    <a:pt x="1770855" y="285750"/>
                    <a:pt x="1687035" y="285750"/>
                  </a:cubicBezTo>
                  <a:cubicBezTo>
                    <a:pt x="1685130" y="285750"/>
                    <a:pt x="1683225" y="285750"/>
                    <a:pt x="1681320" y="285750"/>
                  </a:cubicBezTo>
                  <a:cubicBezTo>
                    <a:pt x="1657508" y="286703"/>
                    <a:pt x="1636553" y="297180"/>
                    <a:pt x="1619408" y="314325"/>
                  </a:cubicBezTo>
                  <a:cubicBezTo>
                    <a:pt x="1626075" y="290513"/>
                    <a:pt x="1624170" y="267653"/>
                    <a:pt x="1612740" y="246698"/>
                  </a:cubicBezTo>
                  <a:cubicBezTo>
                    <a:pt x="1574640" y="171450"/>
                    <a:pt x="1433670" y="128588"/>
                    <a:pt x="1319370" y="95250"/>
                  </a:cubicBezTo>
                  <a:cubicBezTo>
                    <a:pt x="1278413" y="82868"/>
                    <a:pt x="1240313" y="71438"/>
                    <a:pt x="1213643" y="60008"/>
                  </a:cubicBezTo>
                  <a:cubicBezTo>
                    <a:pt x="1208880" y="58103"/>
                    <a:pt x="1204118" y="56197"/>
                    <a:pt x="1199355" y="54293"/>
                  </a:cubicBezTo>
                  <a:cubicBezTo>
                    <a:pt x="1166018" y="40958"/>
                    <a:pt x="1127918" y="25717"/>
                    <a:pt x="1109820" y="5715"/>
                  </a:cubicBezTo>
                  <a:lnTo>
                    <a:pt x="1106010" y="0"/>
                  </a:lnTo>
                  <a:lnTo>
                    <a:pt x="1100295" y="5715"/>
                  </a:lnTo>
                  <a:cubicBezTo>
                    <a:pt x="1082198" y="24765"/>
                    <a:pt x="1044098" y="40005"/>
                    <a:pt x="1010760" y="54293"/>
                  </a:cubicBezTo>
                  <a:cubicBezTo>
                    <a:pt x="1005998" y="56197"/>
                    <a:pt x="1001235" y="58103"/>
                    <a:pt x="996473" y="60008"/>
                  </a:cubicBezTo>
                  <a:cubicBezTo>
                    <a:pt x="969803" y="71438"/>
                    <a:pt x="930750" y="82868"/>
                    <a:pt x="890745" y="95250"/>
                  </a:cubicBezTo>
                  <a:cubicBezTo>
                    <a:pt x="777398" y="129540"/>
                    <a:pt x="636428" y="171450"/>
                    <a:pt x="598328" y="246698"/>
                  </a:cubicBezTo>
                  <a:cubicBezTo>
                    <a:pt x="587850" y="267653"/>
                    <a:pt x="585945" y="291465"/>
                    <a:pt x="592613" y="315278"/>
                  </a:cubicBezTo>
                  <a:cubicBezTo>
                    <a:pt x="575468" y="298133"/>
                    <a:pt x="554513" y="288608"/>
                    <a:pt x="530700" y="286703"/>
                  </a:cubicBezTo>
                  <a:cubicBezTo>
                    <a:pt x="445928" y="281940"/>
                    <a:pt x="339248" y="382905"/>
                    <a:pt x="252570" y="464820"/>
                  </a:cubicBezTo>
                  <a:cubicBezTo>
                    <a:pt x="222090" y="494348"/>
                    <a:pt x="192563" y="521018"/>
                    <a:pt x="169703" y="539115"/>
                  </a:cubicBezTo>
                  <a:cubicBezTo>
                    <a:pt x="165893" y="541973"/>
                    <a:pt x="161130" y="545783"/>
                    <a:pt x="157320" y="548640"/>
                  </a:cubicBezTo>
                  <a:cubicBezTo>
                    <a:pt x="128745" y="570548"/>
                    <a:pt x="96360" y="596265"/>
                    <a:pt x="70643" y="601980"/>
                  </a:cubicBezTo>
                  <a:lnTo>
                    <a:pt x="63023" y="603885"/>
                  </a:lnTo>
                  <a:lnTo>
                    <a:pt x="65880" y="611505"/>
                  </a:lnTo>
                  <a:cubicBezTo>
                    <a:pt x="73500" y="636270"/>
                    <a:pt x="67785" y="677228"/>
                    <a:pt x="63023" y="712470"/>
                  </a:cubicBezTo>
                  <a:cubicBezTo>
                    <a:pt x="62070" y="718185"/>
                    <a:pt x="61118" y="722948"/>
                    <a:pt x="61118" y="728663"/>
                  </a:cubicBezTo>
                  <a:cubicBezTo>
                    <a:pt x="57308" y="757238"/>
                    <a:pt x="47783" y="796290"/>
                    <a:pt x="38258" y="838200"/>
                  </a:cubicBezTo>
                  <a:cubicBezTo>
                    <a:pt x="10635" y="953453"/>
                    <a:pt x="-22702" y="1097280"/>
                    <a:pt x="23018" y="1167765"/>
                  </a:cubicBezTo>
                  <a:cubicBezTo>
                    <a:pt x="35400" y="1187768"/>
                    <a:pt x="53498" y="1201103"/>
                    <a:pt x="78263" y="1206818"/>
                  </a:cubicBezTo>
                  <a:close/>
                  <a:moveTo>
                    <a:pt x="1106963" y="193358"/>
                  </a:moveTo>
                  <a:cubicBezTo>
                    <a:pt x="1663223" y="193358"/>
                    <a:pt x="2115660" y="647700"/>
                    <a:pt x="2115660" y="1206818"/>
                  </a:cubicBezTo>
                  <a:cubicBezTo>
                    <a:pt x="2115660" y="1765935"/>
                    <a:pt x="1663223" y="2220278"/>
                    <a:pt x="1106963" y="2220278"/>
                  </a:cubicBezTo>
                  <a:cubicBezTo>
                    <a:pt x="550703" y="2220278"/>
                    <a:pt x="98265" y="1765935"/>
                    <a:pt x="98265" y="1206818"/>
                  </a:cubicBezTo>
                  <a:cubicBezTo>
                    <a:pt x="98265" y="647700"/>
                    <a:pt x="550703" y="193358"/>
                    <a:pt x="1106963" y="193358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419" name="Google Shape;1419;p13"/>
            <p:cNvSpPr/>
            <p:nvPr/>
          </p:nvSpPr>
          <p:spPr bwMode="auto">
            <a:xfrm>
              <a:off x="5638798" y="3871913"/>
              <a:ext cx="916304" cy="45720"/>
            </a:xfrm>
            <a:custGeom>
              <a:avLst/>
              <a:gdLst/>
              <a:ahLst/>
              <a:cxnLst/>
              <a:rect l="l" t="t" r="r" b="b"/>
              <a:pathLst>
                <a:path w="916304" h="45720" fill="norm" stroke="1" extrusionOk="0">
                  <a:moveTo>
                    <a:pt x="90488" y="45720"/>
                  </a:moveTo>
                  <a:lnTo>
                    <a:pt x="825818" y="45720"/>
                  </a:lnTo>
                  <a:cubicBezTo>
                    <a:pt x="857250" y="32385"/>
                    <a:pt x="887730" y="17145"/>
                    <a:pt x="916305" y="0"/>
                  </a:cubicBezTo>
                  <a:lnTo>
                    <a:pt x="0" y="0"/>
                  </a:lnTo>
                  <a:cubicBezTo>
                    <a:pt x="28575" y="16192"/>
                    <a:pt x="59055" y="31433"/>
                    <a:pt x="90488" y="45720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420" name="Google Shape;1420;p13"/>
            <p:cNvSpPr/>
            <p:nvPr/>
          </p:nvSpPr>
          <p:spPr bwMode="auto">
            <a:xfrm>
              <a:off x="5838827" y="3957637"/>
              <a:ext cx="516254" cy="36195"/>
            </a:xfrm>
            <a:custGeom>
              <a:avLst/>
              <a:gdLst/>
              <a:ahLst/>
              <a:cxnLst/>
              <a:rect l="l" t="t" r="r" b="b"/>
              <a:pathLst>
                <a:path w="516254" h="36195" fill="norm" stroke="1" extrusionOk="0">
                  <a:moveTo>
                    <a:pt x="258128" y="36195"/>
                  </a:moveTo>
                  <a:cubicBezTo>
                    <a:pt x="347663" y="36195"/>
                    <a:pt x="434340" y="23813"/>
                    <a:pt x="516255" y="0"/>
                  </a:cubicBezTo>
                  <a:lnTo>
                    <a:pt x="0" y="0"/>
                  </a:lnTo>
                  <a:cubicBezTo>
                    <a:pt x="81915" y="22860"/>
                    <a:pt x="168592" y="36195"/>
                    <a:pt x="258128" y="36195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421" name="Google Shape;1421;p13"/>
            <p:cNvSpPr/>
            <p:nvPr/>
          </p:nvSpPr>
          <p:spPr bwMode="auto">
            <a:xfrm>
              <a:off x="6180769" y="3058476"/>
              <a:ext cx="205999" cy="305752"/>
            </a:xfrm>
            <a:custGeom>
              <a:avLst/>
              <a:gdLst/>
              <a:ahLst/>
              <a:cxnLst/>
              <a:rect l="l" t="t" r="r" b="b"/>
              <a:pathLst>
                <a:path w="205999" h="305752" fill="norm" stroke="1" extrusionOk="0">
                  <a:moveTo>
                    <a:pt x="140018" y="11430"/>
                  </a:moveTo>
                  <a:cubicBezTo>
                    <a:pt x="134303" y="5715"/>
                    <a:pt x="115253" y="0"/>
                    <a:pt x="92393" y="0"/>
                  </a:cubicBezTo>
                  <a:cubicBezTo>
                    <a:pt x="81915" y="0"/>
                    <a:pt x="72390" y="952"/>
                    <a:pt x="62865" y="3810"/>
                  </a:cubicBezTo>
                  <a:cubicBezTo>
                    <a:pt x="28575" y="12382"/>
                    <a:pt x="0" y="48577"/>
                    <a:pt x="0" y="66675"/>
                  </a:cubicBezTo>
                  <a:cubicBezTo>
                    <a:pt x="10478" y="80010"/>
                    <a:pt x="23813" y="94297"/>
                    <a:pt x="36195" y="106680"/>
                  </a:cubicBezTo>
                  <a:cubicBezTo>
                    <a:pt x="63818" y="133350"/>
                    <a:pt x="89535" y="160020"/>
                    <a:pt x="90488" y="196215"/>
                  </a:cubicBezTo>
                  <a:cubicBezTo>
                    <a:pt x="91440" y="213360"/>
                    <a:pt x="88583" y="228600"/>
                    <a:pt x="82868" y="243840"/>
                  </a:cubicBezTo>
                  <a:cubicBezTo>
                    <a:pt x="70485" y="276225"/>
                    <a:pt x="40958" y="295275"/>
                    <a:pt x="14288" y="305752"/>
                  </a:cubicBezTo>
                  <a:cubicBezTo>
                    <a:pt x="92393" y="301942"/>
                    <a:pt x="149543" y="284797"/>
                    <a:pt x="179070" y="253365"/>
                  </a:cubicBezTo>
                  <a:cubicBezTo>
                    <a:pt x="199073" y="233363"/>
                    <a:pt x="207645" y="206692"/>
                    <a:pt x="205740" y="174307"/>
                  </a:cubicBezTo>
                  <a:cubicBezTo>
                    <a:pt x="203835" y="152400"/>
                    <a:pt x="187643" y="130492"/>
                    <a:pt x="172403" y="108585"/>
                  </a:cubicBezTo>
                  <a:cubicBezTo>
                    <a:pt x="150495" y="79057"/>
                    <a:pt x="127635" y="47625"/>
                    <a:pt x="140018" y="11430"/>
                  </a:cubicBezTo>
                  <a:cubicBezTo>
                    <a:pt x="140970" y="11430"/>
                    <a:pt x="140018" y="11430"/>
                    <a:pt x="140018" y="11430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422" name="Google Shape;1422;p13"/>
            <p:cNvSpPr/>
            <p:nvPr/>
          </p:nvSpPr>
          <p:spPr bwMode="auto">
            <a:xfrm>
              <a:off x="6236969" y="3089908"/>
              <a:ext cx="262116" cy="284797"/>
            </a:xfrm>
            <a:custGeom>
              <a:avLst/>
              <a:gdLst/>
              <a:ahLst/>
              <a:cxnLst/>
              <a:rect l="l" t="t" r="r" b="b"/>
              <a:pathLst>
                <a:path w="262116" h="284797" fill="norm" stroke="1" extrusionOk="0">
                  <a:moveTo>
                    <a:pt x="190500" y="0"/>
                  </a:moveTo>
                  <a:cubicBezTo>
                    <a:pt x="178117" y="0"/>
                    <a:pt x="160020" y="953"/>
                    <a:pt x="142875" y="7620"/>
                  </a:cubicBezTo>
                  <a:cubicBezTo>
                    <a:pt x="121920" y="15240"/>
                    <a:pt x="109538" y="22860"/>
                    <a:pt x="104775" y="30480"/>
                  </a:cubicBezTo>
                  <a:cubicBezTo>
                    <a:pt x="111442" y="42863"/>
                    <a:pt x="120015" y="56198"/>
                    <a:pt x="129540" y="67628"/>
                  </a:cubicBezTo>
                  <a:cubicBezTo>
                    <a:pt x="146685" y="90488"/>
                    <a:pt x="163830" y="114300"/>
                    <a:pt x="165735" y="140970"/>
                  </a:cubicBezTo>
                  <a:cubicBezTo>
                    <a:pt x="168592" y="178118"/>
                    <a:pt x="158115" y="208598"/>
                    <a:pt x="135255" y="231458"/>
                  </a:cubicBezTo>
                  <a:cubicBezTo>
                    <a:pt x="107633" y="260033"/>
                    <a:pt x="61913" y="278130"/>
                    <a:pt x="0" y="284798"/>
                  </a:cubicBezTo>
                  <a:cubicBezTo>
                    <a:pt x="4763" y="284798"/>
                    <a:pt x="8572" y="284798"/>
                    <a:pt x="13335" y="284798"/>
                  </a:cubicBezTo>
                  <a:cubicBezTo>
                    <a:pt x="105727" y="284798"/>
                    <a:pt x="180975" y="263843"/>
                    <a:pt x="223838" y="225743"/>
                  </a:cubicBezTo>
                  <a:cubicBezTo>
                    <a:pt x="250508" y="201930"/>
                    <a:pt x="263842" y="173355"/>
                    <a:pt x="261938" y="140970"/>
                  </a:cubicBezTo>
                  <a:cubicBezTo>
                    <a:pt x="260985" y="119063"/>
                    <a:pt x="248602" y="101918"/>
                    <a:pt x="237172" y="84773"/>
                  </a:cubicBezTo>
                  <a:cubicBezTo>
                    <a:pt x="220980" y="61913"/>
                    <a:pt x="202883" y="36195"/>
                    <a:pt x="222885" y="953"/>
                  </a:cubicBezTo>
                  <a:cubicBezTo>
                    <a:pt x="216217" y="1905"/>
                    <a:pt x="204788" y="0"/>
                    <a:pt x="190500" y="0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423" name="Google Shape;1423;p13"/>
            <p:cNvSpPr/>
            <p:nvPr/>
          </p:nvSpPr>
          <p:spPr bwMode="auto">
            <a:xfrm>
              <a:off x="5940556" y="3035616"/>
              <a:ext cx="315693" cy="330517"/>
            </a:xfrm>
            <a:custGeom>
              <a:avLst/>
              <a:gdLst/>
              <a:ahLst/>
              <a:cxnLst/>
              <a:rect l="l" t="t" r="r" b="b"/>
              <a:pathLst>
                <a:path w="315693" h="330517" fill="norm" stroke="1" extrusionOk="0">
                  <a:moveTo>
                    <a:pt x="308793" y="260985"/>
                  </a:moveTo>
                  <a:cubicBezTo>
                    <a:pt x="314507" y="247650"/>
                    <a:pt x="316412" y="234315"/>
                    <a:pt x="315460" y="219075"/>
                  </a:cubicBezTo>
                  <a:cubicBezTo>
                    <a:pt x="313555" y="188595"/>
                    <a:pt x="290695" y="163830"/>
                    <a:pt x="265930" y="140017"/>
                  </a:cubicBezTo>
                  <a:cubicBezTo>
                    <a:pt x="257357" y="131445"/>
                    <a:pt x="212590" y="87630"/>
                    <a:pt x="196398" y="49530"/>
                  </a:cubicBezTo>
                  <a:lnTo>
                    <a:pt x="193540" y="43815"/>
                  </a:lnTo>
                  <a:cubicBezTo>
                    <a:pt x="183062" y="16192"/>
                    <a:pt x="175443" y="0"/>
                    <a:pt x="157345" y="0"/>
                  </a:cubicBezTo>
                  <a:cubicBezTo>
                    <a:pt x="140200" y="0"/>
                    <a:pt x="131628" y="18098"/>
                    <a:pt x="120198" y="45720"/>
                  </a:cubicBezTo>
                  <a:cubicBezTo>
                    <a:pt x="119245" y="46673"/>
                    <a:pt x="89718" y="102870"/>
                    <a:pt x="46855" y="143828"/>
                  </a:cubicBezTo>
                  <a:cubicBezTo>
                    <a:pt x="22090" y="166688"/>
                    <a:pt x="1135" y="190500"/>
                    <a:pt x="182" y="220028"/>
                  </a:cubicBezTo>
                  <a:cubicBezTo>
                    <a:pt x="-770" y="234315"/>
                    <a:pt x="2087" y="247650"/>
                    <a:pt x="6850" y="261938"/>
                  </a:cubicBezTo>
                  <a:cubicBezTo>
                    <a:pt x="24948" y="309563"/>
                    <a:pt x="94480" y="330517"/>
                    <a:pt x="155440" y="330517"/>
                  </a:cubicBezTo>
                  <a:lnTo>
                    <a:pt x="158298" y="330517"/>
                  </a:lnTo>
                  <a:lnTo>
                    <a:pt x="158298" y="330517"/>
                  </a:lnTo>
                  <a:lnTo>
                    <a:pt x="158298" y="330517"/>
                  </a:lnTo>
                  <a:lnTo>
                    <a:pt x="161155" y="330517"/>
                  </a:lnTo>
                  <a:cubicBezTo>
                    <a:pt x="221162" y="329565"/>
                    <a:pt x="290695" y="308610"/>
                    <a:pt x="308793" y="260985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424" name="Google Shape;1424;p13"/>
            <p:cNvSpPr/>
            <p:nvPr/>
          </p:nvSpPr>
          <p:spPr bwMode="auto">
            <a:xfrm>
              <a:off x="5809991" y="3058476"/>
              <a:ext cx="205999" cy="305752"/>
            </a:xfrm>
            <a:custGeom>
              <a:avLst/>
              <a:gdLst/>
              <a:ahLst/>
              <a:cxnLst/>
              <a:rect l="l" t="t" r="r" b="b"/>
              <a:pathLst>
                <a:path w="205999" h="305752" fill="norm" stroke="1" extrusionOk="0">
                  <a:moveTo>
                    <a:pt x="259" y="174307"/>
                  </a:moveTo>
                  <a:cubicBezTo>
                    <a:pt x="-1646" y="206692"/>
                    <a:pt x="6927" y="233363"/>
                    <a:pt x="26929" y="253365"/>
                  </a:cubicBezTo>
                  <a:cubicBezTo>
                    <a:pt x="56457" y="283845"/>
                    <a:pt x="113607" y="301942"/>
                    <a:pt x="191712" y="305752"/>
                  </a:cubicBezTo>
                  <a:cubicBezTo>
                    <a:pt x="165042" y="295275"/>
                    <a:pt x="135514" y="276225"/>
                    <a:pt x="123132" y="243840"/>
                  </a:cubicBezTo>
                  <a:cubicBezTo>
                    <a:pt x="117417" y="228600"/>
                    <a:pt x="114559" y="212407"/>
                    <a:pt x="115512" y="196215"/>
                  </a:cubicBezTo>
                  <a:cubicBezTo>
                    <a:pt x="117417" y="160020"/>
                    <a:pt x="142182" y="133350"/>
                    <a:pt x="169804" y="106680"/>
                  </a:cubicBezTo>
                  <a:cubicBezTo>
                    <a:pt x="182187" y="94297"/>
                    <a:pt x="195522" y="80010"/>
                    <a:pt x="205999" y="66675"/>
                  </a:cubicBezTo>
                  <a:cubicBezTo>
                    <a:pt x="205999" y="48577"/>
                    <a:pt x="177424" y="12382"/>
                    <a:pt x="143134" y="3810"/>
                  </a:cubicBezTo>
                  <a:cubicBezTo>
                    <a:pt x="133609" y="1905"/>
                    <a:pt x="124084" y="0"/>
                    <a:pt x="113607" y="0"/>
                  </a:cubicBezTo>
                  <a:cubicBezTo>
                    <a:pt x="90747" y="0"/>
                    <a:pt x="71697" y="5715"/>
                    <a:pt x="65982" y="11430"/>
                  </a:cubicBezTo>
                  <a:cubicBezTo>
                    <a:pt x="65982" y="11430"/>
                    <a:pt x="65029" y="12382"/>
                    <a:pt x="65029" y="12382"/>
                  </a:cubicBezTo>
                  <a:cubicBezTo>
                    <a:pt x="78364" y="48577"/>
                    <a:pt x="55504" y="79057"/>
                    <a:pt x="33597" y="109538"/>
                  </a:cubicBezTo>
                  <a:cubicBezTo>
                    <a:pt x="18357" y="130492"/>
                    <a:pt x="2164" y="152400"/>
                    <a:pt x="259" y="174307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425" name="Google Shape;1425;p13"/>
            <p:cNvSpPr/>
            <p:nvPr/>
          </p:nvSpPr>
          <p:spPr bwMode="auto">
            <a:xfrm>
              <a:off x="5698627" y="3091815"/>
              <a:ext cx="262116" cy="284797"/>
            </a:xfrm>
            <a:custGeom>
              <a:avLst/>
              <a:gdLst/>
              <a:ahLst/>
              <a:cxnLst/>
              <a:rect l="l" t="t" r="r" b="b"/>
              <a:pathLst>
                <a:path w="262116" h="284797" fill="norm" stroke="1" extrusionOk="0">
                  <a:moveTo>
                    <a:pt x="179" y="140970"/>
                  </a:moveTo>
                  <a:cubicBezTo>
                    <a:pt x="-1726" y="173355"/>
                    <a:pt x="11609" y="201930"/>
                    <a:pt x="38279" y="225742"/>
                  </a:cubicBezTo>
                  <a:cubicBezTo>
                    <a:pt x="81142" y="263842"/>
                    <a:pt x="156389" y="284797"/>
                    <a:pt x="248781" y="284797"/>
                  </a:cubicBezTo>
                  <a:cubicBezTo>
                    <a:pt x="253544" y="284797"/>
                    <a:pt x="257354" y="284797"/>
                    <a:pt x="262117" y="284797"/>
                  </a:cubicBezTo>
                  <a:cubicBezTo>
                    <a:pt x="199252" y="277177"/>
                    <a:pt x="154484" y="259080"/>
                    <a:pt x="126862" y="231457"/>
                  </a:cubicBezTo>
                  <a:cubicBezTo>
                    <a:pt x="104002" y="207645"/>
                    <a:pt x="93524" y="177165"/>
                    <a:pt x="96382" y="140970"/>
                  </a:cubicBezTo>
                  <a:cubicBezTo>
                    <a:pt x="98287" y="114300"/>
                    <a:pt x="115432" y="90488"/>
                    <a:pt x="132577" y="67627"/>
                  </a:cubicBezTo>
                  <a:cubicBezTo>
                    <a:pt x="142102" y="55245"/>
                    <a:pt x="150674" y="42863"/>
                    <a:pt x="157342" y="30480"/>
                  </a:cubicBezTo>
                  <a:cubicBezTo>
                    <a:pt x="152579" y="21907"/>
                    <a:pt x="140197" y="14288"/>
                    <a:pt x="119242" y="7620"/>
                  </a:cubicBezTo>
                  <a:cubicBezTo>
                    <a:pt x="102097" y="1905"/>
                    <a:pt x="83047" y="0"/>
                    <a:pt x="71617" y="0"/>
                  </a:cubicBezTo>
                  <a:cubicBezTo>
                    <a:pt x="57329" y="0"/>
                    <a:pt x="45899" y="1905"/>
                    <a:pt x="40184" y="3810"/>
                  </a:cubicBezTo>
                  <a:cubicBezTo>
                    <a:pt x="61139" y="39052"/>
                    <a:pt x="42089" y="64770"/>
                    <a:pt x="25897" y="87630"/>
                  </a:cubicBezTo>
                  <a:cubicBezTo>
                    <a:pt x="13514" y="101917"/>
                    <a:pt x="2084" y="119063"/>
                    <a:pt x="179" y="140970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426" name="Google Shape;1426;p13"/>
            <p:cNvSpPr/>
            <p:nvPr/>
          </p:nvSpPr>
          <p:spPr bwMode="auto">
            <a:xfrm>
              <a:off x="5791200" y="3389944"/>
              <a:ext cx="150495" cy="61912"/>
            </a:xfrm>
            <a:custGeom>
              <a:avLst/>
              <a:gdLst/>
              <a:ahLst/>
              <a:cxnLst/>
              <a:rect l="l" t="t" r="r" b="b"/>
              <a:pathLst>
                <a:path w="150495" h="61912" fill="norm" stroke="1" extrusionOk="0">
                  <a:moveTo>
                    <a:pt x="122873" y="25718"/>
                  </a:moveTo>
                  <a:cubicBezTo>
                    <a:pt x="126683" y="23813"/>
                    <a:pt x="129540" y="21908"/>
                    <a:pt x="131445" y="20003"/>
                  </a:cubicBezTo>
                  <a:cubicBezTo>
                    <a:pt x="137160" y="16193"/>
                    <a:pt x="140970" y="12383"/>
                    <a:pt x="144780" y="8573"/>
                  </a:cubicBezTo>
                  <a:cubicBezTo>
                    <a:pt x="146685" y="6668"/>
                    <a:pt x="148590" y="4763"/>
                    <a:pt x="150495" y="2858"/>
                  </a:cubicBezTo>
                  <a:cubicBezTo>
                    <a:pt x="132398" y="2858"/>
                    <a:pt x="115252" y="1905"/>
                    <a:pt x="98108" y="0"/>
                  </a:cubicBezTo>
                  <a:lnTo>
                    <a:pt x="98108" y="0"/>
                  </a:lnTo>
                  <a:cubicBezTo>
                    <a:pt x="96202" y="0"/>
                    <a:pt x="95250" y="953"/>
                    <a:pt x="94298" y="1905"/>
                  </a:cubicBezTo>
                  <a:cubicBezTo>
                    <a:pt x="92392" y="3810"/>
                    <a:pt x="89535" y="5715"/>
                    <a:pt x="87630" y="7620"/>
                  </a:cubicBezTo>
                  <a:cubicBezTo>
                    <a:pt x="73342" y="20003"/>
                    <a:pt x="49530" y="40005"/>
                    <a:pt x="1905" y="40005"/>
                  </a:cubicBezTo>
                  <a:lnTo>
                    <a:pt x="0" y="40005"/>
                  </a:lnTo>
                  <a:cubicBezTo>
                    <a:pt x="16192" y="48578"/>
                    <a:pt x="53340" y="60960"/>
                    <a:pt x="92392" y="61913"/>
                  </a:cubicBezTo>
                  <a:lnTo>
                    <a:pt x="92392" y="61913"/>
                  </a:lnTo>
                  <a:cubicBezTo>
                    <a:pt x="96202" y="61913"/>
                    <a:pt x="97155" y="60960"/>
                    <a:pt x="97155" y="59055"/>
                  </a:cubicBezTo>
                  <a:cubicBezTo>
                    <a:pt x="97155" y="56198"/>
                    <a:pt x="97155" y="54293"/>
                    <a:pt x="97155" y="52388"/>
                  </a:cubicBezTo>
                  <a:cubicBezTo>
                    <a:pt x="100013" y="40005"/>
                    <a:pt x="110490" y="33338"/>
                    <a:pt x="122873" y="25718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427" name="Google Shape;1427;p13"/>
            <p:cNvSpPr/>
            <p:nvPr/>
          </p:nvSpPr>
          <p:spPr bwMode="auto">
            <a:xfrm>
              <a:off x="5904547" y="3388996"/>
              <a:ext cx="103822" cy="80962"/>
            </a:xfrm>
            <a:custGeom>
              <a:avLst/>
              <a:gdLst/>
              <a:ahLst/>
              <a:cxnLst/>
              <a:rect l="l" t="t" r="r" b="b"/>
              <a:pathLst>
                <a:path w="103822" h="80962" fill="norm" stroke="1" extrusionOk="0">
                  <a:moveTo>
                    <a:pt x="68580" y="80963"/>
                  </a:moveTo>
                  <a:cubicBezTo>
                    <a:pt x="78105" y="80963"/>
                    <a:pt x="87630" y="80010"/>
                    <a:pt x="94298" y="77152"/>
                  </a:cubicBezTo>
                  <a:cubicBezTo>
                    <a:pt x="99060" y="75247"/>
                    <a:pt x="102870" y="73342"/>
                    <a:pt x="103823" y="71438"/>
                  </a:cubicBezTo>
                  <a:cubicBezTo>
                    <a:pt x="101918" y="69533"/>
                    <a:pt x="100965" y="67627"/>
                    <a:pt x="99060" y="65722"/>
                  </a:cubicBezTo>
                  <a:cubicBezTo>
                    <a:pt x="88582" y="48577"/>
                    <a:pt x="81915" y="21908"/>
                    <a:pt x="101918" y="952"/>
                  </a:cubicBezTo>
                  <a:cubicBezTo>
                    <a:pt x="101918" y="952"/>
                    <a:pt x="101918" y="952"/>
                    <a:pt x="102870" y="0"/>
                  </a:cubicBezTo>
                  <a:cubicBezTo>
                    <a:pt x="97155" y="952"/>
                    <a:pt x="90487" y="952"/>
                    <a:pt x="84773" y="952"/>
                  </a:cubicBezTo>
                  <a:cubicBezTo>
                    <a:pt x="55245" y="4763"/>
                    <a:pt x="49530" y="10477"/>
                    <a:pt x="42862" y="19050"/>
                  </a:cubicBezTo>
                  <a:cubicBezTo>
                    <a:pt x="39052" y="22860"/>
                    <a:pt x="34290" y="27622"/>
                    <a:pt x="27623" y="33338"/>
                  </a:cubicBezTo>
                  <a:cubicBezTo>
                    <a:pt x="24765" y="35242"/>
                    <a:pt x="21907" y="37147"/>
                    <a:pt x="19050" y="39052"/>
                  </a:cubicBezTo>
                  <a:cubicBezTo>
                    <a:pt x="9525" y="44767"/>
                    <a:pt x="952" y="50483"/>
                    <a:pt x="0" y="55245"/>
                  </a:cubicBezTo>
                  <a:cubicBezTo>
                    <a:pt x="0" y="57150"/>
                    <a:pt x="0" y="58102"/>
                    <a:pt x="1905" y="60960"/>
                  </a:cubicBezTo>
                  <a:cubicBezTo>
                    <a:pt x="8573" y="71438"/>
                    <a:pt x="39052" y="80963"/>
                    <a:pt x="68580" y="80963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428" name="Google Shape;1428;p13"/>
            <p:cNvSpPr/>
            <p:nvPr/>
          </p:nvSpPr>
          <p:spPr bwMode="auto">
            <a:xfrm>
              <a:off x="6010119" y="3382326"/>
              <a:ext cx="179377" cy="129539"/>
            </a:xfrm>
            <a:custGeom>
              <a:avLst/>
              <a:gdLst/>
              <a:ahLst/>
              <a:cxnLst/>
              <a:rect l="l" t="t" r="r" b="b"/>
              <a:pathLst>
                <a:path w="179377" h="129539" fill="norm" stroke="1" extrusionOk="0">
                  <a:moveTo>
                    <a:pt x="88736" y="0"/>
                  </a:moveTo>
                  <a:lnTo>
                    <a:pt x="88736" y="0"/>
                  </a:lnTo>
                  <a:lnTo>
                    <a:pt x="87784" y="0"/>
                  </a:lnTo>
                  <a:cubicBezTo>
                    <a:pt x="44921" y="0"/>
                    <a:pt x="20156" y="5715"/>
                    <a:pt x="8726" y="19050"/>
                  </a:cubicBezTo>
                  <a:cubicBezTo>
                    <a:pt x="-4609" y="33338"/>
                    <a:pt x="-799" y="52388"/>
                    <a:pt x="7774" y="64770"/>
                  </a:cubicBezTo>
                  <a:cubicBezTo>
                    <a:pt x="9679" y="67627"/>
                    <a:pt x="11584" y="70485"/>
                    <a:pt x="14441" y="72390"/>
                  </a:cubicBezTo>
                  <a:lnTo>
                    <a:pt x="16346" y="74295"/>
                  </a:lnTo>
                  <a:cubicBezTo>
                    <a:pt x="23014" y="79057"/>
                    <a:pt x="30634" y="81915"/>
                    <a:pt x="38254" y="84772"/>
                  </a:cubicBezTo>
                  <a:cubicBezTo>
                    <a:pt x="56351" y="91440"/>
                    <a:pt x="76354" y="99060"/>
                    <a:pt x="89689" y="129540"/>
                  </a:cubicBezTo>
                  <a:cubicBezTo>
                    <a:pt x="103024" y="98107"/>
                    <a:pt x="123026" y="91440"/>
                    <a:pt x="141124" y="84772"/>
                  </a:cubicBezTo>
                  <a:cubicBezTo>
                    <a:pt x="148744" y="81915"/>
                    <a:pt x="156364" y="79057"/>
                    <a:pt x="163031" y="74295"/>
                  </a:cubicBezTo>
                  <a:lnTo>
                    <a:pt x="164936" y="72390"/>
                  </a:lnTo>
                  <a:cubicBezTo>
                    <a:pt x="167794" y="70485"/>
                    <a:pt x="169699" y="67627"/>
                    <a:pt x="171604" y="64770"/>
                  </a:cubicBezTo>
                  <a:cubicBezTo>
                    <a:pt x="180176" y="52388"/>
                    <a:pt x="183986" y="33338"/>
                    <a:pt x="170651" y="19050"/>
                  </a:cubicBezTo>
                  <a:cubicBezTo>
                    <a:pt x="157316" y="5715"/>
                    <a:pt x="131599" y="0"/>
                    <a:pt x="88736" y="0"/>
                  </a:cubicBezTo>
                  <a:lnTo>
                    <a:pt x="88736" y="0"/>
                  </a:ln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429" name="Google Shape;1429;p13"/>
            <p:cNvSpPr/>
            <p:nvPr/>
          </p:nvSpPr>
          <p:spPr bwMode="auto">
            <a:xfrm>
              <a:off x="6188393" y="3388996"/>
              <a:ext cx="104775" cy="81913"/>
            </a:xfrm>
            <a:custGeom>
              <a:avLst/>
              <a:gdLst/>
              <a:ahLst/>
              <a:cxnLst/>
              <a:rect l="l" t="t" r="r" b="b"/>
              <a:pathLst>
                <a:path w="104775" h="81914" fill="norm" stroke="1" extrusionOk="0">
                  <a:moveTo>
                    <a:pt x="0" y="72390"/>
                  </a:moveTo>
                  <a:cubicBezTo>
                    <a:pt x="1905" y="74295"/>
                    <a:pt x="4763" y="77152"/>
                    <a:pt x="9525" y="78105"/>
                  </a:cubicBezTo>
                  <a:cubicBezTo>
                    <a:pt x="16192" y="80010"/>
                    <a:pt x="24765" y="81915"/>
                    <a:pt x="35242" y="81915"/>
                  </a:cubicBezTo>
                  <a:cubicBezTo>
                    <a:pt x="64770" y="81915"/>
                    <a:pt x="95250" y="72390"/>
                    <a:pt x="102870" y="60960"/>
                  </a:cubicBezTo>
                  <a:cubicBezTo>
                    <a:pt x="104775" y="59055"/>
                    <a:pt x="104775" y="57150"/>
                    <a:pt x="104775" y="55245"/>
                  </a:cubicBezTo>
                  <a:cubicBezTo>
                    <a:pt x="103823" y="50483"/>
                    <a:pt x="95250" y="44767"/>
                    <a:pt x="85725" y="39052"/>
                  </a:cubicBezTo>
                  <a:cubicBezTo>
                    <a:pt x="82867" y="37147"/>
                    <a:pt x="80010" y="35242"/>
                    <a:pt x="77153" y="33338"/>
                  </a:cubicBezTo>
                  <a:cubicBezTo>
                    <a:pt x="69533" y="28575"/>
                    <a:pt x="65723" y="23813"/>
                    <a:pt x="61913" y="19050"/>
                  </a:cubicBezTo>
                  <a:cubicBezTo>
                    <a:pt x="54292" y="11430"/>
                    <a:pt x="48578" y="4763"/>
                    <a:pt x="20003" y="952"/>
                  </a:cubicBezTo>
                  <a:cubicBezTo>
                    <a:pt x="14288" y="952"/>
                    <a:pt x="8573" y="0"/>
                    <a:pt x="1905" y="0"/>
                  </a:cubicBezTo>
                  <a:cubicBezTo>
                    <a:pt x="1905" y="0"/>
                    <a:pt x="1905" y="0"/>
                    <a:pt x="2858" y="952"/>
                  </a:cubicBezTo>
                  <a:cubicBezTo>
                    <a:pt x="21908" y="21908"/>
                    <a:pt x="16192" y="49530"/>
                    <a:pt x="5715" y="65722"/>
                  </a:cubicBezTo>
                  <a:cubicBezTo>
                    <a:pt x="3810" y="67627"/>
                    <a:pt x="1905" y="70485"/>
                    <a:pt x="0" y="72390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430" name="Google Shape;1430;p13"/>
            <p:cNvSpPr/>
            <p:nvPr/>
          </p:nvSpPr>
          <p:spPr bwMode="auto">
            <a:xfrm>
              <a:off x="6255066" y="3388042"/>
              <a:ext cx="150495" cy="61912"/>
            </a:xfrm>
            <a:custGeom>
              <a:avLst/>
              <a:gdLst/>
              <a:ahLst/>
              <a:cxnLst/>
              <a:rect l="l" t="t" r="r" b="b"/>
              <a:pathLst>
                <a:path w="150495" h="61912" fill="norm" stroke="1" extrusionOk="0">
                  <a:moveTo>
                    <a:pt x="58103" y="61913"/>
                  </a:moveTo>
                  <a:lnTo>
                    <a:pt x="58103" y="61913"/>
                  </a:lnTo>
                  <a:cubicBezTo>
                    <a:pt x="97155" y="61913"/>
                    <a:pt x="135255" y="49530"/>
                    <a:pt x="150495" y="40005"/>
                  </a:cubicBezTo>
                  <a:lnTo>
                    <a:pt x="148590" y="40005"/>
                  </a:lnTo>
                  <a:cubicBezTo>
                    <a:pt x="100965" y="40005"/>
                    <a:pt x="77153" y="20003"/>
                    <a:pt x="62865" y="7620"/>
                  </a:cubicBezTo>
                  <a:cubicBezTo>
                    <a:pt x="60960" y="5715"/>
                    <a:pt x="58103" y="3810"/>
                    <a:pt x="56198" y="1905"/>
                  </a:cubicBezTo>
                  <a:cubicBezTo>
                    <a:pt x="55245" y="953"/>
                    <a:pt x="54292" y="953"/>
                    <a:pt x="52388" y="0"/>
                  </a:cubicBezTo>
                  <a:lnTo>
                    <a:pt x="52388" y="0"/>
                  </a:lnTo>
                  <a:cubicBezTo>
                    <a:pt x="35242" y="1905"/>
                    <a:pt x="17145" y="2858"/>
                    <a:pt x="0" y="2858"/>
                  </a:cubicBezTo>
                  <a:cubicBezTo>
                    <a:pt x="1905" y="4763"/>
                    <a:pt x="3810" y="6667"/>
                    <a:pt x="5715" y="8573"/>
                  </a:cubicBezTo>
                  <a:cubicBezTo>
                    <a:pt x="9525" y="12383"/>
                    <a:pt x="12383" y="16192"/>
                    <a:pt x="19050" y="20003"/>
                  </a:cubicBezTo>
                  <a:cubicBezTo>
                    <a:pt x="21908" y="21908"/>
                    <a:pt x="24765" y="23813"/>
                    <a:pt x="27623" y="25717"/>
                  </a:cubicBezTo>
                  <a:cubicBezTo>
                    <a:pt x="40005" y="33338"/>
                    <a:pt x="50483" y="40005"/>
                    <a:pt x="52388" y="51435"/>
                  </a:cubicBezTo>
                  <a:cubicBezTo>
                    <a:pt x="52388" y="53340"/>
                    <a:pt x="53340" y="56198"/>
                    <a:pt x="52388" y="58103"/>
                  </a:cubicBezTo>
                  <a:cubicBezTo>
                    <a:pt x="53340" y="60960"/>
                    <a:pt x="54292" y="61913"/>
                    <a:pt x="58103" y="61913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431" name="Google Shape;1431;p13"/>
            <p:cNvSpPr/>
            <p:nvPr/>
          </p:nvSpPr>
          <p:spPr bwMode="auto">
            <a:xfrm>
              <a:off x="5622573" y="3664502"/>
              <a:ext cx="433339" cy="150232"/>
            </a:xfrm>
            <a:custGeom>
              <a:avLst/>
              <a:gdLst/>
              <a:ahLst/>
              <a:cxnLst/>
              <a:rect l="l" t="t" r="r" b="b"/>
              <a:pathLst>
                <a:path w="433339" h="150232" fill="norm" stroke="1" extrusionOk="0">
                  <a:moveTo>
                    <a:pt x="281020" y="82629"/>
                  </a:moveTo>
                  <a:cubicBezTo>
                    <a:pt x="285782" y="84534"/>
                    <a:pt x="349600" y="103584"/>
                    <a:pt x="361982" y="104537"/>
                  </a:cubicBezTo>
                  <a:cubicBezTo>
                    <a:pt x="382937" y="107394"/>
                    <a:pt x="404845" y="106442"/>
                    <a:pt x="421037" y="92154"/>
                  </a:cubicBezTo>
                  <a:cubicBezTo>
                    <a:pt x="421990" y="91202"/>
                    <a:pt x="422942" y="90249"/>
                    <a:pt x="424847" y="89297"/>
                  </a:cubicBezTo>
                  <a:cubicBezTo>
                    <a:pt x="427705" y="85487"/>
                    <a:pt x="430562" y="82629"/>
                    <a:pt x="431515" y="78819"/>
                  </a:cubicBezTo>
                  <a:cubicBezTo>
                    <a:pt x="440087" y="56912"/>
                    <a:pt x="419132" y="30242"/>
                    <a:pt x="354362" y="15002"/>
                  </a:cubicBezTo>
                  <a:cubicBezTo>
                    <a:pt x="274352" y="-4048"/>
                    <a:pt x="153385" y="-6906"/>
                    <a:pt x="67660" y="17859"/>
                  </a:cubicBezTo>
                  <a:cubicBezTo>
                    <a:pt x="19082" y="32147"/>
                    <a:pt x="-920" y="52149"/>
                    <a:pt x="32" y="72152"/>
                  </a:cubicBezTo>
                  <a:cubicBezTo>
                    <a:pt x="32" y="77867"/>
                    <a:pt x="1937" y="82629"/>
                    <a:pt x="4795" y="88344"/>
                  </a:cubicBezTo>
                  <a:lnTo>
                    <a:pt x="4795" y="88344"/>
                  </a:lnTo>
                  <a:cubicBezTo>
                    <a:pt x="10510" y="97869"/>
                    <a:pt x="20035" y="107394"/>
                    <a:pt x="33370" y="115014"/>
                  </a:cubicBezTo>
                  <a:cubicBezTo>
                    <a:pt x="40037" y="118824"/>
                    <a:pt x="46705" y="122634"/>
                    <a:pt x="55277" y="125492"/>
                  </a:cubicBezTo>
                  <a:lnTo>
                    <a:pt x="55277" y="125492"/>
                  </a:lnTo>
                  <a:cubicBezTo>
                    <a:pt x="69565" y="131207"/>
                    <a:pt x="84805" y="135969"/>
                    <a:pt x="102902" y="138827"/>
                  </a:cubicBezTo>
                  <a:cubicBezTo>
                    <a:pt x="150527" y="148352"/>
                    <a:pt x="208630" y="152162"/>
                    <a:pt x="258160" y="149304"/>
                  </a:cubicBezTo>
                  <a:cubicBezTo>
                    <a:pt x="330550" y="145494"/>
                    <a:pt x="324835" y="123587"/>
                    <a:pt x="309595" y="114062"/>
                  </a:cubicBezTo>
                  <a:cubicBezTo>
                    <a:pt x="305785" y="112157"/>
                    <a:pt x="287687" y="102632"/>
                    <a:pt x="275305" y="93107"/>
                  </a:cubicBezTo>
                  <a:cubicBezTo>
                    <a:pt x="264827" y="86439"/>
                    <a:pt x="271495" y="78819"/>
                    <a:pt x="281020" y="82629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432" name="Google Shape;1432;p13"/>
            <p:cNvSpPr/>
            <p:nvPr/>
          </p:nvSpPr>
          <p:spPr bwMode="auto">
            <a:xfrm>
              <a:off x="5892166" y="3782374"/>
              <a:ext cx="786764" cy="50482"/>
            </a:xfrm>
            <a:custGeom>
              <a:avLst/>
              <a:gdLst/>
              <a:ahLst/>
              <a:cxnLst/>
              <a:rect l="l" t="t" r="r" b="b"/>
              <a:pathLst>
                <a:path w="786764" h="50482" fill="norm" stroke="1" extrusionOk="0">
                  <a:moveTo>
                    <a:pt x="64770" y="0"/>
                  </a:moveTo>
                  <a:cubicBezTo>
                    <a:pt x="65723" y="952"/>
                    <a:pt x="65723" y="2857"/>
                    <a:pt x="65723" y="4763"/>
                  </a:cubicBezTo>
                  <a:cubicBezTo>
                    <a:pt x="66675" y="8572"/>
                    <a:pt x="66675" y="13335"/>
                    <a:pt x="65723" y="17145"/>
                  </a:cubicBezTo>
                  <a:cubicBezTo>
                    <a:pt x="60007" y="40957"/>
                    <a:pt x="28575" y="47625"/>
                    <a:pt x="0" y="50482"/>
                  </a:cubicBezTo>
                  <a:lnTo>
                    <a:pt x="725805" y="50482"/>
                  </a:lnTo>
                  <a:cubicBezTo>
                    <a:pt x="746760" y="36195"/>
                    <a:pt x="766763" y="20955"/>
                    <a:pt x="786765" y="4763"/>
                  </a:cubicBezTo>
                  <a:lnTo>
                    <a:pt x="81915" y="4763"/>
                  </a:lnTo>
                  <a:cubicBezTo>
                    <a:pt x="78105" y="2857"/>
                    <a:pt x="72390" y="1905"/>
                    <a:pt x="64770" y="0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433" name="Google Shape;1433;p13"/>
            <p:cNvSpPr/>
            <p:nvPr/>
          </p:nvSpPr>
          <p:spPr bwMode="auto">
            <a:xfrm>
              <a:off x="5514024" y="3787137"/>
              <a:ext cx="279082" cy="45719"/>
            </a:xfrm>
            <a:custGeom>
              <a:avLst/>
              <a:gdLst/>
              <a:ahLst/>
              <a:cxnLst/>
              <a:rect l="l" t="t" r="r" b="b"/>
              <a:pathLst>
                <a:path w="279082" h="45719" fill="norm" stroke="1" extrusionOk="0">
                  <a:moveTo>
                    <a:pt x="206692" y="35242"/>
                  </a:moveTo>
                  <a:cubicBezTo>
                    <a:pt x="187642" y="31432"/>
                    <a:pt x="171450" y="26670"/>
                    <a:pt x="157163" y="20955"/>
                  </a:cubicBezTo>
                  <a:lnTo>
                    <a:pt x="156210" y="20955"/>
                  </a:lnTo>
                  <a:lnTo>
                    <a:pt x="155257" y="20955"/>
                  </a:lnTo>
                  <a:cubicBezTo>
                    <a:pt x="146685" y="17145"/>
                    <a:pt x="139065" y="13335"/>
                    <a:pt x="131445" y="9525"/>
                  </a:cubicBezTo>
                  <a:cubicBezTo>
                    <a:pt x="126682" y="6667"/>
                    <a:pt x="121920" y="3810"/>
                    <a:pt x="118110" y="0"/>
                  </a:cubicBezTo>
                  <a:lnTo>
                    <a:pt x="0" y="0"/>
                  </a:lnTo>
                  <a:cubicBezTo>
                    <a:pt x="20002" y="16192"/>
                    <a:pt x="40005" y="31432"/>
                    <a:pt x="60960" y="45720"/>
                  </a:cubicBezTo>
                  <a:lnTo>
                    <a:pt x="279082" y="45720"/>
                  </a:lnTo>
                  <a:cubicBezTo>
                    <a:pt x="253365" y="42863"/>
                    <a:pt x="228600" y="40005"/>
                    <a:pt x="206692" y="35242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434" name="Google Shape;1434;p13"/>
            <p:cNvSpPr/>
            <p:nvPr/>
          </p:nvSpPr>
          <p:spPr bwMode="auto">
            <a:xfrm>
              <a:off x="5295902" y="3529966"/>
              <a:ext cx="984884" cy="45719"/>
            </a:xfrm>
            <a:custGeom>
              <a:avLst/>
              <a:gdLst/>
              <a:ahLst/>
              <a:cxnLst/>
              <a:rect l="l" t="t" r="r" b="b"/>
              <a:pathLst>
                <a:path w="984884" h="45719" fill="norm" stroke="1" extrusionOk="0">
                  <a:moveTo>
                    <a:pt x="950595" y="44767"/>
                  </a:moveTo>
                  <a:cubicBezTo>
                    <a:pt x="947738" y="36195"/>
                    <a:pt x="948690" y="26670"/>
                    <a:pt x="953453" y="19050"/>
                  </a:cubicBezTo>
                  <a:cubicBezTo>
                    <a:pt x="956310" y="14288"/>
                    <a:pt x="960120" y="11430"/>
                    <a:pt x="966788" y="7620"/>
                  </a:cubicBezTo>
                  <a:cubicBezTo>
                    <a:pt x="971550" y="4763"/>
                    <a:pt x="978218" y="2857"/>
                    <a:pt x="984885" y="0"/>
                  </a:cubicBezTo>
                  <a:lnTo>
                    <a:pt x="0" y="0"/>
                  </a:lnTo>
                  <a:cubicBezTo>
                    <a:pt x="8573" y="15240"/>
                    <a:pt x="18098" y="30480"/>
                    <a:pt x="28575" y="45720"/>
                  </a:cubicBezTo>
                  <a:lnTo>
                    <a:pt x="951547" y="45720"/>
                  </a:lnTo>
                  <a:cubicBezTo>
                    <a:pt x="950595" y="45720"/>
                    <a:pt x="950595" y="45720"/>
                    <a:pt x="950595" y="44767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435" name="Google Shape;1435;p13"/>
            <p:cNvSpPr/>
            <p:nvPr/>
          </p:nvSpPr>
          <p:spPr bwMode="auto">
            <a:xfrm>
              <a:off x="6517960" y="3529966"/>
              <a:ext cx="381000" cy="45719"/>
            </a:xfrm>
            <a:custGeom>
              <a:avLst/>
              <a:gdLst/>
              <a:ahLst/>
              <a:cxnLst/>
              <a:rect l="l" t="t" r="r" b="b"/>
              <a:pathLst>
                <a:path w="381000" h="45719" fill="norm" stroke="1" extrusionOk="0">
                  <a:moveTo>
                    <a:pt x="74295" y="15240"/>
                  </a:moveTo>
                  <a:cubicBezTo>
                    <a:pt x="111442" y="24765"/>
                    <a:pt x="139065" y="35242"/>
                    <a:pt x="159067" y="45720"/>
                  </a:cubicBezTo>
                  <a:lnTo>
                    <a:pt x="352425" y="45720"/>
                  </a:lnTo>
                  <a:cubicBezTo>
                    <a:pt x="361950" y="30480"/>
                    <a:pt x="371475" y="15240"/>
                    <a:pt x="381000" y="0"/>
                  </a:cubicBezTo>
                  <a:lnTo>
                    <a:pt x="0" y="0"/>
                  </a:lnTo>
                  <a:cubicBezTo>
                    <a:pt x="25717" y="4763"/>
                    <a:pt x="51435" y="9525"/>
                    <a:pt x="74295" y="15240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436" name="Google Shape;1436;p13"/>
            <p:cNvSpPr/>
            <p:nvPr/>
          </p:nvSpPr>
          <p:spPr bwMode="auto">
            <a:xfrm>
              <a:off x="6681789" y="3615689"/>
              <a:ext cx="161925" cy="45719"/>
            </a:xfrm>
            <a:custGeom>
              <a:avLst/>
              <a:gdLst/>
              <a:ahLst/>
              <a:cxnLst/>
              <a:rect l="l" t="t" r="r" b="b"/>
              <a:pathLst>
                <a:path w="161925" h="45719" fill="norm" stroke="1" extrusionOk="0">
                  <a:moveTo>
                    <a:pt x="28575" y="7620"/>
                  </a:moveTo>
                  <a:cubicBezTo>
                    <a:pt x="27622" y="17145"/>
                    <a:pt x="21908" y="26670"/>
                    <a:pt x="13335" y="35242"/>
                  </a:cubicBezTo>
                  <a:lnTo>
                    <a:pt x="10478" y="38100"/>
                  </a:lnTo>
                  <a:cubicBezTo>
                    <a:pt x="7620" y="40957"/>
                    <a:pt x="3810" y="43815"/>
                    <a:pt x="0" y="45720"/>
                  </a:cubicBezTo>
                  <a:lnTo>
                    <a:pt x="125730" y="45720"/>
                  </a:lnTo>
                  <a:cubicBezTo>
                    <a:pt x="138113" y="30480"/>
                    <a:pt x="150495" y="16192"/>
                    <a:pt x="161925" y="0"/>
                  </a:cubicBezTo>
                  <a:lnTo>
                    <a:pt x="29528" y="0"/>
                  </a:lnTo>
                  <a:cubicBezTo>
                    <a:pt x="28575" y="2857"/>
                    <a:pt x="28575" y="4763"/>
                    <a:pt x="28575" y="7620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437" name="Google Shape;1437;p13"/>
            <p:cNvSpPr/>
            <p:nvPr/>
          </p:nvSpPr>
          <p:spPr bwMode="auto">
            <a:xfrm>
              <a:off x="5352096" y="3615689"/>
              <a:ext cx="815339" cy="45719"/>
            </a:xfrm>
            <a:custGeom>
              <a:avLst/>
              <a:gdLst/>
              <a:ahLst/>
              <a:cxnLst/>
              <a:rect l="l" t="t" r="r" b="b"/>
              <a:pathLst>
                <a:path w="815339" h="45719" fill="norm" stroke="1" extrusionOk="0">
                  <a:moveTo>
                    <a:pt x="344805" y="45720"/>
                  </a:moveTo>
                  <a:cubicBezTo>
                    <a:pt x="384810" y="35242"/>
                    <a:pt x="432435" y="30480"/>
                    <a:pt x="483870" y="30480"/>
                  </a:cubicBezTo>
                  <a:cubicBezTo>
                    <a:pt x="535305" y="30480"/>
                    <a:pt x="587693" y="36195"/>
                    <a:pt x="628650" y="45720"/>
                  </a:cubicBezTo>
                  <a:lnTo>
                    <a:pt x="805815" y="45720"/>
                  </a:lnTo>
                  <a:cubicBezTo>
                    <a:pt x="802005" y="35242"/>
                    <a:pt x="802957" y="26670"/>
                    <a:pt x="803910" y="20955"/>
                  </a:cubicBezTo>
                  <a:cubicBezTo>
                    <a:pt x="805815" y="12382"/>
                    <a:pt x="809625" y="5715"/>
                    <a:pt x="815340" y="0"/>
                  </a:cubicBezTo>
                  <a:lnTo>
                    <a:pt x="0" y="0"/>
                  </a:lnTo>
                  <a:cubicBezTo>
                    <a:pt x="11430" y="15240"/>
                    <a:pt x="23813" y="30480"/>
                    <a:pt x="36195" y="45720"/>
                  </a:cubicBezTo>
                  <a:lnTo>
                    <a:pt x="344805" y="45720"/>
                  </a:ln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438" name="Google Shape;1438;p13"/>
            <p:cNvSpPr/>
            <p:nvPr/>
          </p:nvSpPr>
          <p:spPr bwMode="auto">
            <a:xfrm>
              <a:off x="5422584" y="3701413"/>
              <a:ext cx="196214" cy="45719"/>
            </a:xfrm>
            <a:custGeom>
              <a:avLst/>
              <a:gdLst/>
              <a:ahLst/>
              <a:cxnLst/>
              <a:rect l="l" t="t" r="r" b="b"/>
              <a:pathLst>
                <a:path w="196214" h="45719" fill="norm" stroke="1" extrusionOk="0">
                  <a:moveTo>
                    <a:pt x="181927" y="36195"/>
                  </a:moveTo>
                  <a:cubicBezTo>
                    <a:pt x="181927" y="25717"/>
                    <a:pt x="184785" y="12382"/>
                    <a:pt x="196215" y="0"/>
                  </a:cubicBezTo>
                  <a:lnTo>
                    <a:pt x="0" y="0"/>
                  </a:lnTo>
                  <a:cubicBezTo>
                    <a:pt x="14288" y="15240"/>
                    <a:pt x="30480" y="30480"/>
                    <a:pt x="45720" y="45720"/>
                  </a:cubicBezTo>
                  <a:lnTo>
                    <a:pt x="182880" y="45720"/>
                  </a:lnTo>
                  <a:cubicBezTo>
                    <a:pt x="181927" y="41910"/>
                    <a:pt x="181927" y="39052"/>
                    <a:pt x="181927" y="36195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439" name="Google Shape;1439;p13"/>
            <p:cNvSpPr/>
            <p:nvPr/>
          </p:nvSpPr>
          <p:spPr bwMode="auto">
            <a:xfrm>
              <a:off x="6060758" y="3701413"/>
              <a:ext cx="711517" cy="45719"/>
            </a:xfrm>
            <a:custGeom>
              <a:avLst/>
              <a:gdLst/>
              <a:ahLst/>
              <a:cxnLst/>
              <a:rect l="l" t="t" r="r" b="b"/>
              <a:pathLst>
                <a:path w="711517" h="45719" fill="norm" stroke="1" extrusionOk="0">
                  <a:moveTo>
                    <a:pt x="472440" y="14288"/>
                  </a:moveTo>
                  <a:lnTo>
                    <a:pt x="465772" y="15240"/>
                  </a:lnTo>
                  <a:cubicBezTo>
                    <a:pt x="410527" y="26670"/>
                    <a:pt x="353377" y="32385"/>
                    <a:pt x="300038" y="32385"/>
                  </a:cubicBezTo>
                  <a:cubicBezTo>
                    <a:pt x="246697" y="32385"/>
                    <a:pt x="179070" y="26670"/>
                    <a:pt x="135255" y="0"/>
                  </a:cubicBezTo>
                  <a:lnTo>
                    <a:pt x="0" y="0"/>
                  </a:lnTo>
                  <a:cubicBezTo>
                    <a:pt x="2858" y="3810"/>
                    <a:pt x="6667" y="7620"/>
                    <a:pt x="8572" y="11430"/>
                  </a:cubicBezTo>
                  <a:cubicBezTo>
                    <a:pt x="14288" y="21907"/>
                    <a:pt x="15240" y="34290"/>
                    <a:pt x="12383" y="45720"/>
                  </a:cubicBezTo>
                  <a:lnTo>
                    <a:pt x="665797" y="45720"/>
                  </a:lnTo>
                  <a:cubicBezTo>
                    <a:pt x="681990" y="31432"/>
                    <a:pt x="697230" y="16192"/>
                    <a:pt x="711518" y="0"/>
                  </a:cubicBezTo>
                  <a:lnTo>
                    <a:pt x="529590" y="0"/>
                  </a:lnTo>
                  <a:cubicBezTo>
                    <a:pt x="510540" y="4763"/>
                    <a:pt x="492442" y="9525"/>
                    <a:pt x="472440" y="14288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440" name="Google Shape;1440;p13"/>
            <p:cNvSpPr/>
            <p:nvPr/>
          </p:nvSpPr>
          <p:spPr bwMode="auto">
            <a:xfrm>
              <a:off x="6172093" y="3539491"/>
              <a:ext cx="520239" cy="177164"/>
            </a:xfrm>
            <a:custGeom>
              <a:avLst/>
              <a:gdLst/>
              <a:ahLst/>
              <a:cxnLst/>
              <a:rect l="l" t="t" r="r" b="b"/>
              <a:pathLst>
                <a:path w="520239" h="177164" fill="norm" stroke="1" extrusionOk="0">
                  <a:moveTo>
                    <a:pt x="167746" y="80010"/>
                  </a:moveTo>
                  <a:cubicBezTo>
                    <a:pt x="158221" y="80010"/>
                    <a:pt x="146791" y="78105"/>
                    <a:pt x="134408" y="76200"/>
                  </a:cubicBezTo>
                  <a:cubicBezTo>
                    <a:pt x="121073" y="74295"/>
                    <a:pt x="105833" y="71438"/>
                    <a:pt x="90593" y="71438"/>
                  </a:cubicBezTo>
                  <a:cubicBezTo>
                    <a:pt x="86783" y="71438"/>
                    <a:pt x="82973" y="71438"/>
                    <a:pt x="79163" y="71438"/>
                  </a:cubicBezTo>
                  <a:cubicBezTo>
                    <a:pt x="60113" y="71438"/>
                    <a:pt x="42968" y="73342"/>
                    <a:pt x="29633" y="77152"/>
                  </a:cubicBezTo>
                  <a:cubicBezTo>
                    <a:pt x="10583" y="81915"/>
                    <a:pt x="-17992" y="106680"/>
                    <a:pt x="15346" y="134302"/>
                  </a:cubicBezTo>
                  <a:cubicBezTo>
                    <a:pt x="42968" y="161925"/>
                    <a:pt x="103928" y="177165"/>
                    <a:pt x="188701" y="177165"/>
                  </a:cubicBezTo>
                  <a:cubicBezTo>
                    <a:pt x="241088" y="177165"/>
                    <a:pt x="297286" y="171450"/>
                    <a:pt x="351578" y="160020"/>
                  </a:cubicBezTo>
                  <a:lnTo>
                    <a:pt x="357293" y="159067"/>
                  </a:lnTo>
                  <a:cubicBezTo>
                    <a:pt x="426826" y="144780"/>
                    <a:pt x="483023" y="122872"/>
                    <a:pt x="506836" y="101917"/>
                  </a:cubicBezTo>
                  <a:lnTo>
                    <a:pt x="509693" y="99060"/>
                  </a:lnTo>
                  <a:cubicBezTo>
                    <a:pt x="515408" y="93345"/>
                    <a:pt x="519218" y="87630"/>
                    <a:pt x="520171" y="81915"/>
                  </a:cubicBezTo>
                  <a:cubicBezTo>
                    <a:pt x="521123" y="72390"/>
                    <a:pt x="513503" y="48577"/>
                    <a:pt x="415396" y="23813"/>
                  </a:cubicBezTo>
                  <a:cubicBezTo>
                    <a:pt x="357293" y="9525"/>
                    <a:pt x="279188" y="0"/>
                    <a:pt x="211561" y="0"/>
                  </a:cubicBezTo>
                  <a:lnTo>
                    <a:pt x="207751" y="0"/>
                  </a:lnTo>
                  <a:cubicBezTo>
                    <a:pt x="146791" y="0"/>
                    <a:pt x="113453" y="6667"/>
                    <a:pt x="99166" y="15240"/>
                  </a:cubicBezTo>
                  <a:cubicBezTo>
                    <a:pt x="96308" y="17145"/>
                    <a:pt x="93451" y="19050"/>
                    <a:pt x="92498" y="20955"/>
                  </a:cubicBezTo>
                  <a:cubicBezTo>
                    <a:pt x="91546" y="22860"/>
                    <a:pt x="90593" y="26670"/>
                    <a:pt x="91546" y="30480"/>
                  </a:cubicBezTo>
                  <a:cubicBezTo>
                    <a:pt x="101071" y="53340"/>
                    <a:pt x="140123" y="59055"/>
                    <a:pt x="175366" y="59055"/>
                  </a:cubicBezTo>
                  <a:cubicBezTo>
                    <a:pt x="195368" y="60007"/>
                    <a:pt x="194416" y="68580"/>
                    <a:pt x="190606" y="72390"/>
                  </a:cubicBezTo>
                  <a:cubicBezTo>
                    <a:pt x="183938" y="79057"/>
                    <a:pt x="174413" y="80010"/>
                    <a:pt x="167746" y="80010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441" name="Google Shape;1441;p13"/>
            <p:cNvSpPr/>
            <p:nvPr/>
          </p:nvSpPr>
          <p:spPr bwMode="auto">
            <a:xfrm>
              <a:off x="6639878" y="3308983"/>
              <a:ext cx="231457" cy="38100"/>
            </a:xfrm>
            <a:custGeom>
              <a:avLst/>
              <a:gdLst/>
              <a:ahLst/>
              <a:cxnLst/>
              <a:rect l="l" t="t" r="r" b="b"/>
              <a:pathLst>
                <a:path w="231457" h="38100" fill="norm" stroke="1" extrusionOk="0">
                  <a:moveTo>
                    <a:pt x="231457" y="20003"/>
                  </a:moveTo>
                  <a:lnTo>
                    <a:pt x="1905" y="0"/>
                  </a:lnTo>
                  <a:cubicBezTo>
                    <a:pt x="952" y="5715"/>
                    <a:pt x="952" y="12383"/>
                    <a:pt x="0" y="18098"/>
                  </a:cubicBezTo>
                  <a:lnTo>
                    <a:pt x="229552" y="38100"/>
                  </a:lnTo>
                  <a:cubicBezTo>
                    <a:pt x="229552" y="32385"/>
                    <a:pt x="230505" y="25718"/>
                    <a:pt x="231457" y="20003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442" name="Google Shape;1442;p13"/>
            <p:cNvSpPr/>
            <p:nvPr/>
          </p:nvSpPr>
          <p:spPr bwMode="auto">
            <a:xfrm>
              <a:off x="6636069" y="3126102"/>
              <a:ext cx="230504" cy="58102"/>
            </a:xfrm>
            <a:custGeom>
              <a:avLst/>
              <a:gdLst/>
              <a:ahLst/>
              <a:cxnLst/>
              <a:rect l="l" t="t" r="r" b="b"/>
              <a:pathLst>
                <a:path w="230504" h="58102" fill="norm" stroke="1" extrusionOk="0">
                  <a:moveTo>
                    <a:pt x="227648" y="0"/>
                  </a:moveTo>
                  <a:lnTo>
                    <a:pt x="0" y="40005"/>
                  </a:lnTo>
                  <a:cubicBezTo>
                    <a:pt x="953" y="45720"/>
                    <a:pt x="1905" y="52388"/>
                    <a:pt x="2858" y="58103"/>
                  </a:cubicBezTo>
                  <a:lnTo>
                    <a:pt x="230505" y="17145"/>
                  </a:lnTo>
                  <a:cubicBezTo>
                    <a:pt x="229553" y="12383"/>
                    <a:pt x="228600" y="6667"/>
                    <a:pt x="227648" y="0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443" name="Google Shape;1443;p13"/>
            <p:cNvSpPr/>
            <p:nvPr/>
          </p:nvSpPr>
          <p:spPr bwMode="auto">
            <a:xfrm>
              <a:off x="6594158" y="2932748"/>
              <a:ext cx="217170" cy="114299"/>
            </a:xfrm>
            <a:custGeom>
              <a:avLst/>
              <a:gdLst/>
              <a:ahLst/>
              <a:cxnLst/>
              <a:rect l="l" t="t" r="r" b="b"/>
              <a:pathLst>
                <a:path w="217170" h="114299" fill="norm" stroke="1" extrusionOk="0">
                  <a:moveTo>
                    <a:pt x="0" y="98107"/>
                  </a:moveTo>
                  <a:cubicBezTo>
                    <a:pt x="2858" y="103823"/>
                    <a:pt x="4763" y="109537"/>
                    <a:pt x="7620" y="114300"/>
                  </a:cubicBezTo>
                  <a:lnTo>
                    <a:pt x="217170" y="16192"/>
                  </a:lnTo>
                  <a:cubicBezTo>
                    <a:pt x="214313" y="10477"/>
                    <a:pt x="212408" y="4763"/>
                    <a:pt x="209550" y="0"/>
                  </a:cubicBezTo>
                  <a:lnTo>
                    <a:pt x="0" y="98107"/>
                  </a:ln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444" name="Google Shape;1444;p13"/>
            <p:cNvSpPr/>
            <p:nvPr/>
          </p:nvSpPr>
          <p:spPr bwMode="auto">
            <a:xfrm>
              <a:off x="6518908" y="2761295"/>
              <a:ext cx="188594" cy="163829"/>
            </a:xfrm>
            <a:custGeom>
              <a:avLst/>
              <a:gdLst/>
              <a:ahLst/>
              <a:cxnLst/>
              <a:rect l="l" t="t" r="r" b="b"/>
              <a:pathLst>
                <a:path w="188595" h="163829" fill="norm" stroke="1" extrusionOk="0">
                  <a:moveTo>
                    <a:pt x="188595" y="14288"/>
                  </a:moveTo>
                  <a:cubicBezTo>
                    <a:pt x="184785" y="9525"/>
                    <a:pt x="180975" y="4763"/>
                    <a:pt x="177165" y="0"/>
                  </a:cubicBezTo>
                  <a:lnTo>
                    <a:pt x="0" y="149542"/>
                  </a:lnTo>
                  <a:cubicBezTo>
                    <a:pt x="3810" y="154305"/>
                    <a:pt x="7620" y="159067"/>
                    <a:pt x="11430" y="163830"/>
                  </a:cubicBezTo>
                  <a:lnTo>
                    <a:pt x="188595" y="14288"/>
                  </a:ln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445" name="Google Shape;1445;p13"/>
            <p:cNvSpPr/>
            <p:nvPr/>
          </p:nvSpPr>
          <p:spPr bwMode="auto">
            <a:xfrm>
              <a:off x="6419849" y="2628897"/>
              <a:ext cx="149542" cy="200025"/>
            </a:xfrm>
            <a:custGeom>
              <a:avLst/>
              <a:gdLst/>
              <a:ahLst/>
              <a:cxnLst/>
              <a:rect l="l" t="t" r="r" b="b"/>
              <a:pathLst>
                <a:path w="149542" h="200025" fill="norm" stroke="1" extrusionOk="0">
                  <a:moveTo>
                    <a:pt x="149542" y="10477"/>
                  </a:moveTo>
                  <a:cubicBezTo>
                    <a:pt x="144780" y="6667"/>
                    <a:pt x="140017" y="2858"/>
                    <a:pt x="135255" y="0"/>
                  </a:cubicBezTo>
                  <a:lnTo>
                    <a:pt x="0" y="188595"/>
                  </a:lnTo>
                  <a:cubicBezTo>
                    <a:pt x="4763" y="192405"/>
                    <a:pt x="9525" y="196215"/>
                    <a:pt x="14288" y="200025"/>
                  </a:cubicBezTo>
                  <a:lnTo>
                    <a:pt x="149542" y="10477"/>
                  </a:ln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446" name="Google Shape;1446;p13"/>
            <p:cNvSpPr/>
            <p:nvPr/>
          </p:nvSpPr>
          <p:spPr bwMode="auto">
            <a:xfrm>
              <a:off x="6299832" y="2535555"/>
              <a:ext cx="100965" cy="222885"/>
            </a:xfrm>
            <a:custGeom>
              <a:avLst/>
              <a:gdLst/>
              <a:ahLst/>
              <a:cxnLst/>
              <a:rect l="l" t="t" r="r" b="b"/>
              <a:pathLst>
                <a:path w="100965" h="222885" fill="norm" stroke="1" extrusionOk="0">
                  <a:moveTo>
                    <a:pt x="17145" y="222885"/>
                  </a:moveTo>
                  <a:lnTo>
                    <a:pt x="100965" y="6668"/>
                  </a:lnTo>
                  <a:cubicBezTo>
                    <a:pt x="95250" y="4763"/>
                    <a:pt x="89535" y="1905"/>
                    <a:pt x="83820" y="0"/>
                  </a:cubicBezTo>
                  <a:lnTo>
                    <a:pt x="0" y="216218"/>
                  </a:lnTo>
                  <a:cubicBezTo>
                    <a:pt x="6668" y="218123"/>
                    <a:pt x="12383" y="220980"/>
                    <a:pt x="17145" y="222885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447" name="Google Shape;1447;p13"/>
            <p:cNvSpPr/>
            <p:nvPr/>
          </p:nvSpPr>
          <p:spPr bwMode="auto">
            <a:xfrm>
              <a:off x="5330190" y="3309937"/>
              <a:ext cx="228600" cy="37147"/>
            </a:xfrm>
            <a:custGeom>
              <a:avLst/>
              <a:gdLst/>
              <a:ahLst/>
              <a:cxnLst/>
              <a:rect l="l" t="t" r="r" b="b"/>
              <a:pathLst>
                <a:path w="228600" h="37147" fill="norm" stroke="1" extrusionOk="0">
                  <a:moveTo>
                    <a:pt x="1905" y="37147"/>
                  </a:moveTo>
                  <a:lnTo>
                    <a:pt x="228600" y="18097"/>
                  </a:lnTo>
                  <a:cubicBezTo>
                    <a:pt x="227648" y="12383"/>
                    <a:pt x="226695" y="5715"/>
                    <a:pt x="226695" y="0"/>
                  </a:cubicBezTo>
                  <a:lnTo>
                    <a:pt x="0" y="19050"/>
                  </a:lnTo>
                  <a:cubicBezTo>
                    <a:pt x="0" y="24765"/>
                    <a:pt x="952" y="30480"/>
                    <a:pt x="1905" y="37147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448" name="Google Shape;1448;p13"/>
            <p:cNvSpPr/>
            <p:nvPr/>
          </p:nvSpPr>
          <p:spPr bwMode="auto">
            <a:xfrm>
              <a:off x="5333999" y="3127056"/>
              <a:ext cx="227647" cy="58102"/>
            </a:xfrm>
            <a:custGeom>
              <a:avLst/>
              <a:gdLst/>
              <a:ahLst/>
              <a:cxnLst/>
              <a:rect l="l" t="t" r="r" b="b"/>
              <a:pathLst>
                <a:path w="227647" h="58102" fill="norm" stroke="1" extrusionOk="0">
                  <a:moveTo>
                    <a:pt x="227648" y="40005"/>
                  </a:moveTo>
                  <a:lnTo>
                    <a:pt x="2858" y="0"/>
                  </a:lnTo>
                  <a:cubicBezTo>
                    <a:pt x="1905" y="5715"/>
                    <a:pt x="952" y="12383"/>
                    <a:pt x="0" y="18097"/>
                  </a:cubicBezTo>
                  <a:lnTo>
                    <a:pt x="224790" y="58102"/>
                  </a:lnTo>
                  <a:cubicBezTo>
                    <a:pt x="225742" y="51435"/>
                    <a:pt x="226695" y="45720"/>
                    <a:pt x="227648" y="40005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449" name="Google Shape;1449;p13"/>
            <p:cNvSpPr/>
            <p:nvPr/>
          </p:nvSpPr>
          <p:spPr bwMode="auto">
            <a:xfrm>
              <a:off x="5389244" y="2933696"/>
              <a:ext cx="215264" cy="113347"/>
            </a:xfrm>
            <a:custGeom>
              <a:avLst/>
              <a:gdLst/>
              <a:ahLst/>
              <a:cxnLst/>
              <a:rect l="l" t="t" r="r" b="b"/>
              <a:pathLst>
                <a:path w="215264" h="113347" fill="norm" stroke="1" extrusionOk="0">
                  <a:moveTo>
                    <a:pt x="0" y="16192"/>
                  </a:moveTo>
                  <a:lnTo>
                    <a:pt x="207645" y="113347"/>
                  </a:lnTo>
                  <a:cubicBezTo>
                    <a:pt x="209550" y="107633"/>
                    <a:pt x="212407" y="101917"/>
                    <a:pt x="215265" y="97155"/>
                  </a:cubicBezTo>
                  <a:lnTo>
                    <a:pt x="7620" y="0"/>
                  </a:lnTo>
                  <a:cubicBezTo>
                    <a:pt x="4763" y="4763"/>
                    <a:pt x="1905" y="10477"/>
                    <a:pt x="0" y="16192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450" name="Google Shape;1450;p13"/>
            <p:cNvSpPr/>
            <p:nvPr/>
          </p:nvSpPr>
          <p:spPr bwMode="auto">
            <a:xfrm>
              <a:off x="5492111" y="2762249"/>
              <a:ext cx="187642" cy="161925"/>
            </a:xfrm>
            <a:custGeom>
              <a:avLst/>
              <a:gdLst/>
              <a:ahLst/>
              <a:cxnLst/>
              <a:rect l="l" t="t" r="r" b="b"/>
              <a:pathLst>
                <a:path w="187642" h="161925" fill="norm" stroke="1" extrusionOk="0">
                  <a:moveTo>
                    <a:pt x="187643" y="147638"/>
                  </a:moveTo>
                  <a:lnTo>
                    <a:pt x="11430" y="0"/>
                  </a:lnTo>
                  <a:cubicBezTo>
                    <a:pt x="7620" y="4763"/>
                    <a:pt x="3810" y="9525"/>
                    <a:pt x="0" y="14288"/>
                  </a:cubicBezTo>
                  <a:lnTo>
                    <a:pt x="175260" y="161925"/>
                  </a:lnTo>
                  <a:cubicBezTo>
                    <a:pt x="180023" y="157163"/>
                    <a:pt x="183833" y="152400"/>
                    <a:pt x="187643" y="147638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451" name="Google Shape;1451;p13"/>
            <p:cNvSpPr/>
            <p:nvPr/>
          </p:nvSpPr>
          <p:spPr bwMode="auto">
            <a:xfrm>
              <a:off x="5621654" y="2635567"/>
              <a:ext cx="151447" cy="197167"/>
            </a:xfrm>
            <a:custGeom>
              <a:avLst/>
              <a:gdLst/>
              <a:ahLst/>
              <a:cxnLst/>
              <a:rect l="l" t="t" r="r" b="b"/>
              <a:pathLst>
                <a:path w="151447" h="197167" fill="norm" stroke="1" extrusionOk="0">
                  <a:moveTo>
                    <a:pt x="137160" y="197168"/>
                  </a:moveTo>
                  <a:cubicBezTo>
                    <a:pt x="141923" y="193358"/>
                    <a:pt x="146685" y="189548"/>
                    <a:pt x="151448" y="185738"/>
                  </a:cubicBezTo>
                  <a:lnTo>
                    <a:pt x="14288" y="0"/>
                  </a:lnTo>
                  <a:cubicBezTo>
                    <a:pt x="9525" y="3810"/>
                    <a:pt x="4763" y="7620"/>
                    <a:pt x="0" y="11430"/>
                  </a:cubicBezTo>
                  <a:lnTo>
                    <a:pt x="137160" y="197168"/>
                  </a:ln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452" name="Google Shape;1452;p13"/>
            <p:cNvSpPr/>
            <p:nvPr/>
          </p:nvSpPr>
          <p:spPr bwMode="auto">
            <a:xfrm>
              <a:off x="5765485" y="2550792"/>
              <a:ext cx="109537" cy="219074"/>
            </a:xfrm>
            <a:custGeom>
              <a:avLst/>
              <a:gdLst/>
              <a:ahLst/>
              <a:cxnLst/>
              <a:rect l="l" t="t" r="r" b="b"/>
              <a:pathLst>
                <a:path w="109537" h="219075" fill="norm" stroke="1" extrusionOk="0">
                  <a:moveTo>
                    <a:pt x="109538" y="210502"/>
                  </a:moveTo>
                  <a:lnTo>
                    <a:pt x="16192" y="0"/>
                  </a:lnTo>
                  <a:cubicBezTo>
                    <a:pt x="10477" y="2857"/>
                    <a:pt x="4763" y="4763"/>
                    <a:pt x="0" y="7620"/>
                  </a:cubicBezTo>
                  <a:lnTo>
                    <a:pt x="93345" y="219075"/>
                  </a:lnTo>
                  <a:cubicBezTo>
                    <a:pt x="98107" y="215265"/>
                    <a:pt x="103822" y="212407"/>
                    <a:pt x="109538" y="210502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453" name="Google Shape;1453;p13"/>
            <p:cNvSpPr/>
            <p:nvPr/>
          </p:nvSpPr>
          <p:spPr bwMode="auto">
            <a:xfrm>
              <a:off x="6642734" y="3220404"/>
              <a:ext cx="401955" cy="36194"/>
            </a:xfrm>
            <a:custGeom>
              <a:avLst/>
              <a:gdLst/>
              <a:ahLst/>
              <a:cxnLst/>
              <a:rect l="l" t="t" r="r" b="b"/>
              <a:pathLst>
                <a:path w="401955" h="36194" fill="norm" stroke="1" extrusionOk="0">
                  <a:moveTo>
                    <a:pt x="953" y="36195"/>
                  </a:moveTo>
                  <a:lnTo>
                    <a:pt x="401955" y="18097"/>
                  </a:lnTo>
                  <a:cubicBezTo>
                    <a:pt x="401955" y="12382"/>
                    <a:pt x="401955" y="5715"/>
                    <a:pt x="401003" y="0"/>
                  </a:cubicBezTo>
                  <a:lnTo>
                    <a:pt x="0" y="18097"/>
                  </a:lnTo>
                  <a:cubicBezTo>
                    <a:pt x="953" y="23813"/>
                    <a:pt x="953" y="29527"/>
                    <a:pt x="953" y="36195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454" name="Google Shape;1454;p13"/>
            <p:cNvSpPr/>
            <p:nvPr/>
          </p:nvSpPr>
          <p:spPr bwMode="auto">
            <a:xfrm>
              <a:off x="6619873" y="2976561"/>
              <a:ext cx="388620" cy="138112"/>
            </a:xfrm>
            <a:custGeom>
              <a:avLst/>
              <a:gdLst/>
              <a:ahLst/>
              <a:cxnLst/>
              <a:rect l="l" t="t" r="r" b="b"/>
              <a:pathLst>
                <a:path w="388620" h="138112" fill="norm" stroke="1" extrusionOk="0">
                  <a:moveTo>
                    <a:pt x="4763" y="138113"/>
                  </a:moveTo>
                  <a:lnTo>
                    <a:pt x="388620" y="17145"/>
                  </a:lnTo>
                  <a:cubicBezTo>
                    <a:pt x="386715" y="11430"/>
                    <a:pt x="384810" y="5715"/>
                    <a:pt x="383858" y="0"/>
                  </a:cubicBezTo>
                  <a:lnTo>
                    <a:pt x="0" y="120967"/>
                  </a:lnTo>
                  <a:cubicBezTo>
                    <a:pt x="1905" y="126683"/>
                    <a:pt x="3810" y="132397"/>
                    <a:pt x="4763" y="138113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455" name="Google Shape;1455;p13"/>
            <p:cNvSpPr/>
            <p:nvPr/>
          </p:nvSpPr>
          <p:spPr bwMode="auto">
            <a:xfrm>
              <a:off x="6560819" y="2752723"/>
              <a:ext cx="348614" cy="231457"/>
            </a:xfrm>
            <a:custGeom>
              <a:avLst/>
              <a:gdLst/>
              <a:ahLst/>
              <a:cxnLst/>
              <a:rect l="l" t="t" r="r" b="b"/>
              <a:pathLst>
                <a:path w="348614" h="231457" fill="norm" stroke="1" extrusionOk="0">
                  <a:moveTo>
                    <a:pt x="9525" y="231458"/>
                  </a:moveTo>
                  <a:lnTo>
                    <a:pt x="348615" y="15240"/>
                  </a:lnTo>
                  <a:cubicBezTo>
                    <a:pt x="345758" y="10477"/>
                    <a:pt x="341947" y="4763"/>
                    <a:pt x="339090" y="0"/>
                  </a:cubicBezTo>
                  <a:lnTo>
                    <a:pt x="0" y="216217"/>
                  </a:lnTo>
                  <a:cubicBezTo>
                    <a:pt x="2858" y="220980"/>
                    <a:pt x="5715" y="225742"/>
                    <a:pt x="9525" y="231458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456" name="Google Shape;1456;p13"/>
            <p:cNvSpPr/>
            <p:nvPr/>
          </p:nvSpPr>
          <p:spPr bwMode="auto">
            <a:xfrm>
              <a:off x="6470332" y="2562224"/>
              <a:ext cx="284797" cy="309562"/>
            </a:xfrm>
            <a:custGeom>
              <a:avLst/>
              <a:gdLst/>
              <a:ahLst/>
              <a:cxnLst/>
              <a:rect l="l" t="t" r="r" b="b"/>
              <a:pathLst>
                <a:path w="284797" h="309562" fill="norm" stroke="1" extrusionOk="0">
                  <a:moveTo>
                    <a:pt x="284797" y="12383"/>
                  </a:moveTo>
                  <a:cubicBezTo>
                    <a:pt x="280035" y="8573"/>
                    <a:pt x="276225" y="3810"/>
                    <a:pt x="271463" y="0"/>
                  </a:cubicBezTo>
                  <a:lnTo>
                    <a:pt x="0" y="297180"/>
                  </a:lnTo>
                  <a:cubicBezTo>
                    <a:pt x="4763" y="300990"/>
                    <a:pt x="8572" y="305753"/>
                    <a:pt x="13335" y="309563"/>
                  </a:cubicBezTo>
                  <a:lnTo>
                    <a:pt x="284797" y="12383"/>
                  </a:ln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457" name="Google Shape;1457;p13"/>
            <p:cNvSpPr/>
            <p:nvPr/>
          </p:nvSpPr>
          <p:spPr bwMode="auto">
            <a:xfrm>
              <a:off x="6357939" y="2423157"/>
              <a:ext cx="205740" cy="364807"/>
            </a:xfrm>
            <a:custGeom>
              <a:avLst/>
              <a:gdLst/>
              <a:ahLst/>
              <a:cxnLst/>
              <a:rect l="l" t="t" r="r" b="b"/>
              <a:pathLst>
                <a:path w="205740" h="364807" fill="norm" stroke="1" extrusionOk="0">
                  <a:moveTo>
                    <a:pt x="205740" y="8573"/>
                  </a:moveTo>
                  <a:cubicBezTo>
                    <a:pt x="200025" y="5715"/>
                    <a:pt x="195263" y="2857"/>
                    <a:pt x="189547" y="0"/>
                  </a:cubicBezTo>
                  <a:lnTo>
                    <a:pt x="0" y="355282"/>
                  </a:lnTo>
                  <a:cubicBezTo>
                    <a:pt x="5715" y="358140"/>
                    <a:pt x="10478" y="360998"/>
                    <a:pt x="16192" y="364807"/>
                  </a:cubicBezTo>
                  <a:lnTo>
                    <a:pt x="205740" y="8573"/>
                  </a:ln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458" name="Google Shape;1458;p13"/>
            <p:cNvSpPr/>
            <p:nvPr/>
          </p:nvSpPr>
          <p:spPr bwMode="auto">
            <a:xfrm>
              <a:off x="5155881" y="3220404"/>
              <a:ext cx="398144" cy="35242"/>
            </a:xfrm>
            <a:custGeom>
              <a:avLst/>
              <a:gdLst/>
              <a:ahLst/>
              <a:cxnLst/>
              <a:rect l="l" t="t" r="r" b="b"/>
              <a:pathLst>
                <a:path w="398144" h="35242" fill="norm" stroke="1" extrusionOk="0">
                  <a:moveTo>
                    <a:pt x="398145" y="17145"/>
                  </a:moveTo>
                  <a:lnTo>
                    <a:pt x="953" y="0"/>
                  </a:lnTo>
                  <a:cubicBezTo>
                    <a:pt x="953" y="5715"/>
                    <a:pt x="953" y="12382"/>
                    <a:pt x="0" y="18097"/>
                  </a:cubicBezTo>
                  <a:lnTo>
                    <a:pt x="398145" y="35242"/>
                  </a:lnTo>
                  <a:cubicBezTo>
                    <a:pt x="398145" y="29527"/>
                    <a:pt x="398145" y="23813"/>
                    <a:pt x="398145" y="17145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459" name="Google Shape;1459;p13"/>
            <p:cNvSpPr/>
            <p:nvPr/>
          </p:nvSpPr>
          <p:spPr bwMode="auto">
            <a:xfrm>
              <a:off x="5193029" y="2977515"/>
              <a:ext cx="384809" cy="137160"/>
            </a:xfrm>
            <a:custGeom>
              <a:avLst/>
              <a:gdLst/>
              <a:ahLst/>
              <a:cxnLst/>
              <a:rect l="l" t="t" r="r" b="b"/>
              <a:pathLst>
                <a:path w="384809" h="137160" fill="norm" stroke="1" extrusionOk="0">
                  <a:moveTo>
                    <a:pt x="384810" y="120015"/>
                  </a:moveTo>
                  <a:lnTo>
                    <a:pt x="4763" y="0"/>
                  </a:lnTo>
                  <a:cubicBezTo>
                    <a:pt x="2857" y="5715"/>
                    <a:pt x="952" y="11430"/>
                    <a:pt x="0" y="17145"/>
                  </a:cubicBezTo>
                  <a:lnTo>
                    <a:pt x="381000" y="137160"/>
                  </a:lnTo>
                  <a:cubicBezTo>
                    <a:pt x="381953" y="131445"/>
                    <a:pt x="382905" y="125730"/>
                    <a:pt x="384810" y="120015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460" name="Google Shape;1460;p13"/>
            <p:cNvSpPr/>
            <p:nvPr/>
          </p:nvSpPr>
          <p:spPr bwMode="auto">
            <a:xfrm>
              <a:off x="5291140" y="2752723"/>
              <a:ext cx="346710" cy="230504"/>
            </a:xfrm>
            <a:custGeom>
              <a:avLst/>
              <a:gdLst/>
              <a:ahLst/>
              <a:cxnLst/>
              <a:rect l="l" t="t" r="r" b="b"/>
              <a:pathLst>
                <a:path w="346710" h="230504" fill="norm" stroke="1" extrusionOk="0">
                  <a:moveTo>
                    <a:pt x="346710" y="215265"/>
                  </a:moveTo>
                  <a:lnTo>
                    <a:pt x="9525" y="0"/>
                  </a:lnTo>
                  <a:cubicBezTo>
                    <a:pt x="6668" y="4763"/>
                    <a:pt x="2857" y="10477"/>
                    <a:pt x="0" y="15240"/>
                  </a:cubicBezTo>
                  <a:lnTo>
                    <a:pt x="337185" y="230505"/>
                  </a:lnTo>
                  <a:cubicBezTo>
                    <a:pt x="340042" y="224790"/>
                    <a:pt x="342900" y="220027"/>
                    <a:pt x="346710" y="215265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461" name="Google Shape;1461;p13"/>
            <p:cNvSpPr/>
            <p:nvPr/>
          </p:nvSpPr>
          <p:spPr bwMode="auto">
            <a:xfrm>
              <a:off x="5434011" y="2573652"/>
              <a:ext cx="288607" cy="302895"/>
            </a:xfrm>
            <a:custGeom>
              <a:avLst/>
              <a:gdLst/>
              <a:ahLst/>
              <a:cxnLst/>
              <a:rect l="l" t="t" r="r" b="b"/>
              <a:pathLst>
                <a:path w="288607" h="302895" fill="norm" stroke="1" extrusionOk="0">
                  <a:moveTo>
                    <a:pt x="288608" y="290513"/>
                  </a:moveTo>
                  <a:lnTo>
                    <a:pt x="13335" y="0"/>
                  </a:lnTo>
                  <a:cubicBezTo>
                    <a:pt x="8573" y="3810"/>
                    <a:pt x="4763" y="8573"/>
                    <a:pt x="0" y="12383"/>
                  </a:cubicBezTo>
                  <a:lnTo>
                    <a:pt x="275273" y="302895"/>
                  </a:lnTo>
                  <a:cubicBezTo>
                    <a:pt x="279083" y="299085"/>
                    <a:pt x="283845" y="294323"/>
                    <a:pt x="288608" y="290513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462" name="Google Shape;1462;p13"/>
            <p:cNvSpPr/>
            <p:nvPr/>
          </p:nvSpPr>
          <p:spPr bwMode="auto">
            <a:xfrm>
              <a:off x="5604510" y="2442208"/>
              <a:ext cx="217169" cy="356235"/>
            </a:xfrm>
            <a:custGeom>
              <a:avLst/>
              <a:gdLst/>
              <a:ahLst/>
              <a:cxnLst/>
              <a:rect l="l" t="t" r="r" b="b"/>
              <a:pathLst>
                <a:path w="217169" h="356235" fill="norm" stroke="1" extrusionOk="0">
                  <a:moveTo>
                    <a:pt x="0" y="9525"/>
                  </a:moveTo>
                  <a:lnTo>
                    <a:pt x="201930" y="356235"/>
                  </a:lnTo>
                  <a:cubicBezTo>
                    <a:pt x="206692" y="353378"/>
                    <a:pt x="212407" y="349567"/>
                    <a:pt x="217170" y="346710"/>
                  </a:cubicBezTo>
                  <a:lnTo>
                    <a:pt x="16192" y="0"/>
                  </a:lnTo>
                  <a:cubicBezTo>
                    <a:pt x="10477" y="2857"/>
                    <a:pt x="5715" y="5715"/>
                    <a:pt x="0" y="9525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463" name="Google Shape;1463;p13"/>
            <p:cNvSpPr/>
            <p:nvPr/>
          </p:nvSpPr>
          <p:spPr bwMode="auto">
            <a:xfrm>
              <a:off x="5412104" y="2451733"/>
              <a:ext cx="70485" cy="72007"/>
            </a:xfrm>
            <a:custGeom>
              <a:avLst/>
              <a:gdLst/>
              <a:ahLst/>
              <a:cxnLst/>
              <a:rect l="l" t="t" r="r" b="b"/>
              <a:pathLst>
                <a:path w="70485" h="72007" fill="norm" stroke="1" extrusionOk="0">
                  <a:moveTo>
                    <a:pt x="41910" y="11430"/>
                  </a:moveTo>
                  <a:lnTo>
                    <a:pt x="28575" y="0"/>
                  </a:lnTo>
                  <a:lnTo>
                    <a:pt x="6668" y="24765"/>
                  </a:lnTo>
                  <a:cubicBezTo>
                    <a:pt x="1905" y="29527"/>
                    <a:pt x="0" y="35242"/>
                    <a:pt x="0" y="41910"/>
                  </a:cubicBezTo>
                  <a:cubicBezTo>
                    <a:pt x="0" y="48577"/>
                    <a:pt x="2858" y="54292"/>
                    <a:pt x="7620" y="58102"/>
                  </a:cubicBezTo>
                  <a:cubicBezTo>
                    <a:pt x="13335" y="62865"/>
                    <a:pt x="21908" y="67627"/>
                    <a:pt x="32385" y="69532"/>
                  </a:cubicBezTo>
                  <a:cubicBezTo>
                    <a:pt x="42863" y="72390"/>
                    <a:pt x="55245" y="72390"/>
                    <a:pt x="69533" y="71438"/>
                  </a:cubicBezTo>
                  <a:lnTo>
                    <a:pt x="70485" y="63817"/>
                  </a:lnTo>
                  <a:cubicBezTo>
                    <a:pt x="61913" y="63817"/>
                    <a:pt x="53340" y="62865"/>
                    <a:pt x="46673" y="60960"/>
                  </a:cubicBezTo>
                  <a:cubicBezTo>
                    <a:pt x="40005" y="59055"/>
                    <a:pt x="34290" y="56198"/>
                    <a:pt x="30480" y="52388"/>
                  </a:cubicBezTo>
                  <a:cubicBezTo>
                    <a:pt x="26670" y="49530"/>
                    <a:pt x="24765" y="44767"/>
                    <a:pt x="23813" y="40005"/>
                  </a:cubicBezTo>
                  <a:cubicBezTo>
                    <a:pt x="22860" y="35242"/>
                    <a:pt x="24765" y="31432"/>
                    <a:pt x="27623" y="27623"/>
                  </a:cubicBezTo>
                  <a:lnTo>
                    <a:pt x="41910" y="11430"/>
                  </a:ln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464" name="Google Shape;1464;p13"/>
            <p:cNvSpPr/>
            <p:nvPr/>
          </p:nvSpPr>
          <p:spPr bwMode="auto">
            <a:xfrm>
              <a:off x="5534023" y="2244085"/>
              <a:ext cx="77033" cy="27621"/>
            </a:xfrm>
            <a:custGeom>
              <a:avLst/>
              <a:gdLst/>
              <a:ahLst/>
              <a:cxnLst/>
              <a:rect l="l" t="t" r="r" b="b"/>
              <a:pathLst>
                <a:path w="77033" h="27622" fill="norm" stroke="1" extrusionOk="0">
                  <a:moveTo>
                    <a:pt x="24765" y="15240"/>
                  </a:moveTo>
                  <a:cubicBezTo>
                    <a:pt x="27623" y="13335"/>
                    <a:pt x="30480" y="12383"/>
                    <a:pt x="34290" y="12383"/>
                  </a:cubicBezTo>
                  <a:cubicBezTo>
                    <a:pt x="37148" y="12383"/>
                    <a:pt x="40005" y="12383"/>
                    <a:pt x="42863" y="13335"/>
                  </a:cubicBezTo>
                  <a:lnTo>
                    <a:pt x="75248" y="27623"/>
                  </a:lnTo>
                  <a:cubicBezTo>
                    <a:pt x="80010" y="24765"/>
                    <a:pt x="75248" y="20003"/>
                    <a:pt x="60960" y="12383"/>
                  </a:cubicBezTo>
                  <a:cubicBezTo>
                    <a:pt x="53340" y="8573"/>
                    <a:pt x="48577" y="6668"/>
                    <a:pt x="45720" y="5715"/>
                  </a:cubicBezTo>
                  <a:cubicBezTo>
                    <a:pt x="39052" y="2858"/>
                    <a:pt x="31433" y="953"/>
                    <a:pt x="23813" y="0"/>
                  </a:cubicBezTo>
                  <a:cubicBezTo>
                    <a:pt x="16192" y="0"/>
                    <a:pt x="10477" y="953"/>
                    <a:pt x="5715" y="3810"/>
                  </a:cubicBezTo>
                  <a:cubicBezTo>
                    <a:pt x="2858" y="5715"/>
                    <a:pt x="952" y="7620"/>
                    <a:pt x="0" y="9525"/>
                  </a:cubicBezTo>
                  <a:lnTo>
                    <a:pt x="17145" y="21908"/>
                  </a:lnTo>
                  <a:cubicBezTo>
                    <a:pt x="19050" y="18098"/>
                    <a:pt x="21908" y="16193"/>
                    <a:pt x="24765" y="15240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465" name="Google Shape;1465;p13"/>
            <p:cNvSpPr/>
            <p:nvPr/>
          </p:nvSpPr>
          <p:spPr bwMode="auto">
            <a:xfrm>
              <a:off x="5629272" y="2180187"/>
              <a:ext cx="80010" cy="46758"/>
            </a:xfrm>
            <a:custGeom>
              <a:avLst/>
              <a:gdLst/>
              <a:ahLst/>
              <a:cxnLst/>
              <a:rect l="l" t="t" r="r" b="b"/>
              <a:pathLst>
                <a:path w="80010" h="46758" fill="norm" stroke="1" extrusionOk="0">
                  <a:moveTo>
                    <a:pt x="20002" y="43901"/>
                  </a:moveTo>
                  <a:cubicBezTo>
                    <a:pt x="22860" y="41996"/>
                    <a:pt x="25717" y="41043"/>
                    <a:pt x="27623" y="40091"/>
                  </a:cubicBezTo>
                  <a:cubicBezTo>
                    <a:pt x="32385" y="38186"/>
                    <a:pt x="38100" y="37233"/>
                    <a:pt x="44767" y="37233"/>
                  </a:cubicBezTo>
                  <a:cubicBezTo>
                    <a:pt x="52388" y="37233"/>
                    <a:pt x="60008" y="39138"/>
                    <a:pt x="68580" y="41996"/>
                  </a:cubicBezTo>
                  <a:lnTo>
                    <a:pt x="80010" y="37233"/>
                  </a:lnTo>
                  <a:lnTo>
                    <a:pt x="50483" y="10563"/>
                  </a:lnTo>
                  <a:cubicBezTo>
                    <a:pt x="45720" y="5801"/>
                    <a:pt x="40958" y="2943"/>
                    <a:pt x="36195" y="1038"/>
                  </a:cubicBezTo>
                  <a:cubicBezTo>
                    <a:pt x="30480" y="-867"/>
                    <a:pt x="25717" y="86"/>
                    <a:pt x="20955" y="1991"/>
                  </a:cubicBezTo>
                  <a:cubicBezTo>
                    <a:pt x="15240" y="4848"/>
                    <a:pt x="11430" y="7706"/>
                    <a:pt x="9525" y="9611"/>
                  </a:cubicBezTo>
                  <a:lnTo>
                    <a:pt x="26670" y="21993"/>
                  </a:lnTo>
                  <a:cubicBezTo>
                    <a:pt x="26670" y="21041"/>
                    <a:pt x="27623" y="19136"/>
                    <a:pt x="28575" y="18183"/>
                  </a:cubicBezTo>
                  <a:cubicBezTo>
                    <a:pt x="30480" y="16278"/>
                    <a:pt x="32385" y="15326"/>
                    <a:pt x="34290" y="14373"/>
                  </a:cubicBezTo>
                  <a:cubicBezTo>
                    <a:pt x="37148" y="13421"/>
                    <a:pt x="40005" y="13421"/>
                    <a:pt x="43815" y="14373"/>
                  </a:cubicBezTo>
                  <a:cubicBezTo>
                    <a:pt x="47625" y="16278"/>
                    <a:pt x="51435" y="18183"/>
                    <a:pt x="55245" y="21993"/>
                  </a:cubicBezTo>
                  <a:lnTo>
                    <a:pt x="73342" y="35328"/>
                  </a:lnTo>
                  <a:lnTo>
                    <a:pt x="71438" y="36281"/>
                  </a:lnTo>
                  <a:cubicBezTo>
                    <a:pt x="54292" y="31518"/>
                    <a:pt x="40958" y="27708"/>
                    <a:pt x="31433" y="25803"/>
                  </a:cubicBezTo>
                  <a:cubicBezTo>
                    <a:pt x="20955" y="23898"/>
                    <a:pt x="13335" y="23898"/>
                    <a:pt x="9525" y="25803"/>
                  </a:cubicBezTo>
                  <a:cubicBezTo>
                    <a:pt x="7620" y="26756"/>
                    <a:pt x="5715" y="27708"/>
                    <a:pt x="3810" y="28661"/>
                  </a:cubicBezTo>
                  <a:cubicBezTo>
                    <a:pt x="1905" y="29613"/>
                    <a:pt x="952" y="30566"/>
                    <a:pt x="0" y="32471"/>
                  </a:cubicBezTo>
                  <a:lnTo>
                    <a:pt x="16192" y="46758"/>
                  </a:lnTo>
                  <a:cubicBezTo>
                    <a:pt x="16192" y="46758"/>
                    <a:pt x="18098" y="45806"/>
                    <a:pt x="20002" y="43901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466" name="Google Shape;1466;p13"/>
            <p:cNvSpPr/>
            <p:nvPr/>
          </p:nvSpPr>
          <p:spPr bwMode="auto">
            <a:xfrm>
              <a:off x="5366384" y="2163124"/>
              <a:ext cx="518291" cy="331470"/>
            </a:xfrm>
            <a:custGeom>
              <a:avLst/>
              <a:gdLst/>
              <a:ahLst/>
              <a:cxnLst/>
              <a:rect l="l" t="t" r="r" b="b"/>
              <a:pathLst>
                <a:path w="518291" h="331470" fill="norm" stroke="1" extrusionOk="0">
                  <a:moveTo>
                    <a:pt x="83820" y="260985"/>
                  </a:moveTo>
                  <a:cubicBezTo>
                    <a:pt x="84773" y="260985"/>
                    <a:pt x="85725" y="260985"/>
                    <a:pt x="86677" y="261938"/>
                  </a:cubicBezTo>
                  <a:cubicBezTo>
                    <a:pt x="87630" y="262890"/>
                    <a:pt x="89535" y="263843"/>
                    <a:pt x="90488" y="264795"/>
                  </a:cubicBezTo>
                  <a:cubicBezTo>
                    <a:pt x="93345" y="267653"/>
                    <a:pt x="94298" y="272415"/>
                    <a:pt x="92392" y="278130"/>
                  </a:cubicBezTo>
                  <a:cubicBezTo>
                    <a:pt x="90488" y="283845"/>
                    <a:pt x="87630" y="289560"/>
                    <a:pt x="81915" y="294323"/>
                  </a:cubicBezTo>
                  <a:cubicBezTo>
                    <a:pt x="93345" y="301943"/>
                    <a:pt x="105727" y="305753"/>
                    <a:pt x="118110" y="307658"/>
                  </a:cubicBezTo>
                  <a:cubicBezTo>
                    <a:pt x="129540" y="308610"/>
                    <a:pt x="139065" y="305753"/>
                    <a:pt x="145732" y="300038"/>
                  </a:cubicBezTo>
                  <a:cubicBezTo>
                    <a:pt x="148590" y="297180"/>
                    <a:pt x="151448" y="293370"/>
                    <a:pt x="152400" y="289560"/>
                  </a:cubicBezTo>
                  <a:cubicBezTo>
                    <a:pt x="154305" y="284798"/>
                    <a:pt x="156210" y="280988"/>
                    <a:pt x="156210" y="275273"/>
                  </a:cubicBezTo>
                  <a:lnTo>
                    <a:pt x="170498" y="289560"/>
                  </a:lnTo>
                  <a:lnTo>
                    <a:pt x="193357" y="284798"/>
                  </a:lnTo>
                  <a:lnTo>
                    <a:pt x="129540" y="218123"/>
                  </a:lnTo>
                  <a:cubicBezTo>
                    <a:pt x="139065" y="209550"/>
                    <a:pt x="148590" y="201930"/>
                    <a:pt x="158115" y="193358"/>
                  </a:cubicBezTo>
                  <a:lnTo>
                    <a:pt x="206692" y="255270"/>
                  </a:lnTo>
                  <a:lnTo>
                    <a:pt x="231457" y="253365"/>
                  </a:lnTo>
                  <a:lnTo>
                    <a:pt x="174307" y="180023"/>
                  </a:lnTo>
                  <a:cubicBezTo>
                    <a:pt x="184785" y="171450"/>
                    <a:pt x="196215" y="163830"/>
                    <a:pt x="206692" y="156210"/>
                  </a:cubicBezTo>
                  <a:lnTo>
                    <a:pt x="221932" y="180023"/>
                  </a:lnTo>
                  <a:lnTo>
                    <a:pt x="213360" y="185738"/>
                  </a:lnTo>
                  <a:cubicBezTo>
                    <a:pt x="212407" y="186690"/>
                    <a:pt x="211455" y="187643"/>
                    <a:pt x="211455" y="189548"/>
                  </a:cubicBezTo>
                  <a:cubicBezTo>
                    <a:pt x="210502" y="190500"/>
                    <a:pt x="211455" y="192405"/>
                    <a:pt x="212407" y="193358"/>
                  </a:cubicBezTo>
                  <a:cubicBezTo>
                    <a:pt x="215265" y="197168"/>
                    <a:pt x="220980" y="200025"/>
                    <a:pt x="231457" y="201930"/>
                  </a:cubicBezTo>
                  <a:cubicBezTo>
                    <a:pt x="241935" y="203835"/>
                    <a:pt x="248602" y="203835"/>
                    <a:pt x="252413" y="200978"/>
                  </a:cubicBezTo>
                  <a:cubicBezTo>
                    <a:pt x="254317" y="200025"/>
                    <a:pt x="255270" y="198120"/>
                    <a:pt x="255270" y="197168"/>
                  </a:cubicBezTo>
                  <a:cubicBezTo>
                    <a:pt x="255270" y="195263"/>
                    <a:pt x="255270" y="193358"/>
                    <a:pt x="254317" y="192405"/>
                  </a:cubicBezTo>
                  <a:lnTo>
                    <a:pt x="223838" y="145733"/>
                  </a:lnTo>
                  <a:cubicBezTo>
                    <a:pt x="231457" y="140970"/>
                    <a:pt x="239077" y="135255"/>
                    <a:pt x="246698" y="130493"/>
                  </a:cubicBezTo>
                  <a:lnTo>
                    <a:pt x="291465" y="199073"/>
                  </a:lnTo>
                  <a:lnTo>
                    <a:pt x="314325" y="197168"/>
                  </a:lnTo>
                  <a:lnTo>
                    <a:pt x="263842" y="119063"/>
                  </a:lnTo>
                  <a:cubicBezTo>
                    <a:pt x="286703" y="104775"/>
                    <a:pt x="310515" y="92393"/>
                    <a:pt x="335280" y="80010"/>
                  </a:cubicBezTo>
                  <a:lnTo>
                    <a:pt x="347663" y="105728"/>
                  </a:lnTo>
                  <a:lnTo>
                    <a:pt x="307657" y="125730"/>
                  </a:lnTo>
                  <a:cubicBezTo>
                    <a:pt x="305753" y="126683"/>
                    <a:pt x="303848" y="128588"/>
                    <a:pt x="302895" y="130493"/>
                  </a:cubicBezTo>
                  <a:cubicBezTo>
                    <a:pt x="301942" y="133350"/>
                    <a:pt x="301942" y="135255"/>
                    <a:pt x="302895" y="137160"/>
                  </a:cubicBezTo>
                  <a:cubicBezTo>
                    <a:pt x="305753" y="141923"/>
                    <a:pt x="310515" y="146685"/>
                    <a:pt x="317182" y="149543"/>
                  </a:cubicBezTo>
                  <a:cubicBezTo>
                    <a:pt x="323850" y="153353"/>
                    <a:pt x="329565" y="154305"/>
                    <a:pt x="333375" y="152400"/>
                  </a:cubicBezTo>
                  <a:cubicBezTo>
                    <a:pt x="334328" y="151448"/>
                    <a:pt x="335280" y="150495"/>
                    <a:pt x="335280" y="149543"/>
                  </a:cubicBezTo>
                  <a:cubicBezTo>
                    <a:pt x="336232" y="148590"/>
                    <a:pt x="336232" y="147638"/>
                    <a:pt x="335280" y="145733"/>
                  </a:cubicBezTo>
                  <a:lnTo>
                    <a:pt x="331470" y="139065"/>
                  </a:lnTo>
                  <a:cubicBezTo>
                    <a:pt x="330517" y="138113"/>
                    <a:pt x="330517" y="136208"/>
                    <a:pt x="331470" y="135255"/>
                  </a:cubicBezTo>
                  <a:cubicBezTo>
                    <a:pt x="331470" y="134303"/>
                    <a:pt x="332423" y="132398"/>
                    <a:pt x="333375" y="132398"/>
                  </a:cubicBezTo>
                  <a:lnTo>
                    <a:pt x="355282" y="120968"/>
                  </a:lnTo>
                  <a:lnTo>
                    <a:pt x="371475" y="153353"/>
                  </a:lnTo>
                  <a:lnTo>
                    <a:pt x="394335" y="154305"/>
                  </a:lnTo>
                  <a:lnTo>
                    <a:pt x="352425" y="71438"/>
                  </a:lnTo>
                  <a:cubicBezTo>
                    <a:pt x="378142" y="60008"/>
                    <a:pt x="403860" y="48578"/>
                    <a:pt x="431482" y="39053"/>
                  </a:cubicBezTo>
                  <a:lnTo>
                    <a:pt x="442913" y="69533"/>
                  </a:lnTo>
                  <a:cubicBezTo>
                    <a:pt x="436245" y="65723"/>
                    <a:pt x="429578" y="62865"/>
                    <a:pt x="422910" y="60960"/>
                  </a:cubicBezTo>
                  <a:cubicBezTo>
                    <a:pt x="417195" y="59055"/>
                    <a:pt x="411480" y="59055"/>
                    <a:pt x="408623" y="60960"/>
                  </a:cubicBezTo>
                  <a:cubicBezTo>
                    <a:pt x="401003" y="63818"/>
                    <a:pt x="395288" y="68580"/>
                    <a:pt x="391478" y="75248"/>
                  </a:cubicBezTo>
                  <a:cubicBezTo>
                    <a:pt x="387667" y="81915"/>
                    <a:pt x="387667" y="88583"/>
                    <a:pt x="389573" y="95250"/>
                  </a:cubicBezTo>
                  <a:cubicBezTo>
                    <a:pt x="392430" y="102870"/>
                    <a:pt x="399098" y="108585"/>
                    <a:pt x="408623" y="113348"/>
                  </a:cubicBezTo>
                  <a:cubicBezTo>
                    <a:pt x="418148" y="118110"/>
                    <a:pt x="427673" y="119063"/>
                    <a:pt x="434340" y="117158"/>
                  </a:cubicBezTo>
                  <a:cubicBezTo>
                    <a:pt x="437198" y="116205"/>
                    <a:pt x="441007" y="113348"/>
                    <a:pt x="443865" y="110490"/>
                  </a:cubicBezTo>
                  <a:cubicBezTo>
                    <a:pt x="446723" y="107633"/>
                    <a:pt x="450532" y="103823"/>
                    <a:pt x="453390" y="98108"/>
                  </a:cubicBezTo>
                  <a:lnTo>
                    <a:pt x="460057" y="116205"/>
                  </a:lnTo>
                  <a:lnTo>
                    <a:pt x="482917" y="120968"/>
                  </a:lnTo>
                  <a:lnTo>
                    <a:pt x="468630" y="80963"/>
                  </a:lnTo>
                  <a:cubicBezTo>
                    <a:pt x="470535" y="75248"/>
                    <a:pt x="473392" y="71438"/>
                    <a:pt x="476250" y="67628"/>
                  </a:cubicBezTo>
                  <a:cubicBezTo>
                    <a:pt x="480060" y="63818"/>
                    <a:pt x="482917" y="60960"/>
                    <a:pt x="486728" y="60008"/>
                  </a:cubicBezTo>
                  <a:cubicBezTo>
                    <a:pt x="488632" y="59055"/>
                    <a:pt x="490538" y="59055"/>
                    <a:pt x="492442" y="60960"/>
                  </a:cubicBezTo>
                  <a:cubicBezTo>
                    <a:pt x="494348" y="61913"/>
                    <a:pt x="496253" y="63818"/>
                    <a:pt x="497205" y="65723"/>
                  </a:cubicBezTo>
                  <a:cubicBezTo>
                    <a:pt x="499110" y="69533"/>
                    <a:pt x="499110" y="75248"/>
                    <a:pt x="499110" y="80963"/>
                  </a:cubicBezTo>
                  <a:cubicBezTo>
                    <a:pt x="498157" y="86678"/>
                    <a:pt x="497205" y="93345"/>
                    <a:pt x="495300" y="99060"/>
                  </a:cubicBezTo>
                  <a:lnTo>
                    <a:pt x="516255" y="104775"/>
                  </a:lnTo>
                  <a:cubicBezTo>
                    <a:pt x="519113" y="91440"/>
                    <a:pt x="519113" y="80010"/>
                    <a:pt x="515303" y="69533"/>
                  </a:cubicBezTo>
                  <a:cubicBezTo>
                    <a:pt x="512445" y="61913"/>
                    <a:pt x="506730" y="55245"/>
                    <a:pt x="498157" y="50483"/>
                  </a:cubicBezTo>
                  <a:cubicBezTo>
                    <a:pt x="489585" y="44768"/>
                    <a:pt x="481965" y="43815"/>
                    <a:pt x="476250" y="45720"/>
                  </a:cubicBezTo>
                  <a:cubicBezTo>
                    <a:pt x="473392" y="46673"/>
                    <a:pt x="470535" y="48578"/>
                    <a:pt x="467678" y="50483"/>
                  </a:cubicBezTo>
                  <a:cubicBezTo>
                    <a:pt x="464820" y="52388"/>
                    <a:pt x="461963" y="56198"/>
                    <a:pt x="459105" y="59055"/>
                  </a:cubicBezTo>
                  <a:lnTo>
                    <a:pt x="450532" y="34290"/>
                  </a:lnTo>
                  <a:cubicBezTo>
                    <a:pt x="470535" y="27623"/>
                    <a:pt x="490538" y="21908"/>
                    <a:pt x="511492" y="16193"/>
                  </a:cubicBezTo>
                  <a:lnTo>
                    <a:pt x="506730" y="12383"/>
                  </a:lnTo>
                  <a:lnTo>
                    <a:pt x="506730" y="12383"/>
                  </a:lnTo>
                  <a:lnTo>
                    <a:pt x="505778" y="11430"/>
                  </a:lnTo>
                  <a:lnTo>
                    <a:pt x="493395" y="0"/>
                  </a:lnTo>
                  <a:cubicBezTo>
                    <a:pt x="295275" y="52388"/>
                    <a:pt x="122873" y="168593"/>
                    <a:pt x="0" y="325755"/>
                  </a:cubicBezTo>
                  <a:lnTo>
                    <a:pt x="20955" y="331470"/>
                  </a:lnTo>
                  <a:cubicBezTo>
                    <a:pt x="40957" y="306705"/>
                    <a:pt x="61913" y="282893"/>
                    <a:pt x="83820" y="260985"/>
                  </a:cubicBezTo>
                  <a:close/>
                  <a:moveTo>
                    <a:pt x="436245" y="93345"/>
                  </a:moveTo>
                  <a:cubicBezTo>
                    <a:pt x="432435" y="97155"/>
                    <a:pt x="427673" y="100013"/>
                    <a:pt x="423863" y="101918"/>
                  </a:cubicBezTo>
                  <a:cubicBezTo>
                    <a:pt x="421005" y="102870"/>
                    <a:pt x="418148" y="102870"/>
                    <a:pt x="416242" y="101918"/>
                  </a:cubicBezTo>
                  <a:cubicBezTo>
                    <a:pt x="413385" y="100965"/>
                    <a:pt x="412432" y="99060"/>
                    <a:pt x="411480" y="97155"/>
                  </a:cubicBezTo>
                  <a:cubicBezTo>
                    <a:pt x="409575" y="92393"/>
                    <a:pt x="410528" y="88583"/>
                    <a:pt x="412432" y="84773"/>
                  </a:cubicBezTo>
                  <a:cubicBezTo>
                    <a:pt x="414338" y="80010"/>
                    <a:pt x="417195" y="77153"/>
                    <a:pt x="421957" y="76200"/>
                  </a:cubicBezTo>
                  <a:cubicBezTo>
                    <a:pt x="425767" y="75248"/>
                    <a:pt x="429578" y="74295"/>
                    <a:pt x="434340" y="75248"/>
                  </a:cubicBezTo>
                  <a:cubicBezTo>
                    <a:pt x="439103" y="75248"/>
                    <a:pt x="443865" y="77153"/>
                    <a:pt x="447675" y="79058"/>
                  </a:cubicBezTo>
                  <a:cubicBezTo>
                    <a:pt x="443865" y="83820"/>
                    <a:pt x="440055" y="89535"/>
                    <a:pt x="436245" y="93345"/>
                  </a:cubicBezTo>
                  <a:close/>
                  <a:moveTo>
                    <a:pt x="115252" y="231458"/>
                  </a:moveTo>
                  <a:lnTo>
                    <a:pt x="140970" y="258127"/>
                  </a:lnTo>
                  <a:cubicBezTo>
                    <a:pt x="140017" y="265748"/>
                    <a:pt x="138113" y="272415"/>
                    <a:pt x="136207" y="278130"/>
                  </a:cubicBezTo>
                  <a:cubicBezTo>
                    <a:pt x="134302" y="283845"/>
                    <a:pt x="131445" y="287655"/>
                    <a:pt x="128588" y="291465"/>
                  </a:cubicBezTo>
                  <a:cubicBezTo>
                    <a:pt x="125730" y="294323"/>
                    <a:pt x="121920" y="296228"/>
                    <a:pt x="118110" y="297180"/>
                  </a:cubicBezTo>
                  <a:cubicBezTo>
                    <a:pt x="114300" y="298133"/>
                    <a:pt x="110490" y="298133"/>
                    <a:pt x="106680" y="297180"/>
                  </a:cubicBezTo>
                  <a:cubicBezTo>
                    <a:pt x="106680" y="297180"/>
                    <a:pt x="105727" y="296228"/>
                    <a:pt x="105727" y="296228"/>
                  </a:cubicBezTo>
                  <a:cubicBezTo>
                    <a:pt x="105727" y="295275"/>
                    <a:pt x="105727" y="295275"/>
                    <a:pt x="105727" y="295275"/>
                  </a:cubicBezTo>
                  <a:cubicBezTo>
                    <a:pt x="110490" y="288608"/>
                    <a:pt x="113348" y="282893"/>
                    <a:pt x="115252" y="277178"/>
                  </a:cubicBezTo>
                  <a:cubicBezTo>
                    <a:pt x="117157" y="271463"/>
                    <a:pt x="116205" y="266700"/>
                    <a:pt x="114300" y="264795"/>
                  </a:cubicBezTo>
                  <a:cubicBezTo>
                    <a:pt x="112395" y="262890"/>
                    <a:pt x="109538" y="260985"/>
                    <a:pt x="104775" y="259080"/>
                  </a:cubicBezTo>
                  <a:cubicBezTo>
                    <a:pt x="100965" y="258127"/>
                    <a:pt x="96202" y="257175"/>
                    <a:pt x="91440" y="256223"/>
                  </a:cubicBezTo>
                  <a:cubicBezTo>
                    <a:pt x="98107" y="246698"/>
                    <a:pt x="106680" y="239077"/>
                    <a:pt x="115252" y="231458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467" name="Google Shape;1467;p13"/>
            <p:cNvSpPr/>
            <p:nvPr/>
          </p:nvSpPr>
          <p:spPr bwMode="auto">
            <a:xfrm>
              <a:off x="5730238" y="2140744"/>
              <a:ext cx="72130" cy="40481"/>
            </a:xfrm>
            <a:custGeom>
              <a:avLst/>
              <a:gdLst/>
              <a:ahLst/>
              <a:cxnLst/>
              <a:rect l="l" t="t" r="r" b="b"/>
              <a:pathLst>
                <a:path w="72130" h="40481" fill="norm" stroke="1" extrusionOk="0">
                  <a:moveTo>
                    <a:pt x="22860" y="17621"/>
                  </a:moveTo>
                  <a:cubicBezTo>
                    <a:pt x="25718" y="16669"/>
                    <a:pt x="29527" y="16669"/>
                    <a:pt x="32385" y="16669"/>
                  </a:cubicBezTo>
                  <a:cubicBezTo>
                    <a:pt x="35243" y="16669"/>
                    <a:pt x="38100" y="17621"/>
                    <a:pt x="40958" y="19526"/>
                  </a:cubicBezTo>
                  <a:lnTo>
                    <a:pt x="69533" y="40481"/>
                  </a:lnTo>
                  <a:cubicBezTo>
                    <a:pt x="75248" y="38576"/>
                    <a:pt x="71438" y="32861"/>
                    <a:pt x="59055" y="22384"/>
                  </a:cubicBezTo>
                  <a:cubicBezTo>
                    <a:pt x="52388" y="16669"/>
                    <a:pt x="48577" y="13811"/>
                    <a:pt x="45720" y="11906"/>
                  </a:cubicBezTo>
                  <a:cubicBezTo>
                    <a:pt x="40005" y="7144"/>
                    <a:pt x="33338" y="3334"/>
                    <a:pt x="25718" y="1429"/>
                  </a:cubicBezTo>
                  <a:cubicBezTo>
                    <a:pt x="19050" y="-476"/>
                    <a:pt x="12383" y="-476"/>
                    <a:pt x="7620" y="1429"/>
                  </a:cubicBezTo>
                  <a:cubicBezTo>
                    <a:pt x="4763" y="2381"/>
                    <a:pt x="1905" y="4286"/>
                    <a:pt x="0" y="5239"/>
                  </a:cubicBezTo>
                  <a:lnTo>
                    <a:pt x="14288" y="21431"/>
                  </a:lnTo>
                  <a:cubicBezTo>
                    <a:pt x="17145" y="20479"/>
                    <a:pt x="20002" y="18574"/>
                    <a:pt x="22860" y="17621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468" name="Google Shape;1468;p13"/>
            <p:cNvSpPr/>
            <p:nvPr/>
          </p:nvSpPr>
          <p:spPr bwMode="auto">
            <a:xfrm>
              <a:off x="6128206" y="2241837"/>
              <a:ext cx="60187" cy="55030"/>
            </a:xfrm>
            <a:custGeom>
              <a:avLst/>
              <a:gdLst/>
              <a:ahLst/>
              <a:cxnLst/>
              <a:rect l="l" t="t" r="r" b="b"/>
              <a:pathLst>
                <a:path w="60187" h="55030" fill="norm" stroke="1" extrusionOk="0">
                  <a:moveTo>
                    <a:pt x="19230" y="17489"/>
                  </a:moveTo>
                  <a:cubicBezTo>
                    <a:pt x="23041" y="15584"/>
                    <a:pt x="27803" y="14631"/>
                    <a:pt x="32566" y="14631"/>
                  </a:cubicBezTo>
                  <a:lnTo>
                    <a:pt x="43996" y="15584"/>
                  </a:lnTo>
                  <a:lnTo>
                    <a:pt x="36375" y="1296"/>
                  </a:lnTo>
                  <a:lnTo>
                    <a:pt x="25898" y="344"/>
                  </a:lnTo>
                  <a:cubicBezTo>
                    <a:pt x="19230" y="-609"/>
                    <a:pt x="13516" y="344"/>
                    <a:pt x="8753" y="4154"/>
                  </a:cubicBezTo>
                  <a:cubicBezTo>
                    <a:pt x="3991" y="7011"/>
                    <a:pt x="1133" y="10821"/>
                    <a:pt x="180" y="16536"/>
                  </a:cubicBezTo>
                  <a:cubicBezTo>
                    <a:pt x="-772" y="25109"/>
                    <a:pt x="2086" y="33681"/>
                    <a:pt x="7800" y="41301"/>
                  </a:cubicBezTo>
                  <a:cubicBezTo>
                    <a:pt x="14468" y="48921"/>
                    <a:pt x="22088" y="53684"/>
                    <a:pt x="30661" y="54636"/>
                  </a:cubicBezTo>
                  <a:cubicBezTo>
                    <a:pt x="36375" y="55589"/>
                    <a:pt x="42091" y="54636"/>
                    <a:pt x="46853" y="53684"/>
                  </a:cubicBezTo>
                  <a:cubicBezTo>
                    <a:pt x="51616" y="52731"/>
                    <a:pt x="56378" y="50826"/>
                    <a:pt x="60188" y="47969"/>
                  </a:cubicBezTo>
                  <a:lnTo>
                    <a:pt x="52568" y="31776"/>
                  </a:lnTo>
                  <a:cubicBezTo>
                    <a:pt x="47805" y="34634"/>
                    <a:pt x="43043" y="37491"/>
                    <a:pt x="37328" y="39396"/>
                  </a:cubicBezTo>
                  <a:cubicBezTo>
                    <a:pt x="31613" y="41301"/>
                    <a:pt x="26850" y="41301"/>
                    <a:pt x="22088" y="41301"/>
                  </a:cubicBezTo>
                  <a:cubicBezTo>
                    <a:pt x="19230" y="41301"/>
                    <a:pt x="16373" y="39396"/>
                    <a:pt x="14468" y="36539"/>
                  </a:cubicBezTo>
                  <a:cubicBezTo>
                    <a:pt x="12563" y="33681"/>
                    <a:pt x="11611" y="30824"/>
                    <a:pt x="11611" y="27014"/>
                  </a:cubicBezTo>
                  <a:cubicBezTo>
                    <a:pt x="12563" y="23204"/>
                    <a:pt x="15421" y="20346"/>
                    <a:pt x="19230" y="17489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469" name="Google Shape;1469;p13"/>
            <p:cNvSpPr/>
            <p:nvPr/>
          </p:nvSpPr>
          <p:spPr bwMode="auto">
            <a:xfrm>
              <a:off x="6304220" y="2196423"/>
              <a:ext cx="62287" cy="78143"/>
            </a:xfrm>
            <a:custGeom>
              <a:avLst/>
              <a:gdLst/>
              <a:ahLst/>
              <a:cxnLst/>
              <a:rect l="l" t="t" r="r" b="b"/>
              <a:pathLst>
                <a:path w="62287" h="78143" fill="norm" stroke="1" extrusionOk="0">
                  <a:moveTo>
                    <a:pt x="23235" y="22899"/>
                  </a:moveTo>
                  <a:cubicBezTo>
                    <a:pt x="27045" y="20041"/>
                    <a:pt x="31808" y="19089"/>
                    <a:pt x="36570" y="20994"/>
                  </a:cubicBezTo>
                  <a:lnTo>
                    <a:pt x="57525" y="26709"/>
                  </a:lnTo>
                  <a:lnTo>
                    <a:pt x="62288" y="9564"/>
                  </a:lnTo>
                  <a:lnTo>
                    <a:pt x="30855" y="991"/>
                  </a:lnTo>
                  <a:cubicBezTo>
                    <a:pt x="24188" y="-914"/>
                    <a:pt x="18473" y="39"/>
                    <a:pt x="12758" y="2896"/>
                  </a:cubicBezTo>
                  <a:cubicBezTo>
                    <a:pt x="7043" y="5754"/>
                    <a:pt x="3233" y="10516"/>
                    <a:pt x="1328" y="16231"/>
                  </a:cubicBezTo>
                  <a:cubicBezTo>
                    <a:pt x="-577" y="23851"/>
                    <a:pt x="-577" y="33376"/>
                    <a:pt x="2280" y="43854"/>
                  </a:cubicBezTo>
                  <a:cubicBezTo>
                    <a:pt x="5138" y="54331"/>
                    <a:pt x="9900" y="65761"/>
                    <a:pt x="16568" y="78144"/>
                  </a:cubicBezTo>
                  <a:lnTo>
                    <a:pt x="24188" y="75286"/>
                  </a:lnTo>
                  <a:cubicBezTo>
                    <a:pt x="20378" y="67666"/>
                    <a:pt x="17520" y="60046"/>
                    <a:pt x="16568" y="52426"/>
                  </a:cubicBezTo>
                  <a:cubicBezTo>
                    <a:pt x="15615" y="44806"/>
                    <a:pt x="15615" y="39091"/>
                    <a:pt x="16568" y="33376"/>
                  </a:cubicBezTo>
                  <a:cubicBezTo>
                    <a:pt x="16568" y="29566"/>
                    <a:pt x="19425" y="25756"/>
                    <a:pt x="23235" y="22899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470" name="Google Shape;1470;p13"/>
            <p:cNvSpPr/>
            <p:nvPr/>
          </p:nvSpPr>
          <p:spPr bwMode="auto">
            <a:xfrm>
              <a:off x="6667143" y="2388355"/>
              <a:ext cx="87538" cy="98620"/>
            </a:xfrm>
            <a:custGeom>
              <a:avLst/>
              <a:gdLst/>
              <a:ahLst/>
              <a:cxnLst/>
              <a:rect l="l" t="t" r="r" b="b"/>
              <a:pathLst>
                <a:path w="87539" h="98620" fill="norm" stroke="1" extrusionOk="0">
                  <a:moveTo>
                    <a:pt x="52745" y="513"/>
                  </a:moveTo>
                  <a:cubicBezTo>
                    <a:pt x="45125" y="2418"/>
                    <a:pt x="41315" y="7180"/>
                    <a:pt x="39410" y="17658"/>
                  </a:cubicBezTo>
                  <a:cubicBezTo>
                    <a:pt x="37505" y="28135"/>
                    <a:pt x="38457" y="40518"/>
                    <a:pt x="43220" y="52900"/>
                  </a:cubicBezTo>
                  <a:cubicBezTo>
                    <a:pt x="34647" y="55758"/>
                    <a:pt x="26075" y="54805"/>
                    <a:pt x="18455" y="51948"/>
                  </a:cubicBezTo>
                  <a:cubicBezTo>
                    <a:pt x="20360" y="49090"/>
                    <a:pt x="20360" y="46233"/>
                    <a:pt x="20360" y="44328"/>
                  </a:cubicBezTo>
                  <a:cubicBezTo>
                    <a:pt x="20360" y="41470"/>
                    <a:pt x="20360" y="39565"/>
                    <a:pt x="19407" y="38613"/>
                  </a:cubicBezTo>
                  <a:cubicBezTo>
                    <a:pt x="17502" y="36708"/>
                    <a:pt x="14645" y="35755"/>
                    <a:pt x="11787" y="35755"/>
                  </a:cubicBezTo>
                  <a:cubicBezTo>
                    <a:pt x="8930" y="36708"/>
                    <a:pt x="5120" y="37660"/>
                    <a:pt x="3215" y="40518"/>
                  </a:cubicBezTo>
                  <a:cubicBezTo>
                    <a:pt x="357" y="43375"/>
                    <a:pt x="-595" y="47185"/>
                    <a:pt x="357" y="51948"/>
                  </a:cubicBezTo>
                  <a:cubicBezTo>
                    <a:pt x="1310" y="56710"/>
                    <a:pt x="4167" y="60520"/>
                    <a:pt x="7977" y="64330"/>
                  </a:cubicBezTo>
                  <a:lnTo>
                    <a:pt x="1310" y="95763"/>
                  </a:lnTo>
                  <a:lnTo>
                    <a:pt x="12740" y="98620"/>
                  </a:lnTo>
                  <a:lnTo>
                    <a:pt x="13692" y="67188"/>
                  </a:lnTo>
                  <a:cubicBezTo>
                    <a:pt x="27027" y="70998"/>
                    <a:pt x="39410" y="71950"/>
                    <a:pt x="50840" y="70045"/>
                  </a:cubicBezTo>
                  <a:cubicBezTo>
                    <a:pt x="62270" y="69093"/>
                    <a:pt x="70842" y="65283"/>
                    <a:pt x="76557" y="58615"/>
                  </a:cubicBezTo>
                  <a:cubicBezTo>
                    <a:pt x="87987" y="46233"/>
                    <a:pt x="93702" y="23373"/>
                    <a:pt x="77510" y="5275"/>
                  </a:cubicBezTo>
                  <a:cubicBezTo>
                    <a:pt x="72747" y="2418"/>
                    <a:pt x="65127" y="-1392"/>
                    <a:pt x="52745" y="513"/>
                  </a:cubicBezTo>
                  <a:close/>
                  <a:moveTo>
                    <a:pt x="70842" y="29088"/>
                  </a:moveTo>
                  <a:cubicBezTo>
                    <a:pt x="69890" y="33850"/>
                    <a:pt x="67985" y="37660"/>
                    <a:pt x="65127" y="41470"/>
                  </a:cubicBezTo>
                  <a:cubicBezTo>
                    <a:pt x="62270" y="44328"/>
                    <a:pt x="59412" y="47185"/>
                    <a:pt x="56555" y="48138"/>
                  </a:cubicBezTo>
                  <a:cubicBezTo>
                    <a:pt x="53697" y="50043"/>
                    <a:pt x="51792" y="50995"/>
                    <a:pt x="49887" y="50995"/>
                  </a:cubicBezTo>
                  <a:cubicBezTo>
                    <a:pt x="47982" y="44328"/>
                    <a:pt x="47982" y="37660"/>
                    <a:pt x="47982" y="32898"/>
                  </a:cubicBezTo>
                  <a:cubicBezTo>
                    <a:pt x="47982" y="27183"/>
                    <a:pt x="49887" y="23373"/>
                    <a:pt x="51792" y="21468"/>
                  </a:cubicBezTo>
                  <a:cubicBezTo>
                    <a:pt x="54650" y="18610"/>
                    <a:pt x="57507" y="16705"/>
                    <a:pt x="60365" y="16705"/>
                  </a:cubicBezTo>
                  <a:cubicBezTo>
                    <a:pt x="63222" y="15753"/>
                    <a:pt x="66080" y="16705"/>
                    <a:pt x="67985" y="18610"/>
                  </a:cubicBezTo>
                  <a:cubicBezTo>
                    <a:pt x="69890" y="21468"/>
                    <a:pt x="70842" y="25278"/>
                    <a:pt x="70842" y="29088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471" name="Google Shape;1471;p13"/>
            <p:cNvSpPr/>
            <p:nvPr/>
          </p:nvSpPr>
          <p:spPr bwMode="auto">
            <a:xfrm>
              <a:off x="6644398" y="2477449"/>
              <a:ext cx="71922" cy="76930"/>
            </a:xfrm>
            <a:custGeom>
              <a:avLst/>
              <a:gdLst/>
              <a:ahLst/>
              <a:cxnLst/>
              <a:rect l="l" t="t" r="r" b="b"/>
              <a:pathLst>
                <a:path w="71922" h="76930" fill="norm" stroke="1" extrusionOk="0">
                  <a:moveTo>
                    <a:pt x="47868" y="60008"/>
                  </a:moveTo>
                  <a:cubicBezTo>
                    <a:pt x="41200" y="59055"/>
                    <a:pt x="36438" y="56198"/>
                    <a:pt x="31675" y="50483"/>
                  </a:cubicBezTo>
                  <a:cubicBezTo>
                    <a:pt x="24055" y="40958"/>
                    <a:pt x="17388" y="32385"/>
                    <a:pt x="13578" y="23813"/>
                  </a:cubicBezTo>
                  <a:cubicBezTo>
                    <a:pt x="9768" y="15240"/>
                    <a:pt x="7863" y="7620"/>
                    <a:pt x="7863" y="952"/>
                  </a:cubicBezTo>
                  <a:lnTo>
                    <a:pt x="243" y="0"/>
                  </a:lnTo>
                  <a:cubicBezTo>
                    <a:pt x="-710" y="10477"/>
                    <a:pt x="1195" y="20955"/>
                    <a:pt x="5005" y="32385"/>
                  </a:cubicBezTo>
                  <a:cubicBezTo>
                    <a:pt x="8815" y="43815"/>
                    <a:pt x="15483" y="54293"/>
                    <a:pt x="23103" y="63818"/>
                  </a:cubicBezTo>
                  <a:cubicBezTo>
                    <a:pt x="28818" y="70485"/>
                    <a:pt x="36438" y="75248"/>
                    <a:pt x="44058" y="76200"/>
                  </a:cubicBezTo>
                  <a:cubicBezTo>
                    <a:pt x="51678" y="78105"/>
                    <a:pt x="58345" y="76200"/>
                    <a:pt x="64060" y="71438"/>
                  </a:cubicBezTo>
                  <a:cubicBezTo>
                    <a:pt x="68823" y="67627"/>
                    <a:pt x="71680" y="60960"/>
                    <a:pt x="71680" y="52388"/>
                  </a:cubicBezTo>
                  <a:cubicBezTo>
                    <a:pt x="72633" y="43815"/>
                    <a:pt x="70728" y="37148"/>
                    <a:pt x="66918" y="32385"/>
                  </a:cubicBezTo>
                  <a:cubicBezTo>
                    <a:pt x="65013" y="29527"/>
                    <a:pt x="62155" y="27623"/>
                    <a:pt x="58345" y="26670"/>
                  </a:cubicBezTo>
                  <a:cubicBezTo>
                    <a:pt x="54535" y="24765"/>
                    <a:pt x="50725" y="23813"/>
                    <a:pt x="45963" y="23813"/>
                  </a:cubicBezTo>
                  <a:lnTo>
                    <a:pt x="45010" y="41910"/>
                  </a:lnTo>
                  <a:cubicBezTo>
                    <a:pt x="48820" y="41910"/>
                    <a:pt x="51678" y="41910"/>
                    <a:pt x="55488" y="42863"/>
                  </a:cubicBezTo>
                  <a:cubicBezTo>
                    <a:pt x="59298" y="43815"/>
                    <a:pt x="61203" y="44768"/>
                    <a:pt x="63108" y="46673"/>
                  </a:cubicBezTo>
                  <a:cubicBezTo>
                    <a:pt x="65013" y="48577"/>
                    <a:pt x="65013" y="49530"/>
                    <a:pt x="65013" y="51435"/>
                  </a:cubicBezTo>
                  <a:cubicBezTo>
                    <a:pt x="65013" y="53340"/>
                    <a:pt x="65013" y="55245"/>
                    <a:pt x="63108" y="56198"/>
                  </a:cubicBezTo>
                  <a:cubicBezTo>
                    <a:pt x="59298" y="60008"/>
                    <a:pt x="54535" y="60960"/>
                    <a:pt x="47868" y="60008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472" name="Google Shape;1472;p13"/>
            <p:cNvSpPr/>
            <p:nvPr/>
          </p:nvSpPr>
          <p:spPr bwMode="auto">
            <a:xfrm>
              <a:off x="5945504" y="2138362"/>
              <a:ext cx="782002" cy="306704"/>
            </a:xfrm>
            <a:custGeom>
              <a:avLst/>
              <a:gdLst/>
              <a:ahLst/>
              <a:cxnLst/>
              <a:rect l="l" t="t" r="r" b="b"/>
              <a:pathLst>
                <a:path w="782002" h="306704" fill="norm" stroke="1" extrusionOk="0">
                  <a:moveTo>
                    <a:pt x="26670" y="97155"/>
                  </a:moveTo>
                  <a:cubicBezTo>
                    <a:pt x="37148" y="103823"/>
                    <a:pt x="46673" y="107632"/>
                    <a:pt x="56198" y="106680"/>
                  </a:cubicBezTo>
                  <a:cubicBezTo>
                    <a:pt x="62865" y="105727"/>
                    <a:pt x="68580" y="102870"/>
                    <a:pt x="73342" y="97155"/>
                  </a:cubicBezTo>
                  <a:cubicBezTo>
                    <a:pt x="78105" y="91440"/>
                    <a:pt x="80010" y="84773"/>
                    <a:pt x="79058" y="77152"/>
                  </a:cubicBezTo>
                  <a:cubicBezTo>
                    <a:pt x="79058" y="74295"/>
                    <a:pt x="78105" y="71438"/>
                    <a:pt x="77153" y="68580"/>
                  </a:cubicBezTo>
                  <a:cubicBezTo>
                    <a:pt x="76200" y="65723"/>
                    <a:pt x="74295" y="63818"/>
                    <a:pt x="72390" y="60960"/>
                  </a:cubicBezTo>
                  <a:cubicBezTo>
                    <a:pt x="77153" y="63818"/>
                    <a:pt x="80963" y="65723"/>
                    <a:pt x="84773" y="67627"/>
                  </a:cubicBezTo>
                  <a:cubicBezTo>
                    <a:pt x="88583" y="69532"/>
                    <a:pt x="92392" y="69532"/>
                    <a:pt x="96203" y="69532"/>
                  </a:cubicBezTo>
                  <a:cubicBezTo>
                    <a:pt x="100013" y="68580"/>
                    <a:pt x="102870" y="67627"/>
                    <a:pt x="104775" y="66675"/>
                  </a:cubicBezTo>
                  <a:lnTo>
                    <a:pt x="107633" y="98107"/>
                  </a:lnTo>
                  <a:lnTo>
                    <a:pt x="128588" y="107632"/>
                  </a:lnTo>
                  <a:lnTo>
                    <a:pt x="120015" y="15240"/>
                  </a:lnTo>
                  <a:cubicBezTo>
                    <a:pt x="132398" y="14288"/>
                    <a:pt x="143828" y="14288"/>
                    <a:pt x="156210" y="14288"/>
                  </a:cubicBezTo>
                  <a:cubicBezTo>
                    <a:pt x="158115" y="14288"/>
                    <a:pt x="160020" y="14288"/>
                    <a:pt x="161925" y="14288"/>
                  </a:cubicBezTo>
                  <a:lnTo>
                    <a:pt x="160020" y="51435"/>
                  </a:lnTo>
                  <a:lnTo>
                    <a:pt x="153353" y="51435"/>
                  </a:lnTo>
                  <a:cubicBezTo>
                    <a:pt x="151448" y="51435"/>
                    <a:pt x="150495" y="51435"/>
                    <a:pt x="149542" y="53340"/>
                  </a:cubicBezTo>
                  <a:cubicBezTo>
                    <a:pt x="148590" y="54293"/>
                    <a:pt x="147638" y="55245"/>
                    <a:pt x="147638" y="57150"/>
                  </a:cubicBezTo>
                  <a:cubicBezTo>
                    <a:pt x="147638" y="60960"/>
                    <a:pt x="151448" y="66675"/>
                    <a:pt x="158115" y="74295"/>
                  </a:cubicBezTo>
                  <a:cubicBezTo>
                    <a:pt x="165735" y="81915"/>
                    <a:pt x="170498" y="86677"/>
                    <a:pt x="174308" y="86677"/>
                  </a:cubicBezTo>
                  <a:cubicBezTo>
                    <a:pt x="175260" y="86677"/>
                    <a:pt x="176213" y="85725"/>
                    <a:pt x="177165" y="84773"/>
                  </a:cubicBezTo>
                  <a:cubicBezTo>
                    <a:pt x="178117" y="82868"/>
                    <a:pt x="179070" y="81915"/>
                    <a:pt x="179070" y="80010"/>
                  </a:cubicBezTo>
                  <a:lnTo>
                    <a:pt x="179070" y="71438"/>
                  </a:lnTo>
                  <a:lnTo>
                    <a:pt x="212408" y="73343"/>
                  </a:lnTo>
                  <a:lnTo>
                    <a:pt x="211455" y="98107"/>
                  </a:lnTo>
                  <a:lnTo>
                    <a:pt x="231458" y="112395"/>
                  </a:lnTo>
                  <a:lnTo>
                    <a:pt x="236220" y="19050"/>
                  </a:lnTo>
                  <a:cubicBezTo>
                    <a:pt x="264795" y="21907"/>
                    <a:pt x="292417" y="25718"/>
                    <a:pt x="320040" y="30480"/>
                  </a:cubicBezTo>
                  <a:lnTo>
                    <a:pt x="317183" y="45720"/>
                  </a:lnTo>
                  <a:lnTo>
                    <a:pt x="288608" y="40957"/>
                  </a:lnTo>
                  <a:cubicBezTo>
                    <a:pt x="281940" y="40005"/>
                    <a:pt x="275273" y="40957"/>
                    <a:pt x="269558" y="44768"/>
                  </a:cubicBezTo>
                  <a:cubicBezTo>
                    <a:pt x="263842" y="48577"/>
                    <a:pt x="260985" y="53340"/>
                    <a:pt x="260033" y="59055"/>
                  </a:cubicBezTo>
                  <a:cubicBezTo>
                    <a:pt x="258128" y="67627"/>
                    <a:pt x="259080" y="77152"/>
                    <a:pt x="262890" y="87630"/>
                  </a:cubicBezTo>
                  <a:cubicBezTo>
                    <a:pt x="265748" y="98107"/>
                    <a:pt x="271463" y="108585"/>
                    <a:pt x="278130" y="119063"/>
                  </a:cubicBezTo>
                  <a:lnTo>
                    <a:pt x="285750" y="116205"/>
                  </a:lnTo>
                  <a:cubicBezTo>
                    <a:pt x="280988" y="109538"/>
                    <a:pt x="277178" y="102870"/>
                    <a:pt x="275273" y="96202"/>
                  </a:cubicBezTo>
                  <a:cubicBezTo>
                    <a:pt x="273367" y="88582"/>
                    <a:pt x="273367" y="81915"/>
                    <a:pt x="274320" y="75248"/>
                  </a:cubicBezTo>
                  <a:cubicBezTo>
                    <a:pt x="275273" y="70485"/>
                    <a:pt x="277178" y="66675"/>
                    <a:pt x="281940" y="63818"/>
                  </a:cubicBezTo>
                  <a:cubicBezTo>
                    <a:pt x="285750" y="60960"/>
                    <a:pt x="290513" y="60007"/>
                    <a:pt x="295275" y="60960"/>
                  </a:cubicBezTo>
                  <a:lnTo>
                    <a:pt x="315278" y="64770"/>
                  </a:lnTo>
                  <a:lnTo>
                    <a:pt x="307658" y="111443"/>
                  </a:lnTo>
                  <a:lnTo>
                    <a:pt x="325755" y="128588"/>
                  </a:lnTo>
                  <a:lnTo>
                    <a:pt x="340995" y="36195"/>
                  </a:lnTo>
                  <a:cubicBezTo>
                    <a:pt x="393383" y="46673"/>
                    <a:pt x="444817" y="61913"/>
                    <a:pt x="494348" y="81915"/>
                  </a:cubicBezTo>
                  <a:lnTo>
                    <a:pt x="483870" y="109538"/>
                  </a:lnTo>
                  <a:cubicBezTo>
                    <a:pt x="481013" y="101918"/>
                    <a:pt x="477203" y="95250"/>
                    <a:pt x="472440" y="89535"/>
                  </a:cubicBezTo>
                  <a:cubicBezTo>
                    <a:pt x="467678" y="83820"/>
                    <a:pt x="461963" y="80010"/>
                    <a:pt x="457200" y="78105"/>
                  </a:cubicBezTo>
                  <a:cubicBezTo>
                    <a:pt x="448628" y="75248"/>
                    <a:pt x="441008" y="74295"/>
                    <a:pt x="433388" y="77152"/>
                  </a:cubicBezTo>
                  <a:cubicBezTo>
                    <a:pt x="425767" y="80010"/>
                    <a:pt x="421005" y="84773"/>
                    <a:pt x="418148" y="91440"/>
                  </a:cubicBezTo>
                  <a:cubicBezTo>
                    <a:pt x="415290" y="100013"/>
                    <a:pt x="416242" y="109538"/>
                    <a:pt x="421958" y="120968"/>
                  </a:cubicBezTo>
                  <a:cubicBezTo>
                    <a:pt x="427673" y="132398"/>
                    <a:pt x="434340" y="140018"/>
                    <a:pt x="441960" y="142875"/>
                  </a:cubicBezTo>
                  <a:cubicBezTo>
                    <a:pt x="446723" y="144780"/>
                    <a:pt x="451485" y="144780"/>
                    <a:pt x="456248" y="144780"/>
                  </a:cubicBezTo>
                  <a:cubicBezTo>
                    <a:pt x="461010" y="144780"/>
                    <a:pt x="466725" y="142875"/>
                    <a:pt x="471488" y="140970"/>
                  </a:cubicBezTo>
                  <a:lnTo>
                    <a:pt x="464820" y="158115"/>
                  </a:lnTo>
                  <a:lnTo>
                    <a:pt x="479108" y="178118"/>
                  </a:lnTo>
                  <a:lnTo>
                    <a:pt x="511492" y="90488"/>
                  </a:lnTo>
                  <a:cubicBezTo>
                    <a:pt x="523875" y="96202"/>
                    <a:pt x="537210" y="101918"/>
                    <a:pt x="549593" y="107632"/>
                  </a:cubicBezTo>
                  <a:lnTo>
                    <a:pt x="532448" y="140970"/>
                  </a:lnTo>
                  <a:lnTo>
                    <a:pt x="526733" y="138113"/>
                  </a:lnTo>
                  <a:cubicBezTo>
                    <a:pt x="524828" y="137160"/>
                    <a:pt x="523875" y="137160"/>
                    <a:pt x="522923" y="138113"/>
                  </a:cubicBezTo>
                  <a:cubicBezTo>
                    <a:pt x="521017" y="138113"/>
                    <a:pt x="520065" y="139065"/>
                    <a:pt x="519113" y="140970"/>
                  </a:cubicBezTo>
                  <a:cubicBezTo>
                    <a:pt x="517208" y="143827"/>
                    <a:pt x="518160" y="150495"/>
                    <a:pt x="521970" y="160973"/>
                  </a:cubicBezTo>
                  <a:cubicBezTo>
                    <a:pt x="524828" y="171450"/>
                    <a:pt x="528638" y="177165"/>
                    <a:pt x="531495" y="179070"/>
                  </a:cubicBezTo>
                  <a:cubicBezTo>
                    <a:pt x="532448" y="180023"/>
                    <a:pt x="533400" y="180023"/>
                    <a:pt x="535305" y="179070"/>
                  </a:cubicBezTo>
                  <a:cubicBezTo>
                    <a:pt x="537210" y="178118"/>
                    <a:pt x="538163" y="177165"/>
                    <a:pt x="539115" y="175260"/>
                  </a:cubicBezTo>
                  <a:lnTo>
                    <a:pt x="542925" y="167640"/>
                  </a:lnTo>
                  <a:lnTo>
                    <a:pt x="572453" y="183833"/>
                  </a:lnTo>
                  <a:lnTo>
                    <a:pt x="561023" y="205740"/>
                  </a:lnTo>
                  <a:lnTo>
                    <a:pt x="572453" y="226695"/>
                  </a:lnTo>
                  <a:lnTo>
                    <a:pt x="616268" y="143827"/>
                  </a:lnTo>
                  <a:cubicBezTo>
                    <a:pt x="626745" y="150495"/>
                    <a:pt x="638175" y="156210"/>
                    <a:pt x="648653" y="162877"/>
                  </a:cubicBezTo>
                  <a:lnTo>
                    <a:pt x="604838" y="230505"/>
                  </a:lnTo>
                  <a:lnTo>
                    <a:pt x="614363" y="253365"/>
                  </a:lnTo>
                  <a:lnTo>
                    <a:pt x="665798" y="174308"/>
                  </a:lnTo>
                  <a:cubicBezTo>
                    <a:pt x="687705" y="189548"/>
                    <a:pt x="709613" y="204788"/>
                    <a:pt x="729615" y="221933"/>
                  </a:cubicBezTo>
                  <a:lnTo>
                    <a:pt x="711518" y="244793"/>
                  </a:lnTo>
                  <a:lnTo>
                    <a:pt x="676275" y="217170"/>
                  </a:lnTo>
                  <a:cubicBezTo>
                    <a:pt x="674370" y="215265"/>
                    <a:pt x="672465" y="215265"/>
                    <a:pt x="669608" y="215265"/>
                  </a:cubicBezTo>
                  <a:cubicBezTo>
                    <a:pt x="666750" y="215265"/>
                    <a:pt x="664845" y="216218"/>
                    <a:pt x="663893" y="218123"/>
                  </a:cubicBezTo>
                  <a:cubicBezTo>
                    <a:pt x="660083" y="222885"/>
                    <a:pt x="658178" y="228600"/>
                    <a:pt x="658178" y="236220"/>
                  </a:cubicBezTo>
                  <a:cubicBezTo>
                    <a:pt x="658178" y="243840"/>
                    <a:pt x="660083" y="249555"/>
                    <a:pt x="662940" y="251460"/>
                  </a:cubicBezTo>
                  <a:cubicBezTo>
                    <a:pt x="663893" y="252413"/>
                    <a:pt x="664845" y="252413"/>
                    <a:pt x="665798" y="252413"/>
                  </a:cubicBezTo>
                  <a:cubicBezTo>
                    <a:pt x="666750" y="252413"/>
                    <a:pt x="667703" y="252413"/>
                    <a:pt x="668655" y="250508"/>
                  </a:cubicBezTo>
                  <a:lnTo>
                    <a:pt x="673418" y="243840"/>
                  </a:lnTo>
                  <a:cubicBezTo>
                    <a:pt x="674370" y="242888"/>
                    <a:pt x="675323" y="241935"/>
                    <a:pt x="677228" y="241935"/>
                  </a:cubicBezTo>
                  <a:cubicBezTo>
                    <a:pt x="678180" y="240983"/>
                    <a:pt x="680085" y="241935"/>
                    <a:pt x="681038" y="241935"/>
                  </a:cubicBezTo>
                  <a:lnTo>
                    <a:pt x="700088" y="257175"/>
                  </a:lnTo>
                  <a:lnTo>
                    <a:pt x="678180" y="285750"/>
                  </a:lnTo>
                  <a:lnTo>
                    <a:pt x="686753" y="306705"/>
                  </a:lnTo>
                  <a:lnTo>
                    <a:pt x="743903" y="233363"/>
                  </a:lnTo>
                  <a:cubicBezTo>
                    <a:pt x="752475" y="240030"/>
                    <a:pt x="761048" y="247650"/>
                    <a:pt x="768668" y="255270"/>
                  </a:cubicBezTo>
                  <a:lnTo>
                    <a:pt x="782003" y="240983"/>
                  </a:lnTo>
                  <a:cubicBezTo>
                    <a:pt x="616268" y="91440"/>
                    <a:pt x="396240" y="0"/>
                    <a:pt x="155258" y="0"/>
                  </a:cubicBezTo>
                  <a:cubicBezTo>
                    <a:pt x="127635" y="0"/>
                    <a:pt x="100013" y="952"/>
                    <a:pt x="72390" y="3810"/>
                  </a:cubicBezTo>
                  <a:lnTo>
                    <a:pt x="84773" y="22860"/>
                  </a:lnTo>
                  <a:cubicBezTo>
                    <a:pt x="89535" y="22860"/>
                    <a:pt x="93345" y="21907"/>
                    <a:pt x="98108" y="21907"/>
                  </a:cubicBezTo>
                  <a:lnTo>
                    <a:pt x="100965" y="48577"/>
                  </a:lnTo>
                  <a:cubicBezTo>
                    <a:pt x="99060" y="51435"/>
                    <a:pt x="97155" y="53340"/>
                    <a:pt x="94298" y="55245"/>
                  </a:cubicBezTo>
                  <a:cubicBezTo>
                    <a:pt x="91440" y="57150"/>
                    <a:pt x="88583" y="58102"/>
                    <a:pt x="85725" y="58102"/>
                  </a:cubicBezTo>
                  <a:cubicBezTo>
                    <a:pt x="80010" y="59055"/>
                    <a:pt x="75248" y="59055"/>
                    <a:pt x="72390" y="58102"/>
                  </a:cubicBezTo>
                  <a:cubicBezTo>
                    <a:pt x="68580" y="58102"/>
                    <a:pt x="65723" y="57150"/>
                    <a:pt x="64770" y="56198"/>
                  </a:cubicBezTo>
                  <a:cubicBezTo>
                    <a:pt x="67628" y="53340"/>
                    <a:pt x="69533" y="50482"/>
                    <a:pt x="71438" y="46673"/>
                  </a:cubicBezTo>
                  <a:cubicBezTo>
                    <a:pt x="73342" y="42863"/>
                    <a:pt x="73342" y="39052"/>
                    <a:pt x="73342" y="36195"/>
                  </a:cubicBezTo>
                  <a:cubicBezTo>
                    <a:pt x="72390" y="28575"/>
                    <a:pt x="67628" y="22860"/>
                    <a:pt x="59055" y="16193"/>
                  </a:cubicBezTo>
                  <a:cubicBezTo>
                    <a:pt x="50483" y="10477"/>
                    <a:pt x="40958" y="7620"/>
                    <a:pt x="32385" y="8573"/>
                  </a:cubicBezTo>
                  <a:cubicBezTo>
                    <a:pt x="27623" y="8573"/>
                    <a:pt x="23813" y="10477"/>
                    <a:pt x="19050" y="13335"/>
                  </a:cubicBezTo>
                  <a:cubicBezTo>
                    <a:pt x="14288" y="15240"/>
                    <a:pt x="10478" y="19050"/>
                    <a:pt x="6667" y="22860"/>
                  </a:cubicBezTo>
                  <a:lnTo>
                    <a:pt x="18098" y="36195"/>
                  </a:lnTo>
                  <a:cubicBezTo>
                    <a:pt x="21908" y="32385"/>
                    <a:pt x="26670" y="28575"/>
                    <a:pt x="31433" y="25718"/>
                  </a:cubicBezTo>
                  <a:cubicBezTo>
                    <a:pt x="36195" y="22860"/>
                    <a:pt x="40958" y="21907"/>
                    <a:pt x="44767" y="20955"/>
                  </a:cubicBezTo>
                  <a:cubicBezTo>
                    <a:pt x="48578" y="20955"/>
                    <a:pt x="51435" y="20955"/>
                    <a:pt x="54292" y="22860"/>
                  </a:cubicBezTo>
                  <a:cubicBezTo>
                    <a:pt x="57150" y="24765"/>
                    <a:pt x="59055" y="27623"/>
                    <a:pt x="59055" y="30480"/>
                  </a:cubicBezTo>
                  <a:cubicBezTo>
                    <a:pt x="59055" y="35243"/>
                    <a:pt x="59055" y="40005"/>
                    <a:pt x="57150" y="43815"/>
                  </a:cubicBezTo>
                  <a:cubicBezTo>
                    <a:pt x="56198" y="47625"/>
                    <a:pt x="53340" y="49530"/>
                    <a:pt x="48578" y="50482"/>
                  </a:cubicBezTo>
                  <a:cubicBezTo>
                    <a:pt x="45720" y="49530"/>
                    <a:pt x="42863" y="50482"/>
                    <a:pt x="39053" y="50482"/>
                  </a:cubicBezTo>
                  <a:cubicBezTo>
                    <a:pt x="35242" y="51435"/>
                    <a:pt x="31433" y="53340"/>
                    <a:pt x="27623" y="55245"/>
                  </a:cubicBezTo>
                  <a:lnTo>
                    <a:pt x="37148" y="71438"/>
                  </a:lnTo>
                  <a:cubicBezTo>
                    <a:pt x="44767" y="69532"/>
                    <a:pt x="51435" y="66675"/>
                    <a:pt x="59055" y="60960"/>
                  </a:cubicBezTo>
                  <a:cubicBezTo>
                    <a:pt x="60960" y="61913"/>
                    <a:pt x="61913" y="63818"/>
                    <a:pt x="62865" y="65723"/>
                  </a:cubicBezTo>
                  <a:cubicBezTo>
                    <a:pt x="63817" y="66675"/>
                    <a:pt x="64770" y="69532"/>
                    <a:pt x="64770" y="71438"/>
                  </a:cubicBezTo>
                  <a:cubicBezTo>
                    <a:pt x="65723" y="77152"/>
                    <a:pt x="63817" y="81915"/>
                    <a:pt x="60960" y="86677"/>
                  </a:cubicBezTo>
                  <a:cubicBezTo>
                    <a:pt x="57150" y="91440"/>
                    <a:pt x="52388" y="93345"/>
                    <a:pt x="46673" y="94298"/>
                  </a:cubicBezTo>
                  <a:cubicBezTo>
                    <a:pt x="40005" y="95250"/>
                    <a:pt x="32385" y="93345"/>
                    <a:pt x="25717" y="88582"/>
                  </a:cubicBezTo>
                  <a:cubicBezTo>
                    <a:pt x="18098" y="83820"/>
                    <a:pt x="12383" y="77152"/>
                    <a:pt x="6667" y="68580"/>
                  </a:cubicBezTo>
                  <a:lnTo>
                    <a:pt x="0" y="73343"/>
                  </a:lnTo>
                  <a:cubicBezTo>
                    <a:pt x="7620" y="80010"/>
                    <a:pt x="16192" y="89535"/>
                    <a:pt x="26670" y="97155"/>
                  </a:cubicBezTo>
                  <a:close/>
                  <a:moveTo>
                    <a:pt x="457200" y="121920"/>
                  </a:moveTo>
                  <a:cubicBezTo>
                    <a:pt x="449580" y="122873"/>
                    <a:pt x="443865" y="121920"/>
                    <a:pt x="438150" y="120015"/>
                  </a:cubicBezTo>
                  <a:cubicBezTo>
                    <a:pt x="434340" y="118110"/>
                    <a:pt x="431483" y="116205"/>
                    <a:pt x="428625" y="112395"/>
                  </a:cubicBezTo>
                  <a:cubicBezTo>
                    <a:pt x="426720" y="108585"/>
                    <a:pt x="426720" y="105727"/>
                    <a:pt x="427673" y="102870"/>
                  </a:cubicBezTo>
                  <a:cubicBezTo>
                    <a:pt x="429578" y="98107"/>
                    <a:pt x="433388" y="95250"/>
                    <a:pt x="441008" y="93345"/>
                  </a:cubicBezTo>
                  <a:cubicBezTo>
                    <a:pt x="448628" y="91440"/>
                    <a:pt x="456248" y="92393"/>
                    <a:pt x="462915" y="94298"/>
                  </a:cubicBezTo>
                  <a:cubicBezTo>
                    <a:pt x="466725" y="95250"/>
                    <a:pt x="469583" y="98107"/>
                    <a:pt x="472440" y="101918"/>
                  </a:cubicBezTo>
                  <a:cubicBezTo>
                    <a:pt x="475298" y="105727"/>
                    <a:pt x="478155" y="110490"/>
                    <a:pt x="480060" y="115252"/>
                  </a:cubicBezTo>
                  <a:cubicBezTo>
                    <a:pt x="472440" y="118110"/>
                    <a:pt x="464820" y="120968"/>
                    <a:pt x="457200" y="121920"/>
                  </a:cubicBezTo>
                  <a:close/>
                  <a:moveTo>
                    <a:pt x="567690" y="110490"/>
                  </a:moveTo>
                  <a:cubicBezTo>
                    <a:pt x="578168" y="115252"/>
                    <a:pt x="587693" y="120968"/>
                    <a:pt x="597218" y="126682"/>
                  </a:cubicBezTo>
                  <a:lnTo>
                    <a:pt x="579120" y="160020"/>
                  </a:lnTo>
                  <a:lnTo>
                    <a:pt x="549593" y="143827"/>
                  </a:lnTo>
                  <a:lnTo>
                    <a:pt x="567690" y="110490"/>
                  </a:lnTo>
                  <a:close/>
                  <a:moveTo>
                    <a:pt x="181928" y="13335"/>
                  </a:moveTo>
                  <a:cubicBezTo>
                    <a:pt x="193358" y="13335"/>
                    <a:pt x="204788" y="14288"/>
                    <a:pt x="215265" y="15240"/>
                  </a:cubicBezTo>
                  <a:lnTo>
                    <a:pt x="213360" y="53340"/>
                  </a:lnTo>
                  <a:lnTo>
                    <a:pt x="180023" y="51435"/>
                  </a:lnTo>
                  <a:lnTo>
                    <a:pt x="181928" y="13335"/>
                  </a:ln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473" name="Google Shape;1473;p13"/>
            <p:cNvSpPr/>
            <p:nvPr/>
          </p:nvSpPr>
          <p:spPr bwMode="auto">
            <a:xfrm>
              <a:off x="6714169" y="2412683"/>
              <a:ext cx="92392" cy="111442"/>
            </a:xfrm>
            <a:custGeom>
              <a:avLst/>
              <a:gdLst/>
              <a:ahLst/>
              <a:cxnLst/>
              <a:rect l="l" t="t" r="r" b="b"/>
              <a:pathLst>
                <a:path w="92392" h="111442" fill="norm" stroke="1" extrusionOk="0">
                  <a:moveTo>
                    <a:pt x="0" y="89535"/>
                  </a:moveTo>
                  <a:lnTo>
                    <a:pt x="6668" y="111442"/>
                  </a:lnTo>
                  <a:lnTo>
                    <a:pt x="72390" y="46672"/>
                  </a:lnTo>
                  <a:cubicBezTo>
                    <a:pt x="77153" y="52388"/>
                    <a:pt x="81915" y="58102"/>
                    <a:pt x="86678" y="62865"/>
                  </a:cubicBezTo>
                  <a:lnTo>
                    <a:pt x="92393" y="39052"/>
                  </a:lnTo>
                  <a:cubicBezTo>
                    <a:pt x="80963" y="25717"/>
                    <a:pt x="68580" y="12382"/>
                    <a:pt x="56198" y="0"/>
                  </a:cubicBezTo>
                  <a:lnTo>
                    <a:pt x="41910" y="14288"/>
                  </a:lnTo>
                  <a:cubicBezTo>
                    <a:pt x="47625" y="20002"/>
                    <a:pt x="52388" y="25717"/>
                    <a:pt x="58103" y="31432"/>
                  </a:cubicBezTo>
                  <a:lnTo>
                    <a:pt x="0" y="89535"/>
                  </a:ln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474" name="Google Shape;1474;p13"/>
            <p:cNvSpPr/>
            <p:nvPr/>
          </p:nvSpPr>
          <p:spPr bwMode="auto">
            <a:xfrm>
              <a:off x="6755132" y="2518406"/>
              <a:ext cx="25717" cy="25717"/>
            </a:xfrm>
            <a:custGeom>
              <a:avLst/>
              <a:gdLst/>
              <a:ahLst/>
              <a:cxnLst/>
              <a:rect l="l" t="t" r="r" b="b"/>
              <a:pathLst>
                <a:path w="25717" h="25717" fill="norm" stroke="1" extrusionOk="0">
                  <a:moveTo>
                    <a:pt x="0" y="0"/>
                  </a:moveTo>
                  <a:lnTo>
                    <a:pt x="25717" y="0"/>
                  </a:lnTo>
                  <a:lnTo>
                    <a:pt x="25717" y="25717"/>
                  </a:lnTo>
                  <a:lnTo>
                    <a:pt x="0" y="25717"/>
                  </a:ln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475" name="Google Shape;1475;p13"/>
            <p:cNvSpPr/>
            <p:nvPr/>
          </p:nvSpPr>
          <p:spPr bwMode="auto">
            <a:xfrm>
              <a:off x="6782749" y="2489835"/>
              <a:ext cx="25717" cy="25717"/>
            </a:xfrm>
            <a:custGeom>
              <a:avLst/>
              <a:gdLst/>
              <a:ahLst/>
              <a:cxnLst/>
              <a:rect l="l" t="t" r="r" b="b"/>
              <a:pathLst>
                <a:path w="25717" h="25717" fill="norm" stroke="1" extrusionOk="0">
                  <a:moveTo>
                    <a:pt x="0" y="0"/>
                  </a:moveTo>
                  <a:lnTo>
                    <a:pt x="25718" y="0"/>
                  </a:lnTo>
                  <a:lnTo>
                    <a:pt x="25718" y="25717"/>
                  </a:lnTo>
                  <a:lnTo>
                    <a:pt x="0" y="25717"/>
                  </a:ln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grpSp>
          <p:nvGrpSpPr>
            <p:cNvPr id="1476" name="Google Shape;1476;p13"/>
            <p:cNvGrpSpPr/>
            <p:nvPr/>
          </p:nvGrpSpPr>
          <p:grpSpPr bwMode="auto">
            <a:xfrm>
              <a:off x="4819650" y="4612031"/>
              <a:ext cx="2558414" cy="385762"/>
              <a:chOff x="4819650" y="4612005"/>
              <a:chExt cx="2558414" cy="385762"/>
            </a:xfrm>
          </p:grpSpPr>
          <p:sp>
            <p:nvSpPr>
              <p:cNvPr id="1477" name="Google Shape;1477;p13"/>
              <p:cNvSpPr/>
              <p:nvPr/>
            </p:nvSpPr>
            <p:spPr bwMode="auto">
              <a:xfrm>
                <a:off x="4819650" y="4699634"/>
                <a:ext cx="1013460" cy="262890"/>
              </a:xfrm>
              <a:custGeom>
                <a:avLst/>
                <a:gdLst/>
                <a:ahLst/>
                <a:cxnLst/>
                <a:rect l="l" t="t" r="r" b="b"/>
                <a:pathLst>
                  <a:path w="1013460" h="262890" fill="norm" stroke="1" extrusionOk="0">
                    <a:moveTo>
                      <a:pt x="942975" y="182880"/>
                    </a:moveTo>
                    <a:lnTo>
                      <a:pt x="978218" y="201930"/>
                    </a:lnTo>
                    <a:lnTo>
                      <a:pt x="978218" y="38100"/>
                    </a:lnTo>
                    <a:lnTo>
                      <a:pt x="1013460" y="38100"/>
                    </a:lnTo>
                    <a:lnTo>
                      <a:pt x="996315" y="6668"/>
                    </a:lnTo>
                    <a:lnTo>
                      <a:pt x="827723" y="6668"/>
                    </a:lnTo>
                    <a:lnTo>
                      <a:pt x="819150" y="6668"/>
                    </a:lnTo>
                    <a:lnTo>
                      <a:pt x="731520" y="6668"/>
                    </a:lnTo>
                    <a:lnTo>
                      <a:pt x="723900" y="6668"/>
                    </a:lnTo>
                    <a:lnTo>
                      <a:pt x="537210" y="6668"/>
                    </a:lnTo>
                    <a:lnTo>
                      <a:pt x="529590" y="6668"/>
                    </a:lnTo>
                    <a:lnTo>
                      <a:pt x="441960" y="6668"/>
                    </a:lnTo>
                    <a:lnTo>
                      <a:pt x="434340" y="6668"/>
                    </a:lnTo>
                    <a:lnTo>
                      <a:pt x="202883" y="6668"/>
                    </a:lnTo>
                    <a:lnTo>
                      <a:pt x="195263" y="6668"/>
                    </a:lnTo>
                    <a:lnTo>
                      <a:pt x="122873" y="6668"/>
                    </a:lnTo>
                    <a:lnTo>
                      <a:pt x="141923" y="38100"/>
                    </a:lnTo>
                    <a:lnTo>
                      <a:pt x="149543" y="38100"/>
                    </a:lnTo>
                    <a:lnTo>
                      <a:pt x="149543" y="110490"/>
                    </a:lnTo>
                    <a:lnTo>
                      <a:pt x="110490" y="93345"/>
                    </a:lnTo>
                    <a:cubicBezTo>
                      <a:pt x="114300" y="89535"/>
                      <a:pt x="117157" y="84772"/>
                      <a:pt x="119063" y="79058"/>
                    </a:cubicBezTo>
                    <a:cubicBezTo>
                      <a:pt x="120968" y="73343"/>
                      <a:pt x="121920" y="67628"/>
                      <a:pt x="121920" y="61913"/>
                    </a:cubicBezTo>
                    <a:cubicBezTo>
                      <a:pt x="121920" y="48578"/>
                      <a:pt x="115253" y="34290"/>
                      <a:pt x="102870" y="20955"/>
                    </a:cubicBezTo>
                    <a:cubicBezTo>
                      <a:pt x="89535" y="6668"/>
                      <a:pt x="76200" y="0"/>
                      <a:pt x="63818" y="0"/>
                    </a:cubicBezTo>
                    <a:cubicBezTo>
                      <a:pt x="51435" y="0"/>
                      <a:pt x="40958" y="3810"/>
                      <a:pt x="31433" y="11430"/>
                    </a:cubicBezTo>
                    <a:cubicBezTo>
                      <a:pt x="22860" y="19050"/>
                      <a:pt x="19050" y="28575"/>
                      <a:pt x="19050" y="39053"/>
                    </a:cubicBezTo>
                    <a:cubicBezTo>
                      <a:pt x="19050" y="47625"/>
                      <a:pt x="22860" y="57150"/>
                      <a:pt x="31433" y="66675"/>
                    </a:cubicBezTo>
                    <a:cubicBezTo>
                      <a:pt x="39053" y="75247"/>
                      <a:pt x="50482" y="82868"/>
                      <a:pt x="63818" y="90488"/>
                    </a:cubicBezTo>
                    <a:cubicBezTo>
                      <a:pt x="51435" y="99060"/>
                      <a:pt x="29528" y="110490"/>
                      <a:pt x="0" y="123825"/>
                    </a:cubicBezTo>
                    <a:lnTo>
                      <a:pt x="27622" y="147638"/>
                    </a:lnTo>
                    <a:cubicBezTo>
                      <a:pt x="60960" y="131445"/>
                      <a:pt x="84773" y="117158"/>
                      <a:pt x="100013" y="104775"/>
                    </a:cubicBezTo>
                    <a:lnTo>
                      <a:pt x="131445" y="120015"/>
                    </a:lnTo>
                    <a:lnTo>
                      <a:pt x="40005" y="176213"/>
                    </a:lnTo>
                    <a:lnTo>
                      <a:pt x="65723" y="197168"/>
                    </a:lnTo>
                    <a:lnTo>
                      <a:pt x="151448" y="139065"/>
                    </a:lnTo>
                    <a:lnTo>
                      <a:pt x="151448" y="183833"/>
                    </a:lnTo>
                    <a:lnTo>
                      <a:pt x="186690" y="202883"/>
                    </a:lnTo>
                    <a:lnTo>
                      <a:pt x="186690" y="39053"/>
                    </a:lnTo>
                    <a:lnTo>
                      <a:pt x="214313" y="39053"/>
                    </a:lnTo>
                    <a:lnTo>
                      <a:pt x="221933" y="39053"/>
                    </a:lnTo>
                    <a:lnTo>
                      <a:pt x="395288" y="39053"/>
                    </a:lnTo>
                    <a:lnTo>
                      <a:pt x="395288" y="66675"/>
                    </a:lnTo>
                    <a:lnTo>
                      <a:pt x="354330" y="66675"/>
                    </a:lnTo>
                    <a:cubicBezTo>
                      <a:pt x="340043" y="66675"/>
                      <a:pt x="327660" y="71438"/>
                      <a:pt x="318135" y="81915"/>
                    </a:cubicBezTo>
                    <a:cubicBezTo>
                      <a:pt x="308610" y="92393"/>
                      <a:pt x="302895" y="103822"/>
                      <a:pt x="302895" y="118110"/>
                    </a:cubicBezTo>
                    <a:cubicBezTo>
                      <a:pt x="302895" y="134303"/>
                      <a:pt x="311468" y="152400"/>
                      <a:pt x="329565" y="171450"/>
                    </a:cubicBezTo>
                    <a:cubicBezTo>
                      <a:pt x="347663" y="190500"/>
                      <a:pt x="364808" y="199072"/>
                      <a:pt x="381000" y="199072"/>
                    </a:cubicBezTo>
                    <a:cubicBezTo>
                      <a:pt x="381953" y="199072"/>
                      <a:pt x="383858" y="199072"/>
                      <a:pt x="387668" y="197168"/>
                    </a:cubicBezTo>
                    <a:lnTo>
                      <a:pt x="392430" y="195263"/>
                    </a:lnTo>
                    <a:cubicBezTo>
                      <a:pt x="387668" y="210503"/>
                      <a:pt x="381953" y="222885"/>
                      <a:pt x="373380" y="231458"/>
                    </a:cubicBezTo>
                    <a:cubicBezTo>
                      <a:pt x="365760" y="240983"/>
                      <a:pt x="357188" y="245745"/>
                      <a:pt x="347663" y="245745"/>
                    </a:cubicBezTo>
                    <a:cubicBezTo>
                      <a:pt x="342900" y="245745"/>
                      <a:pt x="339090" y="243840"/>
                      <a:pt x="337185" y="240983"/>
                    </a:cubicBezTo>
                    <a:cubicBezTo>
                      <a:pt x="334328" y="238125"/>
                      <a:pt x="332423" y="234315"/>
                      <a:pt x="332423" y="230505"/>
                    </a:cubicBezTo>
                    <a:cubicBezTo>
                      <a:pt x="332423" y="225743"/>
                      <a:pt x="334328" y="221933"/>
                      <a:pt x="339090" y="218122"/>
                    </a:cubicBezTo>
                    <a:cubicBezTo>
                      <a:pt x="343853" y="214313"/>
                      <a:pt x="349568" y="211455"/>
                      <a:pt x="356235" y="209550"/>
                    </a:cubicBezTo>
                    <a:lnTo>
                      <a:pt x="324803" y="190500"/>
                    </a:lnTo>
                    <a:cubicBezTo>
                      <a:pt x="320040" y="191453"/>
                      <a:pt x="316230" y="193358"/>
                      <a:pt x="312420" y="197168"/>
                    </a:cubicBezTo>
                    <a:cubicBezTo>
                      <a:pt x="308610" y="200025"/>
                      <a:pt x="306705" y="202883"/>
                      <a:pt x="305753" y="206693"/>
                    </a:cubicBezTo>
                    <a:cubicBezTo>
                      <a:pt x="292418" y="206693"/>
                      <a:pt x="282893" y="204788"/>
                      <a:pt x="276225" y="200978"/>
                    </a:cubicBezTo>
                    <a:cubicBezTo>
                      <a:pt x="282893" y="199072"/>
                      <a:pt x="288608" y="194310"/>
                      <a:pt x="291465" y="188595"/>
                    </a:cubicBezTo>
                    <a:cubicBezTo>
                      <a:pt x="295275" y="182880"/>
                      <a:pt x="297180" y="176213"/>
                      <a:pt x="297180" y="169545"/>
                    </a:cubicBezTo>
                    <a:cubicBezTo>
                      <a:pt x="297180" y="160020"/>
                      <a:pt x="294323" y="152400"/>
                      <a:pt x="287655" y="145733"/>
                    </a:cubicBezTo>
                    <a:cubicBezTo>
                      <a:pt x="281940" y="139065"/>
                      <a:pt x="274320" y="136208"/>
                      <a:pt x="265748" y="136208"/>
                    </a:cubicBezTo>
                    <a:cubicBezTo>
                      <a:pt x="255270" y="136208"/>
                      <a:pt x="245745" y="139065"/>
                      <a:pt x="238125" y="145733"/>
                    </a:cubicBezTo>
                    <a:cubicBezTo>
                      <a:pt x="230505" y="152400"/>
                      <a:pt x="226695" y="160972"/>
                      <a:pt x="226695" y="171450"/>
                    </a:cubicBezTo>
                    <a:cubicBezTo>
                      <a:pt x="226695" y="184785"/>
                      <a:pt x="234315" y="196215"/>
                      <a:pt x="248602" y="205740"/>
                    </a:cubicBezTo>
                    <a:cubicBezTo>
                      <a:pt x="263843" y="215265"/>
                      <a:pt x="280988" y="220028"/>
                      <a:pt x="301943" y="220028"/>
                    </a:cubicBezTo>
                    <a:cubicBezTo>
                      <a:pt x="299085" y="229553"/>
                      <a:pt x="303848" y="239078"/>
                      <a:pt x="317183" y="248603"/>
                    </a:cubicBezTo>
                    <a:cubicBezTo>
                      <a:pt x="330518" y="258128"/>
                      <a:pt x="345758" y="262890"/>
                      <a:pt x="361950" y="262890"/>
                    </a:cubicBezTo>
                    <a:cubicBezTo>
                      <a:pt x="371475" y="262890"/>
                      <a:pt x="381000" y="259080"/>
                      <a:pt x="390525" y="252413"/>
                    </a:cubicBezTo>
                    <a:cubicBezTo>
                      <a:pt x="400050" y="244793"/>
                      <a:pt x="406718" y="235268"/>
                      <a:pt x="412433" y="222885"/>
                    </a:cubicBezTo>
                    <a:lnTo>
                      <a:pt x="427673" y="256222"/>
                    </a:lnTo>
                    <a:lnTo>
                      <a:pt x="448628" y="246697"/>
                    </a:lnTo>
                    <a:lnTo>
                      <a:pt x="419100" y="198120"/>
                    </a:lnTo>
                    <a:cubicBezTo>
                      <a:pt x="424815" y="196215"/>
                      <a:pt x="428625" y="193358"/>
                      <a:pt x="431483" y="189547"/>
                    </a:cubicBezTo>
                    <a:cubicBezTo>
                      <a:pt x="435293" y="184785"/>
                      <a:pt x="436245" y="180022"/>
                      <a:pt x="436245" y="174308"/>
                    </a:cubicBezTo>
                    <a:cubicBezTo>
                      <a:pt x="436245" y="166688"/>
                      <a:pt x="433388" y="159068"/>
                      <a:pt x="426720" y="150495"/>
                    </a:cubicBezTo>
                    <a:cubicBezTo>
                      <a:pt x="420053" y="142875"/>
                      <a:pt x="413385" y="139065"/>
                      <a:pt x="407670" y="139065"/>
                    </a:cubicBezTo>
                    <a:cubicBezTo>
                      <a:pt x="401003" y="139065"/>
                      <a:pt x="394335" y="140970"/>
                      <a:pt x="389573" y="144780"/>
                    </a:cubicBezTo>
                    <a:cubicBezTo>
                      <a:pt x="384810" y="148590"/>
                      <a:pt x="381953" y="153353"/>
                      <a:pt x="381953" y="159068"/>
                    </a:cubicBezTo>
                    <a:cubicBezTo>
                      <a:pt x="381953" y="163830"/>
                      <a:pt x="383858" y="169545"/>
                      <a:pt x="387668" y="176213"/>
                    </a:cubicBezTo>
                    <a:cubicBezTo>
                      <a:pt x="381000" y="180022"/>
                      <a:pt x="375285" y="181928"/>
                      <a:pt x="370523" y="181928"/>
                    </a:cubicBezTo>
                    <a:cubicBezTo>
                      <a:pt x="359093" y="181928"/>
                      <a:pt x="349568" y="178118"/>
                      <a:pt x="341948" y="169545"/>
                    </a:cubicBezTo>
                    <a:cubicBezTo>
                      <a:pt x="334328" y="160972"/>
                      <a:pt x="329565" y="150495"/>
                      <a:pt x="329565" y="137160"/>
                    </a:cubicBezTo>
                    <a:cubicBezTo>
                      <a:pt x="329565" y="127635"/>
                      <a:pt x="332423" y="119063"/>
                      <a:pt x="339090" y="111443"/>
                    </a:cubicBezTo>
                    <a:cubicBezTo>
                      <a:pt x="344805" y="103822"/>
                      <a:pt x="352425" y="100965"/>
                      <a:pt x="360998" y="100965"/>
                    </a:cubicBezTo>
                    <a:lnTo>
                      <a:pt x="428625" y="100965"/>
                    </a:lnTo>
                    <a:lnTo>
                      <a:pt x="428625" y="42863"/>
                    </a:lnTo>
                    <a:lnTo>
                      <a:pt x="451485" y="42863"/>
                    </a:lnTo>
                    <a:lnTo>
                      <a:pt x="459105" y="42863"/>
                    </a:lnTo>
                    <a:lnTo>
                      <a:pt x="483870" y="42863"/>
                    </a:lnTo>
                    <a:lnTo>
                      <a:pt x="483870" y="182880"/>
                    </a:lnTo>
                    <a:lnTo>
                      <a:pt x="519113" y="206693"/>
                    </a:lnTo>
                    <a:lnTo>
                      <a:pt x="519113" y="42863"/>
                    </a:lnTo>
                    <a:lnTo>
                      <a:pt x="546735" y="42863"/>
                    </a:lnTo>
                    <a:lnTo>
                      <a:pt x="554355" y="42863"/>
                    </a:lnTo>
                    <a:lnTo>
                      <a:pt x="679133" y="42863"/>
                    </a:lnTo>
                    <a:lnTo>
                      <a:pt x="679133" y="95250"/>
                    </a:lnTo>
                    <a:cubicBezTo>
                      <a:pt x="670560" y="84772"/>
                      <a:pt x="660083" y="76200"/>
                      <a:pt x="649605" y="69533"/>
                    </a:cubicBezTo>
                    <a:cubicBezTo>
                      <a:pt x="638175" y="62865"/>
                      <a:pt x="626745" y="60008"/>
                      <a:pt x="617220" y="60008"/>
                    </a:cubicBezTo>
                    <a:cubicBezTo>
                      <a:pt x="601980" y="60008"/>
                      <a:pt x="588645" y="63818"/>
                      <a:pt x="579120" y="72390"/>
                    </a:cubicBezTo>
                    <a:cubicBezTo>
                      <a:pt x="568643" y="80963"/>
                      <a:pt x="562928" y="91440"/>
                      <a:pt x="562928" y="104775"/>
                    </a:cubicBezTo>
                    <a:cubicBezTo>
                      <a:pt x="562928" y="120015"/>
                      <a:pt x="570548" y="135255"/>
                      <a:pt x="586740" y="149543"/>
                    </a:cubicBezTo>
                    <a:cubicBezTo>
                      <a:pt x="602933" y="164783"/>
                      <a:pt x="618173" y="172403"/>
                      <a:pt x="633413" y="172403"/>
                    </a:cubicBezTo>
                    <a:cubicBezTo>
                      <a:pt x="641985" y="172403"/>
                      <a:pt x="649605" y="170497"/>
                      <a:pt x="658178" y="166688"/>
                    </a:cubicBezTo>
                    <a:cubicBezTo>
                      <a:pt x="665798" y="162878"/>
                      <a:pt x="673418" y="158115"/>
                      <a:pt x="680085" y="150495"/>
                    </a:cubicBezTo>
                    <a:lnTo>
                      <a:pt x="680085" y="181928"/>
                    </a:lnTo>
                    <a:lnTo>
                      <a:pt x="715328" y="205740"/>
                    </a:lnTo>
                    <a:lnTo>
                      <a:pt x="715328" y="41910"/>
                    </a:lnTo>
                    <a:lnTo>
                      <a:pt x="742950" y="41910"/>
                    </a:lnTo>
                    <a:lnTo>
                      <a:pt x="750570" y="41910"/>
                    </a:lnTo>
                    <a:lnTo>
                      <a:pt x="775335" y="41910"/>
                    </a:lnTo>
                    <a:lnTo>
                      <a:pt x="775335" y="181928"/>
                    </a:lnTo>
                    <a:lnTo>
                      <a:pt x="810578" y="205740"/>
                    </a:lnTo>
                    <a:lnTo>
                      <a:pt x="810578" y="41910"/>
                    </a:lnTo>
                    <a:lnTo>
                      <a:pt x="838200" y="41910"/>
                    </a:lnTo>
                    <a:lnTo>
                      <a:pt x="845820" y="41910"/>
                    </a:lnTo>
                    <a:lnTo>
                      <a:pt x="942975" y="41910"/>
                    </a:lnTo>
                    <a:lnTo>
                      <a:pt x="942975" y="92393"/>
                    </a:lnTo>
                    <a:lnTo>
                      <a:pt x="864870" y="92393"/>
                    </a:lnTo>
                    <a:cubicBezTo>
                      <a:pt x="860108" y="92393"/>
                      <a:pt x="857250" y="94297"/>
                      <a:pt x="854393" y="97155"/>
                    </a:cubicBezTo>
                    <a:cubicBezTo>
                      <a:pt x="851535" y="100013"/>
                      <a:pt x="849630" y="103822"/>
                      <a:pt x="849630" y="107633"/>
                    </a:cubicBezTo>
                    <a:cubicBezTo>
                      <a:pt x="849630" y="117158"/>
                      <a:pt x="853440" y="127635"/>
                      <a:pt x="862013" y="138113"/>
                    </a:cubicBezTo>
                    <a:cubicBezTo>
                      <a:pt x="870585" y="148590"/>
                      <a:pt x="878205" y="154305"/>
                      <a:pt x="884873" y="154305"/>
                    </a:cubicBezTo>
                    <a:cubicBezTo>
                      <a:pt x="886778" y="154305"/>
                      <a:pt x="888683" y="153353"/>
                      <a:pt x="889635" y="152400"/>
                    </a:cubicBezTo>
                    <a:cubicBezTo>
                      <a:pt x="891540" y="151447"/>
                      <a:pt x="892493" y="149543"/>
                      <a:pt x="892493" y="146685"/>
                    </a:cubicBezTo>
                    <a:lnTo>
                      <a:pt x="892493" y="133350"/>
                    </a:lnTo>
                    <a:cubicBezTo>
                      <a:pt x="892493" y="130493"/>
                      <a:pt x="893445" y="128588"/>
                      <a:pt x="895350" y="126683"/>
                    </a:cubicBezTo>
                    <a:cubicBezTo>
                      <a:pt x="896303" y="124778"/>
                      <a:pt x="898208" y="123825"/>
                      <a:pt x="900113" y="123825"/>
                    </a:cubicBezTo>
                    <a:lnTo>
                      <a:pt x="942975" y="123825"/>
                    </a:lnTo>
                    <a:lnTo>
                      <a:pt x="942975" y="182880"/>
                    </a:lnTo>
                    <a:close/>
                    <a:moveTo>
                      <a:pt x="90488" y="68580"/>
                    </a:moveTo>
                    <a:cubicBezTo>
                      <a:pt x="87630" y="75247"/>
                      <a:pt x="82868" y="79058"/>
                      <a:pt x="78105" y="81915"/>
                    </a:cubicBezTo>
                    <a:cubicBezTo>
                      <a:pt x="71438" y="80010"/>
                      <a:pt x="65723" y="75247"/>
                      <a:pt x="60960" y="69533"/>
                    </a:cubicBezTo>
                    <a:cubicBezTo>
                      <a:pt x="56197" y="63818"/>
                      <a:pt x="54293" y="57150"/>
                      <a:pt x="54293" y="50483"/>
                    </a:cubicBezTo>
                    <a:cubicBezTo>
                      <a:pt x="54293" y="44768"/>
                      <a:pt x="56197" y="40005"/>
                      <a:pt x="60960" y="35243"/>
                    </a:cubicBezTo>
                    <a:cubicBezTo>
                      <a:pt x="65723" y="30480"/>
                      <a:pt x="71438" y="28575"/>
                      <a:pt x="78105" y="28575"/>
                    </a:cubicBezTo>
                    <a:cubicBezTo>
                      <a:pt x="82868" y="28575"/>
                      <a:pt x="87630" y="30480"/>
                      <a:pt x="90488" y="33338"/>
                    </a:cubicBezTo>
                    <a:cubicBezTo>
                      <a:pt x="94298" y="37147"/>
                      <a:pt x="95250" y="40958"/>
                      <a:pt x="95250" y="45720"/>
                    </a:cubicBezTo>
                    <a:cubicBezTo>
                      <a:pt x="96203" y="54293"/>
                      <a:pt x="94298" y="61913"/>
                      <a:pt x="90488" y="68580"/>
                    </a:cubicBezTo>
                    <a:close/>
                    <a:moveTo>
                      <a:pt x="251460" y="181928"/>
                    </a:moveTo>
                    <a:cubicBezTo>
                      <a:pt x="247650" y="178118"/>
                      <a:pt x="246698" y="174308"/>
                      <a:pt x="246698" y="169545"/>
                    </a:cubicBezTo>
                    <a:cubicBezTo>
                      <a:pt x="246698" y="164783"/>
                      <a:pt x="248602" y="160020"/>
                      <a:pt x="251460" y="157163"/>
                    </a:cubicBezTo>
                    <a:cubicBezTo>
                      <a:pt x="255270" y="153353"/>
                      <a:pt x="259080" y="152400"/>
                      <a:pt x="263843" y="152400"/>
                    </a:cubicBezTo>
                    <a:cubicBezTo>
                      <a:pt x="268605" y="152400"/>
                      <a:pt x="273368" y="154305"/>
                      <a:pt x="276225" y="157163"/>
                    </a:cubicBezTo>
                    <a:cubicBezTo>
                      <a:pt x="280035" y="160972"/>
                      <a:pt x="280988" y="164783"/>
                      <a:pt x="280988" y="169545"/>
                    </a:cubicBezTo>
                    <a:cubicBezTo>
                      <a:pt x="280988" y="174308"/>
                      <a:pt x="279083" y="179070"/>
                      <a:pt x="276225" y="181928"/>
                    </a:cubicBezTo>
                    <a:cubicBezTo>
                      <a:pt x="272415" y="185738"/>
                      <a:pt x="268605" y="186690"/>
                      <a:pt x="263843" y="186690"/>
                    </a:cubicBezTo>
                    <a:cubicBezTo>
                      <a:pt x="259080" y="186690"/>
                      <a:pt x="254318" y="184785"/>
                      <a:pt x="251460" y="181928"/>
                    </a:cubicBezTo>
                    <a:close/>
                    <a:moveTo>
                      <a:pt x="648653" y="133350"/>
                    </a:moveTo>
                    <a:cubicBezTo>
                      <a:pt x="637223" y="139065"/>
                      <a:pt x="626745" y="141922"/>
                      <a:pt x="616268" y="141922"/>
                    </a:cubicBezTo>
                    <a:cubicBezTo>
                      <a:pt x="608648" y="141922"/>
                      <a:pt x="601980" y="139065"/>
                      <a:pt x="597218" y="135255"/>
                    </a:cubicBezTo>
                    <a:cubicBezTo>
                      <a:pt x="592455" y="130493"/>
                      <a:pt x="589598" y="125730"/>
                      <a:pt x="589598" y="120015"/>
                    </a:cubicBezTo>
                    <a:cubicBezTo>
                      <a:pt x="589598" y="111443"/>
                      <a:pt x="594360" y="103822"/>
                      <a:pt x="605790" y="96203"/>
                    </a:cubicBezTo>
                    <a:cubicBezTo>
                      <a:pt x="617220" y="88583"/>
                      <a:pt x="628650" y="85725"/>
                      <a:pt x="641985" y="85725"/>
                    </a:cubicBezTo>
                    <a:cubicBezTo>
                      <a:pt x="648653" y="85725"/>
                      <a:pt x="655320" y="87630"/>
                      <a:pt x="662940" y="92393"/>
                    </a:cubicBezTo>
                    <a:cubicBezTo>
                      <a:pt x="670560" y="96203"/>
                      <a:pt x="677228" y="101918"/>
                      <a:pt x="682943" y="109538"/>
                    </a:cubicBezTo>
                    <a:cubicBezTo>
                      <a:pt x="671513" y="119063"/>
                      <a:pt x="660083" y="127635"/>
                      <a:pt x="648653" y="133350"/>
                    </a:cubicBez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  <a:defRPr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</a:endParaRPr>
              </a:p>
            </p:txBody>
          </p:sp>
          <p:sp>
            <p:nvSpPr>
              <p:cNvPr id="1478" name="Google Shape;1478;p13"/>
              <p:cNvSpPr/>
              <p:nvPr/>
            </p:nvSpPr>
            <p:spPr bwMode="auto">
              <a:xfrm>
                <a:off x="5744527" y="4910136"/>
                <a:ext cx="119062" cy="87630"/>
              </a:xfrm>
              <a:custGeom>
                <a:avLst/>
                <a:gdLst/>
                <a:ahLst/>
                <a:cxnLst/>
                <a:rect l="l" t="t" r="r" b="b"/>
                <a:pathLst>
                  <a:path w="119062" h="87630" fill="norm" stroke="1" extrusionOk="0">
                    <a:moveTo>
                      <a:pt x="54293" y="13335"/>
                    </a:moveTo>
                    <a:cubicBezTo>
                      <a:pt x="42863" y="3810"/>
                      <a:pt x="34290" y="0"/>
                      <a:pt x="27623" y="0"/>
                    </a:cubicBezTo>
                    <a:cubicBezTo>
                      <a:pt x="21908" y="0"/>
                      <a:pt x="17145" y="953"/>
                      <a:pt x="12383" y="1905"/>
                    </a:cubicBezTo>
                    <a:cubicBezTo>
                      <a:pt x="8573" y="2857"/>
                      <a:pt x="4763" y="5715"/>
                      <a:pt x="0" y="9525"/>
                    </a:cubicBezTo>
                    <a:lnTo>
                      <a:pt x="13335" y="30480"/>
                    </a:lnTo>
                    <a:cubicBezTo>
                      <a:pt x="17145" y="27622"/>
                      <a:pt x="20002" y="25718"/>
                      <a:pt x="22860" y="24765"/>
                    </a:cubicBezTo>
                    <a:cubicBezTo>
                      <a:pt x="26670" y="22860"/>
                      <a:pt x="29527" y="22860"/>
                      <a:pt x="33338" y="22860"/>
                    </a:cubicBezTo>
                    <a:cubicBezTo>
                      <a:pt x="41910" y="22860"/>
                      <a:pt x="60008" y="37147"/>
                      <a:pt x="86677" y="65722"/>
                    </a:cubicBezTo>
                    <a:lnTo>
                      <a:pt x="107633" y="87630"/>
                    </a:lnTo>
                    <a:lnTo>
                      <a:pt x="119063" y="78105"/>
                    </a:lnTo>
                    <a:cubicBezTo>
                      <a:pt x="103823" y="60007"/>
                      <a:pt x="82868" y="39053"/>
                      <a:pt x="54293" y="13335"/>
                    </a:cubicBez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  <a:defRPr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</a:endParaRPr>
              </a:p>
            </p:txBody>
          </p:sp>
          <p:sp>
            <p:nvSpPr>
              <p:cNvPr id="1479" name="Google Shape;1479;p13"/>
              <p:cNvSpPr/>
              <p:nvPr/>
            </p:nvSpPr>
            <p:spPr bwMode="auto">
              <a:xfrm>
                <a:off x="5934075" y="4693919"/>
                <a:ext cx="635317" cy="209550"/>
              </a:xfrm>
              <a:custGeom>
                <a:avLst/>
                <a:gdLst/>
                <a:ahLst/>
                <a:cxnLst/>
                <a:rect l="l" t="t" r="r" b="b"/>
                <a:pathLst>
                  <a:path w="635317" h="209550" fill="norm" stroke="1" extrusionOk="0">
                    <a:moveTo>
                      <a:pt x="577215" y="13335"/>
                    </a:moveTo>
                    <a:lnTo>
                      <a:pt x="441008" y="13335"/>
                    </a:lnTo>
                    <a:lnTo>
                      <a:pt x="433388" y="13335"/>
                    </a:lnTo>
                    <a:lnTo>
                      <a:pt x="330517" y="13335"/>
                    </a:lnTo>
                    <a:lnTo>
                      <a:pt x="349567" y="44768"/>
                    </a:lnTo>
                    <a:lnTo>
                      <a:pt x="388620" y="44768"/>
                    </a:lnTo>
                    <a:lnTo>
                      <a:pt x="388620" y="110490"/>
                    </a:lnTo>
                    <a:lnTo>
                      <a:pt x="334328" y="110490"/>
                    </a:lnTo>
                    <a:lnTo>
                      <a:pt x="334328" y="54293"/>
                    </a:lnTo>
                    <a:cubicBezTo>
                      <a:pt x="334328" y="41910"/>
                      <a:pt x="328613" y="30480"/>
                      <a:pt x="316230" y="18098"/>
                    </a:cubicBezTo>
                    <a:cubicBezTo>
                      <a:pt x="303847" y="5715"/>
                      <a:pt x="291465" y="0"/>
                      <a:pt x="280035" y="0"/>
                    </a:cubicBezTo>
                    <a:cubicBezTo>
                      <a:pt x="269558" y="0"/>
                      <a:pt x="260985" y="2858"/>
                      <a:pt x="254317" y="9525"/>
                    </a:cubicBezTo>
                    <a:cubicBezTo>
                      <a:pt x="246697" y="17145"/>
                      <a:pt x="243840" y="24765"/>
                      <a:pt x="243840" y="35243"/>
                    </a:cubicBezTo>
                    <a:cubicBezTo>
                      <a:pt x="243840" y="38100"/>
                      <a:pt x="243840" y="41910"/>
                      <a:pt x="244792" y="44768"/>
                    </a:cubicBezTo>
                    <a:lnTo>
                      <a:pt x="227647" y="14288"/>
                    </a:lnTo>
                    <a:lnTo>
                      <a:pt x="0" y="14288"/>
                    </a:lnTo>
                    <a:lnTo>
                      <a:pt x="17145" y="45720"/>
                    </a:lnTo>
                    <a:lnTo>
                      <a:pt x="159067" y="45720"/>
                    </a:lnTo>
                    <a:lnTo>
                      <a:pt x="159067" y="71438"/>
                    </a:lnTo>
                    <a:cubicBezTo>
                      <a:pt x="154305" y="71438"/>
                      <a:pt x="149542" y="73343"/>
                      <a:pt x="143828" y="78105"/>
                    </a:cubicBezTo>
                    <a:cubicBezTo>
                      <a:pt x="138113" y="82868"/>
                      <a:pt x="132397" y="88583"/>
                      <a:pt x="126683" y="97155"/>
                    </a:cubicBezTo>
                    <a:cubicBezTo>
                      <a:pt x="119063" y="88583"/>
                      <a:pt x="111442" y="81915"/>
                      <a:pt x="103822" y="77153"/>
                    </a:cubicBezTo>
                    <a:cubicBezTo>
                      <a:pt x="96203" y="72390"/>
                      <a:pt x="88583" y="70485"/>
                      <a:pt x="81915" y="70485"/>
                    </a:cubicBezTo>
                    <a:cubicBezTo>
                      <a:pt x="69533" y="70485"/>
                      <a:pt x="58103" y="75248"/>
                      <a:pt x="48578" y="84773"/>
                    </a:cubicBezTo>
                    <a:cubicBezTo>
                      <a:pt x="39053" y="94298"/>
                      <a:pt x="35242" y="104775"/>
                      <a:pt x="35242" y="117158"/>
                    </a:cubicBezTo>
                    <a:cubicBezTo>
                      <a:pt x="35242" y="130493"/>
                      <a:pt x="40958" y="144780"/>
                      <a:pt x="52388" y="160020"/>
                    </a:cubicBezTo>
                    <a:cubicBezTo>
                      <a:pt x="63817" y="175260"/>
                      <a:pt x="80010" y="191453"/>
                      <a:pt x="100965" y="206693"/>
                    </a:cubicBezTo>
                    <a:lnTo>
                      <a:pt x="110490" y="195263"/>
                    </a:lnTo>
                    <a:cubicBezTo>
                      <a:pt x="97155" y="183833"/>
                      <a:pt x="86678" y="172403"/>
                      <a:pt x="79058" y="161925"/>
                    </a:cubicBezTo>
                    <a:cubicBezTo>
                      <a:pt x="71438" y="150495"/>
                      <a:pt x="68580" y="140018"/>
                      <a:pt x="68580" y="131445"/>
                    </a:cubicBezTo>
                    <a:cubicBezTo>
                      <a:pt x="68580" y="121920"/>
                      <a:pt x="71438" y="114300"/>
                      <a:pt x="76200" y="107633"/>
                    </a:cubicBezTo>
                    <a:cubicBezTo>
                      <a:pt x="80963" y="100965"/>
                      <a:pt x="87630" y="98108"/>
                      <a:pt x="95250" y="98108"/>
                    </a:cubicBezTo>
                    <a:cubicBezTo>
                      <a:pt x="100013" y="98108"/>
                      <a:pt x="103822" y="99060"/>
                      <a:pt x="107633" y="101918"/>
                    </a:cubicBezTo>
                    <a:cubicBezTo>
                      <a:pt x="111442" y="103823"/>
                      <a:pt x="115253" y="107633"/>
                      <a:pt x="118110" y="112395"/>
                    </a:cubicBezTo>
                    <a:cubicBezTo>
                      <a:pt x="110490" y="128588"/>
                      <a:pt x="105728" y="139065"/>
                      <a:pt x="104775" y="143828"/>
                    </a:cubicBezTo>
                    <a:lnTo>
                      <a:pt x="136208" y="157163"/>
                    </a:lnTo>
                    <a:cubicBezTo>
                      <a:pt x="140017" y="140018"/>
                      <a:pt x="146685" y="124778"/>
                      <a:pt x="155258" y="113348"/>
                    </a:cubicBezTo>
                    <a:cubicBezTo>
                      <a:pt x="163830" y="101918"/>
                      <a:pt x="173355" y="96203"/>
                      <a:pt x="182880" y="96203"/>
                    </a:cubicBezTo>
                    <a:cubicBezTo>
                      <a:pt x="188595" y="96203"/>
                      <a:pt x="193358" y="98108"/>
                      <a:pt x="197167" y="100965"/>
                    </a:cubicBezTo>
                    <a:cubicBezTo>
                      <a:pt x="200978" y="103823"/>
                      <a:pt x="202883" y="107633"/>
                      <a:pt x="202883" y="111443"/>
                    </a:cubicBezTo>
                    <a:cubicBezTo>
                      <a:pt x="203835" y="120015"/>
                      <a:pt x="199072" y="129540"/>
                      <a:pt x="190500" y="140018"/>
                    </a:cubicBezTo>
                    <a:cubicBezTo>
                      <a:pt x="181928" y="151448"/>
                      <a:pt x="170497" y="161925"/>
                      <a:pt x="156210" y="171450"/>
                    </a:cubicBezTo>
                    <a:lnTo>
                      <a:pt x="185738" y="199073"/>
                    </a:lnTo>
                    <a:cubicBezTo>
                      <a:pt x="198120" y="185738"/>
                      <a:pt x="207645" y="172403"/>
                      <a:pt x="214313" y="160020"/>
                    </a:cubicBezTo>
                    <a:cubicBezTo>
                      <a:pt x="220980" y="147638"/>
                      <a:pt x="224790" y="135255"/>
                      <a:pt x="224790" y="124778"/>
                    </a:cubicBezTo>
                    <a:cubicBezTo>
                      <a:pt x="224790" y="112395"/>
                      <a:pt x="221933" y="101918"/>
                      <a:pt x="216217" y="92393"/>
                    </a:cubicBezTo>
                    <a:cubicBezTo>
                      <a:pt x="211455" y="82868"/>
                      <a:pt x="203835" y="77153"/>
                      <a:pt x="195263" y="73343"/>
                    </a:cubicBezTo>
                    <a:lnTo>
                      <a:pt x="195263" y="45720"/>
                    </a:lnTo>
                    <a:lnTo>
                      <a:pt x="243840" y="45720"/>
                    </a:lnTo>
                    <a:cubicBezTo>
                      <a:pt x="245745" y="55245"/>
                      <a:pt x="250508" y="62865"/>
                      <a:pt x="259080" y="70485"/>
                    </a:cubicBezTo>
                    <a:cubicBezTo>
                      <a:pt x="270510" y="80963"/>
                      <a:pt x="283845" y="87630"/>
                      <a:pt x="300038" y="90488"/>
                    </a:cubicBezTo>
                    <a:lnTo>
                      <a:pt x="300038" y="111443"/>
                    </a:lnTo>
                    <a:lnTo>
                      <a:pt x="288608" y="111443"/>
                    </a:lnTo>
                    <a:cubicBezTo>
                      <a:pt x="284797" y="111443"/>
                      <a:pt x="281940" y="112395"/>
                      <a:pt x="279083" y="114300"/>
                    </a:cubicBezTo>
                    <a:cubicBezTo>
                      <a:pt x="276225" y="116205"/>
                      <a:pt x="275272" y="119063"/>
                      <a:pt x="275272" y="122873"/>
                    </a:cubicBezTo>
                    <a:cubicBezTo>
                      <a:pt x="275272" y="130493"/>
                      <a:pt x="281940" y="140018"/>
                      <a:pt x="294322" y="152400"/>
                    </a:cubicBezTo>
                    <a:cubicBezTo>
                      <a:pt x="306705" y="163830"/>
                      <a:pt x="316230" y="169545"/>
                      <a:pt x="323850" y="169545"/>
                    </a:cubicBezTo>
                    <a:cubicBezTo>
                      <a:pt x="327660" y="169545"/>
                      <a:pt x="330517" y="167640"/>
                      <a:pt x="332422" y="164783"/>
                    </a:cubicBezTo>
                    <a:cubicBezTo>
                      <a:pt x="334328" y="161925"/>
                      <a:pt x="335280" y="158115"/>
                      <a:pt x="335280" y="154305"/>
                    </a:cubicBezTo>
                    <a:lnTo>
                      <a:pt x="335280" y="142875"/>
                    </a:lnTo>
                    <a:lnTo>
                      <a:pt x="389572" y="142875"/>
                    </a:lnTo>
                    <a:lnTo>
                      <a:pt x="389572" y="189548"/>
                    </a:lnTo>
                    <a:lnTo>
                      <a:pt x="424815" y="208598"/>
                    </a:lnTo>
                    <a:lnTo>
                      <a:pt x="424815" y="44768"/>
                    </a:lnTo>
                    <a:lnTo>
                      <a:pt x="452438" y="44768"/>
                    </a:lnTo>
                    <a:lnTo>
                      <a:pt x="460058" y="44768"/>
                    </a:lnTo>
                    <a:lnTo>
                      <a:pt x="566738" y="44768"/>
                    </a:lnTo>
                    <a:lnTo>
                      <a:pt x="566738" y="72390"/>
                    </a:lnTo>
                    <a:lnTo>
                      <a:pt x="514350" y="72390"/>
                    </a:lnTo>
                    <a:cubicBezTo>
                      <a:pt x="501967" y="72390"/>
                      <a:pt x="491490" y="76200"/>
                      <a:pt x="481965" y="83820"/>
                    </a:cubicBezTo>
                    <a:cubicBezTo>
                      <a:pt x="473392" y="91440"/>
                      <a:pt x="469583" y="100965"/>
                      <a:pt x="469583" y="111443"/>
                    </a:cubicBezTo>
                    <a:cubicBezTo>
                      <a:pt x="469583" y="126683"/>
                      <a:pt x="473392" y="142875"/>
                      <a:pt x="481965" y="159068"/>
                    </a:cubicBezTo>
                    <a:cubicBezTo>
                      <a:pt x="489585" y="175260"/>
                      <a:pt x="501967" y="192405"/>
                      <a:pt x="518160" y="208598"/>
                    </a:cubicBezTo>
                    <a:lnTo>
                      <a:pt x="529590" y="200978"/>
                    </a:lnTo>
                    <a:cubicBezTo>
                      <a:pt x="519113" y="191453"/>
                      <a:pt x="511492" y="180975"/>
                      <a:pt x="505778" y="169545"/>
                    </a:cubicBezTo>
                    <a:cubicBezTo>
                      <a:pt x="501015" y="158115"/>
                      <a:pt x="498158" y="146685"/>
                      <a:pt x="498158" y="135255"/>
                    </a:cubicBezTo>
                    <a:cubicBezTo>
                      <a:pt x="498158" y="126683"/>
                      <a:pt x="501015" y="119063"/>
                      <a:pt x="507683" y="113348"/>
                    </a:cubicBezTo>
                    <a:cubicBezTo>
                      <a:pt x="513397" y="106680"/>
                      <a:pt x="521017" y="103823"/>
                      <a:pt x="529590" y="103823"/>
                    </a:cubicBezTo>
                    <a:lnTo>
                      <a:pt x="564833" y="103823"/>
                    </a:lnTo>
                    <a:lnTo>
                      <a:pt x="564833" y="185738"/>
                    </a:lnTo>
                    <a:lnTo>
                      <a:pt x="600075" y="209550"/>
                    </a:lnTo>
                    <a:lnTo>
                      <a:pt x="600075" y="45720"/>
                    </a:lnTo>
                    <a:lnTo>
                      <a:pt x="635318" y="45720"/>
                    </a:lnTo>
                    <a:lnTo>
                      <a:pt x="618172" y="14288"/>
                    </a:lnTo>
                    <a:lnTo>
                      <a:pt x="577215" y="14288"/>
                    </a:lnTo>
                    <a:close/>
                    <a:moveTo>
                      <a:pt x="299085" y="75248"/>
                    </a:moveTo>
                    <a:cubicBezTo>
                      <a:pt x="292417" y="73343"/>
                      <a:pt x="287655" y="69533"/>
                      <a:pt x="283845" y="63818"/>
                    </a:cubicBezTo>
                    <a:cubicBezTo>
                      <a:pt x="280035" y="58103"/>
                      <a:pt x="278130" y="51435"/>
                      <a:pt x="278130" y="42863"/>
                    </a:cubicBezTo>
                    <a:cubicBezTo>
                      <a:pt x="278130" y="37148"/>
                      <a:pt x="280035" y="31433"/>
                      <a:pt x="281940" y="27623"/>
                    </a:cubicBezTo>
                    <a:cubicBezTo>
                      <a:pt x="284797" y="23813"/>
                      <a:pt x="287655" y="20955"/>
                      <a:pt x="291465" y="20955"/>
                    </a:cubicBezTo>
                    <a:cubicBezTo>
                      <a:pt x="294322" y="20955"/>
                      <a:pt x="296228" y="22860"/>
                      <a:pt x="297180" y="25718"/>
                    </a:cubicBezTo>
                    <a:cubicBezTo>
                      <a:pt x="299085" y="28575"/>
                      <a:pt x="299085" y="32385"/>
                      <a:pt x="299085" y="36195"/>
                    </a:cubicBezTo>
                    <a:lnTo>
                      <a:pt x="299085" y="75248"/>
                    </a:ln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  <a:defRPr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</a:endParaRPr>
              </a:p>
            </p:txBody>
          </p:sp>
          <p:sp>
            <p:nvSpPr>
              <p:cNvPr id="1480" name="Google Shape;1480;p13"/>
              <p:cNvSpPr/>
              <p:nvPr/>
            </p:nvSpPr>
            <p:spPr bwMode="auto">
              <a:xfrm>
                <a:off x="6413182" y="4612005"/>
                <a:ext cx="104075" cy="94352"/>
              </a:xfrm>
              <a:custGeom>
                <a:avLst/>
                <a:gdLst/>
                <a:ahLst/>
                <a:cxnLst/>
                <a:rect l="l" t="t" r="r" b="b"/>
                <a:pathLst>
                  <a:path w="104075" h="94352" fill="norm" stroke="1" extrusionOk="0">
                    <a:moveTo>
                      <a:pt x="89535" y="60007"/>
                    </a:moveTo>
                    <a:cubicBezTo>
                      <a:pt x="81915" y="47625"/>
                      <a:pt x="76200" y="40005"/>
                      <a:pt x="72390" y="36195"/>
                    </a:cubicBezTo>
                    <a:cubicBezTo>
                      <a:pt x="64770" y="25717"/>
                      <a:pt x="55245" y="16192"/>
                      <a:pt x="44767" y="9525"/>
                    </a:cubicBezTo>
                    <a:cubicBezTo>
                      <a:pt x="34290" y="2857"/>
                      <a:pt x="23813" y="0"/>
                      <a:pt x="14288" y="0"/>
                    </a:cubicBezTo>
                    <a:cubicBezTo>
                      <a:pt x="8572" y="952"/>
                      <a:pt x="3810" y="1905"/>
                      <a:pt x="0" y="2857"/>
                    </a:cubicBezTo>
                    <a:lnTo>
                      <a:pt x="15240" y="36195"/>
                    </a:lnTo>
                    <a:cubicBezTo>
                      <a:pt x="20002" y="34290"/>
                      <a:pt x="25717" y="33338"/>
                      <a:pt x="31433" y="33338"/>
                    </a:cubicBezTo>
                    <a:cubicBezTo>
                      <a:pt x="37147" y="33338"/>
                      <a:pt x="42863" y="34290"/>
                      <a:pt x="47625" y="37147"/>
                    </a:cubicBezTo>
                    <a:cubicBezTo>
                      <a:pt x="52388" y="39052"/>
                      <a:pt x="57150" y="41910"/>
                      <a:pt x="60008" y="45720"/>
                    </a:cubicBezTo>
                    <a:lnTo>
                      <a:pt x="97155" y="94297"/>
                    </a:lnTo>
                    <a:cubicBezTo>
                      <a:pt x="108585" y="95250"/>
                      <a:pt x="105727" y="83820"/>
                      <a:pt x="89535" y="60007"/>
                    </a:cubicBez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  <a:defRPr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</a:endParaRPr>
              </a:p>
            </p:txBody>
          </p:sp>
          <p:sp>
            <p:nvSpPr>
              <p:cNvPr id="1481" name="Google Shape;1481;p13"/>
              <p:cNvSpPr/>
              <p:nvPr/>
            </p:nvSpPr>
            <p:spPr bwMode="auto">
              <a:xfrm>
                <a:off x="6671309" y="4707255"/>
                <a:ext cx="676275" cy="234314"/>
              </a:xfrm>
              <a:custGeom>
                <a:avLst/>
                <a:gdLst/>
                <a:ahLst/>
                <a:cxnLst/>
                <a:rect l="l" t="t" r="r" b="b"/>
                <a:pathLst>
                  <a:path w="676275" h="234314" fill="norm" stroke="1" extrusionOk="0">
                    <a:moveTo>
                      <a:pt x="605790" y="171450"/>
                    </a:moveTo>
                    <a:lnTo>
                      <a:pt x="641033" y="195263"/>
                    </a:lnTo>
                    <a:lnTo>
                      <a:pt x="641033" y="31432"/>
                    </a:lnTo>
                    <a:lnTo>
                      <a:pt x="676275" y="31432"/>
                    </a:lnTo>
                    <a:lnTo>
                      <a:pt x="659130" y="0"/>
                    </a:lnTo>
                    <a:lnTo>
                      <a:pt x="467678" y="0"/>
                    </a:lnTo>
                    <a:lnTo>
                      <a:pt x="460058" y="0"/>
                    </a:lnTo>
                    <a:lnTo>
                      <a:pt x="299085" y="0"/>
                    </a:lnTo>
                    <a:lnTo>
                      <a:pt x="291465" y="0"/>
                    </a:lnTo>
                    <a:lnTo>
                      <a:pt x="203835" y="0"/>
                    </a:lnTo>
                    <a:lnTo>
                      <a:pt x="196215" y="0"/>
                    </a:lnTo>
                    <a:lnTo>
                      <a:pt x="0" y="0"/>
                    </a:lnTo>
                    <a:lnTo>
                      <a:pt x="17145" y="31432"/>
                    </a:lnTo>
                    <a:lnTo>
                      <a:pt x="151448" y="31432"/>
                    </a:lnTo>
                    <a:lnTo>
                      <a:pt x="151448" y="59055"/>
                    </a:lnTo>
                    <a:lnTo>
                      <a:pt x="43815" y="59055"/>
                    </a:lnTo>
                    <a:lnTo>
                      <a:pt x="38100" y="70485"/>
                    </a:lnTo>
                    <a:cubicBezTo>
                      <a:pt x="54293" y="75247"/>
                      <a:pt x="67628" y="82867"/>
                      <a:pt x="78105" y="92392"/>
                    </a:cubicBezTo>
                    <a:cubicBezTo>
                      <a:pt x="87630" y="102870"/>
                      <a:pt x="93345" y="113347"/>
                      <a:pt x="93345" y="124777"/>
                    </a:cubicBezTo>
                    <a:cubicBezTo>
                      <a:pt x="93345" y="129540"/>
                      <a:pt x="91440" y="134302"/>
                      <a:pt x="86678" y="138113"/>
                    </a:cubicBezTo>
                    <a:cubicBezTo>
                      <a:pt x="80963" y="142875"/>
                      <a:pt x="75248" y="144780"/>
                      <a:pt x="68580" y="146685"/>
                    </a:cubicBezTo>
                    <a:cubicBezTo>
                      <a:pt x="66675" y="142875"/>
                      <a:pt x="63818" y="140017"/>
                      <a:pt x="60008" y="137160"/>
                    </a:cubicBezTo>
                    <a:cubicBezTo>
                      <a:pt x="56198" y="134302"/>
                      <a:pt x="52388" y="133350"/>
                      <a:pt x="49530" y="133350"/>
                    </a:cubicBezTo>
                    <a:cubicBezTo>
                      <a:pt x="44768" y="133350"/>
                      <a:pt x="40005" y="135255"/>
                      <a:pt x="37148" y="139065"/>
                    </a:cubicBezTo>
                    <a:cubicBezTo>
                      <a:pt x="33338" y="142875"/>
                      <a:pt x="32385" y="147638"/>
                      <a:pt x="32385" y="153352"/>
                    </a:cubicBezTo>
                    <a:cubicBezTo>
                      <a:pt x="32385" y="160972"/>
                      <a:pt x="36195" y="168592"/>
                      <a:pt x="44768" y="173355"/>
                    </a:cubicBezTo>
                    <a:cubicBezTo>
                      <a:pt x="52388" y="179070"/>
                      <a:pt x="62865" y="181927"/>
                      <a:pt x="73343" y="181927"/>
                    </a:cubicBezTo>
                    <a:lnTo>
                      <a:pt x="97155" y="234315"/>
                    </a:lnTo>
                    <a:lnTo>
                      <a:pt x="114300" y="224790"/>
                    </a:lnTo>
                    <a:lnTo>
                      <a:pt x="82868" y="180022"/>
                    </a:lnTo>
                    <a:cubicBezTo>
                      <a:pt x="93345" y="178117"/>
                      <a:pt x="102870" y="173355"/>
                      <a:pt x="110490" y="166688"/>
                    </a:cubicBezTo>
                    <a:cubicBezTo>
                      <a:pt x="118110" y="160020"/>
                      <a:pt x="120968" y="152400"/>
                      <a:pt x="120968" y="142875"/>
                    </a:cubicBezTo>
                    <a:cubicBezTo>
                      <a:pt x="120968" y="133350"/>
                      <a:pt x="118110" y="123825"/>
                      <a:pt x="112395" y="114300"/>
                    </a:cubicBezTo>
                    <a:cubicBezTo>
                      <a:pt x="107633" y="104775"/>
                      <a:pt x="100013" y="97155"/>
                      <a:pt x="89535" y="90488"/>
                    </a:cubicBezTo>
                    <a:lnTo>
                      <a:pt x="151448" y="90488"/>
                    </a:lnTo>
                    <a:lnTo>
                      <a:pt x="151448" y="176213"/>
                    </a:lnTo>
                    <a:lnTo>
                      <a:pt x="186690" y="195263"/>
                    </a:lnTo>
                    <a:lnTo>
                      <a:pt x="186690" y="31432"/>
                    </a:lnTo>
                    <a:lnTo>
                      <a:pt x="214313" y="31432"/>
                    </a:lnTo>
                    <a:lnTo>
                      <a:pt x="221933" y="31432"/>
                    </a:lnTo>
                    <a:lnTo>
                      <a:pt x="246698" y="31432"/>
                    </a:lnTo>
                    <a:lnTo>
                      <a:pt x="246698" y="171450"/>
                    </a:lnTo>
                    <a:lnTo>
                      <a:pt x="281940" y="195263"/>
                    </a:lnTo>
                    <a:lnTo>
                      <a:pt x="281940" y="31432"/>
                    </a:lnTo>
                    <a:lnTo>
                      <a:pt x="309563" y="31432"/>
                    </a:lnTo>
                    <a:lnTo>
                      <a:pt x="317183" y="31432"/>
                    </a:lnTo>
                    <a:lnTo>
                      <a:pt x="415290" y="31432"/>
                    </a:lnTo>
                    <a:lnTo>
                      <a:pt x="415290" y="81915"/>
                    </a:lnTo>
                    <a:lnTo>
                      <a:pt x="337185" y="81915"/>
                    </a:lnTo>
                    <a:cubicBezTo>
                      <a:pt x="332423" y="81915"/>
                      <a:pt x="329565" y="83820"/>
                      <a:pt x="326708" y="86677"/>
                    </a:cubicBezTo>
                    <a:cubicBezTo>
                      <a:pt x="323850" y="89535"/>
                      <a:pt x="321945" y="93345"/>
                      <a:pt x="321945" y="97155"/>
                    </a:cubicBezTo>
                    <a:cubicBezTo>
                      <a:pt x="321945" y="106680"/>
                      <a:pt x="325755" y="117157"/>
                      <a:pt x="334328" y="127635"/>
                    </a:cubicBezTo>
                    <a:cubicBezTo>
                      <a:pt x="342900" y="138113"/>
                      <a:pt x="350520" y="143827"/>
                      <a:pt x="357188" y="143827"/>
                    </a:cubicBezTo>
                    <a:cubicBezTo>
                      <a:pt x="359093" y="143827"/>
                      <a:pt x="360998" y="142875"/>
                      <a:pt x="361950" y="141922"/>
                    </a:cubicBezTo>
                    <a:cubicBezTo>
                      <a:pt x="363855" y="140970"/>
                      <a:pt x="364808" y="139065"/>
                      <a:pt x="364808" y="136207"/>
                    </a:cubicBezTo>
                    <a:lnTo>
                      <a:pt x="364808" y="122872"/>
                    </a:lnTo>
                    <a:cubicBezTo>
                      <a:pt x="364808" y="120015"/>
                      <a:pt x="365760" y="118110"/>
                      <a:pt x="367665" y="116205"/>
                    </a:cubicBezTo>
                    <a:cubicBezTo>
                      <a:pt x="368618" y="114300"/>
                      <a:pt x="370523" y="113347"/>
                      <a:pt x="372428" y="113347"/>
                    </a:cubicBezTo>
                    <a:lnTo>
                      <a:pt x="415290" y="113347"/>
                    </a:lnTo>
                    <a:lnTo>
                      <a:pt x="415290" y="175260"/>
                    </a:lnTo>
                    <a:lnTo>
                      <a:pt x="450533" y="194310"/>
                    </a:lnTo>
                    <a:lnTo>
                      <a:pt x="450533" y="30480"/>
                    </a:lnTo>
                    <a:lnTo>
                      <a:pt x="478155" y="30480"/>
                    </a:lnTo>
                    <a:lnTo>
                      <a:pt x="485775" y="30480"/>
                    </a:lnTo>
                    <a:lnTo>
                      <a:pt x="513397" y="30480"/>
                    </a:lnTo>
                    <a:lnTo>
                      <a:pt x="513397" y="96202"/>
                    </a:lnTo>
                    <a:lnTo>
                      <a:pt x="501968" y="96202"/>
                    </a:lnTo>
                    <a:cubicBezTo>
                      <a:pt x="499110" y="96202"/>
                      <a:pt x="497205" y="97155"/>
                      <a:pt x="495300" y="99060"/>
                    </a:cubicBezTo>
                    <a:cubicBezTo>
                      <a:pt x="493395" y="100965"/>
                      <a:pt x="492443" y="102870"/>
                      <a:pt x="492443" y="105727"/>
                    </a:cubicBezTo>
                    <a:cubicBezTo>
                      <a:pt x="492443" y="111442"/>
                      <a:pt x="499110" y="120967"/>
                      <a:pt x="512445" y="134302"/>
                    </a:cubicBezTo>
                    <a:cubicBezTo>
                      <a:pt x="525780" y="147638"/>
                      <a:pt x="535305" y="154305"/>
                      <a:pt x="541020" y="154305"/>
                    </a:cubicBezTo>
                    <a:cubicBezTo>
                      <a:pt x="542925" y="154305"/>
                      <a:pt x="544830" y="153352"/>
                      <a:pt x="545783" y="151447"/>
                    </a:cubicBezTo>
                    <a:cubicBezTo>
                      <a:pt x="547688" y="148590"/>
                      <a:pt x="548640" y="145732"/>
                      <a:pt x="548640" y="142875"/>
                    </a:cubicBezTo>
                    <a:lnTo>
                      <a:pt x="548640" y="127635"/>
                    </a:lnTo>
                    <a:lnTo>
                      <a:pt x="606743" y="127635"/>
                    </a:lnTo>
                    <a:lnTo>
                      <a:pt x="606743" y="171450"/>
                    </a:lnTo>
                    <a:close/>
                    <a:moveTo>
                      <a:pt x="547688" y="97155"/>
                    </a:moveTo>
                    <a:lnTo>
                      <a:pt x="547688" y="31432"/>
                    </a:lnTo>
                    <a:lnTo>
                      <a:pt x="605790" y="31432"/>
                    </a:lnTo>
                    <a:lnTo>
                      <a:pt x="605790" y="97155"/>
                    </a:lnTo>
                    <a:lnTo>
                      <a:pt x="547688" y="97155"/>
                    </a:ln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  <a:defRPr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</a:endParaRPr>
              </a:p>
            </p:txBody>
          </p:sp>
          <p:sp>
            <p:nvSpPr>
              <p:cNvPr id="1482" name="Google Shape;1482;p13"/>
              <p:cNvSpPr/>
              <p:nvPr/>
            </p:nvSpPr>
            <p:spPr bwMode="auto">
              <a:xfrm>
                <a:off x="7259002" y="4910136"/>
                <a:ext cx="119062" cy="87630"/>
              </a:xfrm>
              <a:custGeom>
                <a:avLst/>
                <a:gdLst/>
                <a:ahLst/>
                <a:cxnLst/>
                <a:rect l="l" t="t" r="r" b="b"/>
                <a:pathLst>
                  <a:path w="119062" h="87630" fill="norm" stroke="1" extrusionOk="0">
                    <a:moveTo>
                      <a:pt x="54292" y="13335"/>
                    </a:moveTo>
                    <a:cubicBezTo>
                      <a:pt x="42863" y="3810"/>
                      <a:pt x="34290" y="0"/>
                      <a:pt x="27622" y="0"/>
                    </a:cubicBezTo>
                    <a:cubicBezTo>
                      <a:pt x="21907" y="0"/>
                      <a:pt x="17145" y="953"/>
                      <a:pt x="12382" y="1905"/>
                    </a:cubicBezTo>
                    <a:cubicBezTo>
                      <a:pt x="8572" y="2857"/>
                      <a:pt x="4763" y="5715"/>
                      <a:pt x="0" y="9525"/>
                    </a:cubicBezTo>
                    <a:lnTo>
                      <a:pt x="13335" y="30480"/>
                    </a:lnTo>
                    <a:cubicBezTo>
                      <a:pt x="17145" y="27622"/>
                      <a:pt x="20003" y="25718"/>
                      <a:pt x="22860" y="24765"/>
                    </a:cubicBezTo>
                    <a:cubicBezTo>
                      <a:pt x="26670" y="22860"/>
                      <a:pt x="29528" y="22860"/>
                      <a:pt x="33338" y="22860"/>
                    </a:cubicBezTo>
                    <a:cubicBezTo>
                      <a:pt x="41910" y="22860"/>
                      <a:pt x="60007" y="37147"/>
                      <a:pt x="86678" y="65722"/>
                    </a:cubicBezTo>
                    <a:lnTo>
                      <a:pt x="107632" y="87630"/>
                    </a:lnTo>
                    <a:lnTo>
                      <a:pt x="119063" y="78105"/>
                    </a:lnTo>
                    <a:cubicBezTo>
                      <a:pt x="103822" y="60007"/>
                      <a:pt x="81915" y="39053"/>
                      <a:pt x="54292" y="13335"/>
                    </a:cubicBez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  <a:defRPr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</a:endParaRPr>
              </a:p>
            </p:txBody>
          </p:sp>
        </p:grpSp>
        <p:sp>
          <p:nvSpPr>
            <p:cNvPr id="1483" name="Google Shape;1483;p13"/>
            <p:cNvSpPr/>
            <p:nvPr/>
          </p:nvSpPr>
          <p:spPr bwMode="auto">
            <a:xfrm>
              <a:off x="5888981" y="2284095"/>
              <a:ext cx="406654" cy="721042"/>
            </a:xfrm>
            <a:custGeom>
              <a:avLst/>
              <a:gdLst/>
              <a:ahLst/>
              <a:cxnLst/>
              <a:rect l="l" t="t" r="r" b="b"/>
              <a:pathLst>
                <a:path w="406654" h="721042" fill="norm" stroke="1" extrusionOk="0">
                  <a:moveTo>
                    <a:pt x="75573" y="576263"/>
                  </a:moveTo>
                  <a:cubicBezTo>
                    <a:pt x="75573" y="576263"/>
                    <a:pt x="75573" y="576263"/>
                    <a:pt x="75573" y="576263"/>
                  </a:cubicBezTo>
                  <a:cubicBezTo>
                    <a:pt x="67953" y="591503"/>
                    <a:pt x="69858" y="604838"/>
                    <a:pt x="74620" y="612458"/>
                  </a:cubicBezTo>
                  <a:cubicBezTo>
                    <a:pt x="80335" y="623888"/>
                    <a:pt x="91765" y="632460"/>
                    <a:pt x="108910" y="640080"/>
                  </a:cubicBezTo>
                  <a:cubicBezTo>
                    <a:pt x="108910" y="640080"/>
                    <a:pt x="108910" y="641033"/>
                    <a:pt x="108910" y="641033"/>
                  </a:cubicBezTo>
                  <a:cubicBezTo>
                    <a:pt x="108910" y="661035"/>
                    <a:pt x="127960" y="677228"/>
                    <a:pt x="160345" y="684848"/>
                  </a:cubicBezTo>
                  <a:cubicBezTo>
                    <a:pt x="162250" y="700088"/>
                    <a:pt x="177490" y="721043"/>
                    <a:pt x="210828" y="721043"/>
                  </a:cubicBezTo>
                  <a:cubicBezTo>
                    <a:pt x="214638" y="721043"/>
                    <a:pt x="219400" y="721043"/>
                    <a:pt x="226068" y="719138"/>
                  </a:cubicBezTo>
                  <a:cubicBezTo>
                    <a:pt x="244165" y="713423"/>
                    <a:pt x="256548" y="700088"/>
                    <a:pt x="257500" y="684848"/>
                  </a:cubicBezTo>
                  <a:cubicBezTo>
                    <a:pt x="289885" y="676275"/>
                    <a:pt x="308935" y="661035"/>
                    <a:pt x="308935" y="641033"/>
                  </a:cubicBezTo>
                  <a:cubicBezTo>
                    <a:pt x="308935" y="639128"/>
                    <a:pt x="308935" y="637223"/>
                    <a:pt x="307983" y="635318"/>
                  </a:cubicBezTo>
                  <a:cubicBezTo>
                    <a:pt x="329890" y="621983"/>
                    <a:pt x="342273" y="605790"/>
                    <a:pt x="342273" y="589598"/>
                  </a:cubicBezTo>
                  <a:cubicBezTo>
                    <a:pt x="342273" y="584835"/>
                    <a:pt x="340368" y="580073"/>
                    <a:pt x="338463" y="576263"/>
                  </a:cubicBezTo>
                  <a:cubicBezTo>
                    <a:pt x="371800" y="542925"/>
                    <a:pt x="389898" y="510540"/>
                    <a:pt x="399423" y="480060"/>
                  </a:cubicBezTo>
                  <a:lnTo>
                    <a:pt x="399423" y="480060"/>
                  </a:lnTo>
                  <a:cubicBezTo>
                    <a:pt x="400375" y="478155"/>
                    <a:pt x="400375" y="476250"/>
                    <a:pt x="401328" y="474345"/>
                  </a:cubicBezTo>
                  <a:cubicBezTo>
                    <a:pt x="404185" y="462915"/>
                    <a:pt x="406090" y="448628"/>
                    <a:pt x="406090" y="446722"/>
                  </a:cubicBezTo>
                  <a:cubicBezTo>
                    <a:pt x="407995" y="421005"/>
                    <a:pt x="405138" y="395288"/>
                    <a:pt x="396565" y="370522"/>
                  </a:cubicBezTo>
                  <a:lnTo>
                    <a:pt x="387993" y="350520"/>
                  </a:lnTo>
                  <a:cubicBezTo>
                    <a:pt x="380373" y="336233"/>
                    <a:pt x="370848" y="322897"/>
                    <a:pt x="360370" y="312420"/>
                  </a:cubicBezTo>
                  <a:cubicBezTo>
                    <a:pt x="357513" y="309563"/>
                    <a:pt x="354655" y="306705"/>
                    <a:pt x="351798" y="304800"/>
                  </a:cubicBezTo>
                  <a:lnTo>
                    <a:pt x="351798" y="304800"/>
                  </a:lnTo>
                  <a:lnTo>
                    <a:pt x="340368" y="294322"/>
                  </a:lnTo>
                  <a:cubicBezTo>
                    <a:pt x="337510" y="291465"/>
                    <a:pt x="334653" y="288608"/>
                    <a:pt x="331795" y="286703"/>
                  </a:cubicBezTo>
                  <a:cubicBezTo>
                    <a:pt x="292743" y="251460"/>
                    <a:pt x="264168" y="224790"/>
                    <a:pt x="272740" y="163830"/>
                  </a:cubicBezTo>
                  <a:cubicBezTo>
                    <a:pt x="283218" y="106680"/>
                    <a:pt x="265120" y="47625"/>
                    <a:pt x="241308" y="32385"/>
                  </a:cubicBezTo>
                  <a:cubicBezTo>
                    <a:pt x="239403" y="31432"/>
                    <a:pt x="238450" y="30480"/>
                    <a:pt x="236545" y="30480"/>
                  </a:cubicBezTo>
                  <a:cubicBezTo>
                    <a:pt x="235593" y="21907"/>
                    <a:pt x="234640" y="16193"/>
                    <a:pt x="233688" y="16193"/>
                  </a:cubicBezTo>
                  <a:cubicBezTo>
                    <a:pt x="227020" y="4763"/>
                    <a:pt x="217495" y="953"/>
                    <a:pt x="210828" y="0"/>
                  </a:cubicBezTo>
                  <a:cubicBezTo>
                    <a:pt x="208923" y="0"/>
                    <a:pt x="207970" y="0"/>
                    <a:pt x="206065" y="0"/>
                  </a:cubicBezTo>
                  <a:cubicBezTo>
                    <a:pt x="194635" y="0"/>
                    <a:pt x="174633" y="4763"/>
                    <a:pt x="166060" y="37148"/>
                  </a:cubicBezTo>
                  <a:cubicBezTo>
                    <a:pt x="160345" y="58103"/>
                    <a:pt x="161298" y="87630"/>
                    <a:pt x="161298" y="115253"/>
                  </a:cubicBezTo>
                  <a:cubicBezTo>
                    <a:pt x="161298" y="120968"/>
                    <a:pt x="161298" y="126682"/>
                    <a:pt x="161298" y="130493"/>
                  </a:cubicBezTo>
                  <a:cubicBezTo>
                    <a:pt x="159393" y="178118"/>
                    <a:pt x="114625" y="237172"/>
                    <a:pt x="81288" y="277178"/>
                  </a:cubicBezTo>
                  <a:cubicBezTo>
                    <a:pt x="81288" y="277178"/>
                    <a:pt x="55570" y="304800"/>
                    <a:pt x="33663" y="343853"/>
                  </a:cubicBezTo>
                  <a:cubicBezTo>
                    <a:pt x="14613" y="374333"/>
                    <a:pt x="-50157" y="493395"/>
                    <a:pt x="75573" y="576263"/>
                  </a:cubicBezTo>
                  <a:close/>
                  <a:moveTo>
                    <a:pt x="210828" y="696278"/>
                  </a:moveTo>
                  <a:cubicBezTo>
                    <a:pt x="197493" y="696278"/>
                    <a:pt x="186063" y="688658"/>
                    <a:pt x="186063" y="681038"/>
                  </a:cubicBezTo>
                  <a:cubicBezTo>
                    <a:pt x="186063" y="680085"/>
                    <a:pt x="186063" y="678180"/>
                    <a:pt x="187015" y="677228"/>
                  </a:cubicBezTo>
                  <a:cubicBezTo>
                    <a:pt x="190825" y="677228"/>
                    <a:pt x="194635" y="678180"/>
                    <a:pt x="198445" y="678180"/>
                  </a:cubicBezTo>
                  <a:cubicBezTo>
                    <a:pt x="202255" y="678180"/>
                    <a:pt x="206065" y="678180"/>
                    <a:pt x="210828" y="678180"/>
                  </a:cubicBezTo>
                  <a:cubicBezTo>
                    <a:pt x="218448" y="678180"/>
                    <a:pt x="227020" y="678180"/>
                    <a:pt x="233688" y="677228"/>
                  </a:cubicBezTo>
                  <a:cubicBezTo>
                    <a:pt x="234640" y="678180"/>
                    <a:pt x="234640" y="680085"/>
                    <a:pt x="234640" y="681038"/>
                  </a:cubicBezTo>
                  <a:cubicBezTo>
                    <a:pt x="235593" y="688658"/>
                    <a:pt x="224163" y="696278"/>
                    <a:pt x="210828" y="696278"/>
                  </a:cubicBezTo>
                  <a:close/>
                  <a:moveTo>
                    <a:pt x="236545" y="662940"/>
                  </a:moveTo>
                  <a:cubicBezTo>
                    <a:pt x="231783" y="663893"/>
                    <a:pt x="226068" y="663893"/>
                    <a:pt x="221305" y="664845"/>
                  </a:cubicBezTo>
                  <a:cubicBezTo>
                    <a:pt x="217495" y="664845"/>
                    <a:pt x="214638" y="664845"/>
                    <a:pt x="210828" y="664845"/>
                  </a:cubicBezTo>
                  <a:cubicBezTo>
                    <a:pt x="202255" y="664845"/>
                    <a:pt x="193683" y="663893"/>
                    <a:pt x="185110" y="662940"/>
                  </a:cubicBezTo>
                  <a:cubicBezTo>
                    <a:pt x="153678" y="659130"/>
                    <a:pt x="135580" y="647700"/>
                    <a:pt x="135580" y="639128"/>
                  </a:cubicBezTo>
                  <a:cubicBezTo>
                    <a:pt x="135580" y="638175"/>
                    <a:pt x="135580" y="638175"/>
                    <a:pt x="135580" y="637223"/>
                  </a:cubicBezTo>
                  <a:cubicBezTo>
                    <a:pt x="159393" y="641985"/>
                    <a:pt x="185110" y="642938"/>
                    <a:pt x="202255" y="642938"/>
                  </a:cubicBezTo>
                  <a:cubicBezTo>
                    <a:pt x="235593" y="642938"/>
                    <a:pt x="267025" y="639128"/>
                    <a:pt x="284170" y="633413"/>
                  </a:cubicBezTo>
                  <a:cubicBezTo>
                    <a:pt x="286075" y="635318"/>
                    <a:pt x="287028" y="637223"/>
                    <a:pt x="287028" y="639128"/>
                  </a:cubicBezTo>
                  <a:cubicBezTo>
                    <a:pt x="287028" y="647700"/>
                    <a:pt x="267978" y="659130"/>
                    <a:pt x="236545" y="662940"/>
                  </a:cubicBezTo>
                  <a:close/>
                  <a:moveTo>
                    <a:pt x="89860" y="304800"/>
                  </a:moveTo>
                  <a:lnTo>
                    <a:pt x="90813" y="302895"/>
                  </a:lnTo>
                  <a:cubicBezTo>
                    <a:pt x="132723" y="253365"/>
                    <a:pt x="181300" y="188595"/>
                    <a:pt x="184158" y="131445"/>
                  </a:cubicBezTo>
                  <a:cubicBezTo>
                    <a:pt x="184158" y="125730"/>
                    <a:pt x="184158" y="120015"/>
                    <a:pt x="184158" y="114300"/>
                  </a:cubicBezTo>
                  <a:cubicBezTo>
                    <a:pt x="184158" y="87630"/>
                    <a:pt x="183205" y="60960"/>
                    <a:pt x="187968" y="42863"/>
                  </a:cubicBezTo>
                  <a:cubicBezTo>
                    <a:pt x="191778" y="26670"/>
                    <a:pt x="198445" y="24765"/>
                    <a:pt x="202255" y="24765"/>
                  </a:cubicBezTo>
                  <a:cubicBezTo>
                    <a:pt x="203208" y="24765"/>
                    <a:pt x="204160" y="24765"/>
                    <a:pt x="204160" y="24765"/>
                  </a:cubicBezTo>
                  <a:cubicBezTo>
                    <a:pt x="207018" y="24765"/>
                    <a:pt x="208923" y="29528"/>
                    <a:pt x="209875" y="37148"/>
                  </a:cubicBezTo>
                  <a:cubicBezTo>
                    <a:pt x="209875" y="41910"/>
                    <a:pt x="209875" y="56198"/>
                    <a:pt x="208923" y="71438"/>
                  </a:cubicBezTo>
                  <a:cubicBezTo>
                    <a:pt x="207018" y="105728"/>
                    <a:pt x="205113" y="151447"/>
                    <a:pt x="209875" y="172403"/>
                  </a:cubicBezTo>
                  <a:cubicBezTo>
                    <a:pt x="215590" y="195263"/>
                    <a:pt x="226068" y="218122"/>
                    <a:pt x="235593" y="240030"/>
                  </a:cubicBezTo>
                  <a:cubicBezTo>
                    <a:pt x="248928" y="268605"/>
                    <a:pt x="261310" y="296228"/>
                    <a:pt x="262263" y="321945"/>
                  </a:cubicBezTo>
                  <a:cubicBezTo>
                    <a:pt x="264168" y="367665"/>
                    <a:pt x="241308" y="371475"/>
                    <a:pt x="225115" y="374333"/>
                  </a:cubicBezTo>
                  <a:cubicBezTo>
                    <a:pt x="217495" y="375285"/>
                    <a:pt x="208923" y="377190"/>
                    <a:pt x="208923" y="385763"/>
                  </a:cubicBezTo>
                  <a:cubicBezTo>
                    <a:pt x="208923" y="389572"/>
                    <a:pt x="211780" y="393383"/>
                    <a:pt x="216543" y="393383"/>
                  </a:cubicBezTo>
                  <a:cubicBezTo>
                    <a:pt x="218448" y="393383"/>
                    <a:pt x="220353" y="392430"/>
                    <a:pt x="224163" y="392430"/>
                  </a:cubicBezTo>
                  <a:cubicBezTo>
                    <a:pt x="228925" y="391478"/>
                    <a:pt x="237498" y="389572"/>
                    <a:pt x="246070" y="389572"/>
                  </a:cubicBezTo>
                  <a:cubicBezTo>
                    <a:pt x="251785" y="389572"/>
                    <a:pt x="256548" y="390525"/>
                    <a:pt x="261310" y="391478"/>
                  </a:cubicBezTo>
                  <a:cubicBezTo>
                    <a:pt x="275598" y="395288"/>
                    <a:pt x="286075" y="405765"/>
                    <a:pt x="290838" y="418147"/>
                  </a:cubicBezTo>
                  <a:cubicBezTo>
                    <a:pt x="294648" y="429578"/>
                    <a:pt x="294648" y="449580"/>
                    <a:pt x="273693" y="477203"/>
                  </a:cubicBezTo>
                  <a:cubicBezTo>
                    <a:pt x="269883" y="482918"/>
                    <a:pt x="259405" y="490538"/>
                    <a:pt x="238450" y="494347"/>
                  </a:cubicBezTo>
                  <a:cubicBezTo>
                    <a:pt x="231783" y="495300"/>
                    <a:pt x="231783" y="499110"/>
                    <a:pt x="231783" y="501968"/>
                  </a:cubicBezTo>
                  <a:cubicBezTo>
                    <a:pt x="231783" y="504825"/>
                    <a:pt x="234640" y="507683"/>
                    <a:pt x="239403" y="507683"/>
                  </a:cubicBezTo>
                  <a:cubicBezTo>
                    <a:pt x="241308" y="507683"/>
                    <a:pt x="243213" y="507683"/>
                    <a:pt x="245118" y="507683"/>
                  </a:cubicBezTo>
                  <a:cubicBezTo>
                    <a:pt x="277503" y="507683"/>
                    <a:pt x="302268" y="514350"/>
                    <a:pt x="313698" y="526733"/>
                  </a:cubicBezTo>
                  <a:cubicBezTo>
                    <a:pt x="319413" y="532448"/>
                    <a:pt x="321318" y="539115"/>
                    <a:pt x="321318" y="546735"/>
                  </a:cubicBezTo>
                  <a:cubicBezTo>
                    <a:pt x="320365" y="561023"/>
                    <a:pt x="301315" y="566738"/>
                    <a:pt x="287980" y="569595"/>
                  </a:cubicBezTo>
                  <a:cubicBezTo>
                    <a:pt x="278455" y="572453"/>
                    <a:pt x="272740" y="573405"/>
                    <a:pt x="272740" y="580073"/>
                  </a:cubicBezTo>
                  <a:lnTo>
                    <a:pt x="272740" y="582930"/>
                  </a:lnTo>
                  <a:lnTo>
                    <a:pt x="277503" y="586740"/>
                  </a:lnTo>
                  <a:lnTo>
                    <a:pt x="280360" y="586740"/>
                  </a:lnTo>
                  <a:cubicBezTo>
                    <a:pt x="282265" y="586740"/>
                    <a:pt x="284170" y="585788"/>
                    <a:pt x="287980" y="584835"/>
                  </a:cubicBezTo>
                  <a:cubicBezTo>
                    <a:pt x="296553" y="581978"/>
                    <a:pt x="304173" y="581025"/>
                    <a:pt x="309888" y="581025"/>
                  </a:cubicBezTo>
                  <a:cubicBezTo>
                    <a:pt x="312745" y="581025"/>
                    <a:pt x="314650" y="581025"/>
                    <a:pt x="315603" y="581978"/>
                  </a:cubicBezTo>
                  <a:cubicBezTo>
                    <a:pt x="320365" y="582930"/>
                    <a:pt x="320365" y="585788"/>
                    <a:pt x="320365" y="586740"/>
                  </a:cubicBezTo>
                  <a:cubicBezTo>
                    <a:pt x="320365" y="594360"/>
                    <a:pt x="308935" y="606743"/>
                    <a:pt x="283218" y="617220"/>
                  </a:cubicBezTo>
                  <a:lnTo>
                    <a:pt x="282265" y="617220"/>
                  </a:lnTo>
                  <a:lnTo>
                    <a:pt x="282265" y="617220"/>
                  </a:lnTo>
                  <a:cubicBezTo>
                    <a:pt x="269883" y="622935"/>
                    <a:pt x="241308" y="625793"/>
                    <a:pt x="210828" y="625793"/>
                  </a:cubicBezTo>
                  <a:cubicBezTo>
                    <a:pt x="163203" y="625793"/>
                    <a:pt x="107958" y="617220"/>
                    <a:pt x="98433" y="597218"/>
                  </a:cubicBezTo>
                  <a:cubicBezTo>
                    <a:pt x="96528" y="592455"/>
                    <a:pt x="96528" y="586740"/>
                    <a:pt x="101290" y="580073"/>
                  </a:cubicBezTo>
                  <a:cubicBezTo>
                    <a:pt x="102243" y="581025"/>
                    <a:pt x="104148" y="582930"/>
                    <a:pt x="106053" y="583883"/>
                  </a:cubicBezTo>
                  <a:cubicBezTo>
                    <a:pt x="137485" y="600075"/>
                    <a:pt x="178443" y="602933"/>
                    <a:pt x="201303" y="602933"/>
                  </a:cubicBezTo>
                  <a:cubicBezTo>
                    <a:pt x="216543" y="602933"/>
                    <a:pt x="227973" y="601980"/>
                    <a:pt x="232735" y="601028"/>
                  </a:cubicBezTo>
                  <a:cubicBezTo>
                    <a:pt x="238450" y="600075"/>
                    <a:pt x="247975" y="598170"/>
                    <a:pt x="247023" y="590550"/>
                  </a:cubicBezTo>
                  <a:cubicBezTo>
                    <a:pt x="247023" y="585788"/>
                    <a:pt x="243213" y="583883"/>
                    <a:pt x="236545" y="583883"/>
                  </a:cubicBezTo>
                  <a:cubicBezTo>
                    <a:pt x="235593" y="583883"/>
                    <a:pt x="234640" y="583883"/>
                    <a:pt x="232735" y="583883"/>
                  </a:cubicBezTo>
                  <a:cubicBezTo>
                    <a:pt x="227973" y="583883"/>
                    <a:pt x="221305" y="584835"/>
                    <a:pt x="212733" y="584835"/>
                  </a:cubicBezTo>
                  <a:cubicBezTo>
                    <a:pt x="183205" y="584835"/>
                    <a:pt x="153678" y="579120"/>
                    <a:pt x="120340" y="566738"/>
                  </a:cubicBezTo>
                  <a:cubicBezTo>
                    <a:pt x="104148" y="561975"/>
                    <a:pt x="71763" y="541973"/>
                    <a:pt x="65095" y="537210"/>
                  </a:cubicBezTo>
                  <a:cubicBezTo>
                    <a:pt x="40330" y="518160"/>
                    <a:pt x="26995" y="484822"/>
                    <a:pt x="26995" y="444818"/>
                  </a:cubicBezTo>
                  <a:cubicBezTo>
                    <a:pt x="24138" y="382905"/>
                    <a:pt x="69858" y="327660"/>
                    <a:pt x="89860" y="304800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484" name="Google Shape;1484;p13"/>
            <p:cNvSpPr/>
            <p:nvPr/>
          </p:nvSpPr>
          <p:spPr bwMode="auto">
            <a:xfrm>
              <a:off x="6256974" y="2756533"/>
              <a:ext cx="368616" cy="631507"/>
            </a:xfrm>
            <a:custGeom>
              <a:avLst/>
              <a:gdLst/>
              <a:ahLst/>
              <a:cxnLst/>
              <a:rect l="l" t="t" r="r" b="b"/>
              <a:pathLst>
                <a:path w="368617" h="631507" fill="norm" stroke="1" extrusionOk="0">
                  <a:moveTo>
                    <a:pt x="351473" y="631507"/>
                  </a:moveTo>
                  <a:lnTo>
                    <a:pt x="328613" y="625793"/>
                  </a:lnTo>
                  <a:cubicBezTo>
                    <a:pt x="339090" y="584835"/>
                    <a:pt x="344805" y="542925"/>
                    <a:pt x="344805" y="500062"/>
                  </a:cubicBezTo>
                  <a:cubicBezTo>
                    <a:pt x="344805" y="282893"/>
                    <a:pt x="206693" y="90488"/>
                    <a:pt x="0" y="22860"/>
                  </a:cubicBezTo>
                  <a:lnTo>
                    <a:pt x="7620" y="0"/>
                  </a:lnTo>
                  <a:cubicBezTo>
                    <a:pt x="223838" y="71438"/>
                    <a:pt x="368618" y="272415"/>
                    <a:pt x="368618" y="500062"/>
                  </a:cubicBezTo>
                  <a:cubicBezTo>
                    <a:pt x="368618" y="544830"/>
                    <a:pt x="362903" y="588645"/>
                    <a:pt x="351473" y="631507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485" name="Google Shape;1485;p13"/>
            <p:cNvSpPr/>
            <p:nvPr/>
          </p:nvSpPr>
          <p:spPr bwMode="auto">
            <a:xfrm>
              <a:off x="5572125" y="2767966"/>
              <a:ext cx="337185" cy="621030"/>
            </a:xfrm>
            <a:custGeom>
              <a:avLst/>
              <a:gdLst/>
              <a:ahLst/>
              <a:cxnLst/>
              <a:rect l="l" t="t" r="r" b="b"/>
              <a:pathLst>
                <a:path w="337185" h="621030" fill="norm" stroke="1" extrusionOk="0">
                  <a:moveTo>
                    <a:pt x="17145" y="621030"/>
                  </a:moveTo>
                  <a:cubicBezTo>
                    <a:pt x="5715" y="578168"/>
                    <a:pt x="0" y="533400"/>
                    <a:pt x="0" y="488632"/>
                  </a:cubicBezTo>
                  <a:cubicBezTo>
                    <a:pt x="0" y="273368"/>
                    <a:pt x="129540" y="80963"/>
                    <a:pt x="328613" y="0"/>
                  </a:cubicBezTo>
                  <a:lnTo>
                    <a:pt x="337185" y="21908"/>
                  </a:lnTo>
                  <a:cubicBezTo>
                    <a:pt x="146685" y="99060"/>
                    <a:pt x="22860" y="281940"/>
                    <a:pt x="22860" y="487680"/>
                  </a:cubicBezTo>
                  <a:cubicBezTo>
                    <a:pt x="22860" y="530543"/>
                    <a:pt x="28575" y="572453"/>
                    <a:pt x="39052" y="613410"/>
                  </a:cubicBezTo>
                  <a:lnTo>
                    <a:pt x="17145" y="621030"/>
                  </a:ln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grpSp>
          <p:nvGrpSpPr>
            <p:cNvPr id="1486" name="Google Shape;1486;p13"/>
            <p:cNvGrpSpPr/>
            <p:nvPr/>
          </p:nvGrpSpPr>
          <p:grpSpPr bwMode="auto">
            <a:xfrm>
              <a:off x="4910697" y="3818107"/>
              <a:ext cx="2376312" cy="776751"/>
              <a:chOff x="4910701" y="3818108"/>
              <a:chExt cx="2376312" cy="776751"/>
            </a:xfrm>
          </p:grpSpPr>
          <p:sp>
            <p:nvSpPr>
              <p:cNvPr id="1487" name="Google Shape;1487;p13"/>
              <p:cNvSpPr/>
              <p:nvPr/>
            </p:nvSpPr>
            <p:spPr bwMode="auto">
              <a:xfrm>
                <a:off x="5957887" y="4451032"/>
                <a:ext cx="25717" cy="33337"/>
              </a:xfrm>
              <a:custGeom>
                <a:avLst/>
                <a:gdLst/>
                <a:ahLst/>
                <a:cxnLst/>
                <a:rect l="l" t="t" r="r" b="b"/>
                <a:pathLst>
                  <a:path w="25717" h="33337" fill="norm" stroke="1" extrusionOk="0">
                    <a:moveTo>
                      <a:pt x="12383" y="0"/>
                    </a:moveTo>
                    <a:cubicBezTo>
                      <a:pt x="9525" y="0"/>
                      <a:pt x="6667" y="953"/>
                      <a:pt x="3810" y="3810"/>
                    </a:cubicBezTo>
                    <a:cubicBezTo>
                      <a:pt x="953" y="5715"/>
                      <a:pt x="0" y="9525"/>
                      <a:pt x="0" y="12383"/>
                    </a:cubicBezTo>
                    <a:cubicBezTo>
                      <a:pt x="0" y="17145"/>
                      <a:pt x="1905" y="21908"/>
                      <a:pt x="5715" y="25718"/>
                    </a:cubicBezTo>
                    <a:cubicBezTo>
                      <a:pt x="9525" y="29528"/>
                      <a:pt x="14288" y="32385"/>
                      <a:pt x="20955" y="33338"/>
                    </a:cubicBezTo>
                    <a:cubicBezTo>
                      <a:pt x="21908" y="31433"/>
                      <a:pt x="23813" y="30480"/>
                      <a:pt x="23813" y="27623"/>
                    </a:cubicBezTo>
                    <a:cubicBezTo>
                      <a:pt x="24765" y="25718"/>
                      <a:pt x="24765" y="22860"/>
                      <a:pt x="25717" y="19050"/>
                    </a:cubicBezTo>
                    <a:cubicBezTo>
                      <a:pt x="25717" y="14288"/>
                      <a:pt x="24765" y="9525"/>
                      <a:pt x="21908" y="6668"/>
                    </a:cubicBezTo>
                    <a:cubicBezTo>
                      <a:pt x="19050" y="2858"/>
                      <a:pt x="16192" y="953"/>
                      <a:pt x="12383" y="0"/>
                    </a:cubicBez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  <a:defRPr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</a:endParaRPr>
              </a:p>
            </p:txBody>
          </p:sp>
          <p:sp>
            <p:nvSpPr>
              <p:cNvPr id="1488" name="Google Shape;1488;p13"/>
              <p:cNvSpPr/>
              <p:nvPr/>
            </p:nvSpPr>
            <p:spPr bwMode="auto">
              <a:xfrm>
                <a:off x="6030277" y="4486275"/>
                <a:ext cx="53339" cy="31431"/>
              </a:xfrm>
              <a:custGeom>
                <a:avLst/>
                <a:gdLst/>
                <a:ahLst/>
                <a:cxnLst/>
                <a:rect l="l" t="t" r="r" b="b"/>
                <a:pathLst>
                  <a:path w="53339" h="31432" fill="norm" stroke="1" extrusionOk="0">
                    <a:moveTo>
                      <a:pt x="26670" y="0"/>
                    </a:moveTo>
                    <a:cubicBezTo>
                      <a:pt x="19050" y="0"/>
                      <a:pt x="13335" y="1905"/>
                      <a:pt x="8572" y="4763"/>
                    </a:cubicBezTo>
                    <a:cubicBezTo>
                      <a:pt x="2857" y="8572"/>
                      <a:pt x="952" y="13335"/>
                      <a:pt x="0" y="18097"/>
                    </a:cubicBezTo>
                    <a:cubicBezTo>
                      <a:pt x="0" y="21907"/>
                      <a:pt x="952" y="24765"/>
                      <a:pt x="4763" y="27622"/>
                    </a:cubicBezTo>
                    <a:cubicBezTo>
                      <a:pt x="7620" y="30480"/>
                      <a:pt x="11430" y="31432"/>
                      <a:pt x="15240" y="31432"/>
                    </a:cubicBezTo>
                    <a:cubicBezTo>
                      <a:pt x="20955" y="31432"/>
                      <a:pt x="27622" y="30480"/>
                      <a:pt x="33338" y="27622"/>
                    </a:cubicBezTo>
                    <a:cubicBezTo>
                      <a:pt x="39052" y="24765"/>
                      <a:pt x="45720" y="20955"/>
                      <a:pt x="53340" y="15240"/>
                    </a:cubicBezTo>
                    <a:cubicBezTo>
                      <a:pt x="49530" y="10478"/>
                      <a:pt x="44767" y="6668"/>
                      <a:pt x="40005" y="3810"/>
                    </a:cubicBezTo>
                    <a:cubicBezTo>
                      <a:pt x="36195" y="1905"/>
                      <a:pt x="31432" y="953"/>
                      <a:pt x="26670" y="0"/>
                    </a:cubicBez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  <a:defRPr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</a:endParaRPr>
              </a:p>
            </p:txBody>
          </p:sp>
          <p:sp>
            <p:nvSpPr>
              <p:cNvPr id="1489" name="Google Shape;1489;p13"/>
              <p:cNvSpPr/>
              <p:nvPr/>
            </p:nvSpPr>
            <p:spPr bwMode="auto">
              <a:xfrm rot="-4288464">
                <a:off x="5514870" y="4359989"/>
                <a:ext cx="37120" cy="36168"/>
              </a:xfrm>
              <a:custGeom>
                <a:avLst/>
                <a:gdLst/>
                <a:ahLst/>
                <a:cxnLst/>
                <a:rect l="l" t="t" r="r" b="b"/>
                <a:pathLst>
                  <a:path w="37147" h="36195" fill="norm" stroke="1" extrusionOk="0">
                    <a:moveTo>
                      <a:pt x="0" y="0"/>
                    </a:moveTo>
                    <a:lnTo>
                      <a:pt x="37148" y="0"/>
                    </a:lnTo>
                    <a:lnTo>
                      <a:pt x="37148" y="36195"/>
                    </a:lnTo>
                    <a:lnTo>
                      <a:pt x="0" y="36195"/>
                    </a:ln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  <a:defRPr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</a:endParaRPr>
              </a:p>
            </p:txBody>
          </p:sp>
          <p:sp>
            <p:nvSpPr>
              <p:cNvPr id="1490" name="Google Shape;1490;p13"/>
              <p:cNvSpPr/>
              <p:nvPr/>
            </p:nvSpPr>
            <p:spPr bwMode="auto">
              <a:xfrm>
                <a:off x="5833809" y="4470677"/>
                <a:ext cx="53593" cy="30258"/>
              </a:xfrm>
              <a:custGeom>
                <a:avLst/>
                <a:gdLst/>
                <a:ahLst/>
                <a:cxnLst/>
                <a:rect l="l" t="t" r="r" b="b"/>
                <a:pathLst>
                  <a:path w="53593" h="30258" fill="norm" stroke="1" extrusionOk="0">
                    <a:moveTo>
                      <a:pt x="28828" y="357"/>
                    </a:moveTo>
                    <a:cubicBezTo>
                      <a:pt x="21208" y="-595"/>
                      <a:pt x="15493" y="357"/>
                      <a:pt x="9778" y="3215"/>
                    </a:cubicBezTo>
                    <a:cubicBezTo>
                      <a:pt x="4063" y="6072"/>
                      <a:pt x="1206" y="10835"/>
                      <a:pt x="253" y="15597"/>
                    </a:cubicBezTo>
                    <a:cubicBezTo>
                      <a:pt x="-699" y="19407"/>
                      <a:pt x="1206" y="22265"/>
                      <a:pt x="3111" y="25122"/>
                    </a:cubicBezTo>
                    <a:cubicBezTo>
                      <a:pt x="5968" y="27980"/>
                      <a:pt x="8826" y="29885"/>
                      <a:pt x="13588" y="29885"/>
                    </a:cubicBezTo>
                    <a:cubicBezTo>
                      <a:pt x="19303" y="30837"/>
                      <a:pt x="25971" y="29885"/>
                      <a:pt x="32638" y="27980"/>
                    </a:cubicBezTo>
                    <a:cubicBezTo>
                      <a:pt x="39306" y="26075"/>
                      <a:pt x="45973" y="23217"/>
                      <a:pt x="53593" y="18455"/>
                    </a:cubicBezTo>
                    <a:cubicBezTo>
                      <a:pt x="49783" y="13692"/>
                      <a:pt x="45973" y="8930"/>
                      <a:pt x="42163" y="5120"/>
                    </a:cubicBezTo>
                    <a:cubicBezTo>
                      <a:pt x="37401" y="3215"/>
                      <a:pt x="32638" y="1310"/>
                      <a:pt x="28828" y="357"/>
                    </a:cubicBez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  <a:defRPr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</a:endParaRPr>
              </a:p>
            </p:txBody>
          </p:sp>
          <p:sp>
            <p:nvSpPr>
              <p:cNvPr id="1491" name="Google Shape;1491;p13"/>
              <p:cNvSpPr/>
              <p:nvPr/>
            </p:nvSpPr>
            <p:spPr bwMode="auto">
              <a:xfrm rot="-1451705">
                <a:off x="6823932" y="4289955"/>
                <a:ext cx="36210" cy="37162"/>
              </a:xfrm>
              <a:custGeom>
                <a:avLst/>
                <a:gdLst/>
                <a:ahLst/>
                <a:cxnLst/>
                <a:rect l="l" t="t" r="r" b="b"/>
                <a:pathLst>
                  <a:path w="36196" h="37148" fill="norm" stroke="1" extrusionOk="0">
                    <a:moveTo>
                      <a:pt x="0" y="0"/>
                    </a:moveTo>
                    <a:lnTo>
                      <a:pt x="36196" y="0"/>
                    </a:lnTo>
                    <a:lnTo>
                      <a:pt x="36196" y="37149"/>
                    </a:lnTo>
                    <a:lnTo>
                      <a:pt x="0" y="37149"/>
                    </a:ln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  <a:defRPr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</a:endParaRPr>
              </a:p>
            </p:txBody>
          </p:sp>
          <p:sp>
            <p:nvSpPr>
              <p:cNvPr id="1492" name="Google Shape;1492;p13"/>
              <p:cNvSpPr/>
              <p:nvPr/>
            </p:nvSpPr>
            <p:spPr bwMode="auto">
              <a:xfrm>
                <a:off x="6727133" y="4373310"/>
                <a:ext cx="54368" cy="46764"/>
              </a:xfrm>
              <a:custGeom>
                <a:avLst/>
                <a:gdLst/>
                <a:ahLst/>
                <a:cxnLst/>
                <a:rect l="l" t="t" r="r" b="b"/>
                <a:pathLst>
                  <a:path w="54368" h="46765" fill="norm" stroke="1" extrusionOk="0">
                    <a:moveTo>
                      <a:pt x="2279" y="24382"/>
                    </a:moveTo>
                    <a:cubicBezTo>
                      <a:pt x="374" y="28192"/>
                      <a:pt x="-579" y="31050"/>
                      <a:pt x="374" y="34859"/>
                    </a:cubicBezTo>
                    <a:cubicBezTo>
                      <a:pt x="2279" y="40575"/>
                      <a:pt x="6089" y="43432"/>
                      <a:pt x="11804" y="45337"/>
                    </a:cubicBezTo>
                    <a:cubicBezTo>
                      <a:pt x="17519" y="47242"/>
                      <a:pt x="24186" y="47242"/>
                      <a:pt x="29901" y="45337"/>
                    </a:cubicBezTo>
                    <a:cubicBezTo>
                      <a:pt x="39426" y="41527"/>
                      <a:pt x="46094" y="36765"/>
                      <a:pt x="49904" y="29145"/>
                    </a:cubicBezTo>
                    <a:cubicBezTo>
                      <a:pt x="54666" y="22477"/>
                      <a:pt x="55619" y="14857"/>
                      <a:pt x="52761" y="8190"/>
                    </a:cubicBezTo>
                    <a:cubicBezTo>
                      <a:pt x="50856" y="4380"/>
                      <a:pt x="47999" y="1522"/>
                      <a:pt x="42284" y="570"/>
                    </a:cubicBezTo>
                    <a:cubicBezTo>
                      <a:pt x="36569" y="-383"/>
                      <a:pt x="30854" y="-383"/>
                      <a:pt x="25139" y="2475"/>
                    </a:cubicBezTo>
                    <a:cubicBezTo>
                      <a:pt x="23234" y="5332"/>
                      <a:pt x="18471" y="9142"/>
                      <a:pt x="11804" y="13905"/>
                    </a:cubicBezTo>
                    <a:cubicBezTo>
                      <a:pt x="7994" y="16762"/>
                      <a:pt x="4184" y="20572"/>
                      <a:pt x="2279" y="24382"/>
                    </a:cubicBez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  <a:defRPr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</a:endParaRPr>
              </a:p>
            </p:txBody>
          </p:sp>
          <p:sp>
            <p:nvSpPr>
              <p:cNvPr id="1493" name="Google Shape;1493;p13"/>
              <p:cNvSpPr/>
              <p:nvPr/>
            </p:nvSpPr>
            <p:spPr bwMode="auto">
              <a:xfrm>
                <a:off x="6563677" y="4377690"/>
                <a:ext cx="48577" cy="69294"/>
              </a:xfrm>
              <a:custGeom>
                <a:avLst/>
                <a:gdLst/>
                <a:ahLst/>
                <a:cxnLst/>
                <a:rect l="l" t="t" r="r" b="b"/>
                <a:pathLst>
                  <a:path w="48577" h="69294" fill="norm" stroke="1" extrusionOk="0">
                    <a:moveTo>
                      <a:pt x="0" y="11430"/>
                    </a:moveTo>
                    <a:lnTo>
                      <a:pt x="15240" y="63817"/>
                    </a:lnTo>
                    <a:cubicBezTo>
                      <a:pt x="16192" y="65722"/>
                      <a:pt x="17145" y="67628"/>
                      <a:pt x="19050" y="68580"/>
                    </a:cubicBezTo>
                    <a:cubicBezTo>
                      <a:pt x="20955" y="69532"/>
                      <a:pt x="22860" y="69532"/>
                      <a:pt x="24765" y="68580"/>
                    </a:cubicBezTo>
                    <a:cubicBezTo>
                      <a:pt x="30480" y="66675"/>
                      <a:pt x="36195" y="62865"/>
                      <a:pt x="40005" y="58103"/>
                    </a:cubicBezTo>
                    <a:cubicBezTo>
                      <a:pt x="44767" y="52388"/>
                      <a:pt x="46672" y="46672"/>
                      <a:pt x="48577" y="39053"/>
                    </a:cubicBezTo>
                    <a:lnTo>
                      <a:pt x="37147" y="0"/>
                    </a:lnTo>
                    <a:lnTo>
                      <a:pt x="0" y="11430"/>
                    </a:ln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  <a:defRPr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</a:endParaRPr>
              </a:p>
            </p:txBody>
          </p:sp>
          <p:sp>
            <p:nvSpPr>
              <p:cNvPr id="1494" name="Google Shape;1494;p13"/>
              <p:cNvSpPr/>
              <p:nvPr/>
            </p:nvSpPr>
            <p:spPr bwMode="auto">
              <a:xfrm>
                <a:off x="6273165" y="4475797"/>
                <a:ext cx="53339" cy="33337"/>
              </a:xfrm>
              <a:custGeom>
                <a:avLst/>
                <a:gdLst/>
                <a:ahLst/>
                <a:cxnLst/>
                <a:rect l="l" t="t" r="r" b="b"/>
                <a:pathLst>
                  <a:path w="53339" h="33337" fill="norm" stroke="1" extrusionOk="0">
                    <a:moveTo>
                      <a:pt x="23813" y="0"/>
                    </a:moveTo>
                    <a:cubicBezTo>
                      <a:pt x="16192" y="953"/>
                      <a:pt x="10477" y="3810"/>
                      <a:pt x="6667" y="7620"/>
                    </a:cubicBezTo>
                    <a:cubicBezTo>
                      <a:pt x="1905" y="12383"/>
                      <a:pt x="0" y="17145"/>
                      <a:pt x="0" y="21908"/>
                    </a:cubicBezTo>
                    <a:cubicBezTo>
                      <a:pt x="0" y="25718"/>
                      <a:pt x="1905" y="28575"/>
                      <a:pt x="5715" y="30480"/>
                    </a:cubicBezTo>
                    <a:cubicBezTo>
                      <a:pt x="8572" y="32385"/>
                      <a:pt x="12382" y="33338"/>
                      <a:pt x="17145" y="33338"/>
                    </a:cubicBezTo>
                    <a:cubicBezTo>
                      <a:pt x="22860" y="32385"/>
                      <a:pt x="28575" y="30480"/>
                      <a:pt x="35242" y="26670"/>
                    </a:cubicBezTo>
                    <a:cubicBezTo>
                      <a:pt x="40957" y="22860"/>
                      <a:pt x="46672" y="18097"/>
                      <a:pt x="53340" y="12383"/>
                    </a:cubicBezTo>
                    <a:cubicBezTo>
                      <a:pt x="48577" y="8572"/>
                      <a:pt x="43815" y="4763"/>
                      <a:pt x="39052" y="2858"/>
                    </a:cubicBezTo>
                    <a:cubicBezTo>
                      <a:pt x="33338" y="953"/>
                      <a:pt x="28575" y="0"/>
                      <a:pt x="23813" y="0"/>
                    </a:cubicBez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  <a:defRPr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</a:endParaRPr>
              </a:p>
            </p:txBody>
          </p:sp>
          <p:sp>
            <p:nvSpPr>
              <p:cNvPr id="1495" name="Google Shape;1495;p13"/>
              <p:cNvSpPr/>
              <p:nvPr/>
            </p:nvSpPr>
            <p:spPr bwMode="auto">
              <a:xfrm>
                <a:off x="6383654" y="4415790"/>
                <a:ext cx="75247" cy="88024"/>
              </a:xfrm>
              <a:custGeom>
                <a:avLst/>
                <a:gdLst/>
                <a:ahLst/>
                <a:cxnLst/>
                <a:rect l="l" t="t" r="r" b="b"/>
                <a:pathLst>
                  <a:path w="75247" h="88024" fill="norm" stroke="1" extrusionOk="0">
                    <a:moveTo>
                      <a:pt x="39053" y="6667"/>
                    </a:moveTo>
                    <a:lnTo>
                      <a:pt x="44767" y="35242"/>
                    </a:lnTo>
                    <a:lnTo>
                      <a:pt x="7620" y="41910"/>
                    </a:lnTo>
                    <a:cubicBezTo>
                      <a:pt x="4763" y="41910"/>
                      <a:pt x="2858" y="43815"/>
                      <a:pt x="1905" y="45720"/>
                    </a:cubicBezTo>
                    <a:cubicBezTo>
                      <a:pt x="0" y="47625"/>
                      <a:pt x="0" y="49530"/>
                      <a:pt x="0" y="52388"/>
                    </a:cubicBezTo>
                    <a:cubicBezTo>
                      <a:pt x="0" y="54292"/>
                      <a:pt x="1905" y="56197"/>
                      <a:pt x="3810" y="58103"/>
                    </a:cubicBezTo>
                    <a:cubicBezTo>
                      <a:pt x="5715" y="60007"/>
                      <a:pt x="8573" y="60960"/>
                      <a:pt x="11430" y="61913"/>
                    </a:cubicBezTo>
                    <a:cubicBezTo>
                      <a:pt x="13335" y="60007"/>
                      <a:pt x="16192" y="58103"/>
                      <a:pt x="20003" y="56197"/>
                    </a:cubicBezTo>
                    <a:cubicBezTo>
                      <a:pt x="22860" y="55245"/>
                      <a:pt x="27623" y="53340"/>
                      <a:pt x="33338" y="52388"/>
                    </a:cubicBezTo>
                    <a:lnTo>
                      <a:pt x="45720" y="65722"/>
                    </a:lnTo>
                    <a:lnTo>
                      <a:pt x="34290" y="67628"/>
                    </a:lnTo>
                    <a:cubicBezTo>
                      <a:pt x="30480" y="68580"/>
                      <a:pt x="26670" y="70485"/>
                      <a:pt x="23813" y="72390"/>
                    </a:cubicBezTo>
                    <a:cubicBezTo>
                      <a:pt x="20955" y="75247"/>
                      <a:pt x="20003" y="78105"/>
                      <a:pt x="20955" y="80963"/>
                    </a:cubicBezTo>
                    <a:cubicBezTo>
                      <a:pt x="21908" y="83820"/>
                      <a:pt x="22860" y="85725"/>
                      <a:pt x="25717" y="86678"/>
                    </a:cubicBezTo>
                    <a:cubicBezTo>
                      <a:pt x="28575" y="87630"/>
                      <a:pt x="32385" y="88582"/>
                      <a:pt x="35242" y="87630"/>
                    </a:cubicBezTo>
                    <a:cubicBezTo>
                      <a:pt x="43815" y="85725"/>
                      <a:pt x="52388" y="81915"/>
                      <a:pt x="59055" y="75247"/>
                    </a:cubicBezTo>
                    <a:cubicBezTo>
                      <a:pt x="66675" y="68580"/>
                      <a:pt x="71438" y="60007"/>
                      <a:pt x="75248" y="49530"/>
                    </a:cubicBezTo>
                    <a:lnTo>
                      <a:pt x="65723" y="0"/>
                    </a:lnTo>
                    <a:lnTo>
                      <a:pt x="39053" y="6667"/>
                    </a:ln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  <a:defRPr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</a:endParaRPr>
              </a:p>
            </p:txBody>
          </p:sp>
          <p:sp>
            <p:nvSpPr>
              <p:cNvPr id="1496" name="Google Shape;1496;p13"/>
              <p:cNvSpPr/>
              <p:nvPr/>
            </p:nvSpPr>
            <p:spPr bwMode="auto">
              <a:xfrm>
                <a:off x="4910701" y="3818108"/>
                <a:ext cx="2376312" cy="776751"/>
              </a:xfrm>
              <a:custGeom>
                <a:avLst/>
                <a:gdLst/>
                <a:ahLst/>
                <a:cxnLst/>
                <a:rect l="l" t="t" r="r" b="b"/>
                <a:pathLst>
                  <a:path w="2376312" h="776751" fill="norm" stroke="1" extrusionOk="0">
                    <a:moveTo>
                      <a:pt x="2324489" y="401466"/>
                    </a:moveTo>
                    <a:cubicBezTo>
                      <a:pt x="2315916" y="384321"/>
                      <a:pt x="2307344" y="367176"/>
                      <a:pt x="2299724" y="350031"/>
                    </a:cubicBezTo>
                    <a:cubicBezTo>
                      <a:pt x="2316869" y="337649"/>
                      <a:pt x="2332109" y="325266"/>
                      <a:pt x="2348301" y="310979"/>
                    </a:cubicBezTo>
                    <a:cubicBezTo>
                      <a:pt x="2399736" y="264306"/>
                      <a:pt x="2369256" y="202394"/>
                      <a:pt x="2344491" y="152864"/>
                    </a:cubicBezTo>
                    <a:lnTo>
                      <a:pt x="2339729" y="142386"/>
                    </a:lnTo>
                    <a:cubicBezTo>
                      <a:pt x="2327346" y="116669"/>
                      <a:pt x="2329251" y="90951"/>
                      <a:pt x="2331156" y="69044"/>
                    </a:cubicBezTo>
                    <a:cubicBezTo>
                      <a:pt x="2333061" y="48089"/>
                      <a:pt x="2334966" y="28086"/>
                      <a:pt x="2321631" y="14751"/>
                    </a:cubicBezTo>
                    <a:cubicBezTo>
                      <a:pt x="2310201" y="2369"/>
                      <a:pt x="2288294" y="-1441"/>
                      <a:pt x="2253051" y="464"/>
                    </a:cubicBezTo>
                    <a:lnTo>
                      <a:pt x="2253051" y="464"/>
                    </a:lnTo>
                    <a:cubicBezTo>
                      <a:pt x="2253051" y="464"/>
                      <a:pt x="2252099" y="464"/>
                      <a:pt x="2252099" y="464"/>
                    </a:cubicBezTo>
                    <a:cubicBezTo>
                      <a:pt x="2175899" y="5226"/>
                      <a:pt x="2128274" y="68091"/>
                      <a:pt x="2118749" y="177629"/>
                    </a:cubicBezTo>
                    <a:cubicBezTo>
                      <a:pt x="2112081" y="180486"/>
                      <a:pt x="2106366" y="184296"/>
                      <a:pt x="2099699" y="187154"/>
                    </a:cubicBezTo>
                    <a:cubicBezTo>
                      <a:pt x="2052074" y="209061"/>
                      <a:pt x="1995876" y="226206"/>
                      <a:pt x="1943489" y="239541"/>
                    </a:cubicBezTo>
                    <a:lnTo>
                      <a:pt x="1943489" y="239541"/>
                    </a:lnTo>
                    <a:cubicBezTo>
                      <a:pt x="1932059" y="242399"/>
                      <a:pt x="1923486" y="244304"/>
                      <a:pt x="1915866" y="246209"/>
                    </a:cubicBezTo>
                    <a:cubicBezTo>
                      <a:pt x="1915866" y="246209"/>
                      <a:pt x="1915866" y="246209"/>
                      <a:pt x="1914914" y="246209"/>
                    </a:cubicBezTo>
                    <a:lnTo>
                      <a:pt x="1914914" y="246209"/>
                    </a:lnTo>
                    <a:cubicBezTo>
                      <a:pt x="1906341" y="249066"/>
                      <a:pt x="1900626" y="250971"/>
                      <a:pt x="1896816" y="253829"/>
                    </a:cubicBezTo>
                    <a:cubicBezTo>
                      <a:pt x="1866336" y="272879"/>
                      <a:pt x="1887291" y="351936"/>
                      <a:pt x="1896816" y="381464"/>
                    </a:cubicBezTo>
                    <a:cubicBezTo>
                      <a:pt x="1760609" y="478619"/>
                      <a:pt x="1504386" y="540531"/>
                      <a:pt x="1219589" y="540531"/>
                    </a:cubicBezTo>
                    <a:cubicBezTo>
                      <a:pt x="1209111" y="540531"/>
                      <a:pt x="1199586" y="540531"/>
                      <a:pt x="1189109" y="540531"/>
                    </a:cubicBezTo>
                    <a:lnTo>
                      <a:pt x="1189109" y="540531"/>
                    </a:lnTo>
                    <a:cubicBezTo>
                      <a:pt x="1189109" y="540531"/>
                      <a:pt x="1189109" y="540531"/>
                      <a:pt x="1188156" y="540531"/>
                    </a:cubicBezTo>
                    <a:cubicBezTo>
                      <a:pt x="1188156" y="540531"/>
                      <a:pt x="1188156" y="540531"/>
                      <a:pt x="1187204" y="540531"/>
                    </a:cubicBezTo>
                    <a:lnTo>
                      <a:pt x="1187204" y="540531"/>
                    </a:lnTo>
                    <a:cubicBezTo>
                      <a:pt x="1176726" y="540531"/>
                      <a:pt x="1167201" y="540531"/>
                      <a:pt x="1156724" y="540531"/>
                    </a:cubicBezTo>
                    <a:cubicBezTo>
                      <a:pt x="871926" y="540531"/>
                      <a:pt x="615704" y="479571"/>
                      <a:pt x="479496" y="381464"/>
                    </a:cubicBezTo>
                    <a:cubicBezTo>
                      <a:pt x="489021" y="351936"/>
                      <a:pt x="509976" y="272879"/>
                      <a:pt x="479496" y="253829"/>
                    </a:cubicBezTo>
                    <a:cubicBezTo>
                      <a:pt x="475686" y="250971"/>
                      <a:pt x="469019" y="249066"/>
                      <a:pt x="461399" y="246209"/>
                    </a:cubicBezTo>
                    <a:lnTo>
                      <a:pt x="461399" y="246209"/>
                    </a:lnTo>
                    <a:cubicBezTo>
                      <a:pt x="461399" y="246209"/>
                      <a:pt x="461399" y="246209"/>
                      <a:pt x="460446" y="246209"/>
                    </a:cubicBezTo>
                    <a:cubicBezTo>
                      <a:pt x="452826" y="244304"/>
                      <a:pt x="444254" y="241446"/>
                      <a:pt x="432824" y="239541"/>
                    </a:cubicBezTo>
                    <a:lnTo>
                      <a:pt x="432824" y="239541"/>
                    </a:lnTo>
                    <a:cubicBezTo>
                      <a:pt x="379484" y="226206"/>
                      <a:pt x="323286" y="208109"/>
                      <a:pt x="276614" y="187154"/>
                    </a:cubicBezTo>
                    <a:cubicBezTo>
                      <a:pt x="269946" y="184296"/>
                      <a:pt x="263279" y="181439"/>
                      <a:pt x="257564" y="177629"/>
                    </a:cubicBezTo>
                    <a:cubicBezTo>
                      <a:pt x="248039" y="68091"/>
                      <a:pt x="200414" y="6179"/>
                      <a:pt x="124214" y="464"/>
                    </a:cubicBezTo>
                    <a:cubicBezTo>
                      <a:pt x="124214" y="464"/>
                      <a:pt x="123261" y="464"/>
                      <a:pt x="123261" y="464"/>
                    </a:cubicBezTo>
                    <a:lnTo>
                      <a:pt x="123261" y="464"/>
                    </a:lnTo>
                    <a:cubicBezTo>
                      <a:pt x="87066" y="-1441"/>
                      <a:pt x="66111" y="3321"/>
                      <a:pt x="54681" y="14751"/>
                    </a:cubicBezTo>
                    <a:cubicBezTo>
                      <a:pt x="41346" y="28086"/>
                      <a:pt x="43251" y="48089"/>
                      <a:pt x="45156" y="69044"/>
                    </a:cubicBezTo>
                    <a:cubicBezTo>
                      <a:pt x="47061" y="91904"/>
                      <a:pt x="49919" y="116669"/>
                      <a:pt x="36584" y="142386"/>
                    </a:cubicBezTo>
                    <a:lnTo>
                      <a:pt x="31821" y="152864"/>
                    </a:lnTo>
                    <a:cubicBezTo>
                      <a:pt x="7056" y="202394"/>
                      <a:pt x="-23424" y="264306"/>
                      <a:pt x="28011" y="310979"/>
                    </a:cubicBezTo>
                    <a:cubicBezTo>
                      <a:pt x="43251" y="325266"/>
                      <a:pt x="59444" y="338601"/>
                      <a:pt x="76589" y="350031"/>
                    </a:cubicBezTo>
                    <a:cubicBezTo>
                      <a:pt x="69921" y="367176"/>
                      <a:pt x="60396" y="385274"/>
                      <a:pt x="51824" y="401466"/>
                    </a:cubicBezTo>
                    <a:cubicBezTo>
                      <a:pt x="36584" y="430041"/>
                      <a:pt x="21344" y="460521"/>
                      <a:pt x="13724" y="493859"/>
                    </a:cubicBezTo>
                    <a:cubicBezTo>
                      <a:pt x="10866" y="506241"/>
                      <a:pt x="4199" y="609111"/>
                      <a:pt x="25154" y="616731"/>
                    </a:cubicBezTo>
                    <a:cubicBezTo>
                      <a:pt x="28964" y="617684"/>
                      <a:pt x="36584" y="618636"/>
                      <a:pt x="42299" y="606254"/>
                    </a:cubicBezTo>
                    <a:cubicBezTo>
                      <a:pt x="64206" y="562439"/>
                      <a:pt x="100401" y="516719"/>
                      <a:pt x="123261" y="515766"/>
                    </a:cubicBezTo>
                    <a:cubicBezTo>
                      <a:pt x="127071" y="515766"/>
                      <a:pt x="133739" y="516719"/>
                      <a:pt x="140406" y="526244"/>
                    </a:cubicBezTo>
                    <a:cubicBezTo>
                      <a:pt x="146121" y="534816"/>
                      <a:pt x="150884" y="548151"/>
                      <a:pt x="155646" y="557676"/>
                    </a:cubicBezTo>
                    <a:cubicBezTo>
                      <a:pt x="162314" y="573869"/>
                      <a:pt x="165171" y="581489"/>
                      <a:pt x="173744" y="579584"/>
                    </a:cubicBezTo>
                    <a:cubicBezTo>
                      <a:pt x="182316" y="577679"/>
                      <a:pt x="182316" y="568154"/>
                      <a:pt x="182316" y="560534"/>
                    </a:cubicBezTo>
                    <a:cubicBezTo>
                      <a:pt x="182316" y="511004"/>
                      <a:pt x="196604" y="463379"/>
                      <a:pt x="211844" y="419564"/>
                    </a:cubicBezTo>
                    <a:cubicBezTo>
                      <a:pt x="247086" y="432899"/>
                      <a:pt x="281376" y="442424"/>
                      <a:pt x="315666" y="451949"/>
                    </a:cubicBezTo>
                    <a:cubicBezTo>
                      <a:pt x="316619" y="451949"/>
                      <a:pt x="317571" y="452901"/>
                      <a:pt x="318524" y="452901"/>
                    </a:cubicBezTo>
                    <a:lnTo>
                      <a:pt x="315666" y="455759"/>
                    </a:lnTo>
                    <a:cubicBezTo>
                      <a:pt x="305189" y="467189"/>
                      <a:pt x="289949" y="481476"/>
                      <a:pt x="289949" y="481476"/>
                    </a:cubicBezTo>
                    <a:cubicBezTo>
                      <a:pt x="279471" y="492906"/>
                      <a:pt x="273756" y="507194"/>
                      <a:pt x="275661" y="520529"/>
                    </a:cubicBezTo>
                    <a:cubicBezTo>
                      <a:pt x="276614" y="533864"/>
                      <a:pt x="284234" y="545294"/>
                      <a:pt x="296616" y="553866"/>
                    </a:cubicBezTo>
                    <a:cubicBezTo>
                      <a:pt x="492831" y="693884"/>
                      <a:pt x="814776" y="776751"/>
                      <a:pt x="1157676" y="776751"/>
                    </a:cubicBezTo>
                    <a:cubicBezTo>
                      <a:pt x="1167201" y="776751"/>
                      <a:pt x="1177679" y="776751"/>
                      <a:pt x="1189109" y="776751"/>
                    </a:cubicBezTo>
                    <a:cubicBezTo>
                      <a:pt x="1199586" y="776751"/>
                      <a:pt x="1210064" y="776751"/>
                      <a:pt x="1220541" y="776751"/>
                    </a:cubicBezTo>
                    <a:cubicBezTo>
                      <a:pt x="1563441" y="776751"/>
                      <a:pt x="1885386" y="692931"/>
                      <a:pt x="2081601" y="553866"/>
                    </a:cubicBezTo>
                    <a:cubicBezTo>
                      <a:pt x="2093984" y="545294"/>
                      <a:pt x="2100651" y="532911"/>
                      <a:pt x="2102556" y="520529"/>
                    </a:cubicBezTo>
                    <a:cubicBezTo>
                      <a:pt x="2103509" y="507194"/>
                      <a:pt x="2098746" y="492906"/>
                      <a:pt x="2088269" y="481476"/>
                    </a:cubicBezTo>
                    <a:cubicBezTo>
                      <a:pt x="2088269" y="481476"/>
                      <a:pt x="2073029" y="467189"/>
                      <a:pt x="2062551" y="455759"/>
                    </a:cubicBezTo>
                    <a:lnTo>
                      <a:pt x="2059694" y="452901"/>
                    </a:lnTo>
                    <a:cubicBezTo>
                      <a:pt x="2060646" y="452901"/>
                      <a:pt x="2061599" y="451949"/>
                      <a:pt x="2062551" y="451949"/>
                    </a:cubicBezTo>
                    <a:cubicBezTo>
                      <a:pt x="2096841" y="442424"/>
                      <a:pt x="2132084" y="431946"/>
                      <a:pt x="2166374" y="419564"/>
                    </a:cubicBezTo>
                    <a:cubicBezTo>
                      <a:pt x="2181614" y="463379"/>
                      <a:pt x="2195901" y="511004"/>
                      <a:pt x="2195901" y="560534"/>
                    </a:cubicBezTo>
                    <a:cubicBezTo>
                      <a:pt x="2195901" y="568154"/>
                      <a:pt x="2195901" y="577679"/>
                      <a:pt x="2204474" y="579584"/>
                    </a:cubicBezTo>
                    <a:cubicBezTo>
                      <a:pt x="2213046" y="581489"/>
                      <a:pt x="2215904" y="573869"/>
                      <a:pt x="2222571" y="557676"/>
                    </a:cubicBezTo>
                    <a:cubicBezTo>
                      <a:pt x="2226381" y="547199"/>
                      <a:pt x="2232096" y="534816"/>
                      <a:pt x="2237811" y="526244"/>
                    </a:cubicBezTo>
                    <a:cubicBezTo>
                      <a:pt x="2244479" y="516719"/>
                      <a:pt x="2250194" y="515766"/>
                      <a:pt x="2254956" y="515766"/>
                    </a:cubicBezTo>
                    <a:cubicBezTo>
                      <a:pt x="2277816" y="516719"/>
                      <a:pt x="2314011" y="563391"/>
                      <a:pt x="2335919" y="606254"/>
                    </a:cubicBezTo>
                    <a:cubicBezTo>
                      <a:pt x="2341634" y="618636"/>
                      <a:pt x="2349254" y="617684"/>
                      <a:pt x="2353064" y="616731"/>
                    </a:cubicBezTo>
                    <a:cubicBezTo>
                      <a:pt x="2374019" y="609111"/>
                      <a:pt x="2367351" y="506241"/>
                      <a:pt x="2364494" y="493859"/>
                    </a:cubicBezTo>
                    <a:cubicBezTo>
                      <a:pt x="2354969" y="459569"/>
                      <a:pt x="2339729" y="430041"/>
                      <a:pt x="2324489" y="401466"/>
                    </a:cubicBezTo>
                    <a:close/>
                    <a:moveTo>
                      <a:pt x="165171" y="538626"/>
                    </a:moveTo>
                    <a:cubicBezTo>
                      <a:pt x="162314" y="531006"/>
                      <a:pt x="158504" y="523386"/>
                      <a:pt x="153741" y="516719"/>
                    </a:cubicBezTo>
                    <a:cubicBezTo>
                      <a:pt x="143264" y="500526"/>
                      <a:pt x="130881" y="497669"/>
                      <a:pt x="121356" y="498621"/>
                    </a:cubicBezTo>
                    <a:cubicBezTo>
                      <a:pt x="87066" y="500526"/>
                      <a:pt x="48966" y="554819"/>
                      <a:pt x="29916" y="591966"/>
                    </a:cubicBezTo>
                    <a:cubicBezTo>
                      <a:pt x="26106" y="568154"/>
                      <a:pt x="26106" y="515766"/>
                      <a:pt x="29916" y="497669"/>
                    </a:cubicBezTo>
                    <a:cubicBezTo>
                      <a:pt x="37536" y="466236"/>
                      <a:pt x="51824" y="437661"/>
                      <a:pt x="67064" y="409086"/>
                    </a:cubicBezTo>
                    <a:cubicBezTo>
                      <a:pt x="75636" y="392894"/>
                      <a:pt x="84209" y="376701"/>
                      <a:pt x="90876" y="359556"/>
                    </a:cubicBezTo>
                    <a:cubicBezTo>
                      <a:pt x="122309" y="380511"/>
                      <a:pt x="156599" y="398609"/>
                      <a:pt x="194699" y="413849"/>
                    </a:cubicBezTo>
                    <a:cubicBezTo>
                      <a:pt x="181364" y="452901"/>
                      <a:pt x="168029" y="494811"/>
                      <a:pt x="165171" y="538626"/>
                    </a:cubicBezTo>
                    <a:close/>
                    <a:moveTo>
                      <a:pt x="103259" y="26181"/>
                    </a:moveTo>
                    <a:cubicBezTo>
                      <a:pt x="104211" y="23324"/>
                      <a:pt x="105164" y="16656"/>
                      <a:pt x="123261" y="16656"/>
                    </a:cubicBezTo>
                    <a:cubicBezTo>
                      <a:pt x="203271" y="22371"/>
                      <a:pt x="230894" y="97619"/>
                      <a:pt x="239466" y="166199"/>
                    </a:cubicBezTo>
                    <a:cubicBezTo>
                      <a:pt x="148979" y="115716"/>
                      <a:pt x="97544" y="50946"/>
                      <a:pt x="103259" y="26181"/>
                    </a:cubicBezTo>
                    <a:close/>
                    <a:moveTo>
                      <a:pt x="469019" y="345269"/>
                    </a:moveTo>
                    <a:cubicBezTo>
                      <a:pt x="467114" y="351936"/>
                      <a:pt x="465209" y="357651"/>
                      <a:pt x="464256" y="364319"/>
                    </a:cubicBezTo>
                    <a:cubicBezTo>
                      <a:pt x="462351" y="363366"/>
                      <a:pt x="461399" y="362414"/>
                      <a:pt x="459494" y="360509"/>
                    </a:cubicBezTo>
                    <a:cubicBezTo>
                      <a:pt x="441396" y="346221"/>
                      <a:pt x="431871" y="336696"/>
                      <a:pt x="435681" y="324314"/>
                    </a:cubicBezTo>
                    <a:cubicBezTo>
                      <a:pt x="438539" y="314789"/>
                      <a:pt x="444254" y="312884"/>
                      <a:pt x="452826" y="312884"/>
                    </a:cubicBezTo>
                    <a:cubicBezTo>
                      <a:pt x="456636" y="312884"/>
                      <a:pt x="460446" y="312884"/>
                      <a:pt x="465209" y="313836"/>
                    </a:cubicBezTo>
                    <a:cubicBezTo>
                      <a:pt x="469019" y="313836"/>
                      <a:pt x="471876" y="314789"/>
                      <a:pt x="475686" y="314789"/>
                    </a:cubicBezTo>
                    <a:moveTo>
                      <a:pt x="565221" y="589109"/>
                    </a:moveTo>
                    <a:cubicBezTo>
                      <a:pt x="560459" y="578631"/>
                      <a:pt x="559506" y="571011"/>
                      <a:pt x="561411" y="565296"/>
                    </a:cubicBezTo>
                    <a:cubicBezTo>
                      <a:pt x="561411" y="564344"/>
                      <a:pt x="563316" y="563391"/>
                      <a:pt x="564269" y="563391"/>
                    </a:cubicBezTo>
                    <a:cubicBezTo>
                      <a:pt x="566174" y="563391"/>
                      <a:pt x="568079" y="563391"/>
                      <a:pt x="569984" y="563391"/>
                    </a:cubicBezTo>
                    <a:lnTo>
                      <a:pt x="580461" y="567201"/>
                    </a:lnTo>
                    <a:lnTo>
                      <a:pt x="591891" y="531959"/>
                    </a:lnTo>
                    <a:lnTo>
                      <a:pt x="572841" y="525291"/>
                    </a:lnTo>
                    <a:lnTo>
                      <a:pt x="572841" y="526244"/>
                    </a:lnTo>
                    <a:lnTo>
                      <a:pt x="553791" y="518624"/>
                    </a:lnTo>
                    <a:lnTo>
                      <a:pt x="512834" y="615779"/>
                    </a:lnTo>
                    <a:lnTo>
                      <a:pt x="499499" y="597681"/>
                    </a:lnTo>
                    <a:lnTo>
                      <a:pt x="513786" y="564344"/>
                    </a:lnTo>
                    <a:cubicBezTo>
                      <a:pt x="511881" y="565296"/>
                      <a:pt x="509976" y="566249"/>
                      <a:pt x="507119" y="566249"/>
                    </a:cubicBezTo>
                    <a:cubicBezTo>
                      <a:pt x="505214" y="566249"/>
                      <a:pt x="503309" y="566249"/>
                      <a:pt x="501404" y="565296"/>
                    </a:cubicBezTo>
                    <a:cubicBezTo>
                      <a:pt x="499499" y="564344"/>
                      <a:pt x="498546" y="563391"/>
                      <a:pt x="496641" y="561486"/>
                    </a:cubicBezTo>
                    <a:cubicBezTo>
                      <a:pt x="494736" y="559581"/>
                      <a:pt x="492831" y="557676"/>
                      <a:pt x="491879" y="554819"/>
                    </a:cubicBezTo>
                    <a:cubicBezTo>
                      <a:pt x="491879" y="558629"/>
                      <a:pt x="490926" y="561486"/>
                      <a:pt x="489974" y="564344"/>
                    </a:cubicBezTo>
                    <a:cubicBezTo>
                      <a:pt x="487116" y="571011"/>
                      <a:pt x="482354" y="575774"/>
                      <a:pt x="475686" y="577679"/>
                    </a:cubicBezTo>
                    <a:cubicBezTo>
                      <a:pt x="469019" y="580536"/>
                      <a:pt x="463304" y="580536"/>
                      <a:pt x="456636" y="577679"/>
                    </a:cubicBezTo>
                    <a:cubicBezTo>
                      <a:pt x="447111" y="573869"/>
                      <a:pt x="440444" y="565296"/>
                      <a:pt x="435681" y="551961"/>
                    </a:cubicBezTo>
                    <a:cubicBezTo>
                      <a:pt x="430919" y="538626"/>
                      <a:pt x="429014" y="522434"/>
                      <a:pt x="429966" y="504336"/>
                    </a:cubicBezTo>
                    <a:lnTo>
                      <a:pt x="436634" y="503384"/>
                    </a:lnTo>
                    <a:cubicBezTo>
                      <a:pt x="435681" y="515766"/>
                      <a:pt x="438539" y="527196"/>
                      <a:pt x="442349" y="536721"/>
                    </a:cubicBezTo>
                    <a:cubicBezTo>
                      <a:pt x="446159" y="546246"/>
                      <a:pt x="452826" y="552914"/>
                      <a:pt x="460446" y="555771"/>
                    </a:cubicBezTo>
                    <a:cubicBezTo>
                      <a:pt x="465209" y="557676"/>
                      <a:pt x="469019" y="557676"/>
                      <a:pt x="473781" y="556724"/>
                    </a:cubicBezTo>
                    <a:cubicBezTo>
                      <a:pt x="478544" y="554819"/>
                      <a:pt x="481401" y="551961"/>
                      <a:pt x="483306" y="548151"/>
                    </a:cubicBezTo>
                    <a:cubicBezTo>
                      <a:pt x="484259" y="546246"/>
                      <a:pt x="484259" y="543389"/>
                      <a:pt x="484259" y="540531"/>
                    </a:cubicBezTo>
                    <a:cubicBezTo>
                      <a:pt x="484259" y="537674"/>
                      <a:pt x="483306" y="534816"/>
                      <a:pt x="482354" y="532911"/>
                    </a:cubicBezTo>
                    <a:cubicBezTo>
                      <a:pt x="476639" y="533864"/>
                      <a:pt x="469019" y="532911"/>
                      <a:pt x="459494" y="531006"/>
                    </a:cubicBezTo>
                    <a:lnTo>
                      <a:pt x="457589" y="511004"/>
                    </a:lnTo>
                    <a:cubicBezTo>
                      <a:pt x="465209" y="513861"/>
                      <a:pt x="472829" y="514814"/>
                      <a:pt x="480449" y="513861"/>
                    </a:cubicBezTo>
                    <a:cubicBezTo>
                      <a:pt x="487116" y="512909"/>
                      <a:pt x="491879" y="509099"/>
                      <a:pt x="494736" y="504336"/>
                    </a:cubicBezTo>
                    <a:cubicBezTo>
                      <a:pt x="495689" y="501479"/>
                      <a:pt x="495689" y="499574"/>
                      <a:pt x="494736" y="496716"/>
                    </a:cubicBezTo>
                    <a:cubicBezTo>
                      <a:pt x="493784" y="493859"/>
                      <a:pt x="491879" y="492906"/>
                      <a:pt x="489974" y="491954"/>
                    </a:cubicBezTo>
                    <a:cubicBezTo>
                      <a:pt x="484259" y="490049"/>
                      <a:pt x="478544" y="488144"/>
                      <a:pt x="472829" y="488144"/>
                    </a:cubicBezTo>
                    <a:cubicBezTo>
                      <a:pt x="467114" y="488144"/>
                      <a:pt x="461399" y="489096"/>
                      <a:pt x="456636" y="491954"/>
                    </a:cubicBezTo>
                    <a:lnTo>
                      <a:pt x="451874" y="471951"/>
                    </a:lnTo>
                    <a:cubicBezTo>
                      <a:pt x="456636" y="470046"/>
                      <a:pt x="462351" y="469094"/>
                      <a:pt x="468066" y="469094"/>
                    </a:cubicBezTo>
                    <a:cubicBezTo>
                      <a:pt x="473781" y="469094"/>
                      <a:pt x="479496" y="470999"/>
                      <a:pt x="486164" y="472904"/>
                    </a:cubicBezTo>
                    <a:cubicBezTo>
                      <a:pt x="491879" y="475761"/>
                      <a:pt x="497594" y="482429"/>
                      <a:pt x="501404" y="493859"/>
                    </a:cubicBezTo>
                    <a:cubicBezTo>
                      <a:pt x="505214" y="505289"/>
                      <a:pt x="506166" y="513861"/>
                      <a:pt x="504261" y="519576"/>
                    </a:cubicBezTo>
                    <a:cubicBezTo>
                      <a:pt x="503309" y="522434"/>
                      <a:pt x="501404" y="525291"/>
                      <a:pt x="498546" y="527196"/>
                    </a:cubicBezTo>
                    <a:cubicBezTo>
                      <a:pt x="495689" y="529101"/>
                      <a:pt x="492831" y="531006"/>
                      <a:pt x="489021" y="531959"/>
                    </a:cubicBezTo>
                    <a:cubicBezTo>
                      <a:pt x="490926" y="534816"/>
                      <a:pt x="491879" y="538626"/>
                      <a:pt x="492831" y="544341"/>
                    </a:cubicBezTo>
                    <a:cubicBezTo>
                      <a:pt x="494736" y="546246"/>
                      <a:pt x="497594" y="548151"/>
                      <a:pt x="500451" y="549104"/>
                    </a:cubicBezTo>
                    <a:cubicBezTo>
                      <a:pt x="504261" y="551009"/>
                      <a:pt x="508071" y="551009"/>
                      <a:pt x="511881" y="551009"/>
                    </a:cubicBezTo>
                    <a:cubicBezTo>
                      <a:pt x="515691" y="550056"/>
                      <a:pt x="519501" y="549104"/>
                      <a:pt x="522359" y="546246"/>
                    </a:cubicBezTo>
                    <a:lnTo>
                      <a:pt x="536646" y="511004"/>
                    </a:lnTo>
                    <a:lnTo>
                      <a:pt x="521406" y="504336"/>
                    </a:lnTo>
                    <a:lnTo>
                      <a:pt x="515691" y="486239"/>
                    </a:lnTo>
                    <a:lnTo>
                      <a:pt x="568079" y="508146"/>
                    </a:lnTo>
                    <a:lnTo>
                      <a:pt x="675711" y="544341"/>
                    </a:lnTo>
                    <a:lnTo>
                      <a:pt x="675711" y="545294"/>
                    </a:lnTo>
                    <a:lnTo>
                      <a:pt x="782391" y="573869"/>
                    </a:lnTo>
                    <a:lnTo>
                      <a:pt x="789059" y="590061"/>
                    </a:lnTo>
                    <a:lnTo>
                      <a:pt x="769056" y="585299"/>
                    </a:lnTo>
                    <a:lnTo>
                      <a:pt x="742386" y="686264"/>
                    </a:lnTo>
                    <a:lnTo>
                      <a:pt x="727146" y="670071"/>
                    </a:lnTo>
                    <a:lnTo>
                      <a:pt x="741434" y="616731"/>
                    </a:lnTo>
                    <a:lnTo>
                      <a:pt x="706191" y="607206"/>
                    </a:lnTo>
                    <a:cubicBezTo>
                      <a:pt x="703334" y="606254"/>
                      <a:pt x="700476" y="607206"/>
                      <a:pt x="697619" y="609111"/>
                    </a:cubicBezTo>
                    <a:cubicBezTo>
                      <a:pt x="694761" y="611969"/>
                      <a:pt x="692856" y="614826"/>
                      <a:pt x="691904" y="619589"/>
                    </a:cubicBezTo>
                    <a:cubicBezTo>
                      <a:pt x="689999" y="627209"/>
                      <a:pt x="689999" y="634829"/>
                      <a:pt x="691904" y="643401"/>
                    </a:cubicBezTo>
                    <a:cubicBezTo>
                      <a:pt x="693809" y="651974"/>
                      <a:pt x="697619" y="659594"/>
                      <a:pt x="702381" y="667214"/>
                    </a:cubicBezTo>
                    <a:lnTo>
                      <a:pt x="693809" y="671024"/>
                    </a:lnTo>
                    <a:cubicBezTo>
                      <a:pt x="686189" y="656736"/>
                      <a:pt x="680474" y="644354"/>
                      <a:pt x="677616" y="633876"/>
                    </a:cubicBezTo>
                    <a:cubicBezTo>
                      <a:pt x="673806" y="623399"/>
                      <a:pt x="673806" y="613874"/>
                      <a:pt x="674759" y="608159"/>
                    </a:cubicBezTo>
                    <a:cubicBezTo>
                      <a:pt x="676664" y="601491"/>
                      <a:pt x="680474" y="596729"/>
                      <a:pt x="685236" y="592919"/>
                    </a:cubicBezTo>
                    <a:cubicBezTo>
                      <a:pt x="690951" y="589109"/>
                      <a:pt x="695714" y="588156"/>
                      <a:pt x="701429" y="590061"/>
                    </a:cubicBezTo>
                    <a:lnTo>
                      <a:pt x="745244" y="601491"/>
                    </a:lnTo>
                    <a:lnTo>
                      <a:pt x="750959" y="580536"/>
                    </a:lnTo>
                    <a:lnTo>
                      <a:pt x="681426" y="562439"/>
                    </a:lnTo>
                    <a:lnTo>
                      <a:pt x="681426" y="562439"/>
                    </a:lnTo>
                    <a:lnTo>
                      <a:pt x="678569" y="561486"/>
                    </a:lnTo>
                    <a:lnTo>
                      <a:pt x="677616" y="561486"/>
                    </a:lnTo>
                    <a:lnTo>
                      <a:pt x="677616" y="561486"/>
                    </a:lnTo>
                    <a:lnTo>
                      <a:pt x="662376" y="556724"/>
                    </a:lnTo>
                    <a:lnTo>
                      <a:pt x="632849" y="645306"/>
                    </a:lnTo>
                    <a:lnTo>
                      <a:pt x="634754" y="646259"/>
                    </a:lnTo>
                    <a:lnTo>
                      <a:pt x="640469" y="661499"/>
                    </a:lnTo>
                    <a:lnTo>
                      <a:pt x="623324" y="656736"/>
                    </a:lnTo>
                    <a:cubicBezTo>
                      <a:pt x="619514" y="655784"/>
                      <a:pt x="614751" y="655784"/>
                      <a:pt x="610941" y="658641"/>
                    </a:cubicBezTo>
                    <a:cubicBezTo>
                      <a:pt x="607131" y="661499"/>
                      <a:pt x="604274" y="665309"/>
                      <a:pt x="603321" y="670071"/>
                    </a:cubicBezTo>
                    <a:cubicBezTo>
                      <a:pt x="602369" y="672929"/>
                      <a:pt x="602369" y="675786"/>
                      <a:pt x="604274" y="679596"/>
                    </a:cubicBezTo>
                    <a:cubicBezTo>
                      <a:pt x="606179" y="682454"/>
                      <a:pt x="608084" y="684359"/>
                      <a:pt x="610941" y="685311"/>
                    </a:cubicBezTo>
                    <a:cubicBezTo>
                      <a:pt x="615704" y="686264"/>
                      <a:pt x="620466" y="687216"/>
                      <a:pt x="625229" y="686264"/>
                    </a:cubicBezTo>
                    <a:cubicBezTo>
                      <a:pt x="630944" y="685311"/>
                      <a:pt x="635706" y="684359"/>
                      <a:pt x="640469" y="681501"/>
                    </a:cubicBezTo>
                    <a:lnTo>
                      <a:pt x="647136" y="698646"/>
                    </a:lnTo>
                    <a:cubicBezTo>
                      <a:pt x="642374" y="700551"/>
                      <a:pt x="637611" y="701504"/>
                      <a:pt x="631896" y="701504"/>
                    </a:cubicBezTo>
                    <a:cubicBezTo>
                      <a:pt x="626181" y="701504"/>
                      <a:pt x="620466" y="700551"/>
                      <a:pt x="613799" y="698646"/>
                    </a:cubicBezTo>
                    <a:cubicBezTo>
                      <a:pt x="607131" y="696741"/>
                      <a:pt x="602369" y="691026"/>
                      <a:pt x="598559" y="681501"/>
                    </a:cubicBezTo>
                    <a:cubicBezTo>
                      <a:pt x="594749" y="671976"/>
                      <a:pt x="593796" y="663404"/>
                      <a:pt x="595701" y="655784"/>
                    </a:cubicBezTo>
                    <a:cubicBezTo>
                      <a:pt x="597606" y="650069"/>
                      <a:pt x="600464" y="646259"/>
                      <a:pt x="606179" y="643401"/>
                    </a:cubicBezTo>
                    <a:cubicBezTo>
                      <a:pt x="609036" y="641496"/>
                      <a:pt x="612846" y="641496"/>
                      <a:pt x="616656" y="641496"/>
                    </a:cubicBezTo>
                    <a:lnTo>
                      <a:pt x="613799" y="638639"/>
                    </a:lnTo>
                    <a:lnTo>
                      <a:pt x="626181" y="601491"/>
                    </a:lnTo>
                    <a:lnTo>
                      <a:pt x="591891" y="590061"/>
                    </a:lnTo>
                    <a:lnTo>
                      <a:pt x="588081" y="601491"/>
                    </a:lnTo>
                    <a:cubicBezTo>
                      <a:pt x="587129" y="604349"/>
                      <a:pt x="586176" y="606254"/>
                      <a:pt x="584271" y="607206"/>
                    </a:cubicBezTo>
                    <a:cubicBezTo>
                      <a:pt x="582366" y="608159"/>
                      <a:pt x="580461" y="609111"/>
                      <a:pt x="578556" y="608159"/>
                    </a:cubicBezTo>
                    <a:moveTo>
                      <a:pt x="1193871" y="634829"/>
                    </a:moveTo>
                    <a:lnTo>
                      <a:pt x="1191966" y="739604"/>
                    </a:lnTo>
                    <a:lnTo>
                      <a:pt x="1172916" y="727221"/>
                    </a:lnTo>
                    <a:lnTo>
                      <a:pt x="1172916" y="703409"/>
                    </a:lnTo>
                    <a:cubicBezTo>
                      <a:pt x="1168154" y="707219"/>
                      <a:pt x="1163391" y="710076"/>
                      <a:pt x="1158629" y="711981"/>
                    </a:cubicBezTo>
                    <a:cubicBezTo>
                      <a:pt x="1153866" y="713886"/>
                      <a:pt x="1149104" y="714839"/>
                      <a:pt x="1144341" y="714839"/>
                    </a:cubicBezTo>
                    <a:cubicBezTo>
                      <a:pt x="1135769" y="714839"/>
                      <a:pt x="1126244" y="710076"/>
                      <a:pt x="1117671" y="701504"/>
                    </a:cubicBezTo>
                    <a:cubicBezTo>
                      <a:pt x="1109099" y="692931"/>
                      <a:pt x="1104336" y="684359"/>
                      <a:pt x="1104336" y="676739"/>
                    </a:cubicBezTo>
                    <a:cubicBezTo>
                      <a:pt x="1104336" y="670071"/>
                      <a:pt x="1107194" y="664356"/>
                      <a:pt x="1112909" y="659594"/>
                    </a:cubicBezTo>
                    <a:cubicBezTo>
                      <a:pt x="1118624" y="654831"/>
                      <a:pt x="1126244" y="652926"/>
                      <a:pt x="1133864" y="652926"/>
                    </a:cubicBezTo>
                    <a:cubicBezTo>
                      <a:pt x="1141484" y="652926"/>
                      <a:pt x="1148151" y="654831"/>
                      <a:pt x="1154819" y="659594"/>
                    </a:cubicBezTo>
                    <a:cubicBezTo>
                      <a:pt x="1161486" y="663404"/>
                      <a:pt x="1167201" y="669119"/>
                      <a:pt x="1172916" y="676739"/>
                    </a:cubicBezTo>
                    <a:lnTo>
                      <a:pt x="1173869" y="634829"/>
                    </a:lnTo>
                    <a:lnTo>
                      <a:pt x="1095764" y="632924"/>
                    </a:lnTo>
                    <a:lnTo>
                      <a:pt x="1095764" y="631971"/>
                    </a:lnTo>
                    <a:lnTo>
                      <a:pt x="1070999" y="630066"/>
                    </a:lnTo>
                    <a:cubicBezTo>
                      <a:pt x="1076714" y="634829"/>
                      <a:pt x="1080524" y="639591"/>
                      <a:pt x="1083381" y="646259"/>
                    </a:cubicBezTo>
                    <a:cubicBezTo>
                      <a:pt x="1086239" y="652926"/>
                      <a:pt x="1088144" y="658641"/>
                      <a:pt x="1087191" y="665309"/>
                    </a:cubicBezTo>
                    <a:cubicBezTo>
                      <a:pt x="1086239" y="672929"/>
                      <a:pt x="1083381" y="680549"/>
                      <a:pt x="1077666" y="688169"/>
                    </a:cubicBezTo>
                    <a:cubicBezTo>
                      <a:pt x="1071951" y="694836"/>
                      <a:pt x="1065284" y="700551"/>
                      <a:pt x="1056711" y="705314"/>
                    </a:cubicBezTo>
                    <a:lnTo>
                      <a:pt x="1079571" y="735794"/>
                    </a:lnTo>
                    <a:lnTo>
                      <a:pt x="1069094" y="743414"/>
                    </a:lnTo>
                    <a:lnTo>
                      <a:pt x="1049091" y="708171"/>
                    </a:lnTo>
                    <a:cubicBezTo>
                      <a:pt x="1048139" y="709124"/>
                      <a:pt x="1047186" y="709124"/>
                      <a:pt x="1045281" y="709124"/>
                    </a:cubicBezTo>
                    <a:cubicBezTo>
                      <a:pt x="1044329" y="709124"/>
                      <a:pt x="1042424" y="709124"/>
                      <a:pt x="1040519" y="709124"/>
                    </a:cubicBezTo>
                    <a:cubicBezTo>
                      <a:pt x="1036709" y="709124"/>
                      <a:pt x="1031946" y="706266"/>
                      <a:pt x="1028136" y="701504"/>
                    </a:cubicBezTo>
                    <a:cubicBezTo>
                      <a:pt x="1024326" y="696741"/>
                      <a:pt x="1022421" y="691979"/>
                      <a:pt x="1022421" y="688169"/>
                    </a:cubicBezTo>
                    <a:cubicBezTo>
                      <a:pt x="1022421" y="685311"/>
                      <a:pt x="1023374" y="682454"/>
                      <a:pt x="1026231" y="680549"/>
                    </a:cubicBezTo>
                    <a:cubicBezTo>
                      <a:pt x="1028136" y="678644"/>
                      <a:pt x="1030041" y="677691"/>
                      <a:pt x="1032899" y="677691"/>
                    </a:cubicBezTo>
                    <a:cubicBezTo>
                      <a:pt x="1035756" y="677691"/>
                      <a:pt x="1038614" y="678644"/>
                      <a:pt x="1041471" y="680549"/>
                    </a:cubicBezTo>
                    <a:cubicBezTo>
                      <a:pt x="1044329" y="682454"/>
                      <a:pt x="1046234" y="685311"/>
                      <a:pt x="1048139" y="688169"/>
                    </a:cubicBezTo>
                    <a:cubicBezTo>
                      <a:pt x="1050996" y="687216"/>
                      <a:pt x="1054806" y="685311"/>
                      <a:pt x="1057664" y="682454"/>
                    </a:cubicBezTo>
                    <a:cubicBezTo>
                      <a:pt x="1060521" y="679596"/>
                      <a:pt x="1063379" y="675786"/>
                      <a:pt x="1066236" y="671976"/>
                    </a:cubicBezTo>
                    <a:cubicBezTo>
                      <a:pt x="1053854" y="670071"/>
                      <a:pt x="1045281" y="665309"/>
                      <a:pt x="1038614" y="659594"/>
                    </a:cubicBezTo>
                    <a:cubicBezTo>
                      <a:pt x="1031946" y="652926"/>
                      <a:pt x="1028136" y="646259"/>
                      <a:pt x="1029089" y="638639"/>
                    </a:cubicBezTo>
                    <a:cubicBezTo>
                      <a:pt x="1029089" y="636734"/>
                      <a:pt x="1030041" y="634829"/>
                      <a:pt x="1030994" y="632924"/>
                    </a:cubicBezTo>
                    <a:cubicBezTo>
                      <a:pt x="1031946" y="631019"/>
                      <a:pt x="1033851" y="630066"/>
                      <a:pt x="1035756" y="628161"/>
                    </a:cubicBezTo>
                    <a:lnTo>
                      <a:pt x="1023374" y="627209"/>
                    </a:lnTo>
                    <a:lnTo>
                      <a:pt x="1023374" y="628161"/>
                    </a:lnTo>
                    <a:lnTo>
                      <a:pt x="1003371" y="625304"/>
                    </a:lnTo>
                    <a:lnTo>
                      <a:pt x="990036" y="729126"/>
                    </a:lnTo>
                    <a:lnTo>
                      <a:pt x="972891" y="714839"/>
                    </a:lnTo>
                    <a:lnTo>
                      <a:pt x="975749" y="691026"/>
                    </a:lnTo>
                    <a:cubicBezTo>
                      <a:pt x="970986" y="693884"/>
                      <a:pt x="966224" y="696741"/>
                      <a:pt x="960509" y="697694"/>
                    </a:cubicBezTo>
                    <a:cubicBezTo>
                      <a:pt x="955746" y="699599"/>
                      <a:pt x="950031" y="699599"/>
                      <a:pt x="946221" y="699599"/>
                    </a:cubicBezTo>
                    <a:cubicBezTo>
                      <a:pt x="937649" y="698646"/>
                      <a:pt x="929076" y="692931"/>
                      <a:pt x="921456" y="683406"/>
                    </a:cubicBezTo>
                    <a:cubicBezTo>
                      <a:pt x="913836" y="673881"/>
                      <a:pt x="910026" y="665309"/>
                      <a:pt x="910979" y="657689"/>
                    </a:cubicBezTo>
                    <a:cubicBezTo>
                      <a:pt x="911931" y="651021"/>
                      <a:pt x="915741" y="645306"/>
                      <a:pt x="921456" y="641496"/>
                    </a:cubicBezTo>
                    <a:cubicBezTo>
                      <a:pt x="928124" y="637686"/>
                      <a:pt x="935744" y="635781"/>
                      <a:pt x="943364" y="636734"/>
                    </a:cubicBezTo>
                    <a:cubicBezTo>
                      <a:pt x="950984" y="637686"/>
                      <a:pt x="957651" y="640544"/>
                      <a:pt x="963366" y="645306"/>
                    </a:cubicBezTo>
                    <a:cubicBezTo>
                      <a:pt x="970034" y="650069"/>
                      <a:pt x="974796" y="656736"/>
                      <a:pt x="979559" y="664356"/>
                    </a:cubicBezTo>
                    <a:lnTo>
                      <a:pt x="985274" y="623399"/>
                    </a:lnTo>
                    <a:lnTo>
                      <a:pt x="908121" y="613874"/>
                    </a:lnTo>
                    <a:lnTo>
                      <a:pt x="907169" y="612921"/>
                    </a:lnTo>
                    <a:lnTo>
                      <a:pt x="893834" y="610064"/>
                    </a:lnTo>
                    <a:lnTo>
                      <a:pt x="875736" y="712934"/>
                    </a:lnTo>
                    <a:lnTo>
                      <a:pt x="858591" y="697694"/>
                    </a:lnTo>
                    <a:lnTo>
                      <a:pt x="874784" y="606254"/>
                    </a:lnTo>
                    <a:lnTo>
                      <a:pt x="855734" y="603396"/>
                    </a:lnTo>
                    <a:lnTo>
                      <a:pt x="848114" y="587204"/>
                    </a:lnTo>
                    <a:lnTo>
                      <a:pt x="883356" y="593871"/>
                    </a:lnTo>
                    <a:cubicBezTo>
                      <a:pt x="881451" y="588156"/>
                      <a:pt x="880499" y="583394"/>
                      <a:pt x="879546" y="580536"/>
                    </a:cubicBezTo>
                    <a:cubicBezTo>
                      <a:pt x="878594" y="576726"/>
                      <a:pt x="878594" y="573869"/>
                      <a:pt x="878594" y="571011"/>
                    </a:cubicBezTo>
                    <a:cubicBezTo>
                      <a:pt x="880499" y="561486"/>
                      <a:pt x="885261" y="553866"/>
                      <a:pt x="893834" y="548151"/>
                    </a:cubicBezTo>
                    <a:cubicBezTo>
                      <a:pt x="902406" y="542436"/>
                      <a:pt x="911931" y="540531"/>
                      <a:pt x="922409" y="542436"/>
                    </a:cubicBezTo>
                    <a:cubicBezTo>
                      <a:pt x="930981" y="544341"/>
                      <a:pt x="939554" y="550056"/>
                      <a:pt x="948126" y="560534"/>
                    </a:cubicBezTo>
                    <a:cubicBezTo>
                      <a:pt x="957651" y="571964"/>
                      <a:pt x="967176" y="586251"/>
                      <a:pt x="975749" y="603396"/>
                    </a:cubicBezTo>
                    <a:lnTo>
                      <a:pt x="970034" y="606254"/>
                    </a:lnTo>
                    <a:cubicBezTo>
                      <a:pt x="964319" y="593871"/>
                      <a:pt x="957651" y="582441"/>
                      <a:pt x="949079" y="573869"/>
                    </a:cubicBezTo>
                    <a:cubicBezTo>
                      <a:pt x="941459" y="565296"/>
                      <a:pt x="932886" y="560534"/>
                      <a:pt x="924314" y="559581"/>
                    </a:cubicBezTo>
                    <a:cubicBezTo>
                      <a:pt x="916694" y="558629"/>
                      <a:pt x="909074" y="559581"/>
                      <a:pt x="902406" y="564344"/>
                    </a:cubicBezTo>
                    <a:cubicBezTo>
                      <a:pt x="895739" y="569106"/>
                      <a:pt x="891929" y="574821"/>
                      <a:pt x="890024" y="582441"/>
                    </a:cubicBezTo>
                    <a:cubicBezTo>
                      <a:pt x="889071" y="588156"/>
                      <a:pt x="889071" y="591966"/>
                      <a:pt x="889071" y="594824"/>
                    </a:cubicBezTo>
                    <a:lnTo>
                      <a:pt x="904311" y="597681"/>
                    </a:lnTo>
                    <a:lnTo>
                      <a:pt x="905264" y="598634"/>
                    </a:lnTo>
                    <a:lnTo>
                      <a:pt x="1013849" y="612921"/>
                    </a:lnTo>
                    <a:lnTo>
                      <a:pt x="1013849" y="612921"/>
                    </a:lnTo>
                    <a:lnTo>
                      <a:pt x="1092906" y="618636"/>
                    </a:lnTo>
                    <a:lnTo>
                      <a:pt x="1093859" y="619589"/>
                    </a:lnTo>
                    <a:lnTo>
                      <a:pt x="1204349" y="621494"/>
                    </a:lnTo>
                    <a:lnTo>
                      <a:pt x="1214826" y="635781"/>
                    </a:lnTo>
                    <a:lnTo>
                      <a:pt x="1193871" y="634829"/>
                    </a:lnTo>
                    <a:close/>
                    <a:moveTo>
                      <a:pt x="1911104" y="313836"/>
                    </a:moveTo>
                    <a:cubicBezTo>
                      <a:pt x="1915866" y="312884"/>
                      <a:pt x="1919676" y="312884"/>
                      <a:pt x="1923486" y="312884"/>
                    </a:cubicBezTo>
                    <a:cubicBezTo>
                      <a:pt x="1933011" y="312884"/>
                      <a:pt x="1937774" y="315741"/>
                      <a:pt x="1940631" y="324314"/>
                    </a:cubicBezTo>
                    <a:cubicBezTo>
                      <a:pt x="1945394" y="336696"/>
                      <a:pt x="1934916" y="346221"/>
                      <a:pt x="1916819" y="360509"/>
                    </a:cubicBezTo>
                    <a:cubicBezTo>
                      <a:pt x="1914914" y="361461"/>
                      <a:pt x="1913961" y="362414"/>
                      <a:pt x="1912056" y="364319"/>
                    </a:cubicBezTo>
                    <a:cubicBezTo>
                      <a:pt x="1911104" y="357651"/>
                      <a:pt x="1908246" y="351936"/>
                      <a:pt x="1907294" y="345269"/>
                    </a:cubicBezTo>
                    <a:cubicBezTo>
                      <a:pt x="1904436" y="334791"/>
                      <a:pt x="1900626" y="323361"/>
                      <a:pt x="1900626" y="314789"/>
                    </a:cubicBezTo>
                    <a:cubicBezTo>
                      <a:pt x="1903484" y="314789"/>
                      <a:pt x="1907294" y="313836"/>
                      <a:pt x="1911104" y="313836"/>
                    </a:cubicBezTo>
                    <a:close/>
                    <a:moveTo>
                      <a:pt x="1933964" y="540531"/>
                    </a:moveTo>
                    <a:cubicBezTo>
                      <a:pt x="1934916" y="543389"/>
                      <a:pt x="1935869" y="545294"/>
                      <a:pt x="1934916" y="547199"/>
                    </a:cubicBezTo>
                    <a:cubicBezTo>
                      <a:pt x="1933964" y="550056"/>
                      <a:pt x="1933011" y="551009"/>
                      <a:pt x="1931106" y="551961"/>
                    </a:cubicBezTo>
                    <a:cubicBezTo>
                      <a:pt x="1925391" y="554819"/>
                      <a:pt x="1917771" y="553866"/>
                      <a:pt x="1908246" y="549104"/>
                    </a:cubicBezTo>
                    <a:cubicBezTo>
                      <a:pt x="1898721" y="544341"/>
                      <a:pt x="1892054" y="539579"/>
                      <a:pt x="1889196" y="533864"/>
                    </a:cubicBezTo>
                    <a:cubicBezTo>
                      <a:pt x="1888244" y="532911"/>
                      <a:pt x="1889196" y="531006"/>
                      <a:pt x="1890149" y="530054"/>
                    </a:cubicBezTo>
                    <a:cubicBezTo>
                      <a:pt x="1891101" y="528149"/>
                      <a:pt x="1893006" y="527196"/>
                      <a:pt x="1894911" y="526244"/>
                    </a:cubicBezTo>
                    <a:lnTo>
                      <a:pt x="1904436" y="521481"/>
                    </a:lnTo>
                    <a:lnTo>
                      <a:pt x="1889196" y="488144"/>
                    </a:lnTo>
                    <a:lnTo>
                      <a:pt x="1871099" y="496716"/>
                    </a:lnTo>
                    <a:lnTo>
                      <a:pt x="1871099" y="496716"/>
                    </a:lnTo>
                    <a:lnTo>
                      <a:pt x="1867289" y="498621"/>
                    </a:lnTo>
                    <a:lnTo>
                      <a:pt x="1866336" y="499574"/>
                    </a:lnTo>
                    <a:lnTo>
                      <a:pt x="1866336" y="499574"/>
                    </a:lnTo>
                    <a:lnTo>
                      <a:pt x="1832999" y="511956"/>
                    </a:lnTo>
                    <a:cubicBezTo>
                      <a:pt x="1837761" y="514814"/>
                      <a:pt x="1841571" y="517671"/>
                      <a:pt x="1844429" y="520529"/>
                    </a:cubicBezTo>
                    <a:cubicBezTo>
                      <a:pt x="1847286" y="523386"/>
                      <a:pt x="1850144" y="527196"/>
                      <a:pt x="1851096" y="530054"/>
                    </a:cubicBezTo>
                    <a:cubicBezTo>
                      <a:pt x="1852049" y="532911"/>
                      <a:pt x="1852049" y="535769"/>
                      <a:pt x="1851096" y="539579"/>
                    </a:cubicBezTo>
                    <a:cubicBezTo>
                      <a:pt x="1850144" y="543389"/>
                      <a:pt x="1848239" y="546246"/>
                      <a:pt x="1846334" y="550056"/>
                    </a:cubicBezTo>
                    <a:cubicBezTo>
                      <a:pt x="1855859" y="548151"/>
                      <a:pt x="1865384" y="549104"/>
                      <a:pt x="1873004" y="551961"/>
                    </a:cubicBezTo>
                    <a:cubicBezTo>
                      <a:pt x="1880624" y="554819"/>
                      <a:pt x="1886339" y="560534"/>
                      <a:pt x="1889196" y="567201"/>
                    </a:cubicBezTo>
                    <a:cubicBezTo>
                      <a:pt x="1893006" y="575774"/>
                      <a:pt x="1892054" y="585299"/>
                      <a:pt x="1886339" y="593871"/>
                    </a:cubicBezTo>
                    <a:cubicBezTo>
                      <a:pt x="1880624" y="603396"/>
                      <a:pt x="1872051" y="610064"/>
                      <a:pt x="1861574" y="613874"/>
                    </a:cubicBezTo>
                    <a:cubicBezTo>
                      <a:pt x="1852049" y="617684"/>
                      <a:pt x="1840619" y="615779"/>
                      <a:pt x="1827284" y="609111"/>
                    </a:cubicBezTo>
                    <a:cubicBezTo>
                      <a:pt x="1813949" y="602444"/>
                      <a:pt x="1805376" y="593871"/>
                      <a:pt x="1801566" y="583394"/>
                    </a:cubicBezTo>
                    <a:cubicBezTo>
                      <a:pt x="1799661" y="578631"/>
                      <a:pt x="1800614" y="572916"/>
                      <a:pt x="1803471" y="567201"/>
                    </a:cubicBezTo>
                    <a:cubicBezTo>
                      <a:pt x="1807281" y="561486"/>
                      <a:pt x="1812044" y="556724"/>
                      <a:pt x="1818711" y="551961"/>
                    </a:cubicBezTo>
                    <a:cubicBezTo>
                      <a:pt x="1824426" y="549104"/>
                      <a:pt x="1828236" y="544341"/>
                      <a:pt x="1831094" y="539579"/>
                    </a:cubicBezTo>
                    <a:cubicBezTo>
                      <a:pt x="1833951" y="534816"/>
                      <a:pt x="1834904" y="531006"/>
                      <a:pt x="1832999" y="527196"/>
                    </a:cubicBezTo>
                    <a:cubicBezTo>
                      <a:pt x="1832046" y="524339"/>
                      <a:pt x="1830141" y="521481"/>
                      <a:pt x="1828236" y="519576"/>
                    </a:cubicBezTo>
                    <a:cubicBezTo>
                      <a:pt x="1826331" y="517671"/>
                      <a:pt x="1825379" y="515766"/>
                      <a:pt x="1822521" y="514814"/>
                    </a:cubicBezTo>
                    <a:lnTo>
                      <a:pt x="1772039" y="533864"/>
                    </a:lnTo>
                    <a:lnTo>
                      <a:pt x="1772039" y="533864"/>
                    </a:lnTo>
                    <a:lnTo>
                      <a:pt x="1757751" y="538626"/>
                    </a:lnTo>
                    <a:lnTo>
                      <a:pt x="1791089" y="637686"/>
                    </a:lnTo>
                    <a:lnTo>
                      <a:pt x="1769181" y="632924"/>
                    </a:lnTo>
                    <a:lnTo>
                      <a:pt x="1739654" y="545294"/>
                    </a:lnTo>
                    <a:lnTo>
                      <a:pt x="1726319" y="550056"/>
                    </a:lnTo>
                    <a:lnTo>
                      <a:pt x="1727271" y="551009"/>
                    </a:lnTo>
                    <a:lnTo>
                      <a:pt x="1708221" y="556724"/>
                    </a:lnTo>
                    <a:lnTo>
                      <a:pt x="1737749" y="657689"/>
                    </a:lnTo>
                    <a:lnTo>
                      <a:pt x="1715841" y="651974"/>
                    </a:lnTo>
                    <a:lnTo>
                      <a:pt x="1708221" y="627209"/>
                    </a:lnTo>
                    <a:cubicBezTo>
                      <a:pt x="1707269" y="630066"/>
                      <a:pt x="1705364" y="631971"/>
                      <a:pt x="1702506" y="633876"/>
                    </a:cubicBezTo>
                    <a:cubicBezTo>
                      <a:pt x="1699649" y="635781"/>
                      <a:pt x="1696791" y="637686"/>
                      <a:pt x="1693934" y="638639"/>
                    </a:cubicBezTo>
                    <a:cubicBezTo>
                      <a:pt x="1685361" y="641496"/>
                      <a:pt x="1675836" y="640544"/>
                      <a:pt x="1665359" y="635781"/>
                    </a:cubicBezTo>
                    <a:cubicBezTo>
                      <a:pt x="1654881" y="631971"/>
                      <a:pt x="1648214" y="626256"/>
                      <a:pt x="1646309" y="619589"/>
                    </a:cubicBezTo>
                    <a:lnTo>
                      <a:pt x="1633926" y="578631"/>
                    </a:lnTo>
                    <a:lnTo>
                      <a:pt x="1622496" y="582441"/>
                    </a:lnTo>
                    <a:lnTo>
                      <a:pt x="1621544" y="581489"/>
                    </a:lnTo>
                    <a:lnTo>
                      <a:pt x="1607256" y="585299"/>
                    </a:lnTo>
                    <a:lnTo>
                      <a:pt x="1632021" y="687216"/>
                    </a:lnTo>
                    <a:lnTo>
                      <a:pt x="1611066" y="680549"/>
                    </a:lnTo>
                    <a:lnTo>
                      <a:pt x="1589159" y="590061"/>
                    </a:lnTo>
                    <a:lnTo>
                      <a:pt x="1574871" y="593871"/>
                    </a:lnTo>
                    <a:lnTo>
                      <a:pt x="1575824" y="594824"/>
                    </a:lnTo>
                    <a:lnTo>
                      <a:pt x="1555821" y="598634"/>
                    </a:lnTo>
                    <a:lnTo>
                      <a:pt x="1574871" y="701504"/>
                    </a:lnTo>
                    <a:lnTo>
                      <a:pt x="1553916" y="692931"/>
                    </a:lnTo>
                    <a:lnTo>
                      <a:pt x="1551059" y="676739"/>
                    </a:lnTo>
                    <a:cubicBezTo>
                      <a:pt x="1548201" y="682454"/>
                      <a:pt x="1543439" y="686264"/>
                      <a:pt x="1537724" y="690074"/>
                    </a:cubicBezTo>
                    <a:cubicBezTo>
                      <a:pt x="1531056" y="693884"/>
                      <a:pt x="1524389" y="696741"/>
                      <a:pt x="1516769" y="697694"/>
                    </a:cubicBezTo>
                    <a:cubicBezTo>
                      <a:pt x="1508196" y="699599"/>
                      <a:pt x="1499624" y="697694"/>
                      <a:pt x="1490099" y="692931"/>
                    </a:cubicBezTo>
                    <a:cubicBezTo>
                      <a:pt x="1480574" y="688169"/>
                      <a:pt x="1474859" y="682454"/>
                      <a:pt x="1473906" y="676739"/>
                    </a:cubicBezTo>
                    <a:cubicBezTo>
                      <a:pt x="1473906" y="675786"/>
                      <a:pt x="1473906" y="673881"/>
                      <a:pt x="1474859" y="671976"/>
                    </a:cubicBezTo>
                    <a:cubicBezTo>
                      <a:pt x="1475811" y="670071"/>
                      <a:pt x="1476764" y="668166"/>
                      <a:pt x="1478669" y="666261"/>
                    </a:cubicBezTo>
                    <a:cubicBezTo>
                      <a:pt x="1472954" y="664356"/>
                      <a:pt x="1467239" y="661499"/>
                      <a:pt x="1463429" y="657689"/>
                    </a:cubicBezTo>
                    <a:cubicBezTo>
                      <a:pt x="1459619" y="653879"/>
                      <a:pt x="1456761" y="650069"/>
                      <a:pt x="1455809" y="646259"/>
                    </a:cubicBezTo>
                    <a:cubicBezTo>
                      <a:pt x="1454856" y="641496"/>
                      <a:pt x="1455809" y="636734"/>
                      <a:pt x="1459619" y="633876"/>
                    </a:cubicBezTo>
                    <a:cubicBezTo>
                      <a:pt x="1462476" y="630066"/>
                      <a:pt x="1466286" y="628161"/>
                      <a:pt x="1472001" y="626256"/>
                    </a:cubicBezTo>
                    <a:lnTo>
                      <a:pt x="1495814" y="621494"/>
                    </a:lnTo>
                    <a:lnTo>
                      <a:pt x="1493909" y="610064"/>
                    </a:lnTo>
                    <a:lnTo>
                      <a:pt x="1443426" y="619589"/>
                    </a:lnTo>
                    <a:lnTo>
                      <a:pt x="1443426" y="619589"/>
                    </a:lnTo>
                    <a:lnTo>
                      <a:pt x="1429139" y="621494"/>
                    </a:lnTo>
                    <a:lnTo>
                      <a:pt x="1441521" y="725316"/>
                    </a:lnTo>
                    <a:lnTo>
                      <a:pt x="1421519" y="715791"/>
                    </a:lnTo>
                    <a:lnTo>
                      <a:pt x="1418661" y="691979"/>
                    </a:lnTo>
                    <a:cubicBezTo>
                      <a:pt x="1414851" y="696741"/>
                      <a:pt x="1410089" y="699599"/>
                      <a:pt x="1405326" y="702456"/>
                    </a:cubicBezTo>
                    <a:cubicBezTo>
                      <a:pt x="1400564" y="705314"/>
                      <a:pt x="1395801" y="707219"/>
                      <a:pt x="1391991" y="707219"/>
                    </a:cubicBezTo>
                    <a:cubicBezTo>
                      <a:pt x="1383419" y="708171"/>
                      <a:pt x="1373894" y="705314"/>
                      <a:pt x="1363416" y="697694"/>
                    </a:cubicBezTo>
                    <a:cubicBezTo>
                      <a:pt x="1353891" y="690074"/>
                      <a:pt x="1348176" y="683406"/>
                      <a:pt x="1347224" y="674834"/>
                    </a:cubicBezTo>
                    <a:cubicBezTo>
                      <a:pt x="1346271" y="668166"/>
                      <a:pt x="1348176" y="661499"/>
                      <a:pt x="1353891" y="656736"/>
                    </a:cubicBezTo>
                    <a:cubicBezTo>
                      <a:pt x="1359606" y="651021"/>
                      <a:pt x="1366274" y="648164"/>
                      <a:pt x="1373894" y="647211"/>
                    </a:cubicBezTo>
                    <a:cubicBezTo>
                      <a:pt x="1381514" y="646259"/>
                      <a:pt x="1388181" y="647211"/>
                      <a:pt x="1395801" y="651021"/>
                    </a:cubicBezTo>
                    <a:cubicBezTo>
                      <a:pt x="1403421" y="653879"/>
                      <a:pt x="1410089" y="658641"/>
                      <a:pt x="1415804" y="665309"/>
                    </a:cubicBezTo>
                    <a:lnTo>
                      <a:pt x="1411041" y="624351"/>
                    </a:lnTo>
                    <a:lnTo>
                      <a:pt x="1333889" y="633876"/>
                    </a:lnTo>
                    <a:lnTo>
                      <a:pt x="1332936" y="632924"/>
                    </a:lnTo>
                    <a:lnTo>
                      <a:pt x="1318649" y="633876"/>
                    </a:lnTo>
                    <a:lnTo>
                      <a:pt x="1326269" y="738651"/>
                    </a:lnTo>
                    <a:lnTo>
                      <a:pt x="1306266" y="728174"/>
                    </a:lnTo>
                    <a:lnTo>
                      <a:pt x="1299599" y="635781"/>
                    </a:lnTo>
                    <a:lnTo>
                      <a:pt x="1280549" y="636734"/>
                    </a:lnTo>
                    <a:lnTo>
                      <a:pt x="1269119" y="623399"/>
                    </a:lnTo>
                    <a:lnTo>
                      <a:pt x="1304361" y="620541"/>
                    </a:lnTo>
                    <a:cubicBezTo>
                      <a:pt x="1301504" y="615779"/>
                      <a:pt x="1298646" y="611969"/>
                      <a:pt x="1297694" y="608159"/>
                    </a:cubicBezTo>
                    <a:cubicBezTo>
                      <a:pt x="1295789" y="604349"/>
                      <a:pt x="1294836" y="601491"/>
                      <a:pt x="1294836" y="599586"/>
                    </a:cubicBezTo>
                    <a:cubicBezTo>
                      <a:pt x="1293884" y="590061"/>
                      <a:pt x="1297694" y="581489"/>
                      <a:pt x="1304361" y="573869"/>
                    </a:cubicBezTo>
                    <a:cubicBezTo>
                      <a:pt x="1311029" y="566249"/>
                      <a:pt x="1319601" y="562439"/>
                      <a:pt x="1330079" y="561486"/>
                    </a:cubicBezTo>
                    <a:cubicBezTo>
                      <a:pt x="1338651" y="560534"/>
                      <a:pt x="1348176" y="564344"/>
                      <a:pt x="1359606" y="572916"/>
                    </a:cubicBezTo>
                    <a:cubicBezTo>
                      <a:pt x="1371989" y="581489"/>
                      <a:pt x="1384371" y="592919"/>
                      <a:pt x="1396754" y="608159"/>
                    </a:cubicBezTo>
                    <a:lnTo>
                      <a:pt x="1391991" y="611969"/>
                    </a:lnTo>
                    <a:cubicBezTo>
                      <a:pt x="1383419" y="600539"/>
                      <a:pt x="1373894" y="591966"/>
                      <a:pt x="1364369" y="585299"/>
                    </a:cubicBezTo>
                    <a:cubicBezTo>
                      <a:pt x="1354844" y="579584"/>
                      <a:pt x="1345319" y="576726"/>
                      <a:pt x="1337699" y="576726"/>
                    </a:cubicBezTo>
                    <a:cubicBezTo>
                      <a:pt x="1330079" y="577679"/>
                      <a:pt x="1322459" y="580536"/>
                      <a:pt x="1316744" y="587204"/>
                    </a:cubicBezTo>
                    <a:cubicBezTo>
                      <a:pt x="1311029" y="592919"/>
                      <a:pt x="1309124" y="599586"/>
                      <a:pt x="1309124" y="608159"/>
                    </a:cubicBezTo>
                    <a:cubicBezTo>
                      <a:pt x="1309124" y="613874"/>
                      <a:pt x="1310076" y="617684"/>
                      <a:pt x="1311029" y="619589"/>
                    </a:cubicBezTo>
                    <a:lnTo>
                      <a:pt x="1326269" y="618636"/>
                    </a:lnTo>
                    <a:lnTo>
                      <a:pt x="1327221" y="619589"/>
                    </a:lnTo>
                    <a:lnTo>
                      <a:pt x="1436759" y="607206"/>
                    </a:lnTo>
                    <a:lnTo>
                      <a:pt x="1437711" y="608159"/>
                    </a:lnTo>
                    <a:lnTo>
                      <a:pt x="1558679" y="585299"/>
                    </a:lnTo>
                    <a:lnTo>
                      <a:pt x="1558679" y="585299"/>
                    </a:lnTo>
                    <a:lnTo>
                      <a:pt x="1615829" y="571011"/>
                    </a:lnTo>
                    <a:lnTo>
                      <a:pt x="1616781" y="571964"/>
                    </a:lnTo>
                    <a:lnTo>
                      <a:pt x="1709174" y="545294"/>
                    </a:lnTo>
                    <a:lnTo>
                      <a:pt x="1744416" y="533864"/>
                    </a:lnTo>
                    <a:cubicBezTo>
                      <a:pt x="1737749" y="524339"/>
                      <a:pt x="1731081" y="516719"/>
                      <a:pt x="1722509" y="511956"/>
                    </a:cubicBezTo>
                    <a:cubicBezTo>
                      <a:pt x="1713936" y="507194"/>
                      <a:pt x="1706316" y="506241"/>
                      <a:pt x="1699649" y="509099"/>
                    </a:cubicBezTo>
                    <a:cubicBezTo>
                      <a:pt x="1694886" y="511004"/>
                      <a:pt x="1691076" y="513861"/>
                      <a:pt x="1689171" y="519576"/>
                    </a:cubicBezTo>
                    <a:cubicBezTo>
                      <a:pt x="1687266" y="524339"/>
                      <a:pt x="1687266" y="530054"/>
                      <a:pt x="1689171" y="535769"/>
                    </a:cubicBezTo>
                    <a:cubicBezTo>
                      <a:pt x="1690124" y="537674"/>
                      <a:pt x="1691076" y="540531"/>
                      <a:pt x="1692981" y="542436"/>
                    </a:cubicBezTo>
                    <a:cubicBezTo>
                      <a:pt x="1694886" y="544341"/>
                      <a:pt x="1696791" y="546246"/>
                      <a:pt x="1699649" y="548151"/>
                    </a:cubicBezTo>
                    <a:lnTo>
                      <a:pt x="1692981" y="550056"/>
                    </a:lnTo>
                    <a:cubicBezTo>
                      <a:pt x="1689171" y="548151"/>
                      <a:pt x="1685361" y="544341"/>
                      <a:pt x="1682504" y="540531"/>
                    </a:cubicBezTo>
                    <a:cubicBezTo>
                      <a:pt x="1679646" y="535769"/>
                      <a:pt x="1676789" y="531959"/>
                      <a:pt x="1675836" y="527196"/>
                    </a:cubicBezTo>
                    <a:cubicBezTo>
                      <a:pt x="1672979" y="519576"/>
                      <a:pt x="1673931" y="512909"/>
                      <a:pt x="1676789" y="505289"/>
                    </a:cubicBezTo>
                    <a:cubicBezTo>
                      <a:pt x="1679646" y="498621"/>
                      <a:pt x="1685361" y="493859"/>
                      <a:pt x="1692029" y="491001"/>
                    </a:cubicBezTo>
                    <a:cubicBezTo>
                      <a:pt x="1701554" y="488144"/>
                      <a:pt x="1712031" y="490049"/>
                      <a:pt x="1722509" y="497669"/>
                    </a:cubicBezTo>
                    <a:cubicBezTo>
                      <a:pt x="1733939" y="505289"/>
                      <a:pt x="1743464" y="516719"/>
                      <a:pt x="1752036" y="531006"/>
                    </a:cubicBezTo>
                    <a:lnTo>
                      <a:pt x="1765371" y="526244"/>
                    </a:lnTo>
                    <a:lnTo>
                      <a:pt x="1766324" y="526244"/>
                    </a:lnTo>
                    <a:lnTo>
                      <a:pt x="1859669" y="491001"/>
                    </a:lnTo>
                    <a:lnTo>
                      <a:pt x="1859669" y="491001"/>
                    </a:lnTo>
                    <a:lnTo>
                      <a:pt x="1962539" y="445281"/>
                    </a:lnTo>
                    <a:lnTo>
                      <a:pt x="1977779" y="453854"/>
                    </a:lnTo>
                    <a:lnTo>
                      <a:pt x="1959681" y="462426"/>
                    </a:lnTo>
                    <a:lnTo>
                      <a:pt x="2002544" y="557676"/>
                    </a:lnTo>
                    <a:lnTo>
                      <a:pt x="1980636" y="554819"/>
                    </a:lnTo>
                    <a:lnTo>
                      <a:pt x="1964444" y="518624"/>
                    </a:lnTo>
                    <a:lnTo>
                      <a:pt x="1932059" y="532911"/>
                    </a:lnTo>
                    <a:lnTo>
                      <a:pt x="1933964" y="540531"/>
                    </a:lnTo>
                    <a:close/>
                    <a:moveTo>
                      <a:pt x="2038739" y="575774"/>
                    </a:moveTo>
                    <a:lnTo>
                      <a:pt x="2006354" y="565296"/>
                    </a:lnTo>
                    <a:cubicBezTo>
                      <a:pt x="2004449" y="564344"/>
                      <a:pt x="2001591" y="564344"/>
                      <a:pt x="1999686" y="563391"/>
                    </a:cubicBezTo>
                    <a:cubicBezTo>
                      <a:pt x="1997781" y="563391"/>
                      <a:pt x="1995876" y="563391"/>
                      <a:pt x="1994924" y="563391"/>
                    </a:cubicBezTo>
                    <a:cubicBezTo>
                      <a:pt x="1993971" y="564344"/>
                      <a:pt x="1992066" y="565296"/>
                      <a:pt x="1991114" y="566249"/>
                    </a:cubicBezTo>
                    <a:cubicBezTo>
                      <a:pt x="1990161" y="567201"/>
                      <a:pt x="1988256" y="570059"/>
                      <a:pt x="1986351" y="572916"/>
                    </a:cubicBezTo>
                    <a:lnTo>
                      <a:pt x="1974921" y="566249"/>
                    </a:lnTo>
                    <a:cubicBezTo>
                      <a:pt x="1976826" y="564344"/>
                      <a:pt x="1978731" y="561486"/>
                      <a:pt x="1980636" y="559581"/>
                    </a:cubicBezTo>
                    <a:cubicBezTo>
                      <a:pt x="1982541" y="557676"/>
                      <a:pt x="1984446" y="556724"/>
                      <a:pt x="1985399" y="555771"/>
                    </a:cubicBezTo>
                    <a:cubicBezTo>
                      <a:pt x="1987304" y="554819"/>
                      <a:pt x="1988256" y="554819"/>
                      <a:pt x="1989209" y="554819"/>
                    </a:cubicBezTo>
                    <a:cubicBezTo>
                      <a:pt x="1990161" y="554819"/>
                      <a:pt x="1992066" y="554819"/>
                      <a:pt x="1993971" y="555771"/>
                    </a:cubicBezTo>
                    <a:lnTo>
                      <a:pt x="2041596" y="569106"/>
                    </a:lnTo>
                    <a:lnTo>
                      <a:pt x="2038739" y="575774"/>
                    </a:lnTo>
                    <a:close/>
                    <a:moveTo>
                      <a:pt x="2137799" y="166199"/>
                    </a:moveTo>
                    <a:cubicBezTo>
                      <a:pt x="2145419" y="97619"/>
                      <a:pt x="2173041" y="21419"/>
                      <a:pt x="2254004" y="16656"/>
                    </a:cubicBezTo>
                    <a:cubicBezTo>
                      <a:pt x="2271149" y="16656"/>
                      <a:pt x="2273054" y="24276"/>
                      <a:pt x="2274006" y="26181"/>
                    </a:cubicBezTo>
                    <a:cubicBezTo>
                      <a:pt x="2278769" y="50946"/>
                      <a:pt x="2227334" y="115716"/>
                      <a:pt x="2137799" y="166199"/>
                    </a:cubicBezTo>
                    <a:close/>
                    <a:moveTo>
                      <a:pt x="2346396" y="591014"/>
                    </a:moveTo>
                    <a:cubicBezTo>
                      <a:pt x="2327346" y="553866"/>
                      <a:pt x="2289246" y="499574"/>
                      <a:pt x="2254956" y="497669"/>
                    </a:cubicBezTo>
                    <a:cubicBezTo>
                      <a:pt x="2246384" y="496716"/>
                      <a:pt x="2233049" y="499574"/>
                      <a:pt x="2222571" y="515766"/>
                    </a:cubicBezTo>
                    <a:cubicBezTo>
                      <a:pt x="2218761" y="522434"/>
                      <a:pt x="2214951" y="530054"/>
                      <a:pt x="2211141" y="537674"/>
                    </a:cubicBezTo>
                    <a:cubicBezTo>
                      <a:pt x="2207331" y="493859"/>
                      <a:pt x="2194949" y="451949"/>
                      <a:pt x="2181614" y="412896"/>
                    </a:cubicBezTo>
                    <a:cubicBezTo>
                      <a:pt x="2219714" y="397656"/>
                      <a:pt x="2254004" y="379559"/>
                      <a:pt x="2285436" y="358604"/>
                    </a:cubicBezTo>
                    <a:cubicBezTo>
                      <a:pt x="2293056" y="375749"/>
                      <a:pt x="2300676" y="391941"/>
                      <a:pt x="2309249" y="408134"/>
                    </a:cubicBezTo>
                    <a:cubicBezTo>
                      <a:pt x="2323536" y="435756"/>
                      <a:pt x="2338776" y="465284"/>
                      <a:pt x="2346396" y="496716"/>
                    </a:cubicBezTo>
                    <a:cubicBezTo>
                      <a:pt x="2350206" y="515766"/>
                      <a:pt x="2350206" y="568154"/>
                      <a:pt x="2346396" y="591014"/>
                    </a:cubicBez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  <a:defRPr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</a:endParaRPr>
              </a:p>
            </p:txBody>
          </p:sp>
        </p:grpSp>
      </p:grpSp>
      <p:cxnSp>
        <p:nvCxnSpPr>
          <p:cNvPr id="1280620012" name="Google Shape;1497;p13"/>
          <p:cNvCxnSpPr/>
          <p:nvPr/>
        </p:nvCxnSpPr>
        <p:spPr bwMode="auto">
          <a:xfrm>
            <a:off x="1419285" y="472722"/>
            <a:ext cx="0" cy="708300"/>
          </a:xfrm>
          <a:prstGeom prst="straightConnector1">
            <a:avLst/>
          </a:prstGeom>
          <a:noFill/>
          <a:ln w="9525" cap="flat" cmpd="sng">
            <a:solidFill>
              <a:srgbClr val="B8114F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1336129261" name="Google Shape;1498;p13"/>
          <p:cNvSpPr/>
          <p:nvPr/>
        </p:nvSpPr>
        <p:spPr bwMode="auto">
          <a:xfrm>
            <a:off x="0" y="6727473"/>
            <a:ext cx="12192000" cy="1305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484516997" name="Google Shape;502;p6"/>
          <p:cNvSpPr/>
          <p:nvPr userDrawn="1"/>
        </p:nvSpPr>
        <p:spPr bwMode="auto">
          <a:xfrm>
            <a:off x="1248517" y="997225"/>
            <a:ext cx="228103" cy="61375"/>
          </a:xfrm>
          <a:custGeom>
            <a:avLst/>
            <a:gdLst/>
            <a:ahLst/>
            <a:cxnLst/>
            <a:rect l="l" t="t" r="r" b="b"/>
            <a:pathLst>
              <a:path w="520239" h="177164" fill="norm" stroke="1" extrusionOk="0">
                <a:moveTo>
                  <a:pt x="167746" y="80010"/>
                </a:moveTo>
                <a:cubicBezTo>
                  <a:pt x="158221" y="80010"/>
                  <a:pt x="146791" y="78105"/>
                  <a:pt x="134408" y="76200"/>
                </a:cubicBezTo>
                <a:cubicBezTo>
                  <a:pt x="121073" y="74295"/>
                  <a:pt x="105833" y="71438"/>
                  <a:pt x="90593" y="71438"/>
                </a:cubicBezTo>
                <a:cubicBezTo>
                  <a:pt x="86783" y="71438"/>
                  <a:pt x="82973" y="71438"/>
                  <a:pt x="79163" y="71438"/>
                </a:cubicBezTo>
                <a:cubicBezTo>
                  <a:pt x="60113" y="71438"/>
                  <a:pt x="42968" y="73342"/>
                  <a:pt x="29633" y="77152"/>
                </a:cubicBezTo>
                <a:cubicBezTo>
                  <a:pt x="10583" y="81915"/>
                  <a:pt x="-17992" y="106680"/>
                  <a:pt x="15346" y="134302"/>
                </a:cubicBezTo>
                <a:cubicBezTo>
                  <a:pt x="42968" y="161925"/>
                  <a:pt x="103928" y="177165"/>
                  <a:pt x="188701" y="177165"/>
                </a:cubicBezTo>
                <a:cubicBezTo>
                  <a:pt x="241088" y="177165"/>
                  <a:pt x="297286" y="171450"/>
                  <a:pt x="351578" y="160020"/>
                </a:cubicBezTo>
                <a:lnTo>
                  <a:pt x="357293" y="159067"/>
                </a:lnTo>
                <a:cubicBezTo>
                  <a:pt x="426826" y="144780"/>
                  <a:pt x="483023" y="122872"/>
                  <a:pt x="506836" y="101917"/>
                </a:cubicBezTo>
                <a:lnTo>
                  <a:pt x="509693" y="99060"/>
                </a:lnTo>
                <a:cubicBezTo>
                  <a:pt x="515408" y="93345"/>
                  <a:pt x="519218" y="87630"/>
                  <a:pt x="520171" y="81915"/>
                </a:cubicBezTo>
                <a:cubicBezTo>
                  <a:pt x="521123" y="72390"/>
                  <a:pt x="513503" y="48577"/>
                  <a:pt x="415396" y="23813"/>
                </a:cubicBezTo>
                <a:cubicBezTo>
                  <a:pt x="357293" y="9525"/>
                  <a:pt x="279188" y="0"/>
                  <a:pt x="211561" y="0"/>
                </a:cubicBezTo>
                <a:lnTo>
                  <a:pt x="207751" y="0"/>
                </a:lnTo>
                <a:cubicBezTo>
                  <a:pt x="146791" y="0"/>
                  <a:pt x="113453" y="6667"/>
                  <a:pt x="99166" y="15240"/>
                </a:cubicBezTo>
                <a:cubicBezTo>
                  <a:pt x="96308" y="17145"/>
                  <a:pt x="93451" y="19050"/>
                  <a:pt x="92498" y="20955"/>
                </a:cubicBezTo>
                <a:cubicBezTo>
                  <a:pt x="91546" y="22860"/>
                  <a:pt x="90593" y="26670"/>
                  <a:pt x="91546" y="30480"/>
                </a:cubicBezTo>
                <a:cubicBezTo>
                  <a:pt x="101071" y="53340"/>
                  <a:pt x="140123" y="59055"/>
                  <a:pt x="175366" y="59055"/>
                </a:cubicBezTo>
                <a:cubicBezTo>
                  <a:pt x="195368" y="60007"/>
                  <a:pt x="194416" y="68580"/>
                  <a:pt x="190606" y="72390"/>
                </a:cubicBezTo>
                <a:cubicBezTo>
                  <a:pt x="183938" y="79057"/>
                  <a:pt x="174413" y="80010"/>
                  <a:pt x="167746" y="80010"/>
                </a:cubicBezTo>
                <a:close/>
              </a:path>
            </a:pathLst>
          </a:custGeom>
          <a:solidFill>
            <a:srgbClr val="75707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5_Blank" preserve="0" showMasterPhAnim="0" showMasterSp="1" userDrawn="1">
  <p:cSld name="5_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08782253" name="Google Shape;1500;p14"/>
          <p:cNvSpPr txBox="1">
            <a:spLocks noGrp="1"/>
          </p:cNvSpPr>
          <p:nvPr>
            <p:ph type="body" idx="1"/>
          </p:nvPr>
        </p:nvSpPr>
        <p:spPr bwMode="auto">
          <a:xfrm>
            <a:off x="1500992" y="870906"/>
            <a:ext cx="10547400" cy="46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latin typeface="Calibri"/>
                <a:ea typeface="Calibri"/>
                <a:cs typeface="Calibri"/>
              </a:defRPr>
            </a:lvl1pPr>
            <a:lvl2pPr marL="91440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latin typeface="Calibri"/>
                <a:ea typeface="Calibri"/>
                <a:cs typeface="Calibri"/>
              </a:defRPr>
            </a:lvl2pPr>
            <a:lvl3pPr marL="137160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latin typeface="Calibri"/>
                <a:ea typeface="Calibri"/>
                <a:cs typeface="Calibri"/>
              </a:defRPr>
            </a:lvl3pPr>
            <a:lvl4pPr marL="182880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latin typeface="Calibri"/>
                <a:ea typeface="Calibri"/>
                <a:cs typeface="Calibri"/>
              </a:defRPr>
            </a:lvl4pPr>
            <a:lvl5pPr marL="228600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latin typeface="Calibri"/>
                <a:ea typeface="Calibri"/>
                <a:cs typeface="Calibri"/>
              </a:defRPr>
            </a:lvl5pPr>
            <a:lvl6pPr marL="274320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pPr>
              <a:defRPr/>
            </a:pPr>
            <a:endParaRPr/>
          </a:p>
        </p:txBody>
      </p:sp>
      <p:cxnSp>
        <p:nvCxnSpPr>
          <p:cNvPr id="2060267340" name="Google Shape;1501;p14"/>
          <p:cNvCxnSpPr/>
          <p:nvPr/>
        </p:nvCxnSpPr>
        <p:spPr bwMode="auto">
          <a:xfrm>
            <a:off x="655399" y="1299220"/>
            <a:ext cx="11238300" cy="24900"/>
          </a:xfrm>
          <a:prstGeom prst="straightConnector1">
            <a:avLst/>
          </a:prstGeom>
          <a:noFill/>
          <a:ln w="9525" cap="flat" cmpd="sng">
            <a:solidFill>
              <a:srgbClr val="B8114F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1707712754" name="Google Shape;1502;p14"/>
          <p:cNvSpPr txBox="1">
            <a:spLocks noGrp="1"/>
          </p:cNvSpPr>
          <p:nvPr>
            <p:ph type="body" idx="2"/>
          </p:nvPr>
        </p:nvSpPr>
        <p:spPr bwMode="auto">
          <a:xfrm>
            <a:off x="1488293" y="416192"/>
            <a:ext cx="10560000" cy="57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8114F"/>
              </a:buClr>
              <a:buSzPts val="3600"/>
              <a:buNone/>
              <a:defRPr sz="3600">
                <a:solidFill>
                  <a:srgbClr val="B8114F"/>
                </a:solidFill>
                <a:latin typeface="Georgia"/>
                <a:ea typeface="Georgia"/>
                <a:cs typeface="Georgia"/>
              </a:defRPr>
            </a:lvl1pPr>
            <a:lvl2pPr marL="91440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/>
            </a:lvl2pPr>
            <a:lvl3pPr marL="137160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/>
            </a:lvl3pPr>
            <a:lvl4pPr marL="182880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4pPr>
            <a:lvl5pPr marL="228600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5pPr>
            <a:lvl6pPr marL="274320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pPr>
              <a:defRPr/>
            </a:pPr>
            <a:endParaRPr/>
          </a:p>
        </p:txBody>
      </p:sp>
      <p:grpSp>
        <p:nvGrpSpPr>
          <p:cNvPr id="1126371090" name="Google Shape;1503;p14"/>
          <p:cNvGrpSpPr/>
          <p:nvPr/>
        </p:nvGrpSpPr>
        <p:grpSpPr bwMode="auto">
          <a:xfrm>
            <a:off x="655527" y="416137"/>
            <a:ext cx="624253" cy="765101"/>
            <a:chOff x="4819650" y="1862134"/>
            <a:chExt cx="2558414" cy="3135659"/>
          </a:xfrm>
        </p:grpSpPr>
        <p:sp>
          <p:nvSpPr>
            <p:cNvPr id="1504" name="Google Shape;1504;p14"/>
            <p:cNvSpPr/>
            <p:nvPr/>
          </p:nvSpPr>
          <p:spPr bwMode="auto">
            <a:xfrm>
              <a:off x="6353176" y="3360420"/>
              <a:ext cx="621029" cy="45720"/>
            </a:xfrm>
            <a:custGeom>
              <a:avLst/>
              <a:gdLst/>
              <a:ahLst/>
              <a:cxnLst/>
              <a:rect l="l" t="t" r="r" b="b"/>
              <a:pathLst>
                <a:path w="621029" h="45720" fill="norm" stroke="1" extrusionOk="0">
                  <a:moveTo>
                    <a:pt x="38100" y="20002"/>
                  </a:moveTo>
                  <a:lnTo>
                    <a:pt x="0" y="32385"/>
                  </a:lnTo>
                  <a:cubicBezTo>
                    <a:pt x="11430" y="39052"/>
                    <a:pt x="27622" y="44767"/>
                    <a:pt x="50483" y="44767"/>
                  </a:cubicBezTo>
                  <a:cubicBezTo>
                    <a:pt x="51435" y="44767"/>
                    <a:pt x="53340" y="44767"/>
                    <a:pt x="54292" y="44767"/>
                  </a:cubicBezTo>
                  <a:cubicBezTo>
                    <a:pt x="58103" y="44767"/>
                    <a:pt x="60960" y="44767"/>
                    <a:pt x="63817" y="45720"/>
                  </a:cubicBezTo>
                  <a:lnTo>
                    <a:pt x="604838" y="45720"/>
                  </a:lnTo>
                  <a:cubicBezTo>
                    <a:pt x="610553" y="30480"/>
                    <a:pt x="616268" y="15240"/>
                    <a:pt x="621030" y="0"/>
                  </a:cubicBezTo>
                  <a:lnTo>
                    <a:pt x="83820" y="0"/>
                  </a:lnTo>
                  <a:cubicBezTo>
                    <a:pt x="70485" y="7620"/>
                    <a:pt x="55245" y="14288"/>
                    <a:pt x="38100" y="20002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505" name="Google Shape;1505;p14"/>
            <p:cNvSpPr/>
            <p:nvPr/>
          </p:nvSpPr>
          <p:spPr bwMode="auto">
            <a:xfrm>
              <a:off x="5218745" y="3360420"/>
              <a:ext cx="625792" cy="45720"/>
            </a:xfrm>
            <a:custGeom>
              <a:avLst/>
              <a:gdLst/>
              <a:ahLst/>
              <a:cxnLst/>
              <a:rect l="l" t="t" r="r" b="b"/>
              <a:pathLst>
                <a:path w="625792" h="45720" fill="norm" stroke="1" extrusionOk="0">
                  <a:moveTo>
                    <a:pt x="570548" y="44767"/>
                  </a:moveTo>
                  <a:cubicBezTo>
                    <a:pt x="572453" y="44767"/>
                    <a:pt x="573405" y="44767"/>
                    <a:pt x="575310" y="44767"/>
                  </a:cubicBezTo>
                  <a:cubicBezTo>
                    <a:pt x="599123" y="44767"/>
                    <a:pt x="614363" y="39052"/>
                    <a:pt x="625793" y="32385"/>
                  </a:cubicBezTo>
                  <a:lnTo>
                    <a:pt x="587693" y="20002"/>
                  </a:lnTo>
                  <a:cubicBezTo>
                    <a:pt x="570548" y="14288"/>
                    <a:pt x="555307" y="7620"/>
                    <a:pt x="541020" y="0"/>
                  </a:cubicBezTo>
                  <a:lnTo>
                    <a:pt x="0" y="0"/>
                  </a:lnTo>
                  <a:cubicBezTo>
                    <a:pt x="4763" y="15240"/>
                    <a:pt x="10477" y="30480"/>
                    <a:pt x="16192" y="45720"/>
                  </a:cubicBezTo>
                  <a:lnTo>
                    <a:pt x="561023" y="45720"/>
                  </a:lnTo>
                  <a:cubicBezTo>
                    <a:pt x="563880" y="44767"/>
                    <a:pt x="566738" y="44767"/>
                    <a:pt x="570548" y="44767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506" name="Google Shape;1506;p14"/>
            <p:cNvSpPr/>
            <p:nvPr/>
          </p:nvSpPr>
          <p:spPr bwMode="auto">
            <a:xfrm>
              <a:off x="6231251" y="3445190"/>
              <a:ext cx="710565" cy="45720"/>
            </a:xfrm>
            <a:custGeom>
              <a:avLst/>
              <a:gdLst/>
              <a:ahLst/>
              <a:cxnLst/>
              <a:rect l="l" t="t" r="r" b="b"/>
              <a:pathLst>
                <a:path w="710565" h="45720" fill="norm" stroke="1" extrusionOk="0">
                  <a:moveTo>
                    <a:pt x="188595" y="953"/>
                  </a:moveTo>
                  <a:cubicBezTo>
                    <a:pt x="167640" y="14288"/>
                    <a:pt x="124778" y="27623"/>
                    <a:pt x="81915" y="27623"/>
                  </a:cubicBezTo>
                  <a:lnTo>
                    <a:pt x="80963" y="27623"/>
                  </a:lnTo>
                  <a:cubicBezTo>
                    <a:pt x="77153" y="27623"/>
                    <a:pt x="73342" y="26670"/>
                    <a:pt x="70485" y="25717"/>
                  </a:cubicBezTo>
                  <a:cubicBezTo>
                    <a:pt x="57150" y="33338"/>
                    <a:pt x="26670" y="41910"/>
                    <a:pt x="0" y="45720"/>
                  </a:cubicBezTo>
                  <a:lnTo>
                    <a:pt x="688658" y="45720"/>
                  </a:lnTo>
                  <a:cubicBezTo>
                    <a:pt x="696278" y="30480"/>
                    <a:pt x="703898" y="15240"/>
                    <a:pt x="710565" y="0"/>
                  </a:cubicBezTo>
                  <a:lnTo>
                    <a:pt x="189548" y="0"/>
                  </a:lnTo>
                  <a:cubicBezTo>
                    <a:pt x="189548" y="953"/>
                    <a:pt x="189548" y="953"/>
                    <a:pt x="188595" y="953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507" name="Google Shape;1507;p14"/>
            <p:cNvSpPr/>
            <p:nvPr/>
          </p:nvSpPr>
          <p:spPr bwMode="auto">
            <a:xfrm>
              <a:off x="5252084" y="3446143"/>
              <a:ext cx="714374" cy="45720"/>
            </a:xfrm>
            <a:custGeom>
              <a:avLst/>
              <a:gdLst/>
              <a:ahLst/>
              <a:cxnLst/>
              <a:rect l="l" t="t" r="r" b="b"/>
              <a:pathLst>
                <a:path w="714374" h="45720" fill="norm" stroke="1" extrusionOk="0">
                  <a:moveTo>
                    <a:pt x="643890" y="25717"/>
                  </a:moveTo>
                  <a:cubicBezTo>
                    <a:pt x="641032" y="26670"/>
                    <a:pt x="637223" y="27622"/>
                    <a:pt x="633413" y="27622"/>
                  </a:cubicBezTo>
                  <a:lnTo>
                    <a:pt x="632460" y="27622"/>
                  </a:lnTo>
                  <a:cubicBezTo>
                    <a:pt x="589598" y="27622"/>
                    <a:pt x="546735" y="14288"/>
                    <a:pt x="525780" y="952"/>
                  </a:cubicBezTo>
                  <a:cubicBezTo>
                    <a:pt x="525780" y="952"/>
                    <a:pt x="524828" y="0"/>
                    <a:pt x="523875" y="0"/>
                  </a:cubicBezTo>
                  <a:lnTo>
                    <a:pt x="0" y="0"/>
                  </a:lnTo>
                  <a:cubicBezTo>
                    <a:pt x="6667" y="15240"/>
                    <a:pt x="14288" y="30480"/>
                    <a:pt x="21907" y="45720"/>
                  </a:cubicBezTo>
                  <a:lnTo>
                    <a:pt x="714375" y="45720"/>
                  </a:lnTo>
                  <a:cubicBezTo>
                    <a:pt x="687705" y="41910"/>
                    <a:pt x="657225" y="33338"/>
                    <a:pt x="643890" y="25717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508" name="Google Shape;1508;p14"/>
            <p:cNvSpPr/>
            <p:nvPr/>
          </p:nvSpPr>
          <p:spPr bwMode="auto">
            <a:xfrm>
              <a:off x="4989988" y="1862134"/>
              <a:ext cx="2212551" cy="2412682"/>
            </a:xfrm>
            <a:custGeom>
              <a:avLst/>
              <a:gdLst/>
              <a:ahLst/>
              <a:cxnLst/>
              <a:rect l="l" t="t" r="r" b="b"/>
              <a:pathLst>
                <a:path w="2212551" h="2412682" fill="norm" stroke="1" extrusionOk="0">
                  <a:moveTo>
                    <a:pt x="78263" y="1206818"/>
                  </a:moveTo>
                  <a:cubicBezTo>
                    <a:pt x="54450" y="1213485"/>
                    <a:pt x="36353" y="1225868"/>
                    <a:pt x="23018" y="1245870"/>
                  </a:cubicBezTo>
                  <a:cubicBezTo>
                    <a:pt x="-23655" y="1316355"/>
                    <a:pt x="10635" y="1460183"/>
                    <a:pt x="38258" y="1575435"/>
                  </a:cubicBezTo>
                  <a:cubicBezTo>
                    <a:pt x="47783" y="1616393"/>
                    <a:pt x="57308" y="1655445"/>
                    <a:pt x="61118" y="1684973"/>
                  </a:cubicBezTo>
                  <a:cubicBezTo>
                    <a:pt x="62070" y="1689735"/>
                    <a:pt x="62070" y="1695450"/>
                    <a:pt x="63023" y="1701165"/>
                  </a:cubicBezTo>
                  <a:cubicBezTo>
                    <a:pt x="67785" y="1736408"/>
                    <a:pt x="73500" y="1777365"/>
                    <a:pt x="65880" y="1802130"/>
                  </a:cubicBezTo>
                  <a:lnTo>
                    <a:pt x="63023" y="1809750"/>
                  </a:lnTo>
                  <a:lnTo>
                    <a:pt x="70643" y="1811655"/>
                  </a:lnTo>
                  <a:cubicBezTo>
                    <a:pt x="96360" y="1817370"/>
                    <a:pt x="128745" y="1842135"/>
                    <a:pt x="157320" y="1864995"/>
                  </a:cubicBezTo>
                  <a:cubicBezTo>
                    <a:pt x="161130" y="1868805"/>
                    <a:pt x="165893" y="1871663"/>
                    <a:pt x="169703" y="1874520"/>
                  </a:cubicBezTo>
                  <a:cubicBezTo>
                    <a:pt x="192563" y="1892618"/>
                    <a:pt x="222090" y="1920240"/>
                    <a:pt x="252570" y="1948815"/>
                  </a:cubicBezTo>
                  <a:cubicBezTo>
                    <a:pt x="336390" y="2027873"/>
                    <a:pt x="441165" y="2126933"/>
                    <a:pt x="524985" y="2126933"/>
                  </a:cubicBezTo>
                  <a:cubicBezTo>
                    <a:pt x="526890" y="2126933"/>
                    <a:pt x="528795" y="2126933"/>
                    <a:pt x="530700" y="2126933"/>
                  </a:cubicBezTo>
                  <a:cubicBezTo>
                    <a:pt x="554513" y="2125980"/>
                    <a:pt x="575468" y="2115503"/>
                    <a:pt x="592613" y="2098358"/>
                  </a:cubicBezTo>
                  <a:cubicBezTo>
                    <a:pt x="585945" y="2122170"/>
                    <a:pt x="587850" y="2145030"/>
                    <a:pt x="599280" y="2165985"/>
                  </a:cubicBezTo>
                  <a:cubicBezTo>
                    <a:pt x="637380" y="2241233"/>
                    <a:pt x="778350" y="2284095"/>
                    <a:pt x="891698" y="2317433"/>
                  </a:cubicBezTo>
                  <a:cubicBezTo>
                    <a:pt x="932655" y="2329815"/>
                    <a:pt x="970755" y="2341245"/>
                    <a:pt x="997425" y="2352675"/>
                  </a:cubicBezTo>
                  <a:cubicBezTo>
                    <a:pt x="1002188" y="2354580"/>
                    <a:pt x="1006950" y="2356485"/>
                    <a:pt x="1011713" y="2358390"/>
                  </a:cubicBezTo>
                  <a:cubicBezTo>
                    <a:pt x="1045050" y="2371725"/>
                    <a:pt x="1083150" y="2386965"/>
                    <a:pt x="1101248" y="2406968"/>
                  </a:cubicBezTo>
                  <a:lnTo>
                    <a:pt x="1106963" y="2412683"/>
                  </a:lnTo>
                  <a:lnTo>
                    <a:pt x="1112678" y="2406968"/>
                  </a:lnTo>
                  <a:cubicBezTo>
                    <a:pt x="1130775" y="2387918"/>
                    <a:pt x="1168875" y="2372678"/>
                    <a:pt x="1202213" y="2358390"/>
                  </a:cubicBezTo>
                  <a:cubicBezTo>
                    <a:pt x="1206975" y="2356485"/>
                    <a:pt x="1211738" y="2354580"/>
                    <a:pt x="1216500" y="2352675"/>
                  </a:cubicBezTo>
                  <a:cubicBezTo>
                    <a:pt x="1243170" y="2341245"/>
                    <a:pt x="1282223" y="2329815"/>
                    <a:pt x="1322228" y="2317433"/>
                  </a:cubicBezTo>
                  <a:cubicBezTo>
                    <a:pt x="1435575" y="2283143"/>
                    <a:pt x="1576545" y="2241233"/>
                    <a:pt x="1614645" y="2165985"/>
                  </a:cubicBezTo>
                  <a:cubicBezTo>
                    <a:pt x="1625123" y="2145030"/>
                    <a:pt x="1627028" y="2121218"/>
                    <a:pt x="1620360" y="2097405"/>
                  </a:cubicBezTo>
                  <a:cubicBezTo>
                    <a:pt x="1637505" y="2114550"/>
                    <a:pt x="1658460" y="2124075"/>
                    <a:pt x="1682273" y="2125980"/>
                  </a:cubicBezTo>
                  <a:cubicBezTo>
                    <a:pt x="1684178" y="2125980"/>
                    <a:pt x="1686083" y="2125980"/>
                    <a:pt x="1687988" y="2125980"/>
                  </a:cubicBezTo>
                  <a:cubicBezTo>
                    <a:pt x="1771808" y="2125980"/>
                    <a:pt x="1875630" y="2027873"/>
                    <a:pt x="1960403" y="1947863"/>
                  </a:cubicBezTo>
                  <a:cubicBezTo>
                    <a:pt x="1990883" y="1918335"/>
                    <a:pt x="2020410" y="1891665"/>
                    <a:pt x="2043270" y="1873568"/>
                  </a:cubicBezTo>
                  <a:cubicBezTo>
                    <a:pt x="2047080" y="1870710"/>
                    <a:pt x="2051843" y="1866900"/>
                    <a:pt x="2055653" y="1864043"/>
                  </a:cubicBezTo>
                  <a:cubicBezTo>
                    <a:pt x="2084228" y="1842135"/>
                    <a:pt x="2116613" y="1816418"/>
                    <a:pt x="2142330" y="1810703"/>
                  </a:cubicBezTo>
                  <a:lnTo>
                    <a:pt x="2149950" y="1808798"/>
                  </a:lnTo>
                  <a:lnTo>
                    <a:pt x="2147093" y="1801178"/>
                  </a:lnTo>
                  <a:cubicBezTo>
                    <a:pt x="2139473" y="1776413"/>
                    <a:pt x="2145188" y="1735455"/>
                    <a:pt x="2149950" y="1700213"/>
                  </a:cubicBezTo>
                  <a:cubicBezTo>
                    <a:pt x="2150903" y="1694498"/>
                    <a:pt x="2151855" y="1689735"/>
                    <a:pt x="2151855" y="1684020"/>
                  </a:cubicBezTo>
                  <a:cubicBezTo>
                    <a:pt x="2155665" y="1655445"/>
                    <a:pt x="2165190" y="1616393"/>
                    <a:pt x="2174715" y="1574483"/>
                  </a:cubicBezTo>
                  <a:cubicBezTo>
                    <a:pt x="2202338" y="1459230"/>
                    <a:pt x="2235675" y="1315403"/>
                    <a:pt x="2189955" y="1244918"/>
                  </a:cubicBezTo>
                  <a:cubicBezTo>
                    <a:pt x="2176620" y="1224915"/>
                    <a:pt x="2157570" y="1211580"/>
                    <a:pt x="2133758" y="1205865"/>
                  </a:cubicBezTo>
                  <a:cubicBezTo>
                    <a:pt x="2157570" y="1199198"/>
                    <a:pt x="2175668" y="1186815"/>
                    <a:pt x="2189003" y="1166813"/>
                  </a:cubicBezTo>
                  <a:cubicBezTo>
                    <a:pt x="2235675" y="1096328"/>
                    <a:pt x="2201385" y="952500"/>
                    <a:pt x="2173763" y="837248"/>
                  </a:cubicBezTo>
                  <a:cubicBezTo>
                    <a:pt x="2164238" y="796290"/>
                    <a:pt x="2154713" y="757238"/>
                    <a:pt x="2150903" y="727710"/>
                  </a:cubicBezTo>
                  <a:cubicBezTo>
                    <a:pt x="2149950" y="722948"/>
                    <a:pt x="2149950" y="717233"/>
                    <a:pt x="2148998" y="711518"/>
                  </a:cubicBezTo>
                  <a:cubicBezTo>
                    <a:pt x="2144235" y="676275"/>
                    <a:pt x="2138520" y="635318"/>
                    <a:pt x="2146140" y="610553"/>
                  </a:cubicBezTo>
                  <a:lnTo>
                    <a:pt x="2148998" y="602933"/>
                  </a:lnTo>
                  <a:lnTo>
                    <a:pt x="2141378" y="601028"/>
                  </a:lnTo>
                  <a:cubicBezTo>
                    <a:pt x="2115660" y="595313"/>
                    <a:pt x="2083275" y="570548"/>
                    <a:pt x="2054700" y="547688"/>
                  </a:cubicBezTo>
                  <a:cubicBezTo>
                    <a:pt x="2049938" y="543878"/>
                    <a:pt x="2046128" y="541020"/>
                    <a:pt x="2042318" y="538163"/>
                  </a:cubicBezTo>
                  <a:cubicBezTo>
                    <a:pt x="2019458" y="520065"/>
                    <a:pt x="1989930" y="492443"/>
                    <a:pt x="1959450" y="463868"/>
                  </a:cubicBezTo>
                  <a:cubicBezTo>
                    <a:pt x="1875630" y="384810"/>
                    <a:pt x="1770855" y="285750"/>
                    <a:pt x="1687035" y="285750"/>
                  </a:cubicBezTo>
                  <a:cubicBezTo>
                    <a:pt x="1685130" y="285750"/>
                    <a:pt x="1683225" y="285750"/>
                    <a:pt x="1681320" y="285750"/>
                  </a:cubicBezTo>
                  <a:cubicBezTo>
                    <a:pt x="1657508" y="286703"/>
                    <a:pt x="1636553" y="297180"/>
                    <a:pt x="1619408" y="314325"/>
                  </a:cubicBezTo>
                  <a:cubicBezTo>
                    <a:pt x="1626075" y="290513"/>
                    <a:pt x="1624170" y="267653"/>
                    <a:pt x="1612740" y="246698"/>
                  </a:cubicBezTo>
                  <a:cubicBezTo>
                    <a:pt x="1574640" y="171450"/>
                    <a:pt x="1433670" y="128588"/>
                    <a:pt x="1319370" y="95250"/>
                  </a:cubicBezTo>
                  <a:cubicBezTo>
                    <a:pt x="1278413" y="82868"/>
                    <a:pt x="1240313" y="71438"/>
                    <a:pt x="1213643" y="60008"/>
                  </a:cubicBezTo>
                  <a:cubicBezTo>
                    <a:pt x="1208880" y="58103"/>
                    <a:pt x="1204118" y="56197"/>
                    <a:pt x="1199355" y="54293"/>
                  </a:cubicBezTo>
                  <a:cubicBezTo>
                    <a:pt x="1166018" y="40958"/>
                    <a:pt x="1127918" y="25717"/>
                    <a:pt x="1109820" y="5715"/>
                  </a:cubicBezTo>
                  <a:lnTo>
                    <a:pt x="1106010" y="0"/>
                  </a:lnTo>
                  <a:lnTo>
                    <a:pt x="1100295" y="5715"/>
                  </a:lnTo>
                  <a:cubicBezTo>
                    <a:pt x="1082198" y="24765"/>
                    <a:pt x="1044098" y="40005"/>
                    <a:pt x="1010760" y="54293"/>
                  </a:cubicBezTo>
                  <a:cubicBezTo>
                    <a:pt x="1005998" y="56197"/>
                    <a:pt x="1001235" y="58103"/>
                    <a:pt x="996473" y="60008"/>
                  </a:cubicBezTo>
                  <a:cubicBezTo>
                    <a:pt x="969803" y="71438"/>
                    <a:pt x="930750" y="82868"/>
                    <a:pt x="890745" y="95250"/>
                  </a:cubicBezTo>
                  <a:cubicBezTo>
                    <a:pt x="777398" y="129540"/>
                    <a:pt x="636428" y="171450"/>
                    <a:pt x="598328" y="246698"/>
                  </a:cubicBezTo>
                  <a:cubicBezTo>
                    <a:pt x="587850" y="267653"/>
                    <a:pt x="585945" y="291465"/>
                    <a:pt x="592613" y="315278"/>
                  </a:cubicBezTo>
                  <a:cubicBezTo>
                    <a:pt x="575468" y="298133"/>
                    <a:pt x="554513" y="288608"/>
                    <a:pt x="530700" y="286703"/>
                  </a:cubicBezTo>
                  <a:cubicBezTo>
                    <a:pt x="445928" y="281940"/>
                    <a:pt x="339248" y="382905"/>
                    <a:pt x="252570" y="464820"/>
                  </a:cubicBezTo>
                  <a:cubicBezTo>
                    <a:pt x="222090" y="494348"/>
                    <a:pt x="192563" y="521018"/>
                    <a:pt x="169703" y="539115"/>
                  </a:cubicBezTo>
                  <a:cubicBezTo>
                    <a:pt x="165893" y="541973"/>
                    <a:pt x="161130" y="545783"/>
                    <a:pt x="157320" y="548640"/>
                  </a:cubicBezTo>
                  <a:cubicBezTo>
                    <a:pt x="128745" y="570548"/>
                    <a:pt x="96360" y="596265"/>
                    <a:pt x="70643" y="601980"/>
                  </a:cubicBezTo>
                  <a:lnTo>
                    <a:pt x="63023" y="603885"/>
                  </a:lnTo>
                  <a:lnTo>
                    <a:pt x="65880" y="611505"/>
                  </a:lnTo>
                  <a:cubicBezTo>
                    <a:pt x="73500" y="636270"/>
                    <a:pt x="67785" y="677228"/>
                    <a:pt x="63023" y="712470"/>
                  </a:cubicBezTo>
                  <a:cubicBezTo>
                    <a:pt x="62070" y="718185"/>
                    <a:pt x="61118" y="722948"/>
                    <a:pt x="61118" y="728663"/>
                  </a:cubicBezTo>
                  <a:cubicBezTo>
                    <a:pt x="57308" y="757238"/>
                    <a:pt x="47783" y="796290"/>
                    <a:pt x="38258" y="838200"/>
                  </a:cubicBezTo>
                  <a:cubicBezTo>
                    <a:pt x="10635" y="953453"/>
                    <a:pt x="-22702" y="1097280"/>
                    <a:pt x="23018" y="1167765"/>
                  </a:cubicBezTo>
                  <a:cubicBezTo>
                    <a:pt x="35400" y="1187768"/>
                    <a:pt x="53498" y="1201103"/>
                    <a:pt x="78263" y="1206818"/>
                  </a:cubicBezTo>
                  <a:close/>
                  <a:moveTo>
                    <a:pt x="1106963" y="193358"/>
                  </a:moveTo>
                  <a:cubicBezTo>
                    <a:pt x="1663223" y="193358"/>
                    <a:pt x="2115660" y="647700"/>
                    <a:pt x="2115660" y="1206818"/>
                  </a:cubicBezTo>
                  <a:cubicBezTo>
                    <a:pt x="2115660" y="1765935"/>
                    <a:pt x="1663223" y="2220278"/>
                    <a:pt x="1106963" y="2220278"/>
                  </a:cubicBezTo>
                  <a:cubicBezTo>
                    <a:pt x="550703" y="2220278"/>
                    <a:pt x="98265" y="1765935"/>
                    <a:pt x="98265" y="1206818"/>
                  </a:cubicBezTo>
                  <a:cubicBezTo>
                    <a:pt x="98265" y="647700"/>
                    <a:pt x="550703" y="193358"/>
                    <a:pt x="1106963" y="193358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509" name="Google Shape;1509;p14"/>
            <p:cNvSpPr/>
            <p:nvPr/>
          </p:nvSpPr>
          <p:spPr bwMode="auto">
            <a:xfrm>
              <a:off x="5638798" y="3871913"/>
              <a:ext cx="916304" cy="45720"/>
            </a:xfrm>
            <a:custGeom>
              <a:avLst/>
              <a:gdLst/>
              <a:ahLst/>
              <a:cxnLst/>
              <a:rect l="l" t="t" r="r" b="b"/>
              <a:pathLst>
                <a:path w="916304" h="45720" fill="norm" stroke="1" extrusionOk="0">
                  <a:moveTo>
                    <a:pt x="90488" y="45720"/>
                  </a:moveTo>
                  <a:lnTo>
                    <a:pt x="825818" y="45720"/>
                  </a:lnTo>
                  <a:cubicBezTo>
                    <a:pt x="857250" y="32385"/>
                    <a:pt x="887730" y="17145"/>
                    <a:pt x="916305" y="0"/>
                  </a:cubicBezTo>
                  <a:lnTo>
                    <a:pt x="0" y="0"/>
                  </a:lnTo>
                  <a:cubicBezTo>
                    <a:pt x="28575" y="16192"/>
                    <a:pt x="59055" y="31433"/>
                    <a:pt x="90488" y="45720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510" name="Google Shape;1510;p14"/>
            <p:cNvSpPr/>
            <p:nvPr/>
          </p:nvSpPr>
          <p:spPr bwMode="auto">
            <a:xfrm>
              <a:off x="5838827" y="3957637"/>
              <a:ext cx="516254" cy="36195"/>
            </a:xfrm>
            <a:custGeom>
              <a:avLst/>
              <a:gdLst/>
              <a:ahLst/>
              <a:cxnLst/>
              <a:rect l="l" t="t" r="r" b="b"/>
              <a:pathLst>
                <a:path w="516254" h="36195" fill="norm" stroke="1" extrusionOk="0">
                  <a:moveTo>
                    <a:pt x="258128" y="36195"/>
                  </a:moveTo>
                  <a:cubicBezTo>
                    <a:pt x="347663" y="36195"/>
                    <a:pt x="434340" y="23813"/>
                    <a:pt x="516255" y="0"/>
                  </a:cubicBezTo>
                  <a:lnTo>
                    <a:pt x="0" y="0"/>
                  </a:lnTo>
                  <a:cubicBezTo>
                    <a:pt x="81915" y="22860"/>
                    <a:pt x="168592" y="36195"/>
                    <a:pt x="258128" y="36195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511" name="Google Shape;1511;p14"/>
            <p:cNvSpPr/>
            <p:nvPr/>
          </p:nvSpPr>
          <p:spPr bwMode="auto">
            <a:xfrm>
              <a:off x="6180769" y="3058476"/>
              <a:ext cx="205999" cy="305752"/>
            </a:xfrm>
            <a:custGeom>
              <a:avLst/>
              <a:gdLst/>
              <a:ahLst/>
              <a:cxnLst/>
              <a:rect l="l" t="t" r="r" b="b"/>
              <a:pathLst>
                <a:path w="205999" h="305752" fill="norm" stroke="1" extrusionOk="0">
                  <a:moveTo>
                    <a:pt x="140018" y="11430"/>
                  </a:moveTo>
                  <a:cubicBezTo>
                    <a:pt x="134303" y="5715"/>
                    <a:pt x="115253" y="0"/>
                    <a:pt x="92393" y="0"/>
                  </a:cubicBezTo>
                  <a:cubicBezTo>
                    <a:pt x="81915" y="0"/>
                    <a:pt x="72390" y="952"/>
                    <a:pt x="62865" y="3810"/>
                  </a:cubicBezTo>
                  <a:cubicBezTo>
                    <a:pt x="28575" y="12382"/>
                    <a:pt x="0" y="48577"/>
                    <a:pt x="0" y="66675"/>
                  </a:cubicBezTo>
                  <a:cubicBezTo>
                    <a:pt x="10478" y="80010"/>
                    <a:pt x="23813" y="94297"/>
                    <a:pt x="36195" y="106680"/>
                  </a:cubicBezTo>
                  <a:cubicBezTo>
                    <a:pt x="63818" y="133350"/>
                    <a:pt x="89535" y="160020"/>
                    <a:pt x="90488" y="196215"/>
                  </a:cubicBezTo>
                  <a:cubicBezTo>
                    <a:pt x="91440" y="213360"/>
                    <a:pt x="88583" y="228600"/>
                    <a:pt x="82868" y="243840"/>
                  </a:cubicBezTo>
                  <a:cubicBezTo>
                    <a:pt x="70485" y="276225"/>
                    <a:pt x="40958" y="295275"/>
                    <a:pt x="14288" y="305752"/>
                  </a:cubicBezTo>
                  <a:cubicBezTo>
                    <a:pt x="92393" y="301942"/>
                    <a:pt x="149543" y="284797"/>
                    <a:pt x="179070" y="253365"/>
                  </a:cubicBezTo>
                  <a:cubicBezTo>
                    <a:pt x="199073" y="233363"/>
                    <a:pt x="207645" y="206692"/>
                    <a:pt x="205740" y="174307"/>
                  </a:cubicBezTo>
                  <a:cubicBezTo>
                    <a:pt x="203835" y="152400"/>
                    <a:pt x="187643" y="130492"/>
                    <a:pt x="172403" y="108585"/>
                  </a:cubicBezTo>
                  <a:cubicBezTo>
                    <a:pt x="150495" y="79057"/>
                    <a:pt x="127635" y="47625"/>
                    <a:pt x="140018" y="11430"/>
                  </a:cubicBezTo>
                  <a:cubicBezTo>
                    <a:pt x="140970" y="11430"/>
                    <a:pt x="140018" y="11430"/>
                    <a:pt x="140018" y="11430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512" name="Google Shape;1512;p14"/>
            <p:cNvSpPr/>
            <p:nvPr/>
          </p:nvSpPr>
          <p:spPr bwMode="auto">
            <a:xfrm>
              <a:off x="6236969" y="3089908"/>
              <a:ext cx="262116" cy="284797"/>
            </a:xfrm>
            <a:custGeom>
              <a:avLst/>
              <a:gdLst/>
              <a:ahLst/>
              <a:cxnLst/>
              <a:rect l="l" t="t" r="r" b="b"/>
              <a:pathLst>
                <a:path w="262116" h="284797" fill="norm" stroke="1" extrusionOk="0">
                  <a:moveTo>
                    <a:pt x="190500" y="0"/>
                  </a:moveTo>
                  <a:cubicBezTo>
                    <a:pt x="178117" y="0"/>
                    <a:pt x="160020" y="953"/>
                    <a:pt x="142875" y="7620"/>
                  </a:cubicBezTo>
                  <a:cubicBezTo>
                    <a:pt x="121920" y="15240"/>
                    <a:pt x="109538" y="22860"/>
                    <a:pt x="104775" y="30480"/>
                  </a:cubicBezTo>
                  <a:cubicBezTo>
                    <a:pt x="111442" y="42863"/>
                    <a:pt x="120015" y="56198"/>
                    <a:pt x="129540" y="67628"/>
                  </a:cubicBezTo>
                  <a:cubicBezTo>
                    <a:pt x="146685" y="90488"/>
                    <a:pt x="163830" y="114300"/>
                    <a:pt x="165735" y="140970"/>
                  </a:cubicBezTo>
                  <a:cubicBezTo>
                    <a:pt x="168592" y="178118"/>
                    <a:pt x="158115" y="208598"/>
                    <a:pt x="135255" y="231458"/>
                  </a:cubicBezTo>
                  <a:cubicBezTo>
                    <a:pt x="107633" y="260033"/>
                    <a:pt x="61913" y="278130"/>
                    <a:pt x="0" y="284798"/>
                  </a:cubicBezTo>
                  <a:cubicBezTo>
                    <a:pt x="4763" y="284798"/>
                    <a:pt x="8572" y="284798"/>
                    <a:pt x="13335" y="284798"/>
                  </a:cubicBezTo>
                  <a:cubicBezTo>
                    <a:pt x="105727" y="284798"/>
                    <a:pt x="180975" y="263843"/>
                    <a:pt x="223838" y="225743"/>
                  </a:cubicBezTo>
                  <a:cubicBezTo>
                    <a:pt x="250508" y="201930"/>
                    <a:pt x="263842" y="173355"/>
                    <a:pt x="261938" y="140970"/>
                  </a:cubicBezTo>
                  <a:cubicBezTo>
                    <a:pt x="260985" y="119063"/>
                    <a:pt x="248602" y="101918"/>
                    <a:pt x="237172" y="84773"/>
                  </a:cubicBezTo>
                  <a:cubicBezTo>
                    <a:pt x="220980" y="61913"/>
                    <a:pt x="202883" y="36195"/>
                    <a:pt x="222885" y="953"/>
                  </a:cubicBezTo>
                  <a:cubicBezTo>
                    <a:pt x="216217" y="1905"/>
                    <a:pt x="204788" y="0"/>
                    <a:pt x="190500" y="0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513" name="Google Shape;1513;p14"/>
            <p:cNvSpPr/>
            <p:nvPr/>
          </p:nvSpPr>
          <p:spPr bwMode="auto">
            <a:xfrm>
              <a:off x="5940556" y="3035616"/>
              <a:ext cx="315693" cy="330517"/>
            </a:xfrm>
            <a:custGeom>
              <a:avLst/>
              <a:gdLst/>
              <a:ahLst/>
              <a:cxnLst/>
              <a:rect l="l" t="t" r="r" b="b"/>
              <a:pathLst>
                <a:path w="315693" h="330517" fill="norm" stroke="1" extrusionOk="0">
                  <a:moveTo>
                    <a:pt x="308793" y="260985"/>
                  </a:moveTo>
                  <a:cubicBezTo>
                    <a:pt x="314507" y="247650"/>
                    <a:pt x="316412" y="234315"/>
                    <a:pt x="315460" y="219075"/>
                  </a:cubicBezTo>
                  <a:cubicBezTo>
                    <a:pt x="313555" y="188595"/>
                    <a:pt x="290695" y="163830"/>
                    <a:pt x="265930" y="140017"/>
                  </a:cubicBezTo>
                  <a:cubicBezTo>
                    <a:pt x="257357" y="131445"/>
                    <a:pt x="212590" y="87630"/>
                    <a:pt x="196398" y="49530"/>
                  </a:cubicBezTo>
                  <a:lnTo>
                    <a:pt x="193540" y="43815"/>
                  </a:lnTo>
                  <a:cubicBezTo>
                    <a:pt x="183062" y="16192"/>
                    <a:pt x="175443" y="0"/>
                    <a:pt x="157345" y="0"/>
                  </a:cubicBezTo>
                  <a:cubicBezTo>
                    <a:pt x="140200" y="0"/>
                    <a:pt x="131628" y="18098"/>
                    <a:pt x="120198" y="45720"/>
                  </a:cubicBezTo>
                  <a:cubicBezTo>
                    <a:pt x="119245" y="46673"/>
                    <a:pt x="89718" y="102870"/>
                    <a:pt x="46855" y="143828"/>
                  </a:cubicBezTo>
                  <a:cubicBezTo>
                    <a:pt x="22090" y="166688"/>
                    <a:pt x="1135" y="190500"/>
                    <a:pt x="182" y="220028"/>
                  </a:cubicBezTo>
                  <a:cubicBezTo>
                    <a:pt x="-770" y="234315"/>
                    <a:pt x="2087" y="247650"/>
                    <a:pt x="6850" y="261938"/>
                  </a:cubicBezTo>
                  <a:cubicBezTo>
                    <a:pt x="24948" y="309563"/>
                    <a:pt x="94480" y="330517"/>
                    <a:pt x="155440" y="330517"/>
                  </a:cubicBezTo>
                  <a:lnTo>
                    <a:pt x="158298" y="330517"/>
                  </a:lnTo>
                  <a:lnTo>
                    <a:pt x="158298" y="330517"/>
                  </a:lnTo>
                  <a:lnTo>
                    <a:pt x="158298" y="330517"/>
                  </a:lnTo>
                  <a:lnTo>
                    <a:pt x="161155" y="330517"/>
                  </a:lnTo>
                  <a:cubicBezTo>
                    <a:pt x="221162" y="329565"/>
                    <a:pt x="290695" y="308610"/>
                    <a:pt x="308793" y="260985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514" name="Google Shape;1514;p14"/>
            <p:cNvSpPr/>
            <p:nvPr/>
          </p:nvSpPr>
          <p:spPr bwMode="auto">
            <a:xfrm>
              <a:off x="5809991" y="3058476"/>
              <a:ext cx="205999" cy="305752"/>
            </a:xfrm>
            <a:custGeom>
              <a:avLst/>
              <a:gdLst/>
              <a:ahLst/>
              <a:cxnLst/>
              <a:rect l="l" t="t" r="r" b="b"/>
              <a:pathLst>
                <a:path w="205999" h="305752" fill="norm" stroke="1" extrusionOk="0">
                  <a:moveTo>
                    <a:pt x="259" y="174307"/>
                  </a:moveTo>
                  <a:cubicBezTo>
                    <a:pt x="-1646" y="206692"/>
                    <a:pt x="6927" y="233363"/>
                    <a:pt x="26929" y="253365"/>
                  </a:cubicBezTo>
                  <a:cubicBezTo>
                    <a:pt x="56457" y="283845"/>
                    <a:pt x="113607" y="301942"/>
                    <a:pt x="191712" y="305752"/>
                  </a:cubicBezTo>
                  <a:cubicBezTo>
                    <a:pt x="165042" y="295275"/>
                    <a:pt x="135514" y="276225"/>
                    <a:pt x="123132" y="243840"/>
                  </a:cubicBezTo>
                  <a:cubicBezTo>
                    <a:pt x="117417" y="228600"/>
                    <a:pt x="114559" y="212407"/>
                    <a:pt x="115512" y="196215"/>
                  </a:cubicBezTo>
                  <a:cubicBezTo>
                    <a:pt x="117417" y="160020"/>
                    <a:pt x="142182" y="133350"/>
                    <a:pt x="169804" y="106680"/>
                  </a:cubicBezTo>
                  <a:cubicBezTo>
                    <a:pt x="182187" y="94297"/>
                    <a:pt x="195522" y="80010"/>
                    <a:pt x="205999" y="66675"/>
                  </a:cubicBezTo>
                  <a:cubicBezTo>
                    <a:pt x="205999" y="48577"/>
                    <a:pt x="177424" y="12382"/>
                    <a:pt x="143134" y="3810"/>
                  </a:cubicBezTo>
                  <a:cubicBezTo>
                    <a:pt x="133609" y="1905"/>
                    <a:pt x="124084" y="0"/>
                    <a:pt x="113607" y="0"/>
                  </a:cubicBezTo>
                  <a:cubicBezTo>
                    <a:pt x="90747" y="0"/>
                    <a:pt x="71697" y="5715"/>
                    <a:pt x="65982" y="11430"/>
                  </a:cubicBezTo>
                  <a:cubicBezTo>
                    <a:pt x="65982" y="11430"/>
                    <a:pt x="65029" y="12382"/>
                    <a:pt x="65029" y="12382"/>
                  </a:cubicBezTo>
                  <a:cubicBezTo>
                    <a:pt x="78364" y="48577"/>
                    <a:pt x="55504" y="79057"/>
                    <a:pt x="33597" y="109538"/>
                  </a:cubicBezTo>
                  <a:cubicBezTo>
                    <a:pt x="18357" y="130492"/>
                    <a:pt x="2164" y="152400"/>
                    <a:pt x="259" y="174307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515" name="Google Shape;1515;p14"/>
            <p:cNvSpPr/>
            <p:nvPr/>
          </p:nvSpPr>
          <p:spPr bwMode="auto">
            <a:xfrm>
              <a:off x="5698627" y="3091815"/>
              <a:ext cx="262116" cy="284797"/>
            </a:xfrm>
            <a:custGeom>
              <a:avLst/>
              <a:gdLst/>
              <a:ahLst/>
              <a:cxnLst/>
              <a:rect l="l" t="t" r="r" b="b"/>
              <a:pathLst>
                <a:path w="262116" h="284797" fill="norm" stroke="1" extrusionOk="0">
                  <a:moveTo>
                    <a:pt x="179" y="140970"/>
                  </a:moveTo>
                  <a:cubicBezTo>
                    <a:pt x="-1726" y="173355"/>
                    <a:pt x="11609" y="201930"/>
                    <a:pt x="38279" y="225742"/>
                  </a:cubicBezTo>
                  <a:cubicBezTo>
                    <a:pt x="81142" y="263842"/>
                    <a:pt x="156389" y="284797"/>
                    <a:pt x="248781" y="284797"/>
                  </a:cubicBezTo>
                  <a:cubicBezTo>
                    <a:pt x="253544" y="284797"/>
                    <a:pt x="257354" y="284797"/>
                    <a:pt x="262117" y="284797"/>
                  </a:cubicBezTo>
                  <a:cubicBezTo>
                    <a:pt x="199252" y="277177"/>
                    <a:pt x="154484" y="259080"/>
                    <a:pt x="126862" y="231457"/>
                  </a:cubicBezTo>
                  <a:cubicBezTo>
                    <a:pt x="104002" y="207645"/>
                    <a:pt x="93524" y="177165"/>
                    <a:pt x="96382" y="140970"/>
                  </a:cubicBezTo>
                  <a:cubicBezTo>
                    <a:pt x="98287" y="114300"/>
                    <a:pt x="115432" y="90488"/>
                    <a:pt x="132577" y="67627"/>
                  </a:cubicBezTo>
                  <a:cubicBezTo>
                    <a:pt x="142102" y="55245"/>
                    <a:pt x="150674" y="42863"/>
                    <a:pt x="157342" y="30480"/>
                  </a:cubicBezTo>
                  <a:cubicBezTo>
                    <a:pt x="152579" y="21907"/>
                    <a:pt x="140197" y="14288"/>
                    <a:pt x="119242" y="7620"/>
                  </a:cubicBezTo>
                  <a:cubicBezTo>
                    <a:pt x="102097" y="1905"/>
                    <a:pt x="83047" y="0"/>
                    <a:pt x="71617" y="0"/>
                  </a:cubicBezTo>
                  <a:cubicBezTo>
                    <a:pt x="57329" y="0"/>
                    <a:pt x="45899" y="1905"/>
                    <a:pt x="40184" y="3810"/>
                  </a:cubicBezTo>
                  <a:cubicBezTo>
                    <a:pt x="61139" y="39052"/>
                    <a:pt x="42089" y="64770"/>
                    <a:pt x="25897" y="87630"/>
                  </a:cubicBezTo>
                  <a:cubicBezTo>
                    <a:pt x="13514" y="101917"/>
                    <a:pt x="2084" y="119063"/>
                    <a:pt x="179" y="140970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516" name="Google Shape;1516;p14"/>
            <p:cNvSpPr/>
            <p:nvPr/>
          </p:nvSpPr>
          <p:spPr bwMode="auto">
            <a:xfrm>
              <a:off x="5791200" y="3389944"/>
              <a:ext cx="150495" cy="61912"/>
            </a:xfrm>
            <a:custGeom>
              <a:avLst/>
              <a:gdLst/>
              <a:ahLst/>
              <a:cxnLst/>
              <a:rect l="l" t="t" r="r" b="b"/>
              <a:pathLst>
                <a:path w="150495" h="61912" fill="norm" stroke="1" extrusionOk="0">
                  <a:moveTo>
                    <a:pt x="122873" y="25718"/>
                  </a:moveTo>
                  <a:cubicBezTo>
                    <a:pt x="126683" y="23813"/>
                    <a:pt x="129540" y="21908"/>
                    <a:pt x="131445" y="20003"/>
                  </a:cubicBezTo>
                  <a:cubicBezTo>
                    <a:pt x="137160" y="16193"/>
                    <a:pt x="140970" y="12383"/>
                    <a:pt x="144780" y="8573"/>
                  </a:cubicBezTo>
                  <a:cubicBezTo>
                    <a:pt x="146685" y="6668"/>
                    <a:pt x="148590" y="4763"/>
                    <a:pt x="150495" y="2858"/>
                  </a:cubicBezTo>
                  <a:cubicBezTo>
                    <a:pt x="132398" y="2858"/>
                    <a:pt x="115252" y="1905"/>
                    <a:pt x="98108" y="0"/>
                  </a:cubicBezTo>
                  <a:lnTo>
                    <a:pt x="98108" y="0"/>
                  </a:lnTo>
                  <a:cubicBezTo>
                    <a:pt x="96202" y="0"/>
                    <a:pt x="95250" y="953"/>
                    <a:pt x="94298" y="1905"/>
                  </a:cubicBezTo>
                  <a:cubicBezTo>
                    <a:pt x="92392" y="3810"/>
                    <a:pt x="89535" y="5715"/>
                    <a:pt x="87630" y="7620"/>
                  </a:cubicBezTo>
                  <a:cubicBezTo>
                    <a:pt x="73342" y="20003"/>
                    <a:pt x="49530" y="40005"/>
                    <a:pt x="1905" y="40005"/>
                  </a:cubicBezTo>
                  <a:lnTo>
                    <a:pt x="0" y="40005"/>
                  </a:lnTo>
                  <a:cubicBezTo>
                    <a:pt x="16192" y="48578"/>
                    <a:pt x="53340" y="60960"/>
                    <a:pt x="92392" y="61913"/>
                  </a:cubicBezTo>
                  <a:lnTo>
                    <a:pt x="92392" y="61913"/>
                  </a:lnTo>
                  <a:cubicBezTo>
                    <a:pt x="96202" y="61913"/>
                    <a:pt x="97155" y="60960"/>
                    <a:pt x="97155" y="59055"/>
                  </a:cubicBezTo>
                  <a:cubicBezTo>
                    <a:pt x="97155" y="56198"/>
                    <a:pt x="97155" y="54293"/>
                    <a:pt x="97155" y="52388"/>
                  </a:cubicBezTo>
                  <a:cubicBezTo>
                    <a:pt x="100013" y="40005"/>
                    <a:pt x="110490" y="33338"/>
                    <a:pt x="122873" y="25718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517" name="Google Shape;1517;p14"/>
            <p:cNvSpPr/>
            <p:nvPr/>
          </p:nvSpPr>
          <p:spPr bwMode="auto">
            <a:xfrm>
              <a:off x="5904547" y="3388996"/>
              <a:ext cx="103822" cy="80962"/>
            </a:xfrm>
            <a:custGeom>
              <a:avLst/>
              <a:gdLst/>
              <a:ahLst/>
              <a:cxnLst/>
              <a:rect l="l" t="t" r="r" b="b"/>
              <a:pathLst>
                <a:path w="103822" h="80962" fill="norm" stroke="1" extrusionOk="0">
                  <a:moveTo>
                    <a:pt x="68580" y="80963"/>
                  </a:moveTo>
                  <a:cubicBezTo>
                    <a:pt x="78105" y="80963"/>
                    <a:pt x="87630" y="80010"/>
                    <a:pt x="94298" y="77152"/>
                  </a:cubicBezTo>
                  <a:cubicBezTo>
                    <a:pt x="99060" y="75247"/>
                    <a:pt x="102870" y="73342"/>
                    <a:pt x="103823" y="71438"/>
                  </a:cubicBezTo>
                  <a:cubicBezTo>
                    <a:pt x="101918" y="69533"/>
                    <a:pt x="100965" y="67627"/>
                    <a:pt x="99060" y="65722"/>
                  </a:cubicBezTo>
                  <a:cubicBezTo>
                    <a:pt x="88582" y="48577"/>
                    <a:pt x="81915" y="21908"/>
                    <a:pt x="101918" y="952"/>
                  </a:cubicBezTo>
                  <a:cubicBezTo>
                    <a:pt x="101918" y="952"/>
                    <a:pt x="101918" y="952"/>
                    <a:pt x="102870" y="0"/>
                  </a:cubicBezTo>
                  <a:cubicBezTo>
                    <a:pt x="97155" y="952"/>
                    <a:pt x="90487" y="952"/>
                    <a:pt x="84773" y="952"/>
                  </a:cubicBezTo>
                  <a:cubicBezTo>
                    <a:pt x="55245" y="4763"/>
                    <a:pt x="49530" y="10477"/>
                    <a:pt x="42862" y="19050"/>
                  </a:cubicBezTo>
                  <a:cubicBezTo>
                    <a:pt x="39052" y="22860"/>
                    <a:pt x="34290" y="27622"/>
                    <a:pt x="27623" y="33338"/>
                  </a:cubicBezTo>
                  <a:cubicBezTo>
                    <a:pt x="24765" y="35242"/>
                    <a:pt x="21907" y="37147"/>
                    <a:pt x="19050" y="39052"/>
                  </a:cubicBezTo>
                  <a:cubicBezTo>
                    <a:pt x="9525" y="44767"/>
                    <a:pt x="952" y="50483"/>
                    <a:pt x="0" y="55245"/>
                  </a:cubicBezTo>
                  <a:cubicBezTo>
                    <a:pt x="0" y="57150"/>
                    <a:pt x="0" y="58102"/>
                    <a:pt x="1905" y="60960"/>
                  </a:cubicBezTo>
                  <a:cubicBezTo>
                    <a:pt x="8573" y="71438"/>
                    <a:pt x="39052" y="80963"/>
                    <a:pt x="68580" y="80963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518" name="Google Shape;1518;p14"/>
            <p:cNvSpPr/>
            <p:nvPr/>
          </p:nvSpPr>
          <p:spPr bwMode="auto">
            <a:xfrm>
              <a:off x="6010119" y="3382326"/>
              <a:ext cx="179377" cy="129539"/>
            </a:xfrm>
            <a:custGeom>
              <a:avLst/>
              <a:gdLst/>
              <a:ahLst/>
              <a:cxnLst/>
              <a:rect l="l" t="t" r="r" b="b"/>
              <a:pathLst>
                <a:path w="179377" h="129539" fill="norm" stroke="1" extrusionOk="0">
                  <a:moveTo>
                    <a:pt x="88736" y="0"/>
                  </a:moveTo>
                  <a:lnTo>
                    <a:pt x="88736" y="0"/>
                  </a:lnTo>
                  <a:lnTo>
                    <a:pt x="87784" y="0"/>
                  </a:lnTo>
                  <a:cubicBezTo>
                    <a:pt x="44921" y="0"/>
                    <a:pt x="20156" y="5715"/>
                    <a:pt x="8726" y="19050"/>
                  </a:cubicBezTo>
                  <a:cubicBezTo>
                    <a:pt x="-4609" y="33338"/>
                    <a:pt x="-799" y="52388"/>
                    <a:pt x="7774" y="64770"/>
                  </a:cubicBezTo>
                  <a:cubicBezTo>
                    <a:pt x="9679" y="67627"/>
                    <a:pt x="11584" y="70485"/>
                    <a:pt x="14441" y="72390"/>
                  </a:cubicBezTo>
                  <a:lnTo>
                    <a:pt x="16346" y="74295"/>
                  </a:lnTo>
                  <a:cubicBezTo>
                    <a:pt x="23014" y="79057"/>
                    <a:pt x="30634" y="81915"/>
                    <a:pt x="38254" y="84772"/>
                  </a:cubicBezTo>
                  <a:cubicBezTo>
                    <a:pt x="56351" y="91440"/>
                    <a:pt x="76354" y="99060"/>
                    <a:pt x="89689" y="129540"/>
                  </a:cubicBezTo>
                  <a:cubicBezTo>
                    <a:pt x="103024" y="98107"/>
                    <a:pt x="123026" y="91440"/>
                    <a:pt x="141124" y="84772"/>
                  </a:cubicBezTo>
                  <a:cubicBezTo>
                    <a:pt x="148744" y="81915"/>
                    <a:pt x="156364" y="79057"/>
                    <a:pt x="163031" y="74295"/>
                  </a:cubicBezTo>
                  <a:lnTo>
                    <a:pt x="164936" y="72390"/>
                  </a:lnTo>
                  <a:cubicBezTo>
                    <a:pt x="167794" y="70485"/>
                    <a:pt x="169699" y="67627"/>
                    <a:pt x="171604" y="64770"/>
                  </a:cubicBezTo>
                  <a:cubicBezTo>
                    <a:pt x="180176" y="52388"/>
                    <a:pt x="183986" y="33338"/>
                    <a:pt x="170651" y="19050"/>
                  </a:cubicBezTo>
                  <a:cubicBezTo>
                    <a:pt x="157316" y="5715"/>
                    <a:pt x="131599" y="0"/>
                    <a:pt x="88736" y="0"/>
                  </a:cubicBezTo>
                  <a:lnTo>
                    <a:pt x="88736" y="0"/>
                  </a:ln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519" name="Google Shape;1519;p14"/>
            <p:cNvSpPr/>
            <p:nvPr/>
          </p:nvSpPr>
          <p:spPr bwMode="auto">
            <a:xfrm>
              <a:off x="6188393" y="3388996"/>
              <a:ext cx="104775" cy="81913"/>
            </a:xfrm>
            <a:custGeom>
              <a:avLst/>
              <a:gdLst/>
              <a:ahLst/>
              <a:cxnLst/>
              <a:rect l="l" t="t" r="r" b="b"/>
              <a:pathLst>
                <a:path w="104775" h="81914" fill="norm" stroke="1" extrusionOk="0">
                  <a:moveTo>
                    <a:pt x="0" y="72390"/>
                  </a:moveTo>
                  <a:cubicBezTo>
                    <a:pt x="1905" y="74295"/>
                    <a:pt x="4763" y="77152"/>
                    <a:pt x="9525" y="78105"/>
                  </a:cubicBezTo>
                  <a:cubicBezTo>
                    <a:pt x="16192" y="80010"/>
                    <a:pt x="24765" y="81915"/>
                    <a:pt x="35242" y="81915"/>
                  </a:cubicBezTo>
                  <a:cubicBezTo>
                    <a:pt x="64770" y="81915"/>
                    <a:pt x="95250" y="72390"/>
                    <a:pt x="102870" y="60960"/>
                  </a:cubicBezTo>
                  <a:cubicBezTo>
                    <a:pt x="104775" y="59055"/>
                    <a:pt x="104775" y="57150"/>
                    <a:pt x="104775" y="55245"/>
                  </a:cubicBezTo>
                  <a:cubicBezTo>
                    <a:pt x="103823" y="50483"/>
                    <a:pt x="95250" y="44767"/>
                    <a:pt x="85725" y="39052"/>
                  </a:cubicBezTo>
                  <a:cubicBezTo>
                    <a:pt x="82867" y="37147"/>
                    <a:pt x="80010" y="35242"/>
                    <a:pt x="77153" y="33338"/>
                  </a:cubicBezTo>
                  <a:cubicBezTo>
                    <a:pt x="69533" y="28575"/>
                    <a:pt x="65723" y="23813"/>
                    <a:pt x="61913" y="19050"/>
                  </a:cubicBezTo>
                  <a:cubicBezTo>
                    <a:pt x="54292" y="11430"/>
                    <a:pt x="48578" y="4763"/>
                    <a:pt x="20003" y="952"/>
                  </a:cubicBezTo>
                  <a:cubicBezTo>
                    <a:pt x="14288" y="952"/>
                    <a:pt x="8573" y="0"/>
                    <a:pt x="1905" y="0"/>
                  </a:cubicBezTo>
                  <a:cubicBezTo>
                    <a:pt x="1905" y="0"/>
                    <a:pt x="1905" y="0"/>
                    <a:pt x="2858" y="952"/>
                  </a:cubicBezTo>
                  <a:cubicBezTo>
                    <a:pt x="21908" y="21908"/>
                    <a:pt x="16192" y="49530"/>
                    <a:pt x="5715" y="65722"/>
                  </a:cubicBezTo>
                  <a:cubicBezTo>
                    <a:pt x="3810" y="67627"/>
                    <a:pt x="1905" y="70485"/>
                    <a:pt x="0" y="72390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520" name="Google Shape;1520;p14"/>
            <p:cNvSpPr/>
            <p:nvPr/>
          </p:nvSpPr>
          <p:spPr bwMode="auto">
            <a:xfrm>
              <a:off x="6255066" y="3388042"/>
              <a:ext cx="150495" cy="61912"/>
            </a:xfrm>
            <a:custGeom>
              <a:avLst/>
              <a:gdLst/>
              <a:ahLst/>
              <a:cxnLst/>
              <a:rect l="l" t="t" r="r" b="b"/>
              <a:pathLst>
                <a:path w="150495" h="61912" fill="norm" stroke="1" extrusionOk="0">
                  <a:moveTo>
                    <a:pt x="58103" y="61913"/>
                  </a:moveTo>
                  <a:lnTo>
                    <a:pt x="58103" y="61913"/>
                  </a:lnTo>
                  <a:cubicBezTo>
                    <a:pt x="97155" y="61913"/>
                    <a:pt x="135255" y="49530"/>
                    <a:pt x="150495" y="40005"/>
                  </a:cubicBezTo>
                  <a:lnTo>
                    <a:pt x="148590" y="40005"/>
                  </a:lnTo>
                  <a:cubicBezTo>
                    <a:pt x="100965" y="40005"/>
                    <a:pt x="77153" y="20003"/>
                    <a:pt x="62865" y="7620"/>
                  </a:cubicBezTo>
                  <a:cubicBezTo>
                    <a:pt x="60960" y="5715"/>
                    <a:pt x="58103" y="3810"/>
                    <a:pt x="56198" y="1905"/>
                  </a:cubicBezTo>
                  <a:cubicBezTo>
                    <a:pt x="55245" y="953"/>
                    <a:pt x="54292" y="953"/>
                    <a:pt x="52388" y="0"/>
                  </a:cubicBezTo>
                  <a:lnTo>
                    <a:pt x="52388" y="0"/>
                  </a:lnTo>
                  <a:cubicBezTo>
                    <a:pt x="35242" y="1905"/>
                    <a:pt x="17145" y="2858"/>
                    <a:pt x="0" y="2858"/>
                  </a:cubicBezTo>
                  <a:cubicBezTo>
                    <a:pt x="1905" y="4763"/>
                    <a:pt x="3810" y="6667"/>
                    <a:pt x="5715" y="8573"/>
                  </a:cubicBezTo>
                  <a:cubicBezTo>
                    <a:pt x="9525" y="12383"/>
                    <a:pt x="12383" y="16192"/>
                    <a:pt x="19050" y="20003"/>
                  </a:cubicBezTo>
                  <a:cubicBezTo>
                    <a:pt x="21908" y="21908"/>
                    <a:pt x="24765" y="23813"/>
                    <a:pt x="27623" y="25717"/>
                  </a:cubicBezTo>
                  <a:cubicBezTo>
                    <a:pt x="40005" y="33338"/>
                    <a:pt x="50483" y="40005"/>
                    <a:pt x="52388" y="51435"/>
                  </a:cubicBezTo>
                  <a:cubicBezTo>
                    <a:pt x="52388" y="53340"/>
                    <a:pt x="53340" y="56198"/>
                    <a:pt x="52388" y="58103"/>
                  </a:cubicBezTo>
                  <a:cubicBezTo>
                    <a:pt x="53340" y="60960"/>
                    <a:pt x="54292" y="61913"/>
                    <a:pt x="58103" y="61913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521" name="Google Shape;1521;p14"/>
            <p:cNvSpPr/>
            <p:nvPr/>
          </p:nvSpPr>
          <p:spPr bwMode="auto">
            <a:xfrm>
              <a:off x="5622573" y="3664502"/>
              <a:ext cx="433339" cy="150232"/>
            </a:xfrm>
            <a:custGeom>
              <a:avLst/>
              <a:gdLst/>
              <a:ahLst/>
              <a:cxnLst/>
              <a:rect l="l" t="t" r="r" b="b"/>
              <a:pathLst>
                <a:path w="433339" h="150232" fill="norm" stroke="1" extrusionOk="0">
                  <a:moveTo>
                    <a:pt x="281020" y="82629"/>
                  </a:moveTo>
                  <a:cubicBezTo>
                    <a:pt x="285782" y="84534"/>
                    <a:pt x="349600" y="103584"/>
                    <a:pt x="361982" y="104537"/>
                  </a:cubicBezTo>
                  <a:cubicBezTo>
                    <a:pt x="382937" y="107394"/>
                    <a:pt x="404845" y="106442"/>
                    <a:pt x="421037" y="92154"/>
                  </a:cubicBezTo>
                  <a:cubicBezTo>
                    <a:pt x="421990" y="91202"/>
                    <a:pt x="422942" y="90249"/>
                    <a:pt x="424847" y="89297"/>
                  </a:cubicBezTo>
                  <a:cubicBezTo>
                    <a:pt x="427705" y="85487"/>
                    <a:pt x="430562" y="82629"/>
                    <a:pt x="431515" y="78819"/>
                  </a:cubicBezTo>
                  <a:cubicBezTo>
                    <a:pt x="440087" y="56912"/>
                    <a:pt x="419132" y="30242"/>
                    <a:pt x="354362" y="15002"/>
                  </a:cubicBezTo>
                  <a:cubicBezTo>
                    <a:pt x="274352" y="-4048"/>
                    <a:pt x="153385" y="-6906"/>
                    <a:pt x="67660" y="17859"/>
                  </a:cubicBezTo>
                  <a:cubicBezTo>
                    <a:pt x="19082" y="32147"/>
                    <a:pt x="-920" y="52149"/>
                    <a:pt x="32" y="72152"/>
                  </a:cubicBezTo>
                  <a:cubicBezTo>
                    <a:pt x="32" y="77867"/>
                    <a:pt x="1937" y="82629"/>
                    <a:pt x="4795" y="88344"/>
                  </a:cubicBezTo>
                  <a:lnTo>
                    <a:pt x="4795" y="88344"/>
                  </a:lnTo>
                  <a:cubicBezTo>
                    <a:pt x="10510" y="97869"/>
                    <a:pt x="20035" y="107394"/>
                    <a:pt x="33370" y="115014"/>
                  </a:cubicBezTo>
                  <a:cubicBezTo>
                    <a:pt x="40037" y="118824"/>
                    <a:pt x="46705" y="122634"/>
                    <a:pt x="55277" y="125492"/>
                  </a:cubicBezTo>
                  <a:lnTo>
                    <a:pt x="55277" y="125492"/>
                  </a:lnTo>
                  <a:cubicBezTo>
                    <a:pt x="69565" y="131207"/>
                    <a:pt x="84805" y="135969"/>
                    <a:pt x="102902" y="138827"/>
                  </a:cubicBezTo>
                  <a:cubicBezTo>
                    <a:pt x="150527" y="148352"/>
                    <a:pt x="208630" y="152162"/>
                    <a:pt x="258160" y="149304"/>
                  </a:cubicBezTo>
                  <a:cubicBezTo>
                    <a:pt x="330550" y="145494"/>
                    <a:pt x="324835" y="123587"/>
                    <a:pt x="309595" y="114062"/>
                  </a:cubicBezTo>
                  <a:cubicBezTo>
                    <a:pt x="305785" y="112157"/>
                    <a:pt x="287687" y="102632"/>
                    <a:pt x="275305" y="93107"/>
                  </a:cubicBezTo>
                  <a:cubicBezTo>
                    <a:pt x="264827" y="86439"/>
                    <a:pt x="271495" y="78819"/>
                    <a:pt x="281020" y="82629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522" name="Google Shape;1522;p14"/>
            <p:cNvSpPr/>
            <p:nvPr/>
          </p:nvSpPr>
          <p:spPr bwMode="auto">
            <a:xfrm>
              <a:off x="5892166" y="3782374"/>
              <a:ext cx="786764" cy="50482"/>
            </a:xfrm>
            <a:custGeom>
              <a:avLst/>
              <a:gdLst/>
              <a:ahLst/>
              <a:cxnLst/>
              <a:rect l="l" t="t" r="r" b="b"/>
              <a:pathLst>
                <a:path w="786764" h="50482" fill="norm" stroke="1" extrusionOk="0">
                  <a:moveTo>
                    <a:pt x="64770" y="0"/>
                  </a:moveTo>
                  <a:cubicBezTo>
                    <a:pt x="65723" y="952"/>
                    <a:pt x="65723" y="2857"/>
                    <a:pt x="65723" y="4763"/>
                  </a:cubicBezTo>
                  <a:cubicBezTo>
                    <a:pt x="66675" y="8572"/>
                    <a:pt x="66675" y="13335"/>
                    <a:pt x="65723" y="17145"/>
                  </a:cubicBezTo>
                  <a:cubicBezTo>
                    <a:pt x="60007" y="40957"/>
                    <a:pt x="28575" y="47625"/>
                    <a:pt x="0" y="50482"/>
                  </a:cubicBezTo>
                  <a:lnTo>
                    <a:pt x="725805" y="50482"/>
                  </a:lnTo>
                  <a:cubicBezTo>
                    <a:pt x="746760" y="36195"/>
                    <a:pt x="766763" y="20955"/>
                    <a:pt x="786765" y="4763"/>
                  </a:cubicBezTo>
                  <a:lnTo>
                    <a:pt x="81915" y="4763"/>
                  </a:lnTo>
                  <a:cubicBezTo>
                    <a:pt x="78105" y="2857"/>
                    <a:pt x="72390" y="1905"/>
                    <a:pt x="64770" y="0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523" name="Google Shape;1523;p14"/>
            <p:cNvSpPr/>
            <p:nvPr/>
          </p:nvSpPr>
          <p:spPr bwMode="auto">
            <a:xfrm>
              <a:off x="5514024" y="3787137"/>
              <a:ext cx="279082" cy="45719"/>
            </a:xfrm>
            <a:custGeom>
              <a:avLst/>
              <a:gdLst/>
              <a:ahLst/>
              <a:cxnLst/>
              <a:rect l="l" t="t" r="r" b="b"/>
              <a:pathLst>
                <a:path w="279082" h="45719" fill="norm" stroke="1" extrusionOk="0">
                  <a:moveTo>
                    <a:pt x="206692" y="35242"/>
                  </a:moveTo>
                  <a:cubicBezTo>
                    <a:pt x="187642" y="31432"/>
                    <a:pt x="171450" y="26670"/>
                    <a:pt x="157163" y="20955"/>
                  </a:cubicBezTo>
                  <a:lnTo>
                    <a:pt x="156210" y="20955"/>
                  </a:lnTo>
                  <a:lnTo>
                    <a:pt x="155257" y="20955"/>
                  </a:lnTo>
                  <a:cubicBezTo>
                    <a:pt x="146685" y="17145"/>
                    <a:pt x="139065" y="13335"/>
                    <a:pt x="131445" y="9525"/>
                  </a:cubicBezTo>
                  <a:cubicBezTo>
                    <a:pt x="126682" y="6667"/>
                    <a:pt x="121920" y="3810"/>
                    <a:pt x="118110" y="0"/>
                  </a:cubicBezTo>
                  <a:lnTo>
                    <a:pt x="0" y="0"/>
                  </a:lnTo>
                  <a:cubicBezTo>
                    <a:pt x="20002" y="16192"/>
                    <a:pt x="40005" y="31432"/>
                    <a:pt x="60960" y="45720"/>
                  </a:cubicBezTo>
                  <a:lnTo>
                    <a:pt x="279082" y="45720"/>
                  </a:lnTo>
                  <a:cubicBezTo>
                    <a:pt x="253365" y="42863"/>
                    <a:pt x="228600" y="40005"/>
                    <a:pt x="206692" y="35242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524" name="Google Shape;1524;p14"/>
            <p:cNvSpPr/>
            <p:nvPr/>
          </p:nvSpPr>
          <p:spPr bwMode="auto">
            <a:xfrm>
              <a:off x="5295902" y="3529966"/>
              <a:ext cx="984884" cy="45719"/>
            </a:xfrm>
            <a:custGeom>
              <a:avLst/>
              <a:gdLst/>
              <a:ahLst/>
              <a:cxnLst/>
              <a:rect l="l" t="t" r="r" b="b"/>
              <a:pathLst>
                <a:path w="984884" h="45719" fill="norm" stroke="1" extrusionOk="0">
                  <a:moveTo>
                    <a:pt x="950595" y="44767"/>
                  </a:moveTo>
                  <a:cubicBezTo>
                    <a:pt x="947738" y="36195"/>
                    <a:pt x="948690" y="26670"/>
                    <a:pt x="953453" y="19050"/>
                  </a:cubicBezTo>
                  <a:cubicBezTo>
                    <a:pt x="956310" y="14288"/>
                    <a:pt x="960120" y="11430"/>
                    <a:pt x="966788" y="7620"/>
                  </a:cubicBezTo>
                  <a:cubicBezTo>
                    <a:pt x="971550" y="4763"/>
                    <a:pt x="978218" y="2857"/>
                    <a:pt x="984885" y="0"/>
                  </a:cubicBezTo>
                  <a:lnTo>
                    <a:pt x="0" y="0"/>
                  </a:lnTo>
                  <a:cubicBezTo>
                    <a:pt x="8573" y="15240"/>
                    <a:pt x="18098" y="30480"/>
                    <a:pt x="28575" y="45720"/>
                  </a:cubicBezTo>
                  <a:lnTo>
                    <a:pt x="951547" y="45720"/>
                  </a:lnTo>
                  <a:cubicBezTo>
                    <a:pt x="950595" y="45720"/>
                    <a:pt x="950595" y="45720"/>
                    <a:pt x="950595" y="44767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525" name="Google Shape;1525;p14"/>
            <p:cNvSpPr/>
            <p:nvPr/>
          </p:nvSpPr>
          <p:spPr bwMode="auto">
            <a:xfrm>
              <a:off x="6517960" y="3529966"/>
              <a:ext cx="381000" cy="45719"/>
            </a:xfrm>
            <a:custGeom>
              <a:avLst/>
              <a:gdLst/>
              <a:ahLst/>
              <a:cxnLst/>
              <a:rect l="l" t="t" r="r" b="b"/>
              <a:pathLst>
                <a:path w="381000" h="45719" fill="norm" stroke="1" extrusionOk="0">
                  <a:moveTo>
                    <a:pt x="74295" y="15240"/>
                  </a:moveTo>
                  <a:cubicBezTo>
                    <a:pt x="111442" y="24765"/>
                    <a:pt x="139065" y="35242"/>
                    <a:pt x="159067" y="45720"/>
                  </a:cubicBezTo>
                  <a:lnTo>
                    <a:pt x="352425" y="45720"/>
                  </a:lnTo>
                  <a:cubicBezTo>
                    <a:pt x="361950" y="30480"/>
                    <a:pt x="371475" y="15240"/>
                    <a:pt x="381000" y="0"/>
                  </a:cubicBezTo>
                  <a:lnTo>
                    <a:pt x="0" y="0"/>
                  </a:lnTo>
                  <a:cubicBezTo>
                    <a:pt x="25717" y="4763"/>
                    <a:pt x="51435" y="9525"/>
                    <a:pt x="74295" y="15240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526" name="Google Shape;1526;p14"/>
            <p:cNvSpPr/>
            <p:nvPr/>
          </p:nvSpPr>
          <p:spPr bwMode="auto">
            <a:xfrm>
              <a:off x="6681789" y="3615689"/>
              <a:ext cx="161925" cy="45719"/>
            </a:xfrm>
            <a:custGeom>
              <a:avLst/>
              <a:gdLst/>
              <a:ahLst/>
              <a:cxnLst/>
              <a:rect l="l" t="t" r="r" b="b"/>
              <a:pathLst>
                <a:path w="161925" h="45719" fill="norm" stroke="1" extrusionOk="0">
                  <a:moveTo>
                    <a:pt x="28575" y="7620"/>
                  </a:moveTo>
                  <a:cubicBezTo>
                    <a:pt x="27622" y="17145"/>
                    <a:pt x="21908" y="26670"/>
                    <a:pt x="13335" y="35242"/>
                  </a:cubicBezTo>
                  <a:lnTo>
                    <a:pt x="10478" y="38100"/>
                  </a:lnTo>
                  <a:cubicBezTo>
                    <a:pt x="7620" y="40957"/>
                    <a:pt x="3810" y="43815"/>
                    <a:pt x="0" y="45720"/>
                  </a:cubicBezTo>
                  <a:lnTo>
                    <a:pt x="125730" y="45720"/>
                  </a:lnTo>
                  <a:cubicBezTo>
                    <a:pt x="138113" y="30480"/>
                    <a:pt x="150495" y="16192"/>
                    <a:pt x="161925" y="0"/>
                  </a:cubicBezTo>
                  <a:lnTo>
                    <a:pt x="29528" y="0"/>
                  </a:lnTo>
                  <a:cubicBezTo>
                    <a:pt x="28575" y="2857"/>
                    <a:pt x="28575" y="4763"/>
                    <a:pt x="28575" y="7620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527" name="Google Shape;1527;p14"/>
            <p:cNvSpPr/>
            <p:nvPr/>
          </p:nvSpPr>
          <p:spPr bwMode="auto">
            <a:xfrm>
              <a:off x="5352096" y="3615689"/>
              <a:ext cx="815339" cy="45719"/>
            </a:xfrm>
            <a:custGeom>
              <a:avLst/>
              <a:gdLst/>
              <a:ahLst/>
              <a:cxnLst/>
              <a:rect l="l" t="t" r="r" b="b"/>
              <a:pathLst>
                <a:path w="815339" h="45719" fill="norm" stroke="1" extrusionOk="0">
                  <a:moveTo>
                    <a:pt x="344805" y="45720"/>
                  </a:moveTo>
                  <a:cubicBezTo>
                    <a:pt x="384810" y="35242"/>
                    <a:pt x="432435" y="30480"/>
                    <a:pt x="483870" y="30480"/>
                  </a:cubicBezTo>
                  <a:cubicBezTo>
                    <a:pt x="535305" y="30480"/>
                    <a:pt x="587693" y="36195"/>
                    <a:pt x="628650" y="45720"/>
                  </a:cubicBezTo>
                  <a:lnTo>
                    <a:pt x="805815" y="45720"/>
                  </a:lnTo>
                  <a:cubicBezTo>
                    <a:pt x="802005" y="35242"/>
                    <a:pt x="802957" y="26670"/>
                    <a:pt x="803910" y="20955"/>
                  </a:cubicBezTo>
                  <a:cubicBezTo>
                    <a:pt x="805815" y="12382"/>
                    <a:pt x="809625" y="5715"/>
                    <a:pt x="815340" y="0"/>
                  </a:cubicBezTo>
                  <a:lnTo>
                    <a:pt x="0" y="0"/>
                  </a:lnTo>
                  <a:cubicBezTo>
                    <a:pt x="11430" y="15240"/>
                    <a:pt x="23813" y="30480"/>
                    <a:pt x="36195" y="45720"/>
                  </a:cubicBezTo>
                  <a:lnTo>
                    <a:pt x="344805" y="45720"/>
                  </a:ln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528" name="Google Shape;1528;p14"/>
            <p:cNvSpPr/>
            <p:nvPr/>
          </p:nvSpPr>
          <p:spPr bwMode="auto">
            <a:xfrm>
              <a:off x="5422584" y="3701413"/>
              <a:ext cx="196214" cy="45719"/>
            </a:xfrm>
            <a:custGeom>
              <a:avLst/>
              <a:gdLst/>
              <a:ahLst/>
              <a:cxnLst/>
              <a:rect l="l" t="t" r="r" b="b"/>
              <a:pathLst>
                <a:path w="196214" h="45719" fill="norm" stroke="1" extrusionOk="0">
                  <a:moveTo>
                    <a:pt x="181927" y="36195"/>
                  </a:moveTo>
                  <a:cubicBezTo>
                    <a:pt x="181927" y="25717"/>
                    <a:pt x="184785" y="12382"/>
                    <a:pt x="196215" y="0"/>
                  </a:cubicBezTo>
                  <a:lnTo>
                    <a:pt x="0" y="0"/>
                  </a:lnTo>
                  <a:cubicBezTo>
                    <a:pt x="14288" y="15240"/>
                    <a:pt x="30480" y="30480"/>
                    <a:pt x="45720" y="45720"/>
                  </a:cubicBezTo>
                  <a:lnTo>
                    <a:pt x="182880" y="45720"/>
                  </a:lnTo>
                  <a:cubicBezTo>
                    <a:pt x="181927" y="41910"/>
                    <a:pt x="181927" y="39052"/>
                    <a:pt x="181927" y="36195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529" name="Google Shape;1529;p14"/>
            <p:cNvSpPr/>
            <p:nvPr/>
          </p:nvSpPr>
          <p:spPr bwMode="auto">
            <a:xfrm>
              <a:off x="6060758" y="3701413"/>
              <a:ext cx="711517" cy="45719"/>
            </a:xfrm>
            <a:custGeom>
              <a:avLst/>
              <a:gdLst/>
              <a:ahLst/>
              <a:cxnLst/>
              <a:rect l="l" t="t" r="r" b="b"/>
              <a:pathLst>
                <a:path w="711517" h="45719" fill="norm" stroke="1" extrusionOk="0">
                  <a:moveTo>
                    <a:pt x="472440" y="14288"/>
                  </a:moveTo>
                  <a:lnTo>
                    <a:pt x="465772" y="15240"/>
                  </a:lnTo>
                  <a:cubicBezTo>
                    <a:pt x="410527" y="26670"/>
                    <a:pt x="353377" y="32385"/>
                    <a:pt x="300038" y="32385"/>
                  </a:cubicBezTo>
                  <a:cubicBezTo>
                    <a:pt x="246697" y="32385"/>
                    <a:pt x="179070" y="26670"/>
                    <a:pt x="135255" y="0"/>
                  </a:cubicBezTo>
                  <a:lnTo>
                    <a:pt x="0" y="0"/>
                  </a:lnTo>
                  <a:cubicBezTo>
                    <a:pt x="2858" y="3810"/>
                    <a:pt x="6667" y="7620"/>
                    <a:pt x="8572" y="11430"/>
                  </a:cubicBezTo>
                  <a:cubicBezTo>
                    <a:pt x="14288" y="21907"/>
                    <a:pt x="15240" y="34290"/>
                    <a:pt x="12383" y="45720"/>
                  </a:cubicBezTo>
                  <a:lnTo>
                    <a:pt x="665797" y="45720"/>
                  </a:lnTo>
                  <a:cubicBezTo>
                    <a:pt x="681990" y="31432"/>
                    <a:pt x="697230" y="16192"/>
                    <a:pt x="711518" y="0"/>
                  </a:cubicBezTo>
                  <a:lnTo>
                    <a:pt x="529590" y="0"/>
                  </a:lnTo>
                  <a:cubicBezTo>
                    <a:pt x="510540" y="4763"/>
                    <a:pt x="492442" y="9525"/>
                    <a:pt x="472440" y="14288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530" name="Google Shape;1530;p14"/>
            <p:cNvSpPr/>
            <p:nvPr/>
          </p:nvSpPr>
          <p:spPr bwMode="auto">
            <a:xfrm>
              <a:off x="6172093" y="3539491"/>
              <a:ext cx="520239" cy="177164"/>
            </a:xfrm>
            <a:custGeom>
              <a:avLst/>
              <a:gdLst/>
              <a:ahLst/>
              <a:cxnLst/>
              <a:rect l="l" t="t" r="r" b="b"/>
              <a:pathLst>
                <a:path w="520239" h="177164" fill="norm" stroke="1" extrusionOk="0">
                  <a:moveTo>
                    <a:pt x="167746" y="80010"/>
                  </a:moveTo>
                  <a:cubicBezTo>
                    <a:pt x="158221" y="80010"/>
                    <a:pt x="146791" y="78105"/>
                    <a:pt x="134408" y="76200"/>
                  </a:cubicBezTo>
                  <a:cubicBezTo>
                    <a:pt x="121073" y="74295"/>
                    <a:pt x="105833" y="71438"/>
                    <a:pt x="90593" y="71438"/>
                  </a:cubicBezTo>
                  <a:cubicBezTo>
                    <a:pt x="86783" y="71438"/>
                    <a:pt x="82973" y="71438"/>
                    <a:pt x="79163" y="71438"/>
                  </a:cubicBezTo>
                  <a:cubicBezTo>
                    <a:pt x="60113" y="71438"/>
                    <a:pt x="42968" y="73342"/>
                    <a:pt x="29633" y="77152"/>
                  </a:cubicBezTo>
                  <a:cubicBezTo>
                    <a:pt x="10583" y="81915"/>
                    <a:pt x="-17992" y="106680"/>
                    <a:pt x="15346" y="134302"/>
                  </a:cubicBezTo>
                  <a:cubicBezTo>
                    <a:pt x="42968" y="161925"/>
                    <a:pt x="103928" y="177165"/>
                    <a:pt x="188701" y="177165"/>
                  </a:cubicBezTo>
                  <a:cubicBezTo>
                    <a:pt x="241088" y="177165"/>
                    <a:pt x="297286" y="171450"/>
                    <a:pt x="351578" y="160020"/>
                  </a:cubicBezTo>
                  <a:lnTo>
                    <a:pt x="357293" y="159067"/>
                  </a:lnTo>
                  <a:cubicBezTo>
                    <a:pt x="426826" y="144780"/>
                    <a:pt x="483023" y="122872"/>
                    <a:pt x="506836" y="101917"/>
                  </a:cubicBezTo>
                  <a:lnTo>
                    <a:pt x="509693" y="99060"/>
                  </a:lnTo>
                  <a:cubicBezTo>
                    <a:pt x="515408" y="93345"/>
                    <a:pt x="519218" y="87630"/>
                    <a:pt x="520171" y="81915"/>
                  </a:cubicBezTo>
                  <a:cubicBezTo>
                    <a:pt x="521123" y="72390"/>
                    <a:pt x="513503" y="48577"/>
                    <a:pt x="415396" y="23813"/>
                  </a:cubicBezTo>
                  <a:cubicBezTo>
                    <a:pt x="357293" y="9525"/>
                    <a:pt x="279188" y="0"/>
                    <a:pt x="211561" y="0"/>
                  </a:cubicBezTo>
                  <a:lnTo>
                    <a:pt x="207751" y="0"/>
                  </a:lnTo>
                  <a:cubicBezTo>
                    <a:pt x="146791" y="0"/>
                    <a:pt x="113453" y="6667"/>
                    <a:pt x="99166" y="15240"/>
                  </a:cubicBezTo>
                  <a:cubicBezTo>
                    <a:pt x="96308" y="17145"/>
                    <a:pt x="93451" y="19050"/>
                    <a:pt x="92498" y="20955"/>
                  </a:cubicBezTo>
                  <a:cubicBezTo>
                    <a:pt x="91546" y="22860"/>
                    <a:pt x="90593" y="26670"/>
                    <a:pt x="91546" y="30480"/>
                  </a:cubicBezTo>
                  <a:cubicBezTo>
                    <a:pt x="101071" y="53340"/>
                    <a:pt x="140123" y="59055"/>
                    <a:pt x="175366" y="59055"/>
                  </a:cubicBezTo>
                  <a:cubicBezTo>
                    <a:pt x="195368" y="60007"/>
                    <a:pt x="194416" y="68580"/>
                    <a:pt x="190606" y="72390"/>
                  </a:cubicBezTo>
                  <a:cubicBezTo>
                    <a:pt x="183938" y="79057"/>
                    <a:pt x="174413" y="80010"/>
                    <a:pt x="167746" y="80010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531" name="Google Shape;1531;p14"/>
            <p:cNvSpPr/>
            <p:nvPr/>
          </p:nvSpPr>
          <p:spPr bwMode="auto">
            <a:xfrm>
              <a:off x="6639878" y="3308983"/>
              <a:ext cx="231457" cy="38100"/>
            </a:xfrm>
            <a:custGeom>
              <a:avLst/>
              <a:gdLst/>
              <a:ahLst/>
              <a:cxnLst/>
              <a:rect l="l" t="t" r="r" b="b"/>
              <a:pathLst>
                <a:path w="231457" h="38100" fill="norm" stroke="1" extrusionOk="0">
                  <a:moveTo>
                    <a:pt x="231457" y="20003"/>
                  </a:moveTo>
                  <a:lnTo>
                    <a:pt x="1905" y="0"/>
                  </a:lnTo>
                  <a:cubicBezTo>
                    <a:pt x="952" y="5715"/>
                    <a:pt x="952" y="12383"/>
                    <a:pt x="0" y="18098"/>
                  </a:cubicBezTo>
                  <a:lnTo>
                    <a:pt x="229552" y="38100"/>
                  </a:lnTo>
                  <a:cubicBezTo>
                    <a:pt x="229552" y="32385"/>
                    <a:pt x="230505" y="25718"/>
                    <a:pt x="231457" y="20003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532" name="Google Shape;1532;p14"/>
            <p:cNvSpPr/>
            <p:nvPr/>
          </p:nvSpPr>
          <p:spPr bwMode="auto">
            <a:xfrm>
              <a:off x="6636069" y="3126102"/>
              <a:ext cx="230504" cy="58102"/>
            </a:xfrm>
            <a:custGeom>
              <a:avLst/>
              <a:gdLst/>
              <a:ahLst/>
              <a:cxnLst/>
              <a:rect l="l" t="t" r="r" b="b"/>
              <a:pathLst>
                <a:path w="230504" h="58102" fill="norm" stroke="1" extrusionOk="0">
                  <a:moveTo>
                    <a:pt x="227648" y="0"/>
                  </a:moveTo>
                  <a:lnTo>
                    <a:pt x="0" y="40005"/>
                  </a:lnTo>
                  <a:cubicBezTo>
                    <a:pt x="953" y="45720"/>
                    <a:pt x="1905" y="52388"/>
                    <a:pt x="2858" y="58103"/>
                  </a:cubicBezTo>
                  <a:lnTo>
                    <a:pt x="230505" y="17145"/>
                  </a:lnTo>
                  <a:cubicBezTo>
                    <a:pt x="229553" y="12383"/>
                    <a:pt x="228600" y="6667"/>
                    <a:pt x="227648" y="0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533" name="Google Shape;1533;p14"/>
            <p:cNvSpPr/>
            <p:nvPr/>
          </p:nvSpPr>
          <p:spPr bwMode="auto">
            <a:xfrm>
              <a:off x="6594158" y="2932748"/>
              <a:ext cx="217170" cy="114299"/>
            </a:xfrm>
            <a:custGeom>
              <a:avLst/>
              <a:gdLst/>
              <a:ahLst/>
              <a:cxnLst/>
              <a:rect l="l" t="t" r="r" b="b"/>
              <a:pathLst>
                <a:path w="217170" h="114299" fill="norm" stroke="1" extrusionOk="0">
                  <a:moveTo>
                    <a:pt x="0" y="98107"/>
                  </a:moveTo>
                  <a:cubicBezTo>
                    <a:pt x="2858" y="103823"/>
                    <a:pt x="4763" y="109537"/>
                    <a:pt x="7620" y="114300"/>
                  </a:cubicBezTo>
                  <a:lnTo>
                    <a:pt x="217170" y="16192"/>
                  </a:lnTo>
                  <a:cubicBezTo>
                    <a:pt x="214313" y="10477"/>
                    <a:pt x="212408" y="4763"/>
                    <a:pt x="209550" y="0"/>
                  </a:cubicBezTo>
                  <a:lnTo>
                    <a:pt x="0" y="98107"/>
                  </a:ln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534" name="Google Shape;1534;p14"/>
            <p:cNvSpPr/>
            <p:nvPr/>
          </p:nvSpPr>
          <p:spPr bwMode="auto">
            <a:xfrm>
              <a:off x="6518908" y="2761295"/>
              <a:ext cx="188594" cy="163829"/>
            </a:xfrm>
            <a:custGeom>
              <a:avLst/>
              <a:gdLst/>
              <a:ahLst/>
              <a:cxnLst/>
              <a:rect l="l" t="t" r="r" b="b"/>
              <a:pathLst>
                <a:path w="188595" h="163829" fill="norm" stroke="1" extrusionOk="0">
                  <a:moveTo>
                    <a:pt x="188595" y="14288"/>
                  </a:moveTo>
                  <a:cubicBezTo>
                    <a:pt x="184785" y="9525"/>
                    <a:pt x="180975" y="4763"/>
                    <a:pt x="177165" y="0"/>
                  </a:cubicBezTo>
                  <a:lnTo>
                    <a:pt x="0" y="149542"/>
                  </a:lnTo>
                  <a:cubicBezTo>
                    <a:pt x="3810" y="154305"/>
                    <a:pt x="7620" y="159067"/>
                    <a:pt x="11430" y="163830"/>
                  </a:cubicBezTo>
                  <a:lnTo>
                    <a:pt x="188595" y="14288"/>
                  </a:ln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535" name="Google Shape;1535;p14"/>
            <p:cNvSpPr/>
            <p:nvPr/>
          </p:nvSpPr>
          <p:spPr bwMode="auto">
            <a:xfrm>
              <a:off x="6419849" y="2628897"/>
              <a:ext cx="149542" cy="200025"/>
            </a:xfrm>
            <a:custGeom>
              <a:avLst/>
              <a:gdLst/>
              <a:ahLst/>
              <a:cxnLst/>
              <a:rect l="l" t="t" r="r" b="b"/>
              <a:pathLst>
                <a:path w="149542" h="200025" fill="norm" stroke="1" extrusionOk="0">
                  <a:moveTo>
                    <a:pt x="149542" y="10477"/>
                  </a:moveTo>
                  <a:cubicBezTo>
                    <a:pt x="144780" y="6667"/>
                    <a:pt x="140017" y="2858"/>
                    <a:pt x="135255" y="0"/>
                  </a:cubicBezTo>
                  <a:lnTo>
                    <a:pt x="0" y="188595"/>
                  </a:lnTo>
                  <a:cubicBezTo>
                    <a:pt x="4763" y="192405"/>
                    <a:pt x="9525" y="196215"/>
                    <a:pt x="14288" y="200025"/>
                  </a:cubicBezTo>
                  <a:lnTo>
                    <a:pt x="149542" y="10477"/>
                  </a:ln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536" name="Google Shape;1536;p14"/>
            <p:cNvSpPr/>
            <p:nvPr/>
          </p:nvSpPr>
          <p:spPr bwMode="auto">
            <a:xfrm>
              <a:off x="6299832" y="2535555"/>
              <a:ext cx="100965" cy="222885"/>
            </a:xfrm>
            <a:custGeom>
              <a:avLst/>
              <a:gdLst/>
              <a:ahLst/>
              <a:cxnLst/>
              <a:rect l="l" t="t" r="r" b="b"/>
              <a:pathLst>
                <a:path w="100965" h="222885" fill="norm" stroke="1" extrusionOk="0">
                  <a:moveTo>
                    <a:pt x="17145" y="222885"/>
                  </a:moveTo>
                  <a:lnTo>
                    <a:pt x="100965" y="6668"/>
                  </a:lnTo>
                  <a:cubicBezTo>
                    <a:pt x="95250" y="4763"/>
                    <a:pt x="89535" y="1905"/>
                    <a:pt x="83820" y="0"/>
                  </a:cubicBezTo>
                  <a:lnTo>
                    <a:pt x="0" y="216218"/>
                  </a:lnTo>
                  <a:cubicBezTo>
                    <a:pt x="6668" y="218123"/>
                    <a:pt x="12383" y="220980"/>
                    <a:pt x="17145" y="222885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537" name="Google Shape;1537;p14"/>
            <p:cNvSpPr/>
            <p:nvPr/>
          </p:nvSpPr>
          <p:spPr bwMode="auto">
            <a:xfrm>
              <a:off x="5330190" y="3309937"/>
              <a:ext cx="228600" cy="37147"/>
            </a:xfrm>
            <a:custGeom>
              <a:avLst/>
              <a:gdLst/>
              <a:ahLst/>
              <a:cxnLst/>
              <a:rect l="l" t="t" r="r" b="b"/>
              <a:pathLst>
                <a:path w="228600" h="37147" fill="norm" stroke="1" extrusionOk="0">
                  <a:moveTo>
                    <a:pt x="1905" y="37147"/>
                  </a:moveTo>
                  <a:lnTo>
                    <a:pt x="228600" y="18097"/>
                  </a:lnTo>
                  <a:cubicBezTo>
                    <a:pt x="227648" y="12383"/>
                    <a:pt x="226695" y="5715"/>
                    <a:pt x="226695" y="0"/>
                  </a:cubicBezTo>
                  <a:lnTo>
                    <a:pt x="0" y="19050"/>
                  </a:lnTo>
                  <a:cubicBezTo>
                    <a:pt x="0" y="24765"/>
                    <a:pt x="952" y="30480"/>
                    <a:pt x="1905" y="37147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538" name="Google Shape;1538;p14"/>
            <p:cNvSpPr/>
            <p:nvPr/>
          </p:nvSpPr>
          <p:spPr bwMode="auto">
            <a:xfrm>
              <a:off x="5333999" y="3127056"/>
              <a:ext cx="227647" cy="58102"/>
            </a:xfrm>
            <a:custGeom>
              <a:avLst/>
              <a:gdLst/>
              <a:ahLst/>
              <a:cxnLst/>
              <a:rect l="l" t="t" r="r" b="b"/>
              <a:pathLst>
                <a:path w="227647" h="58102" fill="norm" stroke="1" extrusionOk="0">
                  <a:moveTo>
                    <a:pt x="227648" y="40005"/>
                  </a:moveTo>
                  <a:lnTo>
                    <a:pt x="2858" y="0"/>
                  </a:lnTo>
                  <a:cubicBezTo>
                    <a:pt x="1905" y="5715"/>
                    <a:pt x="952" y="12383"/>
                    <a:pt x="0" y="18097"/>
                  </a:cubicBezTo>
                  <a:lnTo>
                    <a:pt x="224790" y="58102"/>
                  </a:lnTo>
                  <a:cubicBezTo>
                    <a:pt x="225742" y="51435"/>
                    <a:pt x="226695" y="45720"/>
                    <a:pt x="227648" y="40005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539" name="Google Shape;1539;p14"/>
            <p:cNvSpPr/>
            <p:nvPr/>
          </p:nvSpPr>
          <p:spPr bwMode="auto">
            <a:xfrm>
              <a:off x="5389244" y="2933696"/>
              <a:ext cx="215264" cy="113347"/>
            </a:xfrm>
            <a:custGeom>
              <a:avLst/>
              <a:gdLst/>
              <a:ahLst/>
              <a:cxnLst/>
              <a:rect l="l" t="t" r="r" b="b"/>
              <a:pathLst>
                <a:path w="215264" h="113347" fill="norm" stroke="1" extrusionOk="0">
                  <a:moveTo>
                    <a:pt x="0" y="16192"/>
                  </a:moveTo>
                  <a:lnTo>
                    <a:pt x="207645" y="113347"/>
                  </a:lnTo>
                  <a:cubicBezTo>
                    <a:pt x="209550" y="107633"/>
                    <a:pt x="212407" y="101917"/>
                    <a:pt x="215265" y="97155"/>
                  </a:cubicBezTo>
                  <a:lnTo>
                    <a:pt x="7620" y="0"/>
                  </a:lnTo>
                  <a:cubicBezTo>
                    <a:pt x="4763" y="4763"/>
                    <a:pt x="1905" y="10477"/>
                    <a:pt x="0" y="16192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540" name="Google Shape;1540;p14"/>
            <p:cNvSpPr/>
            <p:nvPr/>
          </p:nvSpPr>
          <p:spPr bwMode="auto">
            <a:xfrm>
              <a:off x="5492111" y="2762249"/>
              <a:ext cx="187642" cy="161925"/>
            </a:xfrm>
            <a:custGeom>
              <a:avLst/>
              <a:gdLst/>
              <a:ahLst/>
              <a:cxnLst/>
              <a:rect l="l" t="t" r="r" b="b"/>
              <a:pathLst>
                <a:path w="187642" h="161925" fill="norm" stroke="1" extrusionOk="0">
                  <a:moveTo>
                    <a:pt x="187643" y="147638"/>
                  </a:moveTo>
                  <a:lnTo>
                    <a:pt x="11430" y="0"/>
                  </a:lnTo>
                  <a:cubicBezTo>
                    <a:pt x="7620" y="4763"/>
                    <a:pt x="3810" y="9525"/>
                    <a:pt x="0" y="14288"/>
                  </a:cubicBezTo>
                  <a:lnTo>
                    <a:pt x="175260" y="161925"/>
                  </a:lnTo>
                  <a:cubicBezTo>
                    <a:pt x="180023" y="157163"/>
                    <a:pt x="183833" y="152400"/>
                    <a:pt x="187643" y="147638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541" name="Google Shape;1541;p14"/>
            <p:cNvSpPr/>
            <p:nvPr/>
          </p:nvSpPr>
          <p:spPr bwMode="auto">
            <a:xfrm>
              <a:off x="5621654" y="2635567"/>
              <a:ext cx="151447" cy="197167"/>
            </a:xfrm>
            <a:custGeom>
              <a:avLst/>
              <a:gdLst/>
              <a:ahLst/>
              <a:cxnLst/>
              <a:rect l="l" t="t" r="r" b="b"/>
              <a:pathLst>
                <a:path w="151447" h="197167" fill="norm" stroke="1" extrusionOk="0">
                  <a:moveTo>
                    <a:pt x="137160" y="197168"/>
                  </a:moveTo>
                  <a:cubicBezTo>
                    <a:pt x="141923" y="193358"/>
                    <a:pt x="146685" y="189548"/>
                    <a:pt x="151448" y="185738"/>
                  </a:cubicBezTo>
                  <a:lnTo>
                    <a:pt x="14288" y="0"/>
                  </a:lnTo>
                  <a:cubicBezTo>
                    <a:pt x="9525" y="3810"/>
                    <a:pt x="4763" y="7620"/>
                    <a:pt x="0" y="11430"/>
                  </a:cubicBezTo>
                  <a:lnTo>
                    <a:pt x="137160" y="197168"/>
                  </a:ln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542" name="Google Shape;1542;p14"/>
            <p:cNvSpPr/>
            <p:nvPr/>
          </p:nvSpPr>
          <p:spPr bwMode="auto">
            <a:xfrm>
              <a:off x="5765485" y="2550792"/>
              <a:ext cx="109537" cy="219074"/>
            </a:xfrm>
            <a:custGeom>
              <a:avLst/>
              <a:gdLst/>
              <a:ahLst/>
              <a:cxnLst/>
              <a:rect l="l" t="t" r="r" b="b"/>
              <a:pathLst>
                <a:path w="109537" h="219075" fill="norm" stroke="1" extrusionOk="0">
                  <a:moveTo>
                    <a:pt x="109538" y="210502"/>
                  </a:moveTo>
                  <a:lnTo>
                    <a:pt x="16192" y="0"/>
                  </a:lnTo>
                  <a:cubicBezTo>
                    <a:pt x="10477" y="2857"/>
                    <a:pt x="4763" y="4763"/>
                    <a:pt x="0" y="7620"/>
                  </a:cubicBezTo>
                  <a:lnTo>
                    <a:pt x="93345" y="219075"/>
                  </a:lnTo>
                  <a:cubicBezTo>
                    <a:pt x="98107" y="215265"/>
                    <a:pt x="103822" y="212407"/>
                    <a:pt x="109538" y="210502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543" name="Google Shape;1543;p14"/>
            <p:cNvSpPr/>
            <p:nvPr/>
          </p:nvSpPr>
          <p:spPr bwMode="auto">
            <a:xfrm>
              <a:off x="6642734" y="3220404"/>
              <a:ext cx="401955" cy="36194"/>
            </a:xfrm>
            <a:custGeom>
              <a:avLst/>
              <a:gdLst/>
              <a:ahLst/>
              <a:cxnLst/>
              <a:rect l="l" t="t" r="r" b="b"/>
              <a:pathLst>
                <a:path w="401955" h="36194" fill="norm" stroke="1" extrusionOk="0">
                  <a:moveTo>
                    <a:pt x="953" y="36195"/>
                  </a:moveTo>
                  <a:lnTo>
                    <a:pt x="401955" y="18097"/>
                  </a:lnTo>
                  <a:cubicBezTo>
                    <a:pt x="401955" y="12382"/>
                    <a:pt x="401955" y="5715"/>
                    <a:pt x="401003" y="0"/>
                  </a:cubicBezTo>
                  <a:lnTo>
                    <a:pt x="0" y="18097"/>
                  </a:lnTo>
                  <a:cubicBezTo>
                    <a:pt x="953" y="23813"/>
                    <a:pt x="953" y="29527"/>
                    <a:pt x="953" y="36195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544" name="Google Shape;1544;p14"/>
            <p:cNvSpPr/>
            <p:nvPr/>
          </p:nvSpPr>
          <p:spPr bwMode="auto">
            <a:xfrm>
              <a:off x="6619873" y="2976561"/>
              <a:ext cx="388620" cy="138112"/>
            </a:xfrm>
            <a:custGeom>
              <a:avLst/>
              <a:gdLst/>
              <a:ahLst/>
              <a:cxnLst/>
              <a:rect l="l" t="t" r="r" b="b"/>
              <a:pathLst>
                <a:path w="388620" h="138112" fill="norm" stroke="1" extrusionOk="0">
                  <a:moveTo>
                    <a:pt x="4763" y="138113"/>
                  </a:moveTo>
                  <a:lnTo>
                    <a:pt x="388620" y="17145"/>
                  </a:lnTo>
                  <a:cubicBezTo>
                    <a:pt x="386715" y="11430"/>
                    <a:pt x="384810" y="5715"/>
                    <a:pt x="383858" y="0"/>
                  </a:cubicBezTo>
                  <a:lnTo>
                    <a:pt x="0" y="120967"/>
                  </a:lnTo>
                  <a:cubicBezTo>
                    <a:pt x="1905" y="126683"/>
                    <a:pt x="3810" y="132397"/>
                    <a:pt x="4763" y="138113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545" name="Google Shape;1545;p14"/>
            <p:cNvSpPr/>
            <p:nvPr/>
          </p:nvSpPr>
          <p:spPr bwMode="auto">
            <a:xfrm>
              <a:off x="6560819" y="2752723"/>
              <a:ext cx="348614" cy="231457"/>
            </a:xfrm>
            <a:custGeom>
              <a:avLst/>
              <a:gdLst/>
              <a:ahLst/>
              <a:cxnLst/>
              <a:rect l="l" t="t" r="r" b="b"/>
              <a:pathLst>
                <a:path w="348614" h="231457" fill="norm" stroke="1" extrusionOk="0">
                  <a:moveTo>
                    <a:pt x="9525" y="231458"/>
                  </a:moveTo>
                  <a:lnTo>
                    <a:pt x="348615" y="15240"/>
                  </a:lnTo>
                  <a:cubicBezTo>
                    <a:pt x="345758" y="10477"/>
                    <a:pt x="341947" y="4763"/>
                    <a:pt x="339090" y="0"/>
                  </a:cubicBezTo>
                  <a:lnTo>
                    <a:pt x="0" y="216217"/>
                  </a:lnTo>
                  <a:cubicBezTo>
                    <a:pt x="2858" y="220980"/>
                    <a:pt x="5715" y="225742"/>
                    <a:pt x="9525" y="231458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546" name="Google Shape;1546;p14"/>
            <p:cNvSpPr/>
            <p:nvPr/>
          </p:nvSpPr>
          <p:spPr bwMode="auto">
            <a:xfrm>
              <a:off x="6470332" y="2562224"/>
              <a:ext cx="284797" cy="309562"/>
            </a:xfrm>
            <a:custGeom>
              <a:avLst/>
              <a:gdLst/>
              <a:ahLst/>
              <a:cxnLst/>
              <a:rect l="l" t="t" r="r" b="b"/>
              <a:pathLst>
                <a:path w="284797" h="309562" fill="norm" stroke="1" extrusionOk="0">
                  <a:moveTo>
                    <a:pt x="284797" y="12383"/>
                  </a:moveTo>
                  <a:cubicBezTo>
                    <a:pt x="280035" y="8573"/>
                    <a:pt x="276225" y="3810"/>
                    <a:pt x="271463" y="0"/>
                  </a:cubicBezTo>
                  <a:lnTo>
                    <a:pt x="0" y="297180"/>
                  </a:lnTo>
                  <a:cubicBezTo>
                    <a:pt x="4763" y="300990"/>
                    <a:pt x="8572" y="305753"/>
                    <a:pt x="13335" y="309563"/>
                  </a:cubicBezTo>
                  <a:lnTo>
                    <a:pt x="284797" y="12383"/>
                  </a:ln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547" name="Google Shape;1547;p14"/>
            <p:cNvSpPr/>
            <p:nvPr/>
          </p:nvSpPr>
          <p:spPr bwMode="auto">
            <a:xfrm>
              <a:off x="6357939" y="2423157"/>
              <a:ext cx="205740" cy="364807"/>
            </a:xfrm>
            <a:custGeom>
              <a:avLst/>
              <a:gdLst/>
              <a:ahLst/>
              <a:cxnLst/>
              <a:rect l="l" t="t" r="r" b="b"/>
              <a:pathLst>
                <a:path w="205740" h="364807" fill="norm" stroke="1" extrusionOk="0">
                  <a:moveTo>
                    <a:pt x="205740" y="8573"/>
                  </a:moveTo>
                  <a:cubicBezTo>
                    <a:pt x="200025" y="5715"/>
                    <a:pt x="195263" y="2857"/>
                    <a:pt x="189547" y="0"/>
                  </a:cubicBezTo>
                  <a:lnTo>
                    <a:pt x="0" y="355282"/>
                  </a:lnTo>
                  <a:cubicBezTo>
                    <a:pt x="5715" y="358140"/>
                    <a:pt x="10478" y="360998"/>
                    <a:pt x="16192" y="364807"/>
                  </a:cubicBezTo>
                  <a:lnTo>
                    <a:pt x="205740" y="8573"/>
                  </a:ln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548" name="Google Shape;1548;p14"/>
            <p:cNvSpPr/>
            <p:nvPr/>
          </p:nvSpPr>
          <p:spPr bwMode="auto">
            <a:xfrm>
              <a:off x="5155881" y="3220404"/>
              <a:ext cx="398144" cy="35242"/>
            </a:xfrm>
            <a:custGeom>
              <a:avLst/>
              <a:gdLst/>
              <a:ahLst/>
              <a:cxnLst/>
              <a:rect l="l" t="t" r="r" b="b"/>
              <a:pathLst>
                <a:path w="398144" h="35242" fill="norm" stroke="1" extrusionOk="0">
                  <a:moveTo>
                    <a:pt x="398145" y="17145"/>
                  </a:moveTo>
                  <a:lnTo>
                    <a:pt x="953" y="0"/>
                  </a:lnTo>
                  <a:cubicBezTo>
                    <a:pt x="953" y="5715"/>
                    <a:pt x="953" y="12382"/>
                    <a:pt x="0" y="18097"/>
                  </a:cubicBezTo>
                  <a:lnTo>
                    <a:pt x="398145" y="35242"/>
                  </a:lnTo>
                  <a:cubicBezTo>
                    <a:pt x="398145" y="29527"/>
                    <a:pt x="398145" y="23813"/>
                    <a:pt x="398145" y="17145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549" name="Google Shape;1549;p14"/>
            <p:cNvSpPr/>
            <p:nvPr/>
          </p:nvSpPr>
          <p:spPr bwMode="auto">
            <a:xfrm>
              <a:off x="5193029" y="2977515"/>
              <a:ext cx="384809" cy="137160"/>
            </a:xfrm>
            <a:custGeom>
              <a:avLst/>
              <a:gdLst/>
              <a:ahLst/>
              <a:cxnLst/>
              <a:rect l="l" t="t" r="r" b="b"/>
              <a:pathLst>
                <a:path w="384809" h="137160" fill="norm" stroke="1" extrusionOk="0">
                  <a:moveTo>
                    <a:pt x="384810" y="120015"/>
                  </a:moveTo>
                  <a:lnTo>
                    <a:pt x="4763" y="0"/>
                  </a:lnTo>
                  <a:cubicBezTo>
                    <a:pt x="2857" y="5715"/>
                    <a:pt x="952" y="11430"/>
                    <a:pt x="0" y="17145"/>
                  </a:cubicBezTo>
                  <a:lnTo>
                    <a:pt x="381000" y="137160"/>
                  </a:lnTo>
                  <a:cubicBezTo>
                    <a:pt x="381953" y="131445"/>
                    <a:pt x="382905" y="125730"/>
                    <a:pt x="384810" y="120015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550" name="Google Shape;1550;p14"/>
            <p:cNvSpPr/>
            <p:nvPr/>
          </p:nvSpPr>
          <p:spPr bwMode="auto">
            <a:xfrm>
              <a:off x="5291140" y="2752723"/>
              <a:ext cx="346710" cy="230504"/>
            </a:xfrm>
            <a:custGeom>
              <a:avLst/>
              <a:gdLst/>
              <a:ahLst/>
              <a:cxnLst/>
              <a:rect l="l" t="t" r="r" b="b"/>
              <a:pathLst>
                <a:path w="346710" h="230504" fill="norm" stroke="1" extrusionOk="0">
                  <a:moveTo>
                    <a:pt x="346710" y="215265"/>
                  </a:moveTo>
                  <a:lnTo>
                    <a:pt x="9525" y="0"/>
                  </a:lnTo>
                  <a:cubicBezTo>
                    <a:pt x="6668" y="4763"/>
                    <a:pt x="2857" y="10477"/>
                    <a:pt x="0" y="15240"/>
                  </a:cubicBezTo>
                  <a:lnTo>
                    <a:pt x="337185" y="230505"/>
                  </a:lnTo>
                  <a:cubicBezTo>
                    <a:pt x="340042" y="224790"/>
                    <a:pt x="342900" y="220027"/>
                    <a:pt x="346710" y="215265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551" name="Google Shape;1551;p14"/>
            <p:cNvSpPr/>
            <p:nvPr/>
          </p:nvSpPr>
          <p:spPr bwMode="auto">
            <a:xfrm>
              <a:off x="5434011" y="2573652"/>
              <a:ext cx="288607" cy="302895"/>
            </a:xfrm>
            <a:custGeom>
              <a:avLst/>
              <a:gdLst/>
              <a:ahLst/>
              <a:cxnLst/>
              <a:rect l="l" t="t" r="r" b="b"/>
              <a:pathLst>
                <a:path w="288607" h="302895" fill="norm" stroke="1" extrusionOk="0">
                  <a:moveTo>
                    <a:pt x="288608" y="290513"/>
                  </a:moveTo>
                  <a:lnTo>
                    <a:pt x="13335" y="0"/>
                  </a:lnTo>
                  <a:cubicBezTo>
                    <a:pt x="8573" y="3810"/>
                    <a:pt x="4763" y="8573"/>
                    <a:pt x="0" y="12383"/>
                  </a:cubicBezTo>
                  <a:lnTo>
                    <a:pt x="275273" y="302895"/>
                  </a:lnTo>
                  <a:cubicBezTo>
                    <a:pt x="279083" y="299085"/>
                    <a:pt x="283845" y="294323"/>
                    <a:pt x="288608" y="290513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552" name="Google Shape;1552;p14"/>
            <p:cNvSpPr/>
            <p:nvPr/>
          </p:nvSpPr>
          <p:spPr bwMode="auto">
            <a:xfrm>
              <a:off x="5604510" y="2442208"/>
              <a:ext cx="217169" cy="356235"/>
            </a:xfrm>
            <a:custGeom>
              <a:avLst/>
              <a:gdLst/>
              <a:ahLst/>
              <a:cxnLst/>
              <a:rect l="l" t="t" r="r" b="b"/>
              <a:pathLst>
                <a:path w="217169" h="356235" fill="norm" stroke="1" extrusionOk="0">
                  <a:moveTo>
                    <a:pt x="0" y="9525"/>
                  </a:moveTo>
                  <a:lnTo>
                    <a:pt x="201930" y="356235"/>
                  </a:lnTo>
                  <a:cubicBezTo>
                    <a:pt x="206692" y="353378"/>
                    <a:pt x="212407" y="349567"/>
                    <a:pt x="217170" y="346710"/>
                  </a:cubicBezTo>
                  <a:lnTo>
                    <a:pt x="16192" y="0"/>
                  </a:lnTo>
                  <a:cubicBezTo>
                    <a:pt x="10477" y="2857"/>
                    <a:pt x="5715" y="5715"/>
                    <a:pt x="0" y="9525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553" name="Google Shape;1553;p14"/>
            <p:cNvSpPr/>
            <p:nvPr/>
          </p:nvSpPr>
          <p:spPr bwMode="auto">
            <a:xfrm>
              <a:off x="5412104" y="2451733"/>
              <a:ext cx="70485" cy="72007"/>
            </a:xfrm>
            <a:custGeom>
              <a:avLst/>
              <a:gdLst/>
              <a:ahLst/>
              <a:cxnLst/>
              <a:rect l="l" t="t" r="r" b="b"/>
              <a:pathLst>
                <a:path w="70485" h="72007" fill="norm" stroke="1" extrusionOk="0">
                  <a:moveTo>
                    <a:pt x="41910" y="11430"/>
                  </a:moveTo>
                  <a:lnTo>
                    <a:pt x="28575" y="0"/>
                  </a:lnTo>
                  <a:lnTo>
                    <a:pt x="6668" y="24765"/>
                  </a:lnTo>
                  <a:cubicBezTo>
                    <a:pt x="1905" y="29527"/>
                    <a:pt x="0" y="35242"/>
                    <a:pt x="0" y="41910"/>
                  </a:cubicBezTo>
                  <a:cubicBezTo>
                    <a:pt x="0" y="48577"/>
                    <a:pt x="2858" y="54292"/>
                    <a:pt x="7620" y="58102"/>
                  </a:cubicBezTo>
                  <a:cubicBezTo>
                    <a:pt x="13335" y="62865"/>
                    <a:pt x="21908" y="67627"/>
                    <a:pt x="32385" y="69532"/>
                  </a:cubicBezTo>
                  <a:cubicBezTo>
                    <a:pt x="42863" y="72390"/>
                    <a:pt x="55245" y="72390"/>
                    <a:pt x="69533" y="71438"/>
                  </a:cubicBezTo>
                  <a:lnTo>
                    <a:pt x="70485" y="63817"/>
                  </a:lnTo>
                  <a:cubicBezTo>
                    <a:pt x="61913" y="63817"/>
                    <a:pt x="53340" y="62865"/>
                    <a:pt x="46673" y="60960"/>
                  </a:cubicBezTo>
                  <a:cubicBezTo>
                    <a:pt x="40005" y="59055"/>
                    <a:pt x="34290" y="56198"/>
                    <a:pt x="30480" y="52388"/>
                  </a:cubicBezTo>
                  <a:cubicBezTo>
                    <a:pt x="26670" y="49530"/>
                    <a:pt x="24765" y="44767"/>
                    <a:pt x="23813" y="40005"/>
                  </a:cubicBezTo>
                  <a:cubicBezTo>
                    <a:pt x="22860" y="35242"/>
                    <a:pt x="24765" y="31432"/>
                    <a:pt x="27623" y="27623"/>
                  </a:cubicBezTo>
                  <a:lnTo>
                    <a:pt x="41910" y="11430"/>
                  </a:ln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554" name="Google Shape;1554;p14"/>
            <p:cNvSpPr/>
            <p:nvPr/>
          </p:nvSpPr>
          <p:spPr bwMode="auto">
            <a:xfrm>
              <a:off x="5534023" y="2244085"/>
              <a:ext cx="77033" cy="27621"/>
            </a:xfrm>
            <a:custGeom>
              <a:avLst/>
              <a:gdLst/>
              <a:ahLst/>
              <a:cxnLst/>
              <a:rect l="l" t="t" r="r" b="b"/>
              <a:pathLst>
                <a:path w="77033" h="27622" fill="norm" stroke="1" extrusionOk="0">
                  <a:moveTo>
                    <a:pt x="24765" y="15240"/>
                  </a:moveTo>
                  <a:cubicBezTo>
                    <a:pt x="27623" y="13335"/>
                    <a:pt x="30480" y="12383"/>
                    <a:pt x="34290" y="12383"/>
                  </a:cubicBezTo>
                  <a:cubicBezTo>
                    <a:pt x="37148" y="12383"/>
                    <a:pt x="40005" y="12383"/>
                    <a:pt x="42863" y="13335"/>
                  </a:cubicBezTo>
                  <a:lnTo>
                    <a:pt x="75248" y="27623"/>
                  </a:lnTo>
                  <a:cubicBezTo>
                    <a:pt x="80010" y="24765"/>
                    <a:pt x="75248" y="20003"/>
                    <a:pt x="60960" y="12383"/>
                  </a:cubicBezTo>
                  <a:cubicBezTo>
                    <a:pt x="53340" y="8573"/>
                    <a:pt x="48577" y="6668"/>
                    <a:pt x="45720" y="5715"/>
                  </a:cubicBezTo>
                  <a:cubicBezTo>
                    <a:pt x="39052" y="2858"/>
                    <a:pt x="31433" y="953"/>
                    <a:pt x="23813" y="0"/>
                  </a:cubicBezTo>
                  <a:cubicBezTo>
                    <a:pt x="16192" y="0"/>
                    <a:pt x="10477" y="953"/>
                    <a:pt x="5715" y="3810"/>
                  </a:cubicBezTo>
                  <a:cubicBezTo>
                    <a:pt x="2858" y="5715"/>
                    <a:pt x="952" y="7620"/>
                    <a:pt x="0" y="9525"/>
                  </a:cubicBezTo>
                  <a:lnTo>
                    <a:pt x="17145" y="21908"/>
                  </a:lnTo>
                  <a:cubicBezTo>
                    <a:pt x="19050" y="18098"/>
                    <a:pt x="21908" y="16193"/>
                    <a:pt x="24765" y="15240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555" name="Google Shape;1555;p14"/>
            <p:cNvSpPr/>
            <p:nvPr/>
          </p:nvSpPr>
          <p:spPr bwMode="auto">
            <a:xfrm>
              <a:off x="5629272" y="2180187"/>
              <a:ext cx="80010" cy="46758"/>
            </a:xfrm>
            <a:custGeom>
              <a:avLst/>
              <a:gdLst/>
              <a:ahLst/>
              <a:cxnLst/>
              <a:rect l="l" t="t" r="r" b="b"/>
              <a:pathLst>
                <a:path w="80010" h="46758" fill="norm" stroke="1" extrusionOk="0">
                  <a:moveTo>
                    <a:pt x="20002" y="43901"/>
                  </a:moveTo>
                  <a:cubicBezTo>
                    <a:pt x="22860" y="41996"/>
                    <a:pt x="25717" y="41043"/>
                    <a:pt x="27623" y="40091"/>
                  </a:cubicBezTo>
                  <a:cubicBezTo>
                    <a:pt x="32385" y="38186"/>
                    <a:pt x="38100" y="37233"/>
                    <a:pt x="44767" y="37233"/>
                  </a:cubicBezTo>
                  <a:cubicBezTo>
                    <a:pt x="52388" y="37233"/>
                    <a:pt x="60008" y="39138"/>
                    <a:pt x="68580" y="41996"/>
                  </a:cubicBezTo>
                  <a:lnTo>
                    <a:pt x="80010" y="37233"/>
                  </a:lnTo>
                  <a:lnTo>
                    <a:pt x="50483" y="10563"/>
                  </a:lnTo>
                  <a:cubicBezTo>
                    <a:pt x="45720" y="5801"/>
                    <a:pt x="40958" y="2943"/>
                    <a:pt x="36195" y="1038"/>
                  </a:cubicBezTo>
                  <a:cubicBezTo>
                    <a:pt x="30480" y="-867"/>
                    <a:pt x="25717" y="86"/>
                    <a:pt x="20955" y="1991"/>
                  </a:cubicBezTo>
                  <a:cubicBezTo>
                    <a:pt x="15240" y="4848"/>
                    <a:pt x="11430" y="7706"/>
                    <a:pt x="9525" y="9611"/>
                  </a:cubicBezTo>
                  <a:lnTo>
                    <a:pt x="26670" y="21993"/>
                  </a:lnTo>
                  <a:cubicBezTo>
                    <a:pt x="26670" y="21041"/>
                    <a:pt x="27623" y="19136"/>
                    <a:pt x="28575" y="18183"/>
                  </a:cubicBezTo>
                  <a:cubicBezTo>
                    <a:pt x="30480" y="16278"/>
                    <a:pt x="32385" y="15326"/>
                    <a:pt x="34290" y="14373"/>
                  </a:cubicBezTo>
                  <a:cubicBezTo>
                    <a:pt x="37148" y="13421"/>
                    <a:pt x="40005" y="13421"/>
                    <a:pt x="43815" y="14373"/>
                  </a:cubicBezTo>
                  <a:cubicBezTo>
                    <a:pt x="47625" y="16278"/>
                    <a:pt x="51435" y="18183"/>
                    <a:pt x="55245" y="21993"/>
                  </a:cubicBezTo>
                  <a:lnTo>
                    <a:pt x="73342" y="35328"/>
                  </a:lnTo>
                  <a:lnTo>
                    <a:pt x="71438" y="36281"/>
                  </a:lnTo>
                  <a:cubicBezTo>
                    <a:pt x="54292" y="31518"/>
                    <a:pt x="40958" y="27708"/>
                    <a:pt x="31433" y="25803"/>
                  </a:cubicBezTo>
                  <a:cubicBezTo>
                    <a:pt x="20955" y="23898"/>
                    <a:pt x="13335" y="23898"/>
                    <a:pt x="9525" y="25803"/>
                  </a:cubicBezTo>
                  <a:cubicBezTo>
                    <a:pt x="7620" y="26756"/>
                    <a:pt x="5715" y="27708"/>
                    <a:pt x="3810" y="28661"/>
                  </a:cubicBezTo>
                  <a:cubicBezTo>
                    <a:pt x="1905" y="29613"/>
                    <a:pt x="952" y="30566"/>
                    <a:pt x="0" y="32471"/>
                  </a:cubicBezTo>
                  <a:lnTo>
                    <a:pt x="16192" y="46758"/>
                  </a:lnTo>
                  <a:cubicBezTo>
                    <a:pt x="16192" y="46758"/>
                    <a:pt x="18098" y="45806"/>
                    <a:pt x="20002" y="43901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556" name="Google Shape;1556;p14"/>
            <p:cNvSpPr/>
            <p:nvPr/>
          </p:nvSpPr>
          <p:spPr bwMode="auto">
            <a:xfrm>
              <a:off x="5366384" y="2163124"/>
              <a:ext cx="518291" cy="331470"/>
            </a:xfrm>
            <a:custGeom>
              <a:avLst/>
              <a:gdLst/>
              <a:ahLst/>
              <a:cxnLst/>
              <a:rect l="l" t="t" r="r" b="b"/>
              <a:pathLst>
                <a:path w="518291" h="331470" fill="norm" stroke="1" extrusionOk="0">
                  <a:moveTo>
                    <a:pt x="83820" y="260985"/>
                  </a:moveTo>
                  <a:cubicBezTo>
                    <a:pt x="84773" y="260985"/>
                    <a:pt x="85725" y="260985"/>
                    <a:pt x="86677" y="261938"/>
                  </a:cubicBezTo>
                  <a:cubicBezTo>
                    <a:pt x="87630" y="262890"/>
                    <a:pt x="89535" y="263843"/>
                    <a:pt x="90488" y="264795"/>
                  </a:cubicBezTo>
                  <a:cubicBezTo>
                    <a:pt x="93345" y="267653"/>
                    <a:pt x="94298" y="272415"/>
                    <a:pt x="92392" y="278130"/>
                  </a:cubicBezTo>
                  <a:cubicBezTo>
                    <a:pt x="90488" y="283845"/>
                    <a:pt x="87630" y="289560"/>
                    <a:pt x="81915" y="294323"/>
                  </a:cubicBezTo>
                  <a:cubicBezTo>
                    <a:pt x="93345" y="301943"/>
                    <a:pt x="105727" y="305753"/>
                    <a:pt x="118110" y="307658"/>
                  </a:cubicBezTo>
                  <a:cubicBezTo>
                    <a:pt x="129540" y="308610"/>
                    <a:pt x="139065" y="305753"/>
                    <a:pt x="145732" y="300038"/>
                  </a:cubicBezTo>
                  <a:cubicBezTo>
                    <a:pt x="148590" y="297180"/>
                    <a:pt x="151448" y="293370"/>
                    <a:pt x="152400" y="289560"/>
                  </a:cubicBezTo>
                  <a:cubicBezTo>
                    <a:pt x="154305" y="284798"/>
                    <a:pt x="156210" y="280988"/>
                    <a:pt x="156210" y="275273"/>
                  </a:cubicBezTo>
                  <a:lnTo>
                    <a:pt x="170498" y="289560"/>
                  </a:lnTo>
                  <a:lnTo>
                    <a:pt x="193357" y="284798"/>
                  </a:lnTo>
                  <a:lnTo>
                    <a:pt x="129540" y="218123"/>
                  </a:lnTo>
                  <a:cubicBezTo>
                    <a:pt x="139065" y="209550"/>
                    <a:pt x="148590" y="201930"/>
                    <a:pt x="158115" y="193358"/>
                  </a:cubicBezTo>
                  <a:lnTo>
                    <a:pt x="206692" y="255270"/>
                  </a:lnTo>
                  <a:lnTo>
                    <a:pt x="231457" y="253365"/>
                  </a:lnTo>
                  <a:lnTo>
                    <a:pt x="174307" y="180023"/>
                  </a:lnTo>
                  <a:cubicBezTo>
                    <a:pt x="184785" y="171450"/>
                    <a:pt x="196215" y="163830"/>
                    <a:pt x="206692" y="156210"/>
                  </a:cubicBezTo>
                  <a:lnTo>
                    <a:pt x="221932" y="180023"/>
                  </a:lnTo>
                  <a:lnTo>
                    <a:pt x="213360" y="185738"/>
                  </a:lnTo>
                  <a:cubicBezTo>
                    <a:pt x="212407" y="186690"/>
                    <a:pt x="211455" y="187643"/>
                    <a:pt x="211455" y="189548"/>
                  </a:cubicBezTo>
                  <a:cubicBezTo>
                    <a:pt x="210502" y="190500"/>
                    <a:pt x="211455" y="192405"/>
                    <a:pt x="212407" y="193358"/>
                  </a:cubicBezTo>
                  <a:cubicBezTo>
                    <a:pt x="215265" y="197168"/>
                    <a:pt x="220980" y="200025"/>
                    <a:pt x="231457" y="201930"/>
                  </a:cubicBezTo>
                  <a:cubicBezTo>
                    <a:pt x="241935" y="203835"/>
                    <a:pt x="248602" y="203835"/>
                    <a:pt x="252413" y="200978"/>
                  </a:cubicBezTo>
                  <a:cubicBezTo>
                    <a:pt x="254317" y="200025"/>
                    <a:pt x="255270" y="198120"/>
                    <a:pt x="255270" y="197168"/>
                  </a:cubicBezTo>
                  <a:cubicBezTo>
                    <a:pt x="255270" y="195263"/>
                    <a:pt x="255270" y="193358"/>
                    <a:pt x="254317" y="192405"/>
                  </a:cubicBezTo>
                  <a:lnTo>
                    <a:pt x="223838" y="145733"/>
                  </a:lnTo>
                  <a:cubicBezTo>
                    <a:pt x="231457" y="140970"/>
                    <a:pt x="239077" y="135255"/>
                    <a:pt x="246698" y="130493"/>
                  </a:cubicBezTo>
                  <a:lnTo>
                    <a:pt x="291465" y="199073"/>
                  </a:lnTo>
                  <a:lnTo>
                    <a:pt x="314325" y="197168"/>
                  </a:lnTo>
                  <a:lnTo>
                    <a:pt x="263842" y="119063"/>
                  </a:lnTo>
                  <a:cubicBezTo>
                    <a:pt x="286703" y="104775"/>
                    <a:pt x="310515" y="92393"/>
                    <a:pt x="335280" y="80010"/>
                  </a:cubicBezTo>
                  <a:lnTo>
                    <a:pt x="347663" y="105728"/>
                  </a:lnTo>
                  <a:lnTo>
                    <a:pt x="307657" y="125730"/>
                  </a:lnTo>
                  <a:cubicBezTo>
                    <a:pt x="305753" y="126683"/>
                    <a:pt x="303848" y="128588"/>
                    <a:pt x="302895" y="130493"/>
                  </a:cubicBezTo>
                  <a:cubicBezTo>
                    <a:pt x="301942" y="133350"/>
                    <a:pt x="301942" y="135255"/>
                    <a:pt x="302895" y="137160"/>
                  </a:cubicBezTo>
                  <a:cubicBezTo>
                    <a:pt x="305753" y="141923"/>
                    <a:pt x="310515" y="146685"/>
                    <a:pt x="317182" y="149543"/>
                  </a:cubicBezTo>
                  <a:cubicBezTo>
                    <a:pt x="323850" y="153353"/>
                    <a:pt x="329565" y="154305"/>
                    <a:pt x="333375" y="152400"/>
                  </a:cubicBezTo>
                  <a:cubicBezTo>
                    <a:pt x="334328" y="151448"/>
                    <a:pt x="335280" y="150495"/>
                    <a:pt x="335280" y="149543"/>
                  </a:cubicBezTo>
                  <a:cubicBezTo>
                    <a:pt x="336232" y="148590"/>
                    <a:pt x="336232" y="147638"/>
                    <a:pt x="335280" y="145733"/>
                  </a:cubicBezTo>
                  <a:lnTo>
                    <a:pt x="331470" y="139065"/>
                  </a:lnTo>
                  <a:cubicBezTo>
                    <a:pt x="330517" y="138113"/>
                    <a:pt x="330517" y="136208"/>
                    <a:pt x="331470" y="135255"/>
                  </a:cubicBezTo>
                  <a:cubicBezTo>
                    <a:pt x="331470" y="134303"/>
                    <a:pt x="332423" y="132398"/>
                    <a:pt x="333375" y="132398"/>
                  </a:cubicBezTo>
                  <a:lnTo>
                    <a:pt x="355282" y="120968"/>
                  </a:lnTo>
                  <a:lnTo>
                    <a:pt x="371475" y="153353"/>
                  </a:lnTo>
                  <a:lnTo>
                    <a:pt x="394335" y="154305"/>
                  </a:lnTo>
                  <a:lnTo>
                    <a:pt x="352425" y="71438"/>
                  </a:lnTo>
                  <a:cubicBezTo>
                    <a:pt x="378142" y="60008"/>
                    <a:pt x="403860" y="48578"/>
                    <a:pt x="431482" y="39053"/>
                  </a:cubicBezTo>
                  <a:lnTo>
                    <a:pt x="442913" y="69533"/>
                  </a:lnTo>
                  <a:cubicBezTo>
                    <a:pt x="436245" y="65723"/>
                    <a:pt x="429578" y="62865"/>
                    <a:pt x="422910" y="60960"/>
                  </a:cubicBezTo>
                  <a:cubicBezTo>
                    <a:pt x="417195" y="59055"/>
                    <a:pt x="411480" y="59055"/>
                    <a:pt x="408623" y="60960"/>
                  </a:cubicBezTo>
                  <a:cubicBezTo>
                    <a:pt x="401003" y="63818"/>
                    <a:pt x="395288" y="68580"/>
                    <a:pt x="391478" y="75248"/>
                  </a:cubicBezTo>
                  <a:cubicBezTo>
                    <a:pt x="387667" y="81915"/>
                    <a:pt x="387667" y="88583"/>
                    <a:pt x="389573" y="95250"/>
                  </a:cubicBezTo>
                  <a:cubicBezTo>
                    <a:pt x="392430" y="102870"/>
                    <a:pt x="399098" y="108585"/>
                    <a:pt x="408623" y="113348"/>
                  </a:cubicBezTo>
                  <a:cubicBezTo>
                    <a:pt x="418148" y="118110"/>
                    <a:pt x="427673" y="119063"/>
                    <a:pt x="434340" y="117158"/>
                  </a:cubicBezTo>
                  <a:cubicBezTo>
                    <a:pt x="437198" y="116205"/>
                    <a:pt x="441007" y="113348"/>
                    <a:pt x="443865" y="110490"/>
                  </a:cubicBezTo>
                  <a:cubicBezTo>
                    <a:pt x="446723" y="107633"/>
                    <a:pt x="450532" y="103823"/>
                    <a:pt x="453390" y="98108"/>
                  </a:cubicBezTo>
                  <a:lnTo>
                    <a:pt x="460057" y="116205"/>
                  </a:lnTo>
                  <a:lnTo>
                    <a:pt x="482917" y="120968"/>
                  </a:lnTo>
                  <a:lnTo>
                    <a:pt x="468630" y="80963"/>
                  </a:lnTo>
                  <a:cubicBezTo>
                    <a:pt x="470535" y="75248"/>
                    <a:pt x="473392" y="71438"/>
                    <a:pt x="476250" y="67628"/>
                  </a:cubicBezTo>
                  <a:cubicBezTo>
                    <a:pt x="480060" y="63818"/>
                    <a:pt x="482917" y="60960"/>
                    <a:pt x="486728" y="60008"/>
                  </a:cubicBezTo>
                  <a:cubicBezTo>
                    <a:pt x="488632" y="59055"/>
                    <a:pt x="490538" y="59055"/>
                    <a:pt x="492442" y="60960"/>
                  </a:cubicBezTo>
                  <a:cubicBezTo>
                    <a:pt x="494348" y="61913"/>
                    <a:pt x="496253" y="63818"/>
                    <a:pt x="497205" y="65723"/>
                  </a:cubicBezTo>
                  <a:cubicBezTo>
                    <a:pt x="499110" y="69533"/>
                    <a:pt x="499110" y="75248"/>
                    <a:pt x="499110" y="80963"/>
                  </a:cubicBezTo>
                  <a:cubicBezTo>
                    <a:pt x="498157" y="86678"/>
                    <a:pt x="497205" y="93345"/>
                    <a:pt x="495300" y="99060"/>
                  </a:cubicBezTo>
                  <a:lnTo>
                    <a:pt x="516255" y="104775"/>
                  </a:lnTo>
                  <a:cubicBezTo>
                    <a:pt x="519113" y="91440"/>
                    <a:pt x="519113" y="80010"/>
                    <a:pt x="515303" y="69533"/>
                  </a:cubicBezTo>
                  <a:cubicBezTo>
                    <a:pt x="512445" y="61913"/>
                    <a:pt x="506730" y="55245"/>
                    <a:pt x="498157" y="50483"/>
                  </a:cubicBezTo>
                  <a:cubicBezTo>
                    <a:pt x="489585" y="44768"/>
                    <a:pt x="481965" y="43815"/>
                    <a:pt x="476250" y="45720"/>
                  </a:cubicBezTo>
                  <a:cubicBezTo>
                    <a:pt x="473392" y="46673"/>
                    <a:pt x="470535" y="48578"/>
                    <a:pt x="467678" y="50483"/>
                  </a:cubicBezTo>
                  <a:cubicBezTo>
                    <a:pt x="464820" y="52388"/>
                    <a:pt x="461963" y="56198"/>
                    <a:pt x="459105" y="59055"/>
                  </a:cubicBezTo>
                  <a:lnTo>
                    <a:pt x="450532" y="34290"/>
                  </a:lnTo>
                  <a:cubicBezTo>
                    <a:pt x="470535" y="27623"/>
                    <a:pt x="490538" y="21908"/>
                    <a:pt x="511492" y="16193"/>
                  </a:cubicBezTo>
                  <a:lnTo>
                    <a:pt x="506730" y="12383"/>
                  </a:lnTo>
                  <a:lnTo>
                    <a:pt x="506730" y="12383"/>
                  </a:lnTo>
                  <a:lnTo>
                    <a:pt x="505778" y="11430"/>
                  </a:lnTo>
                  <a:lnTo>
                    <a:pt x="493395" y="0"/>
                  </a:lnTo>
                  <a:cubicBezTo>
                    <a:pt x="295275" y="52388"/>
                    <a:pt x="122873" y="168593"/>
                    <a:pt x="0" y="325755"/>
                  </a:cubicBezTo>
                  <a:lnTo>
                    <a:pt x="20955" y="331470"/>
                  </a:lnTo>
                  <a:cubicBezTo>
                    <a:pt x="40957" y="306705"/>
                    <a:pt x="61913" y="282893"/>
                    <a:pt x="83820" y="260985"/>
                  </a:cubicBezTo>
                  <a:close/>
                  <a:moveTo>
                    <a:pt x="436245" y="93345"/>
                  </a:moveTo>
                  <a:cubicBezTo>
                    <a:pt x="432435" y="97155"/>
                    <a:pt x="427673" y="100013"/>
                    <a:pt x="423863" y="101918"/>
                  </a:cubicBezTo>
                  <a:cubicBezTo>
                    <a:pt x="421005" y="102870"/>
                    <a:pt x="418148" y="102870"/>
                    <a:pt x="416242" y="101918"/>
                  </a:cubicBezTo>
                  <a:cubicBezTo>
                    <a:pt x="413385" y="100965"/>
                    <a:pt x="412432" y="99060"/>
                    <a:pt x="411480" y="97155"/>
                  </a:cubicBezTo>
                  <a:cubicBezTo>
                    <a:pt x="409575" y="92393"/>
                    <a:pt x="410528" y="88583"/>
                    <a:pt x="412432" y="84773"/>
                  </a:cubicBezTo>
                  <a:cubicBezTo>
                    <a:pt x="414338" y="80010"/>
                    <a:pt x="417195" y="77153"/>
                    <a:pt x="421957" y="76200"/>
                  </a:cubicBezTo>
                  <a:cubicBezTo>
                    <a:pt x="425767" y="75248"/>
                    <a:pt x="429578" y="74295"/>
                    <a:pt x="434340" y="75248"/>
                  </a:cubicBezTo>
                  <a:cubicBezTo>
                    <a:pt x="439103" y="75248"/>
                    <a:pt x="443865" y="77153"/>
                    <a:pt x="447675" y="79058"/>
                  </a:cubicBezTo>
                  <a:cubicBezTo>
                    <a:pt x="443865" y="83820"/>
                    <a:pt x="440055" y="89535"/>
                    <a:pt x="436245" y="93345"/>
                  </a:cubicBezTo>
                  <a:close/>
                  <a:moveTo>
                    <a:pt x="115252" y="231458"/>
                  </a:moveTo>
                  <a:lnTo>
                    <a:pt x="140970" y="258127"/>
                  </a:lnTo>
                  <a:cubicBezTo>
                    <a:pt x="140017" y="265748"/>
                    <a:pt x="138113" y="272415"/>
                    <a:pt x="136207" y="278130"/>
                  </a:cubicBezTo>
                  <a:cubicBezTo>
                    <a:pt x="134302" y="283845"/>
                    <a:pt x="131445" y="287655"/>
                    <a:pt x="128588" y="291465"/>
                  </a:cubicBezTo>
                  <a:cubicBezTo>
                    <a:pt x="125730" y="294323"/>
                    <a:pt x="121920" y="296228"/>
                    <a:pt x="118110" y="297180"/>
                  </a:cubicBezTo>
                  <a:cubicBezTo>
                    <a:pt x="114300" y="298133"/>
                    <a:pt x="110490" y="298133"/>
                    <a:pt x="106680" y="297180"/>
                  </a:cubicBezTo>
                  <a:cubicBezTo>
                    <a:pt x="106680" y="297180"/>
                    <a:pt x="105727" y="296228"/>
                    <a:pt x="105727" y="296228"/>
                  </a:cubicBezTo>
                  <a:cubicBezTo>
                    <a:pt x="105727" y="295275"/>
                    <a:pt x="105727" y="295275"/>
                    <a:pt x="105727" y="295275"/>
                  </a:cubicBezTo>
                  <a:cubicBezTo>
                    <a:pt x="110490" y="288608"/>
                    <a:pt x="113348" y="282893"/>
                    <a:pt x="115252" y="277178"/>
                  </a:cubicBezTo>
                  <a:cubicBezTo>
                    <a:pt x="117157" y="271463"/>
                    <a:pt x="116205" y="266700"/>
                    <a:pt x="114300" y="264795"/>
                  </a:cubicBezTo>
                  <a:cubicBezTo>
                    <a:pt x="112395" y="262890"/>
                    <a:pt x="109538" y="260985"/>
                    <a:pt x="104775" y="259080"/>
                  </a:cubicBezTo>
                  <a:cubicBezTo>
                    <a:pt x="100965" y="258127"/>
                    <a:pt x="96202" y="257175"/>
                    <a:pt x="91440" y="256223"/>
                  </a:cubicBezTo>
                  <a:cubicBezTo>
                    <a:pt x="98107" y="246698"/>
                    <a:pt x="106680" y="239077"/>
                    <a:pt x="115252" y="231458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557" name="Google Shape;1557;p14"/>
            <p:cNvSpPr/>
            <p:nvPr/>
          </p:nvSpPr>
          <p:spPr bwMode="auto">
            <a:xfrm>
              <a:off x="5730238" y="2140744"/>
              <a:ext cx="72130" cy="40481"/>
            </a:xfrm>
            <a:custGeom>
              <a:avLst/>
              <a:gdLst/>
              <a:ahLst/>
              <a:cxnLst/>
              <a:rect l="l" t="t" r="r" b="b"/>
              <a:pathLst>
                <a:path w="72130" h="40481" fill="norm" stroke="1" extrusionOk="0">
                  <a:moveTo>
                    <a:pt x="22860" y="17621"/>
                  </a:moveTo>
                  <a:cubicBezTo>
                    <a:pt x="25718" y="16669"/>
                    <a:pt x="29527" y="16669"/>
                    <a:pt x="32385" y="16669"/>
                  </a:cubicBezTo>
                  <a:cubicBezTo>
                    <a:pt x="35243" y="16669"/>
                    <a:pt x="38100" y="17621"/>
                    <a:pt x="40958" y="19526"/>
                  </a:cubicBezTo>
                  <a:lnTo>
                    <a:pt x="69533" y="40481"/>
                  </a:lnTo>
                  <a:cubicBezTo>
                    <a:pt x="75248" y="38576"/>
                    <a:pt x="71438" y="32861"/>
                    <a:pt x="59055" y="22384"/>
                  </a:cubicBezTo>
                  <a:cubicBezTo>
                    <a:pt x="52388" y="16669"/>
                    <a:pt x="48577" y="13811"/>
                    <a:pt x="45720" y="11906"/>
                  </a:cubicBezTo>
                  <a:cubicBezTo>
                    <a:pt x="40005" y="7144"/>
                    <a:pt x="33338" y="3334"/>
                    <a:pt x="25718" y="1429"/>
                  </a:cubicBezTo>
                  <a:cubicBezTo>
                    <a:pt x="19050" y="-476"/>
                    <a:pt x="12383" y="-476"/>
                    <a:pt x="7620" y="1429"/>
                  </a:cubicBezTo>
                  <a:cubicBezTo>
                    <a:pt x="4763" y="2381"/>
                    <a:pt x="1905" y="4286"/>
                    <a:pt x="0" y="5239"/>
                  </a:cubicBezTo>
                  <a:lnTo>
                    <a:pt x="14288" y="21431"/>
                  </a:lnTo>
                  <a:cubicBezTo>
                    <a:pt x="17145" y="20479"/>
                    <a:pt x="20002" y="18574"/>
                    <a:pt x="22860" y="17621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558" name="Google Shape;1558;p14"/>
            <p:cNvSpPr/>
            <p:nvPr/>
          </p:nvSpPr>
          <p:spPr bwMode="auto">
            <a:xfrm>
              <a:off x="6128206" y="2241837"/>
              <a:ext cx="60187" cy="55030"/>
            </a:xfrm>
            <a:custGeom>
              <a:avLst/>
              <a:gdLst/>
              <a:ahLst/>
              <a:cxnLst/>
              <a:rect l="l" t="t" r="r" b="b"/>
              <a:pathLst>
                <a:path w="60187" h="55030" fill="norm" stroke="1" extrusionOk="0">
                  <a:moveTo>
                    <a:pt x="19230" y="17489"/>
                  </a:moveTo>
                  <a:cubicBezTo>
                    <a:pt x="23041" y="15584"/>
                    <a:pt x="27803" y="14631"/>
                    <a:pt x="32566" y="14631"/>
                  </a:cubicBezTo>
                  <a:lnTo>
                    <a:pt x="43996" y="15584"/>
                  </a:lnTo>
                  <a:lnTo>
                    <a:pt x="36375" y="1296"/>
                  </a:lnTo>
                  <a:lnTo>
                    <a:pt x="25898" y="344"/>
                  </a:lnTo>
                  <a:cubicBezTo>
                    <a:pt x="19230" y="-609"/>
                    <a:pt x="13516" y="344"/>
                    <a:pt x="8753" y="4154"/>
                  </a:cubicBezTo>
                  <a:cubicBezTo>
                    <a:pt x="3991" y="7011"/>
                    <a:pt x="1133" y="10821"/>
                    <a:pt x="180" y="16536"/>
                  </a:cubicBezTo>
                  <a:cubicBezTo>
                    <a:pt x="-772" y="25109"/>
                    <a:pt x="2086" y="33681"/>
                    <a:pt x="7800" y="41301"/>
                  </a:cubicBezTo>
                  <a:cubicBezTo>
                    <a:pt x="14468" y="48921"/>
                    <a:pt x="22088" y="53684"/>
                    <a:pt x="30661" y="54636"/>
                  </a:cubicBezTo>
                  <a:cubicBezTo>
                    <a:pt x="36375" y="55589"/>
                    <a:pt x="42091" y="54636"/>
                    <a:pt x="46853" y="53684"/>
                  </a:cubicBezTo>
                  <a:cubicBezTo>
                    <a:pt x="51616" y="52731"/>
                    <a:pt x="56378" y="50826"/>
                    <a:pt x="60188" y="47969"/>
                  </a:cubicBezTo>
                  <a:lnTo>
                    <a:pt x="52568" y="31776"/>
                  </a:lnTo>
                  <a:cubicBezTo>
                    <a:pt x="47805" y="34634"/>
                    <a:pt x="43043" y="37491"/>
                    <a:pt x="37328" y="39396"/>
                  </a:cubicBezTo>
                  <a:cubicBezTo>
                    <a:pt x="31613" y="41301"/>
                    <a:pt x="26850" y="41301"/>
                    <a:pt x="22088" y="41301"/>
                  </a:cubicBezTo>
                  <a:cubicBezTo>
                    <a:pt x="19230" y="41301"/>
                    <a:pt x="16373" y="39396"/>
                    <a:pt x="14468" y="36539"/>
                  </a:cubicBezTo>
                  <a:cubicBezTo>
                    <a:pt x="12563" y="33681"/>
                    <a:pt x="11611" y="30824"/>
                    <a:pt x="11611" y="27014"/>
                  </a:cubicBezTo>
                  <a:cubicBezTo>
                    <a:pt x="12563" y="23204"/>
                    <a:pt x="15421" y="20346"/>
                    <a:pt x="19230" y="17489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559" name="Google Shape;1559;p14"/>
            <p:cNvSpPr/>
            <p:nvPr/>
          </p:nvSpPr>
          <p:spPr bwMode="auto">
            <a:xfrm>
              <a:off x="6304220" y="2196423"/>
              <a:ext cx="62287" cy="78143"/>
            </a:xfrm>
            <a:custGeom>
              <a:avLst/>
              <a:gdLst/>
              <a:ahLst/>
              <a:cxnLst/>
              <a:rect l="l" t="t" r="r" b="b"/>
              <a:pathLst>
                <a:path w="62287" h="78143" fill="norm" stroke="1" extrusionOk="0">
                  <a:moveTo>
                    <a:pt x="23235" y="22899"/>
                  </a:moveTo>
                  <a:cubicBezTo>
                    <a:pt x="27045" y="20041"/>
                    <a:pt x="31808" y="19089"/>
                    <a:pt x="36570" y="20994"/>
                  </a:cubicBezTo>
                  <a:lnTo>
                    <a:pt x="57525" y="26709"/>
                  </a:lnTo>
                  <a:lnTo>
                    <a:pt x="62288" y="9564"/>
                  </a:lnTo>
                  <a:lnTo>
                    <a:pt x="30855" y="991"/>
                  </a:lnTo>
                  <a:cubicBezTo>
                    <a:pt x="24188" y="-914"/>
                    <a:pt x="18473" y="39"/>
                    <a:pt x="12758" y="2896"/>
                  </a:cubicBezTo>
                  <a:cubicBezTo>
                    <a:pt x="7043" y="5754"/>
                    <a:pt x="3233" y="10516"/>
                    <a:pt x="1328" y="16231"/>
                  </a:cubicBezTo>
                  <a:cubicBezTo>
                    <a:pt x="-577" y="23851"/>
                    <a:pt x="-577" y="33376"/>
                    <a:pt x="2280" y="43854"/>
                  </a:cubicBezTo>
                  <a:cubicBezTo>
                    <a:pt x="5138" y="54331"/>
                    <a:pt x="9900" y="65761"/>
                    <a:pt x="16568" y="78144"/>
                  </a:cubicBezTo>
                  <a:lnTo>
                    <a:pt x="24188" y="75286"/>
                  </a:lnTo>
                  <a:cubicBezTo>
                    <a:pt x="20378" y="67666"/>
                    <a:pt x="17520" y="60046"/>
                    <a:pt x="16568" y="52426"/>
                  </a:cubicBezTo>
                  <a:cubicBezTo>
                    <a:pt x="15615" y="44806"/>
                    <a:pt x="15615" y="39091"/>
                    <a:pt x="16568" y="33376"/>
                  </a:cubicBezTo>
                  <a:cubicBezTo>
                    <a:pt x="16568" y="29566"/>
                    <a:pt x="19425" y="25756"/>
                    <a:pt x="23235" y="22899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560" name="Google Shape;1560;p14"/>
            <p:cNvSpPr/>
            <p:nvPr/>
          </p:nvSpPr>
          <p:spPr bwMode="auto">
            <a:xfrm>
              <a:off x="6667143" y="2388355"/>
              <a:ext cx="87538" cy="98620"/>
            </a:xfrm>
            <a:custGeom>
              <a:avLst/>
              <a:gdLst/>
              <a:ahLst/>
              <a:cxnLst/>
              <a:rect l="l" t="t" r="r" b="b"/>
              <a:pathLst>
                <a:path w="87539" h="98620" fill="norm" stroke="1" extrusionOk="0">
                  <a:moveTo>
                    <a:pt x="52745" y="513"/>
                  </a:moveTo>
                  <a:cubicBezTo>
                    <a:pt x="45125" y="2418"/>
                    <a:pt x="41315" y="7180"/>
                    <a:pt x="39410" y="17658"/>
                  </a:cubicBezTo>
                  <a:cubicBezTo>
                    <a:pt x="37505" y="28135"/>
                    <a:pt x="38457" y="40518"/>
                    <a:pt x="43220" y="52900"/>
                  </a:cubicBezTo>
                  <a:cubicBezTo>
                    <a:pt x="34647" y="55758"/>
                    <a:pt x="26075" y="54805"/>
                    <a:pt x="18455" y="51948"/>
                  </a:cubicBezTo>
                  <a:cubicBezTo>
                    <a:pt x="20360" y="49090"/>
                    <a:pt x="20360" y="46233"/>
                    <a:pt x="20360" y="44328"/>
                  </a:cubicBezTo>
                  <a:cubicBezTo>
                    <a:pt x="20360" y="41470"/>
                    <a:pt x="20360" y="39565"/>
                    <a:pt x="19407" y="38613"/>
                  </a:cubicBezTo>
                  <a:cubicBezTo>
                    <a:pt x="17502" y="36708"/>
                    <a:pt x="14645" y="35755"/>
                    <a:pt x="11787" y="35755"/>
                  </a:cubicBezTo>
                  <a:cubicBezTo>
                    <a:pt x="8930" y="36708"/>
                    <a:pt x="5120" y="37660"/>
                    <a:pt x="3215" y="40518"/>
                  </a:cubicBezTo>
                  <a:cubicBezTo>
                    <a:pt x="357" y="43375"/>
                    <a:pt x="-595" y="47185"/>
                    <a:pt x="357" y="51948"/>
                  </a:cubicBezTo>
                  <a:cubicBezTo>
                    <a:pt x="1310" y="56710"/>
                    <a:pt x="4167" y="60520"/>
                    <a:pt x="7977" y="64330"/>
                  </a:cubicBezTo>
                  <a:lnTo>
                    <a:pt x="1310" y="95763"/>
                  </a:lnTo>
                  <a:lnTo>
                    <a:pt x="12740" y="98620"/>
                  </a:lnTo>
                  <a:lnTo>
                    <a:pt x="13692" y="67188"/>
                  </a:lnTo>
                  <a:cubicBezTo>
                    <a:pt x="27027" y="70998"/>
                    <a:pt x="39410" y="71950"/>
                    <a:pt x="50840" y="70045"/>
                  </a:cubicBezTo>
                  <a:cubicBezTo>
                    <a:pt x="62270" y="69093"/>
                    <a:pt x="70842" y="65283"/>
                    <a:pt x="76557" y="58615"/>
                  </a:cubicBezTo>
                  <a:cubicBezTo>
                    <a:pt x="87987" y="46233"/>
                    <a:pt x="93702" y="23373"/>
                    <a:pt x="77510" y="5275"/>
                  </a:cubicBezTo>
                  <a:cubicBezTo>
                    <a:pt x="72747" y="2418"/>
                    <a:pt x="65127" y="-1392"/>
                    <a:pt x="52745" y="513"/>
                  </a:cubicBezTo>
                  <a:close/>
                  <a:moveTo>
                    <a:pt x="70842" y="29088"/>
                  </a:moveTo>
                  <a:cubicBezTo>
                    <a:pt x="69890" y="33850"/>
                    <a:pt x="67985" y="37660"/>
                    <a:pt x="65127" y="41470"/>
                  </a:cubicBezTo>
                  <a:cubicBezTo>
                    <a:pt x="62270" y="44328"/>
                    <a:pt x="59412" y="47185"/>
                    <a:pt x="56555" y="48138"/>
                  </a:cubicBezTo>
                  <a:cubicBezTo>
                    <a:pt x="53697" y="50043"/>
                    <a:pt x="51792" y="50995"/>
                    <a:pt x="49887" y="50995"/>
                  </a:cubicBezTo>
                  <a:cubicBezTo>
                    <a:pt x="47982" y="44328"/>
                    <a:pt x="47982" y="37660"/>
                    <a:pt x="47982" y="32898"/>
                  </a:cubicBezTo>
                  <a:cubicBezTo>
                    <a:pt x="47982" y="27183"/>
                    <a:pt x="49887" y="23373"/>
                    <a:pt x="51792" y="21468"/>
                  </a:cubicBezTo>
                  <a:cubicBezTo>
                    <a:pt x="54650" y="18610"/>
                    <a:pt x="57507" y="16705"/>
                    <a:pt x="60365" y="16705"/>
                  </a:cubicBezTo>
                  <a:cubicBezTo>
                    <a:pt x="63222" y="15753"/>
                    <a:pt x="66080" y="16705"/>
                    <a:pt x="67985" y="18610"/>
                  </a:cubicBezTo>
                  <a:cubicBezTo>
                    <a:pt x="69890" y="21468"/>
                    <a:pt x="70842" y="25278"/>
                    <a:pt x="70842" y="29088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561" name="Google Shape;1561;p14"/>
            <p:cNvSpPr/>
            <p:nvPr/>
          </p:nvSpPr>
          <p:spPr bwMode="auto">
            <a:xfrm>
              <a:off x="6644398" y="2477449"/>
              <a:ext cx="71922" cy="76930"/>
            </a:xfrm>
            <a:custGeom>
              <a:avLst/>
              <a:gdLst/>
              <a:ahLst/>
              <a:cxnLst/>
              <a:rect l="l" t="t" r="r" b="b"/>
              <a:pathLst>
                <a:path w="71922" h="76930" fill="norm" stroke="1" extrusionOk="0">
                  <a:moveTo>
                    <a:pt x="47868" y="60008"/>
                  </a:moveTo>
                  <a:cubicBezTo>
                    <a:pt x="41200" y="59055"/>
                    <a:pt x="36438" y="56198"/>
                    <a:pt x="31675" y="50483"/>
                  </a:cubicBezTo>
                  <a:cubicBezTo>
                    <a:pt x="24055" y="40958"/>
                    <a:pt x="17388" y="32385"/>
                    <a:pt x="13578" y="23813"/>
                  </a:cubicBezTo>
                  <a:cubicBezTo>
                    <a:pt x="9768" y="15240"/>
                    <a:pt x="7863" y="7620"/>
                    <a:pt x="7863" y="952"/>
                  </a:cubicBezTo>
                  <a:lnTo>
                    <a:pt x="243" y="0"/>
                  </a:lnTo>
                  <a:cubicBezTo>
                    <a:pt x="-710" y="10477"/>
                    <a:pt x="1195" y="20955"/>
                    <a:pt x="5005" y="32385"/>
                  </a:cubicBezTo>
                  <a:cubicBezTo>
                    <a:pt x="8815" y="43815"/>
                    <a:pt x="15483" y="54293"/>
                    <a:pt x="23103" y="63818"/>
                  </a:cubicBezTo>
                  <a:cubicBezTo>
                    <a:pt x="28818" y="70485"/>
                    <a:pt x="36438" y="75248"/>
                    <a:pt x="44058" y="76200"/>
                  </a:cubicBezTo>
                  <a:cubicBezTo>
                    <a:pt x="51678" y="78105"/>
                    <a:pt x="58345" y="76200"/>
                    <a:pt x="64060" y="71438"/>
                  </a:cubicBezTo>
                  <a:cubicBezTo>
                    <a:pt x="68823" y="67627"/>
                    <a:pt x="71680" y="60960"/>
                    <a:pt x="71680" y="52388"/>
                  </a:cubicBezTo>
                  <a:cubicBezTo>
                    <a:pt x="72633" y="43815"/>
                    <a:pt x="70728" y="37148"/>
                    <a:pt x="66918" y="32385"/>
                  </a:cubicBezTo>
                  <a:cubicBezTo>
                    <a:pt x="65013" y="29527"/>
                    <a:pt x="62155" y="27623"/>
                    <a:pt x="58345" y="26670"/>
                  </a:cubicBezTo>
                  <a:cubicBezTo>
                    <a:pt x="54535" y="24765"/>
                    <a:pt x="50725" y="23813"/>
                    <a:pt x="45963" y="23813"/>
                  </a:cubicBezTo>
                  <a:lnTo>
                    <a:pt x="45010" y="41910"/>
                  </a:lnTo>
                  <a:cubicBezTo>
                    <a:pt x="48820" y="41910"/>
                    <a:pt x="51678" y="41910"/>
                    <a:pt x="55488" y="42863"/>
                  </a:cubicBezTo>
                  <a:cubicBezTo>
                    <a:pt x="59298" y="43815"/>
                    <a:pt x="61203" y="44768"/>
                    <a:pt x="63108" y="46673"/>
                  </a:cubicBezTo>
                  <a:cubicBezTo>
                    <a:pt x="65013" y="48577"/>
                    <a:pt x="65013" y="49530"/>
                    <a:pt x="65013" y="51435"/>
                  </a:cubicBezTo>
                  <a:cubicBezTo>
                    <a:pt x="65013" y="53340"/>
                    <a:pt x="65013" y="55245"/>
                    <a:pt x="63108" y="56198"/>
                  </a:cubicBezTo>
                  <a:cubicBezTo>
                    <a:pt x="59298" y="60008"/>
                    <a:pt x="54535" y="60960"/>
                    <a:pt x="47868" y="60008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562" name="Google Shape;1562;p14"/>
            <p:cNvSpPr/>
            <p:nvPr/>
          </p:nvSpPr>
          <p:spPr bwMode="auto">
            <a:xfrm>
              <a:off x="5945504" y="2138362"/>
              <a:ext cx="782002" cy="306704"/>
            </a:xfrm>
            <a:custGeom>
              <a:avLst/>
              <a:gdLst/>
              <a:ahLst/>
              <a:cxnLst/>
              <a:rect l="l" t="t" r="r" b="b"/>
              <a:pathLst>
                <a:path w="782002" h="306704" fill="norm" stroke="1" extrusionOk="0">
                  <a:moveTo>
                    <a:pt x="26670" y="97155"/>
                  </a:moveTo>
                  <a:cubicBezTo>
                    <a:pt x="37148" y="103823"/>
                    <a:pt x="46673" y="107632"/>
                    <a:pt x="56198" y="106680"/>
                  </a:cubicBezTo>
                  <a:cubicBezTo>
                    <a:pt x="62865" y="105727"/>
                    <a:pt x="68580" y="102870"/>
                    <a:pt x="73342" y="97155"/>
                  </a:cubicBezTo>
                  <a:cubicBezTo>
                    <a:pt x="78105" y="91440"/>
                    <a:pt x="80010" y="84773"/>
                    <a:pt x="79058" y="77152"/>
                  </a:cubicBezTo>
                  <a:cubicBezTo>
                    <a:pt x="79058" y="74295"/>
                    <a:pt x="78105" y="71438"/>
                    <a:pt x="77153" y="68580"/>
                  </a:cubicBezTo>
                  <a:cubicBezTo>
                    <a:pt x="76200" y="65723"/>
                    <a:pt x="74295" y="63818"/>
                    <a:pt x="72390" y="60960"/>
                  </a:cubicBezTo>
                  <a:cubicBezTo>
                    <a:pt x="77153" y="63818"/>
                    <a:pt x="80963" y="65723"/>
                    <a:pt x="84773" y="67627"/>
                  </a:cubicBezTo>
                  <a:cubicBezTo>
                    <a:pt x="88583" y="69532"/>
                    <a:pt x="92392" y="69532"/>
                    <a:pt x="96203" y="69532"/>
                  </a:cubicBezTo>
                  <a:cubicBezTo>
                    <a:pt x="100013" y="68580"/>
                    <a:pt x="102870" y="67627"/>
                    <a:pt x="104775" y="66675"/>
                  </a:cubicBezTo>
                  <a:lnTo>
                    <a:pt x="107633" y="98107"/>
                  </a:lnTo>
                  <a:lnTo>
                    <a:pt x="128588" y="107632"/>
                  </a:lnTo>
                  <a:lnTo>
                    <a:pt x="120015" y="15240"/>
                  </a:lnTo>
                  <a:cubicBezTo>
                    <a:pt x="132398" y="14288"/>
                    <a:pt x="143828" y="14288"/>
                    <a:pt x="156210" y="14288"/>
                  </a:cubicBezTo>
                  <a:cubicBezTo>
                    <a:pt x="158115" y="14288"/>
                    <a:pt x="160020" y="14288"/>
                    <a:pt x="161925" y="14288"/>
                  </a:cubicBezTo>
                  <a:lnTo>
                    <a:pt x="160020" y="51435"/>
                  </a:lnTo>
                  <a:lnTo>
                    <a:pt x="153353" y="51435"/>
                  </a:lnTo>
                  <a:cubicBezTo>
                    <a:pt x="151448" y="51435"/>
                    <a:pt x="150495" y="51435"/>
                    <a:pt x="149542" y="53340"/>
                  </a:cubicBezTo>
                  <a:cubicBezTo>
                    <a:pt x="148590" y="54293"/>
                    <a:pt x="147638" y="55245"/>
                    <a:pt x="147638" y="57150"/>
                  </a:cubicBezTo>
                  <a:cubicBezTo>
                    <a:pt x="147638" y="60960"/>
                    <a:pt x="151448" y="66675"/>
                    <a:pt x="158115" y="74295"/>
                  </a:cubicBezTo>
                  <a:cubicBezTo>
                    <a:pt x="165735" y="81915"/>
                    <a:pt x="170498" y="86677"/>
                    <a:pt x="174308" y="86677"/>
                  </a:cubicBezTo>
                  <a:cubicBezTo>
                    <a:pt x="175260" y="86677"/>
                    <a:pt x="176213" y="85725"/>
                    <a:pt x="177165" y="84773"/>
                  </a:cubicBezTo>
                  <a:cubicBezTo>
                    <a:pt x="178117" y="82868"/>
                    <a:pt x="179070" y="81915"/>
                    <a:pt x="179070" y="80010"/>
                  </a:cubicBezTo>
                  <a:lnTo>
                    <a:pt x="179070" y="71438"/>
                  </a:lnTo>
                  <a:lnTo>
                    <a:pt x="212408" y="73343"/>
                  </a:lnTo>
                  <a:lnTo>
                    <a:pt x="211455" y="98107"/>
                  </a:lnTo>
                  <a:lnTo>
                    <a:pt x="231458" y="112395"/>
                  </a:lnTo>
                  <a:lnTo>
                    <a:pt x="236220" y="19050"/>
                  </a:lnTo>
                  <a:cubicBezTo>
                    <a:pt x="264795" y="21907"/>
                    <a:pt x="292417" y="25718"/>
                    <a:pt x="320040" y="30480"/>
                  </a:cubicBezTo>
                  <a:lnTo>
                    <a:pt x="317183" y="45720"/>
                  </a:lnTo>
                  <a:lnTo>
                    <a:pt x="288608" y="40957"/>
                  </a:lnTo>
                  <a:cubicBezTo>
                    <a:pt x="281940" y="40005"/>
                    <a:pt x="275273" y="40957"/>
                    <a:pt x="269558" y="44768"/>
                  </a:cubicBezTo>
                  <a:cubicBezTo>
                    <a:pt x="263842" y="48577"/>
                    <a:pt x="260985" y="53340"/>
                    <a:pt x="260033" y="59055"/>
                  </a:cubicBezTo>
                  <a:cubicBezTo>
                    <a:pt x="258128" y="67627"/>
                    <a:pt x="259080" y="77152"/>
                    <a:pt x="262890" y="87630"/>
                  </a:cubicBezTo>
                  <a:cubicBezTo>
                    <a:pt x="265748" y="98107"/>
                    <a:pt x="271463" y="108585"/>
                    <a:pt x="278130" y="119063"/>
                  </a:cubicBezTo>
                  <a:lnTo>
                    <a:pt x="285750" y="116205"/>
                  </a:lnTo>
                  <a:cubicBezTo>
                    <a:pt x="280988" y="109538"/>
                    <a:pt x="277178" y="102870"/>
                    <a:pt x="275273" y="96202"/>
                  </a:cubicBezTo>
                  <a:cubicBezTo>
                    <a:pt x="273367" y="88582"/>
                    <a:pt x="273367" y="81915"/>
                    <a:pt x="274320" y="75248"/>
                  </a:cubicBezTo>
                  <a:cubicBezTo>
                    <a:pt x="275273" y="70485"/>
                    <a:pt x="277178" y="66675"/>
                    <a:pt x="281940" y="63818"/>
                  </a:cubicBezTo>
                  <a:cubicBezTo>
                    <a:pt x="285750" y="60960"/>
                    <a:pt x="290513" y="60007"/>
                    <a:pt x="295275" y="60960"/>
                  </a:cubicBezTo>
                  <a:lnTo>
                    <a:pt x="315278" y="64770"/>
                  </a:lnTo>
                  <a:lnTo>
                    <a:pt x="307658" y="111443"/>
                  </a:lnTo>
                  <a:lnTo>
                    <a:pt x="325755" y="128588"/>
                  </a:lnTo>
                  <a:lnTo>
                    <a:pt x="340995" y="36195"/>
                  </a:lnTo>
                  <a:cubicBezTo>
                    <a:pt x="393383" y="46673"/>
                    <a:pt x="444817" y="61913"/>
                    <a:pt x="494348" y="81915"/>
                  </a:cubicBezTo>
                  <a:lnTo>
                    <a:pt x="483870" y="109538"/>
                  </a:lnTo>
                  <a:cubicBezTo>
                    <a:pt x="481013" y="101918"/>
                    <a:pt x="477203" y="95250"/>
                    <a:pt x="472440" y="89535"/>
                  </a:cubicBezTo>
                  <a:cubicBezTo>
                    <a:pt x="467678" y="83820"/>
                    <a:pt x="461963" y="80010"/>
                    <a:pt x="457200" y="78105"/>
                  </a:cubicBezTo>
                  <a:cubicBezTo>
                    <a:pt x="448628" y="75248"/>
                    <a:pt x="441008" y="74295"/>
                    <a:pt x="433388" y="77152"/>
                  </a:cubicBezTo>
                  <a:cubicBezTo>
                    <a:pt x="425767" y="80010"/>
                    <a:pt x="421005" y="84773"/>
                    <a:pt x="418148" y="91440"/>
                  </a:cubicBezTo>
                  <a:cubicBezTo>
                    <a:pt x="415290" y="100013"/>
                    <a:pt x="416242" y="109538"/>
                    <a:pt x="421958" y="120968"/>
                  </a:cubicBezTo>
                  <a:cubicBezTo>
                    <a:pt x="427673" y="132398"/>
                    <a:pt x="434340" y="140018"/>
                    <a:pt x="441960" y="142875"/>
                  </a:cubicBezTo>
                  <a:cubicBezTo>
                    <a:pt x="446723" y="144780"/>
                    <a:pt x="451485" y="144780"/>
                    <a:pt x="456248" y="144780"/>
                  </a:cubicBezTo>
                  <a:cubicBezTo>
                    <a:pt x="461010" y="144780"/>
                    <a:pt x="466725" y="142875"/>
                    <a:pt x="471488" y="140970"/>
                  </a:cubicBezTo>
                  <a:lnTo>
                    <a:pt x="464820" y="158115"/>
                  </a:lnTo>
                  <a:lnTo>
                    <a:pt x="479108" y="178118"/>
                  </a:lnTo>
                  <a:lnTo>
                    <a:pt x="511492" y="90488"/>
                  </a:lnTo>
                  <a:cubicBezTo>
                    <a:pt x="523875" y="96202"/>
                    <a:pt x="537210" y="101918"/>
                    <a:pt x="549593" y="107632"/>
                  </a:cubicBezTo>
                  <a:lnTo>
                    <a:pt x="532448" y="140970"/>
                  </a:lnTo>
                  <a:lnTo>
                    <a:pt x="526733" y="138113"/>
                  </a:lnTo>
                  <a:cubicBezTo>
                    <a:pt x="524828" y="137160"/>
                    <a:pt x="523875" y="137160"/>
                    <a:pt x="522923" y="138113"/>
                  </a:cubicBezTo>
                  <a:cubicBezTo>
                    <a:pt x="521017" y="138113"/>
                    <a:pt x="520065" y="139065"/>
                    <a:pt x="519113" y="140970"/>
                  </a:cubicBezTo>
                  <a:cubicBezTo>
                    <a:pt x="517208" y="143827"/>
                    <a:pt x="518160" y="150495"/>
                    <a:pt x="521970" y="160973"/>
                  </a:cubicBezTo>
                  <a:cubicBezTo>
                    <a:pt x="524828" y="171450"/>
                    <a:pt x="528638" y="177165"/>
                    <a:pt x="531495" y="179070"/>
                  </a:cubicBezTo>
                  <a:cubicBezTo>
                    <a:pt x="532448" y="180023"/>
                    <a:pt x="533400" y="180023"/>
                    <a:pt x="535305" y="179070"/>
                  </a:cubicBezTo>
                  <a:cubicBezTo>
                    <a:pt x="537210" y="178118"/>
                    <a:pt x="538163" y="177165"/>
                    <a:pt x="539115" y="175260"/>
                  </a:cubicBezTo>
                  <a:lnTo>
                    <a:pt x="542925" y="167640"/>
                  </a:lnTo>
                  <a:lnTo>
                    <a:pt x="572453" y="183833"/>
                  </a:lnTo>
                  <a:lnTo>
                    <a:pt x="561023" y="205740"/>
                  </a:lnTo>
                  <a:lnTo>
                    <a:pt x="572453" y="226695"/>
                  </a:lnTo>
                  <a:lnTo>
                    <a:pt x="616268" y="143827"/>
                  </a:lnTo>
                  <a:cubicBezTo>
                    <a:pt x="626745" y="150495"/>
                    <a:pt x="638175" y="156210"/>
                    <a:pt x="648653" y="162877"/>
                  </a:cubicBezTo>
                  <a:lnTo>
                    <a:pt x="604838" y="230505"/>
                  </a:lnTo>
                  <a:lnTo>
                    <a:pt x="614363" y="253365"/>
                  </a:lnTo>
                  <a:lnTo>
                    <a:pt x="665798" y="174308"/>
                  </a:lnTo>
                  <a:cubicBezTo>
                    <a:pt x="687705" y="189548"/>
                    <a:pt x="709613" y="204788"/>
                    <a:pt x="729615" y="221933"/>
                  </a:cubicBezTo>
                  <a:lnTo>
                    <a:pt x="711518" y="244793"/>
                  </a:lnTo>
                  <a:lnTo>
                    <a:pt x="676275" y="217170"/>
                  </a:lnTo>
                  <a:cubicBezTo>
                    <a:pt x="674370" y="215265"/>
                    <a:pt x="672465" y="215265"/>
                    <a:pt x="669608" y="215265"/>
                  </a:cubicBezTo>
                  <a:cubicBezTo>
                    <a:pt x="666750" y="215265"/>
                    <a:pt x="664845" y="216218"/>
                    <a:pt x="663893" y="218123"/>
                  </a:cubicBezTo>
                  <a:cubicBezTo>
                    <a:pt x="660083" y="222885"/>
                    <a:pt x="658178" y="228600"/>
                    <a:pt x="658178" y="236220"/>
                  </a:cubicBezTo>
                  <a:cubicBezTo>
                    <a:pt x="658178" y="243840"/>
                    <a:pt x="660083" y="249555"/>
                    <a:pt x="662940" y="251460"/>
                  </a:cubicBezTo>
                  <a:cubicBezTo>
                    <a:pt x="663893" y="252413"/>
                    <a:pt x="664845" y="252413"/>
                    <a:pt x="665798" y="252413"/>
                  </a:cubicBezTo>
                  <a:cubicBezTo>
                    <a:pt x="666750" y="252413"/>
                    <a:pt x="667703" y="252413"/>
                    <a:pt x="668655" y="250508"/>
                  </a:cubicBezTo>
                  <a:lnTo>
                    <a:pt x="673418" y="243840"/>
                  </a:lnTo>
                  <a:cubicBezTo>
                    <a:pt x="674370" y="242888"/>
                    <a:pt x="675323" y="241935"/>
                    <a:pt x="677228" y="241935"/>
                  </a:cubicBezTo>
                  <a:cubicBezTo>
                    <a:pt x="678180" y="240983"/>
                    <a:pt x="680085" y="241935"/>
                    <a:pt x="681038" y="241935"/>
                  </a:cubicBezTo>
                  <a:lnTo>
                    <a:pt x="700088" y="257175"/>
                  </a:lnTo>
                  <a:lnTo>
                    <a:pt x="678180" y="285750"/>
                  </a:lnTo>
                  <a:lnTo>
                    <a:pt x="686753" y="306705"/>
                  </a:lnTo>
                  <a:lnTo>
                    <a:pt x="743903" y="233363"/>
                  </a:lnTo>
                  <a:cubicBezTo>
                    <a:pt x="752475" y="240030"/>
                    <a:pt x="761048" y="247650"/>
                    <a:pt x="768668" y="255270"/>
                  </a:cubicBezTo>
                  <a:lnTo>
                    <a:pt x="782003" y="240983"/>
                  </a:lnTo>
                  <a:cubicBezTo>
                    <a:pt x="616268" y="91440"/>
                    <a:pt x="396240" y="0"/>
                    <a:pt x="155258" y="0"/>
                  </a:cubicBezTo>
                  <a:cubicBezTo>
                    <a:pt x="127635" y="0"/>
                    <a:pt x="100013" y="952"/>
                    <a:pt x="72390" y="3810"/>
                  </a:cubicBezTo>
                  <a:lnTo>
                    <a:pt x="84773" y="22860"/>
                  </a:lnTo>
                  <a:cubicBezTo>
                    <a:pt x="89535" y="22860"/>
                    <a:pt x="93345" y="21907"/>
                    <a:pt x="98108" y="21907"/>
                  </a:cubicBezTo>
                  <a:lnTo>
                    <a:pt x="100965" y="48577"/>
                  </a:lnTo>
                  <a:cubicBezTo>
                    <a:pt x="99060" y="51435"/>
                    <a:pt x="97155" y="53340"/>
                    <a:pt x="94298" y="55245"/>
                  </a:cubicBezTo>
                  <a:cubicBezTo>
                    <a:pt x="91440" y="57150"/>
                    <a:pt x="88583" y="58102"/>
                    <a:pt x="85725" y="58102"/>
                  </a:cubicBezTo>
                  <a:cubicBezTo>
                    <a:pt x="80010" y="59055"/>
                    <a:pt x="75248" y="59055"/>
                    <a:pt x="72390" y="58102"/>
                  </a:cubicBezTo>
                  <a:cubicBezTo>
                    <a:pt x="68580" y="58102"/>
                    <a:pt x="65723" y="57150"/>
                    <a:pt x="64770" y="56198"/>
                  </a:cubicBezTo>
                  <a:cubicBezTo>
                    <a:pt x="67628" y="53340"/>
                    <a:pt x="69533" y="50482"/>
                    <a:pt x="71438" y="46673"/>
                  </a:cubicBezTo>
                  <a:cubicBezTo>
                    <a:pt x="73342" y="42863"/>
                    <a:pt x="73342" y="39052"/>
                    <a:pt x="73342" y="36195"/>
                  </a:cubicBezTo>
                  <a:cubicBezTo>
                    <a:pt x="72390" y="28575"/>
                    <a:pt x="67628" y="22860"/>
                    <a:pt x="59055" y="16193"/>
                  </a:cubicBezTo>
                  <a:cubicBezTo>
                    <a:pt x="50483" y="10477"/>
                    <a:pt x="40958" y="7620"/>
                    <a:pt x="32385" y="8573"/>
                  </a:cubicBezTo>
                  <a:cubicBezTo>
                    <a:pt x="27623" y="8573"/>
                    <a:pt x="23813" y="10477"/>
                    <a:pt x="19050" y="13335"/>
                  </a:cubicBezTo>
                  <a:cubicBezTo>
                    <a:pt x="14288" y="15240"/>
                    <a:pt x="10478" y="19050"/>
                    <a:pt x="6667" y="22860"/>
                  </a:cubicBezTo>
                  <a:lnTo>
                    <a:pt x="18098" y="36195"/>
                  </a:lnTo>
                  <a:cubicBezTo>
                    <a:pt x="21908" y="32385"/>
                    <a:pt x="26670" y="28575"/>
                    <a:pt x="31433" y="25718"/>
                  </a:cubicBezTo>
                  <a:cubicBezTo>
                    <a:pt x="36195" y="22860"/>
                    <a:pt x="40958" y="21907"/>
                    <a:pt x="44767" y="20955"/>
                  </a:cubicBezTo>
                  <a:cubicBezTo>
                    <a:pt x="48578" y="20955"/>
                    <a:pt x="51435" y="20955"/>
                    <a:pt x="54292" y="22860"/>
                  </a:cubicBezTo>
                  <a:cubicBezTo>
                    <a:pt x="57150" y="24765"/>
                    <a:pt x="59055" y="27623"/>
                    <a:pt x="59055" y="30480"/>
                  </a:cubicBezTo>
                  <a:cubicBezTo>
                    <a:pt x="59055" y="35243"/>
                    <a:pt x="59055" y="40005"/>
                    <a:pt x="57150" y="43815"/>
                  </a:cubicBezTo>
                  <a:cubicBezTo>
                    <a:pt x="56198" y="47625"/>
                    <a:pt x="53340" y="49530"/>
                    <a:pt x="48578" y="50482"/>
                  </a:cubicBezTo>
                  <a:cubicBezTo>
                    <a:pt x="45720" y="49530"/>
                    <a:pt x="42863" y="50482"/>
                    <a:pt x="39053" y="50482"/>
                  </a:cubicBezTo>
                  <a:cubicBezTo>
                    <a:pt x="35242" y="51435"/>
                    <a:pt x="31433" y="53340"/>
                    <a:pt x="27623" y="55245"/>
                  </a:cubicBezTo>
                  <a:lnTo>
                    <a:pt x="37148" y="71438"/>
                  </a:lnTo>
                  <a:cubicBezTo>
                    <a:pt x="44767" y="69532"/>
                    <a:pt x="51435" y="66675"/>
                    <a:pt x="59055" y="60960"/>
                  </a:cubicBezTo>
                  <a:cubicBezTo>
                    <a:pt x="60960" y="61913"/>
                    <a:pt x="61913" y="63818"/>
                    <a:pt x="62865" y="65723"/>
                  </a:cubicBezTo>
                  <a:cubicBezTo>
                    <a:pt x="63817" y="66675"/>
                    <a:pt x="64770" y="69532"/>
                    <a:pt x="64770" y="71438"/>
                  </a:cubicBezTo>
                  <a:cubicBezTo>
                    <a:pt x="65723" y="77152"/>
                    <a:pt x="63817" y="81915"/>
                    <a:pt x="60960" y="86677"/>
                  </a:cubicBezTo>
                  <a:cubicBezTo>
                    <a:pt x="57150" y="91440"/>
                    <a:pt x="52388" y="93345"/>
                    <a:pt x="46673" y="94298"/>
                  </a:cubicBezTo>
                  <a:cubicBezTo>
                    <a:pt x="40005" y="95250"/>
                    <a:pt x="32385" y="93345"/>
                    <a:pt x="25717" y="88582"/>
                  </a:cubicBezTo>
                  <a:cubicBezTo>
                    <a:pt x="18098" y="83820"/>
                    <a:pt x="12383" y="77152"/>
                    <a:pt x="6667" y="68580"/>
                  </a:cubicBezTo>
                  <a:lnTo>
                    <a:pt x="0" y="73343"/>
                  </a:lnTo>
                  <a:cubicBezTo>
                    <a:pt x="7620" y="80010"/>
                    <a:pt x="16192" y="89535"/>
                    <a:pt x="26670" y="97155"/>
                  </a:cubicBezTo>
                  <a:close/>
                  <a:moveTo>
                    <a:pt x="457200" y="121920"/>
                  </a:moveTo>
                  <a:cubicBezTo>
                    <a:pt x="449580" y="122873"/>
                    <a:pt x="443865" y="121920"/>
                    <a:pt x="438150" y="120015"/>
                  </a:cubicBezTo>
                  <a:cubicBezTo>
                    <a:pt x="434340" y="118110"/>
                    <a:pt x="431483" y="116205"/>
                    <a:pt x="428625" y="112395"/>
                  </a:cubicBezTo>
                  <a:cubicBezTo>
                    <a:pt x="426720" y="108585"/>
                    <a:pt x="426720" y="105727"/>
                    <a:pt x="427673" y="102870"/>
                  </a:cubicBezTo>
                  <a:cubicBezTo>
                    <a:pt x="429578" y="98107"/>
                    <a:pt x="433388" y="95250"/>
                    <a:pt x="441008" y="93345"/>
                  </a:cubicBezTo>
                  <a:cubicBezTo>
                    <a:pt x="448628" y="91440"/>
                    <a:pt x="456248" y="92393"/>
                    <a:pt x="462915" y="94298"/>
                  </a:cubicBezTo>
                  <a:cubicBezTo>
                    <a:pt x="466725" y="95250"/>
                    <a:pt x="469583" y="98107"/>
                    <a:pt x="472440" y="101918"/>
                  </a:cubicBezTo>
                  <a:cubicBezTo>
                    <a:pt x="475298" y="105727"/>
                    <a:pt x="478155" y="110490"/>
                    <a:pt x="480060" y="115252"/>
                  </a:cubicBezTo>
                  <a:cubicBezTo>
                    <a:pt x="472440" y="118110"/>
                    <a:pt x="464820" y="120968"/>
                    <a:pt x="457200" y="121920"/>
                  </a:cubicBezTo>
                  <a:close/>
                  <a:moveTo>
                    <a:pt x="567690" y="110490"/>
                  </a:moveTo>
                  <a:cubicBezTo>
                    <a:pt x="578168" y="115252"/>
                    <a:pt x="587693" y="120968"/>
                    <a:pt x="597218" y="126682"/>
                  </a:cubicBezTo>
                  <a:lnTo>
                    <a:pt x="579120" y="160020"/>
                  </a:lnTo>
                  <a:lnTo>
                    <a:pt x="549593" y="143827"/>
                  </a:lnTo>
                  <a:lnTo>
                    <a:pt x="567690" y="110490"/>
                  </a:lnTo>
                  <a:close/>
                  <a:moveTo>
                    <a:pt x="181928" y="13335"/>
                  </a:moveTo>
                  <a:cubicBezTo>
                    <a:pt x="193358" y="13335"/>
                    <a:pt x="204788" y="14288"/>
                    <a:pt x="215265" y="15240"/>
                  </a:cubicBezTo>
                  <a:lnTo>
                    <a:pt x="213360" y="53340"/>
                  </a:lnTo>
                  <a:lnTo>
                    <a:pt x="180023" y="51435"/>
                  </a:lnTo>
                  <a:lnTo>
                    <a:pt x="181928" y="13335"/>
                  </a:ln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563" name="Google Shape;1563;p14"/>
            <p:cNvSpPr/>
            <p:nvPr/>
          </p:nvSpPr>
          <p:spPr bwMode="auto">
            <a:xfrm>
              <a:off x="6714169" y="2412683"/>
              <a:ext cx="92392" cy="111442"/>
            </a:xfrm>
            <a:custGeom>
              <a:avLst/>
              <a:gdLst/>
              <a:ahLst/>
              <a:cxnLst/>
              <a:rect l="l" t="t" r="r" b="b"/>
              <a:pathLst>
                <a:path w="92392" h="111442" fill="norm" stroke="1" extrusionOk="0">
                  <a:moveTo>
                    <a:pt x="0" y="89535"/>
                  </a:moveTo>
                  <a:lnTo>
                    <a:pt x="6668" y="111442"/>
                  </a:lnTo>
                  <a:lnTo>
                    <a:pt x="72390" y="46672"/>
                  </a:lnTo>
                  <a:cubicBezTo>
                    <a:pt x="77153" y="52388"/>
                    <a:pt x="81915" y="58102"/>
                    <a:pt x="86678" y="62865"/>
                  </a:cubicBezTo>
                  <a:lnTo>
                    <a:pt x="92393" y="39052"/>
                  </a:lnTo>
                  <a:cubicBezTo>
                    <a:pt x="80963" y="25717"/>
                    <a:pt x="68580" y="12382"/>
                    <a:pt x="56198" y="0"/>
                  </a:cubicBezTo>
                  <a:lnTo>
                    <a:pt x="41910" y="14288"/>
                  </a:lnTo>
                  <a:cubicBezTo>
                    <a:pt x="47625" y="20002"/>
                    <a:pt x="52388" y="25717"/>
                    <a:pt x="58103" y="31432"/>
                  </a:cubicBezTo>
                  <a:lnTo>
                    <a:pt x="0" y="89535"/>
                  </a:ln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564" name="Google Shape;1564;p14"/>
            <p:cNvSpPr/>
            <p:nvPr/>
          </p:nvSpPr>
          <p:spPr bwMode="auto">
            <a:xfrm>
              <a:off x="6755132" y="2518406"/>
              <a:ext cx="25717" cy="25717"/>
            </a:xfrm>
            <a:custGeom>
              <a:avLst/>
              <a:gdLst/>
              <a:ahLst/>
              <a:cxnLst/>
              <a:rect l="l" t="t" r="r" b="b"/>
              <a:pathLst>
                <a:path w="25717" h="25717" fill="norm" stroke="1" extrusionOk="0">
                  <a:moveTo>
                    <a:pt x="0" y="0"/>
                  </a:moveTo>
                  <a:lnTo>
                    <a:pt x="25717" y="0"/>
                  </a:lnTo>
                  <a:lnTo>
                    <a:pt x="25717" y="25717"/>
                  </a:lnTo>
                  <a:lnTo>
                    <a:pt x="0" y="25717"/>
                  </a:ln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565" name="Google Shape;1565;p14"/>
            <p:cNvSpPr/>
            <p:nvPr/>
          </p:nvSpPr>
          <p:spPr bwMode="auto">
            <a:xfrm>
              <a:off x="6782749" y="2489835"/>
              <a:ext cx="25717" cy="25717"/>
            </a:xfrm>
            <a:custGeom>
              <a:avLst/>
              <a:gdLst/>
              <a:ahLst/>
              <a:cxnLst/>
              <a:rect l="l" t="t" r="r" b="b"/>
              <a:pathLst>
                <a:path w="25717" h="25717" fill="norm" stroke="1" extrusionOk="0">
                  <a:moveTo>
                    <a:pt x="0" y="0"/>
                  </a:moveTo>
                  <a:lnTo>
                    <a:pt x="25718" y="0"/>
                  </a:lnTo>
                  <a:lnTo>
                    <a:pt x="25718" y="25717"/>
                  </a:lnTo>
                  <a:lnTo>
                    <a:pt x="0" y="25717"/>
                  </a:ln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grpSp>
          <p:nvGrpSpPr>
            <p:cNvPr id="1566" name="Google Shape;1566;p14"/>
            <p:cNvGrpSpPr/>
            <p:nvPr/>
          </p:nvGrpSpPr>
          <p:grpSpPr bwMode="auto">
            <a:xfrm>
              <a:off x="4819650" y="4612031"/>
              <a:ext cx="2558414" cy="385762"/>
              <a:chOff x="4819650" y="4612005"/>
              <a:chExt cx="2558414" cy="385762"/>
            </a:xfrm>
          </p:grpSpPr>
          <p:sp>
            <p:nvSpPr>
              <p:cNvPr id="1567" name="Google Shape;1567;p14"/>
              <p:cNvSpPr/>
              <p:nvPr/>
            </p:nvSpPr>
            <p:spPr bwMode="auto">
              <a:xfrm>
                <a:off x="4819650" y="4699634"/>
                <a:ext cx="1013460" cy="262890"/>
              </a:xfrm>
              <a:custGeom>
                <a:avLst/>
                <a:gdLst/>
                <a:ahLst/>
                <a:cxnLst/>
                <a:rect l="l" t="t" r="r" b="b"/>
                <a:pathLst>
                  <a:path w="1013460" h="262890" fill="norm" stroke="1" extrusionOk="0">
                    <a:moveTo>
                      <a:pt x="942975" y="182880"/>
                    </a:moveTo>
                    <a:lnTo>
                      <a:pt x="978218" y="201930"/>
                    </a:lnTo>
                    <a:lnTo>
                      <a:pt x="978218" y="38100"/>
                    </a:lnTo>
                    <a:lnTo>
                      <a:pt x="1013460" y="38100"/>
                    </a:lnTo>
                    <a:lnTo>
                      <a:pt x="996315" y="6668"/>
                    </a:lnTo>
                    <a:lnTo>
                      <a:pt x="827723" y="6668"/>
                    </a:lnTo>
                    <a:lnTo>
                      <a:pt x="819150" y="6668"/>
                    </a:lnTo>
                    <a:lnTo>
                      <a:pt x="731520" y="6668"/>
                    </a:lnTo>
                    <a:lnTo>
                      <a:pt x="723900" y="6668"/>
                    </a:lnTo>
                    <a:lnTo>
                      <a:pt x="537210" y="6668"/>
                    </a:lnTo>
                    <a:lnTo>
                      <a:pt x="529590" y="6668"/>
                    </a:lnTo>
                    <a:lnTo>
                      <a:pt x="441960" y="6668"/>
                    </a:lnTo>
                    <a:lnTo>
                      <a:pt x="434340" y="6668"/>
                    </a:lnTo>
                    <a:lnTo>
                      <a:pt x="202883" y="6668"/>
                    </a:lnTo>
                    <a:lnTo>
                      <a:pt x="195263" y="6668"/>
                    </a:lnTo>
                    <a:lnTo>
                      <a:pt x="122873" y="6668"/>
                    </a:lnTo>
                    <a:lnTo>
                      <a:pt x="141923" y="38100"/>
                    </a:lnTo>
                    <a:lnTo>
                      <a:pt x="149543" y="38100"/>
                    </a:lnTo>
                    <a:lnTo>
                      <a:pt x="149543" y="110490"/>
                    </a:lnTo>
                    <a:lnTo>
                      <a:pt x="110490" y="93345"/>
                    </a:lnTo>
                    <a:cubicBezTo>
                      <a:pt x="114300" y="89535"/>
                      <a:pt x="117157" y="84772"/>
                      <a:pt x="119063" y="79058"/>
                    </a:cubicBezTo>
                    <a:cubicBezTo>
                      <a:pt x="120968" y="73343"/>
                      <a:pt x="121920" y="67628"/>
                      <a:pt x="121920" y="61913"/>
                    </a:cubicBezTo>
                    <a:cubicBezTo>
                      <a:pt x="121920" y="48578"/>
                      <a:pt x="115253" y="34290"/>
                      <a:pt x="102870" y="20955"/>
                    </a:cubicBezTo>
                    <a:cubicBezTo>
                      <a:pt x="89535" y="6668"/>
                      <a:pt x="76200" y="0"/>
                      <a:pt x="63818" y="0"/>
                    </a:cubicBezTo>
                    <a:cubicBezTo>
                      <a:pt x="51435" y="0"/>
                      <a:pt x="40958" y="3810"/>
                      <a:pt x="31433" y="11430"/>
                    </a:cubicBezTo>
                    <a:cubicBezTo>
                      <a:pt x="22860" y="19050"/>
                      <a:pt x="19050" y="28575"/>
                      <a:pt x="19050" y="39053"/>
                    </a:cubicBezTo>
                    <a:cubicBezTo>
                      <a:pt x="19050" y="47625"/>
                      <a:pt x="22860" y="57150"/>
                      <a:pt x="31433" y="66675"/>
                    </a:cubicBezTo>
                    <a:cubicBezTo>
                      <a:pt x="39053" y="75247"/>
                      <a:pt x="50482" y="82868"/>
                      <a:pt x="63818" y="90488"/>
                    </a:cubicBezTo>
                    <a:cubicBezTo>
                      <a:pt x="51435" y="99060"/>
                      <a:pt x="29528" y="110490"/>
                      <a:pt x="0" y="123825"/>
                    </a:cubicBezTo>
                    <a:lnTo>
                      <a:pt x="27622" y="147638"/>
                    </a:lnTo>
                    <a:cubicBezTo>
                      <a:pt x="60960" y="131445"/>
                      <a:pt x="84773" y="117158"/>
                      <a:pt x="100013" y="104775"/>
                    </a:cubicBezTo>
                    <a:lnTo>
                      <a:pt x="131445" y="120015"/>
                    </a:lnTo>
                    <a:lnTo>
                      <a:pt x="40005" y="176213"/>
                    </a:lnTo>
                    <a:lnTo>
                      <a:pt x="65723" y="197168"/>
                    </a:lnTo>
                    <a:lnTo>
                      <a:pt x="151448" y="139065"/>
                    </a:lnTo>
                    <a:lnTo>
                      <a:pt x="151448" y="183833"/>
                    </a:lnTo>
                    <a:lnTo>
                      <a:pt x="186690" y="202883"/>
                    </a:lnTo>
                    <a:lnTo>
                      <a:pt x="186690" y="39053"/>
                    </a:lnTo>
                    <a:lnTo>
                      <a:pt x="214313" y="39053"/>
                    </a:lnTo>
                    <a:lnTo>
                      <a:pt x="221933" y="39053"/>
                    </a:lnTo>
                    <a:lnTo>
                      <a:pt x="395288" y="39053"/>
                    </a:lnTo>
                    <a:lnTo>
                      <a:pt x="395288" y="66675"/>
                    </a:lnTo>
                    <a:lnTo>
                      <a:pt x="354330" y="66675"/>
                    </a:lnTo>
                    <a:cubicBezTo>
                      <a:pt x="340043" y="66675"/>
                      <a:pt x="327660" y="71438"/>
                      <a:pt x="318135" y="81915"/>
                    </a:cubicBezTo>
                    <a:cubicBezTo>
                      <a:pt x="308610" y="92393"/>
                      <a:pt x="302895" y="103822"/>
                      <a:pt x="302895" y="118110"/>
                    </a:cubicBezTo>
                    <a:cubicBezTo>
                      <a:pt x="302895" y="134303"/>
                      <a:pt x="311468" y="152400"/>
                      <a:pt x="329565" y="171450"/>
                    </a:cubicBezTo>
                    <a:cubicBezTo>
                      <a:pt x="347663" y="190500"/>
                      <a:pt x="364808" y="199072"/>
                      <a:pt x="381000" y="199072"/>
                    </a:cubicBezTo>
                    <a:cubicBezTo>
                      <a:pt x="381953" y="199072"/>
                      <a:pt x="383858" y="199072"/>
                      <a:pt x="387668" y="197168"/>
                    </a:cubicBezTo>
                    <a:lnTo>
                      <a:pt x="392430" y="195263"/>
                    </a:lnTo>
                    <a:cubicBezTo>
                      <a:pt x="387668" y="210503"/>
                      <a:pt x="381953" y="222885"/>
                      <a:pt x="373380" y="231458"/>
                    </a:cubicBezTo>
                    <a:cubicBezTo>
                      <a:pt x="365760" y="240983"/>
                      <a:pt x="357188" y="245745"/>
                      <a:pt x="347663" y="245745"/>
                    </a:cubicBezTo>
                    <a:cubicBezTo>
                      <a:pt x="342900" y="245745"/>
                      <a:pt x="339090" y="243840"/>
                      <a:pt x="337185" y="240983"/>
                    </a:cubicBezTo>
                    <a:cubicBezTo>
                      <a:pt x="334328" y="238125"/>
                      <a:pt x="332423" y="234315"/>
                      <a:pt x="332423" y="230505"/>
                    </a:cubicBezTo>
                    <a:cubicBezTo>
                      <a:pt x="332423" y="225743"/>
                      <a:pt x="334328" y="221933"/>
                      <a:pt x="339090" y="218122"/>
                    </a:cubicBezTo>
                    <a:cubicBezTo>
                      <a:pt x="343853" y="214313"/>
                      <a:pt x="349568" y="211455"/>
                      <a:pt x="356235" y="209550"/>
                    </a:cubicBezTo>
                    <a:lnTo>
                      <a:pt x="324803" y="190500"/>
                    </a:lnTo>
                    <a:cubicBezTo>
                      <a:pt x="320040" y="191453"/>
                      <a:pt x="316230" y="193358"/>
                      <a:pt x="312420" y="197168"/>
                    </a:cubicBezTo>
                    <a:cubicBezTo>
                      <a:pt x="308610" y="200025"/>
                      <a:pt x="306705" y="202883"/>
                      <a:pt x="305753" y="206693"/>
                    </a:cubicBezTo>
                    <a:cubicBezTo>
                      <a:pt x="292418" y="206693"/>
                      <a:pt x="282893" y="204788"/>
                      <a:pt x="276225" y="200978"/>
                    </a:cubicBezTo>
                    <a:cubicBezTo>
                      <a:pt x="282893" y="199072"/>
                      <a:pt x="288608" y="194310"/>
                      <a:pt x="291465" y="188595"/>
                    </a:cubicBezTo>
                    <a:cubicBezTo>
                      <a:pt x="295275" y="182880"/>
                      <a:pt x="297180" y="176213"/>
                      <a:pt x="297180" y="169545"/>
                    </a:cubicBezTo>
                    <a:cubicBezTo>
                      <a:pt x="297180" y="160020"/>
                      <a:pt x="294323" y="152400"/>
                      <a:pt x="287655" y="145733"/>
                    </a:cubicBezTo>
                    <a:cubicBezTo>
                      <a:pt x="281940" y="139065"/>
                      <a:pt x="274320" y="136208"/>
                      <a:pt x="265748" y="136208"/>
                    </a:cubicBezTo>
                    <a:cubicBezTo>
                      <a:pt x="255270" y="136208"/>
                      <a:pt x="245745" y="139065"/>
                      <a:pt x="238125" y="145733"/>
                    </a:cubicBezTo>
                    <a:cubicBezTo>
                      <a:pt x="230505" y="152400"/>
                      <a:pt x="226695" y="160972"/>
                      <a:pt x="226695" y="171450"/>
                    </a:cubicBezTo>
                    <a:cubicBezTo>
                      <a:pt x="226695" y="184785"/>
                      <a:pt x="234315" y="196215"/>
                      <a:pt x="248602" y="205740"/>
                    </a:cubicBezTo>
                    <a:cubicBezTo>
                      <a:pt x="263843" y="215265"/>
                      <a:pt x="280988" y="220028"/>
                      <a:pt x="301943" y="220028"/>
                    </a:cubicBezTo>
                    <a:cubicBezTo>
                      <a:pt x="299085" y="229553"/>
                      <a:pt x="303848" y="239078"/>
                      <a:pt x="317183" y="248603"/>
                    </a:cubicBezTo>
                    <a:cubicBezTo>
                      <a:pt x="330518" y="258128"/>
                      <a:pt x="345758" y="262890"/>
                      <a:pt x="361950" y="262890"/>
                    </a:cubicBezTo>
                    <a:cubicBezTo>
                      <a:pt x="371475" y="262890"/>
                      <a:pt x="381000" y="259080"/>
                      <a:pt x="390525" y="252413"/>
                    </a:cubicBezTo>
                    <a:cubicBezTo>
                      <a:pt x="400050" y="244793"/>
                      <a:pt x="406718" y="235268"/>
                      <a:pt x="412433" y="222885"/>
                    </a:cubicBezTo>
                    <a:lnTo>
                      <a:pt x="427673" y="256222"/>
                    </a:lnTo>
                    <a:lnTo>
                      <a:pt x="448628" y="246697"/>
                    </a:lnTo>
                    <a:lnTo>
                      <a:pt x="419100" y="198120"/>
                    </a:lnTo>
                    <a:cubicBezTo>
                      <a:pt x="424815" y="196215"/>
                      <a:pt x="428625" y="193358"/>
                      <a:pt x="431483" y="189547"/>
                    </a:cubicBezTo>
                    <a:cubicBezTo>
                      <a:pt x="435293" y="184785"/>
                      <a:pt x="436245" y="180022"/>
                      <a:pt x="436245" y="174308"/>
                    </a:cubicBezTo>
                    <a:cubicBezTo>
                      <a:pt x="436245" y="166688"/>
                      <a:pt x="433388" y="159068"/>
                      <a:pt x="426720" y="150495"/>
                    </a:cubicBezTo>
                    <a:cubicBezTo>
                      <a:pt x="420053" y="142875"/>
                      <a:pt x="413385" y="139065"/>
                      <a:pt x="407670" y="139065"/>
                    </a:cubicBezTo>
                    <a:cubicBezTo>
                      <a:pt x="401003" y="139065"/>
                      <a:pt x="394335" y="140970"/>
                      <a:pt x="389573" y="144780"/>
                    </a:cubicBezTo>
                    <a:cubicBezTo>
                      <a:pt x="384810" y="148590"/>
                      <a:pt x="381953" y="153353"/>
                      <a:pt x="381953" y="159068"/>
                    </a:cubicBezTo>
                    <a:cubicBezTo>
                      <a:pt x="381953" y="163830"/>
                      <a:pt x="383858" y="169545"/>
                      <a:pt x="387668" y="176213"/>
                    </a:cubicBezTo>
                    <a:cubicBezTo>
                      <a:pt x="381000" y="180022"/>
                      <a:pt x="375285" y="181928"/>
                      <a:pt x="370523" y="181928"/>
                    </a:cubicBezTo>
                    <a:cubicBezTo>
                      <a:pt x="359093" y="181928"/>
                      <a:pt x="349568" y="178118"/>
                      <a:pt x="341948" y="169545"/>
                    </a:cubicBezTo>
                    <a:cubicBezTo>
                      <a:pt x="334328" y="160972"/>
                      <a:pt x="329565" y="150495"/>
                      <a:pt x="329565" y="137160"/>
                    </a:cubicBezTo>
                    <a:cubicBezTo>
                      <a:pt x="329565" y="127635"/>
                      <a:pt x="332423" y="119063"/>
                      <a:pt x="339090" y="111443"/>
                    </a:cubicBezTo>
                    <a:cubicBezTo>
                      <a:pt x="344805" y="103822"/>
                      <a:pt x="352425" y="100965"/>
                      <a:pt x="360998" y="100965"/>
                    </a:cubicBezTo>
                    <a:lnTo>
                      <a:pt x="428625" y="100965"/>
                    </a:lnTo>
                    <a:lnTo>
                      <a:pt x="428625" y="42863"/>
                    </a:lnTo>
                    <a:lnTo>
                      <a:pt x="451485" y="42863"/>
                    </a:lnTo>
                    <a:lnTo>
                      <a:pt x="459105" y="42863"/>
                    </a:lnTo>
                    <a:lnTo>
                      <a:pt x="483870" y="42863"/>
                    </a:lnTo>
                    <a:lnTo>
                      <a:pt x="483870" y="182880"/>
                    </a:lnTo>
                    <a:lnTo>
                      <a:pt x="519113" y="206693"/>
                    </a:lnTo>
                    <a:lnTo>
                      <a:pt x="519113" y="42863"/>
                    </a:lnTo>
                    <a:lnTo>
                      <a:pt x="546735" y="42863"/>
                    </a:lnTo>
                    <a:lnTo>
                      <a:pt x="554355" y="42863"/>
                    </a:lnTo>
                    <a:lnTo>
                      <a:pt x="679133" y="42863"/>
                    </a:lnTo>
                    <a:lnTo>
                      <a:pt x="679133" y="95250"/>
                    </a:lnTo>
                    <a:cubicBezTo>
                      <a:pt x="670560" y="84772"/>
                      <a:pt x="660083" y="76200"/>
                      <a:pt x="649605" y="69533"/>
                    </a:cubicBezTo>
                    <a:cubicBezTo>
                      <a:pt x="638175" y="62865"/>
                      <a:pt x="626745" y="60008"/>
                      <a:pt x="617220" y="60008"/>
                    </a:cubicBezTo>
                    <a:cubicBezTo>
                      <a:pt x="601980" y="60008"/>
                      <a:pt x="588645" y="63818"/>
                      <a:pt x="579120" y="72390"/>
                    </a:cubicBezTo>
                    <a:cubicBezTo>
                      <a:pt x="568643" y="80963"/>
                      <a:pt x="562928" y="91440"/>
                      <a:pt x="562928" y="104775"/>
                    </a:cubicBezTo>
                    <a:cubicBezTo>
                      <a:pt x="562928" y="120015"/>
                      <a:pt x="570548" y="135255"/>
                      <a:pt x="586740" y="149543"/>
                    </a:cubicBezTo>
                    <a:cubicBezTo>
                      <a:pt x="602933" y="164783"/>
                      <a:pt x="618173" y="172403"/>
                      <a:pt x="633413" y="172403"/>
                    </a:cubicBezTo>
                    <a:cubicBezTo>
                      <a:pt x="641985" y="172403"/>
                      <a:pt x="649605" y="170497"/>
                      <a:pt x="658178" y="166688"/>
                    </a:cubicBezTo>
                    <a:cubicBezTo>
                      <a:pt x="665798" y="162878"/>
                      <a:pt x="673418" y="158115"/>
                      <a:pt x="680085" y="150495"/>
                    </a:cubicBezTo>
                    <a:lnTo>
                      <a:pt x="680085" y="181928"/>
                    </a:lnTo>
                    <a:lnTo>
                      <a:pt x="715328" y="205740"/>
                    </a:lnTo>
                    <a:lnTo>
                      <a:pt x="715328" y="41910"/>
                    </a:lnTo>
                    <a:lnTo>
                      <a:pt x="742950" y="41910"/>
                    </a:lnTo>
                    <a:lnTo>
                      <a:pt x="750570" y="41910"/>
                    </a:lnTo>
                    <a:lnTo>
                      <a:pt x="775335" y="41910"/>
                    </a:lnTo>
                    <a:lnTo>
                      <a:pt x="775335" y="181928"/>
                    </a:lnTo>
                    <a:lnTo>
                      <a:pt x="810578" y="205740"/>
                    </a:lnTo>
                    <a:lnTo>
                      <a:pt x="810578" y="41910"/>
                    </a:lnTo>
                    <a:lnTo>
                      <a:pt x="838200" y="41910"/>
                    </a:lnTo>
                    <a:lnTo>
                      <a:pt x="845820" y="41910"/>
                    </a:lnTo>
                    <a:lnTo>
                      <a:pt x="942975" y="41910"/>
                    </a:lnTo>
                    <a:lnTo>
                      <a:pt x="942975" y="92393"/>
                    </a:lnTo>
                    <a:lnTo>
                      <a:pt x="864870" y="92393"/>
                    </a:lnTo>
                    <a:cubicBezTo>
                      <a:pt x="860108" y="92393"/>
                      <a:pt x="857250" y="94297"/>
                      <a:pt x="854393" y="97155"/>
                    </a:cubicBezTo>
                    <a:cubicBezTo>
                      <a:pt x="851535" y="100013"/>
                      <a:pt x="849630" y="103822"/>
                      <a:pt x="849630" y="107633"/>
                    </a:cubicBezTo>
                    <a:cubicBezTo>
                      <a:pt x="849630" y="117158"/>
                      <a:pt x="853440" y="127635"/>
                      <a:pt x="862013" y="138113"/>
                    </a:cubicBezTo>
                    <a:cubicBezTo>
                      <a:pt x="870585" y="148590"/>
                      <a:pt x="878205" y="154305"/>
                      <a:pt x="884873" y="154305"/>
                    </a:cubicBezTo>
                    <a:cubicBezTo>
                      <a:pt x="886778" y="154305"/>
                      <a:pt x="888683" y="153353"/>
                      <a:pt x="889635" y="152400"/>
                    </a:cubicBezTo>
                    <a:cubicBezTo>
                      <a:pt x="891540" y="151447"/>
                      <a:pt x="892493" y="149543"/>
                      <a:pt x="892493" y="146685"/>
                    </a:cubicBezTo>
                    <a:lnTo>
                      <a:pt x="892493" y="133350"/>
                    </a:lnTo>
                    <a:cubicBezTo>
                      <a:pt x="892493" y="130493"/>
                      <a:pt x="893445" y="128588"/>
                      <a:pt x="895350" y="126683"/>
                    </a:cubicBezTo>
                    <a:cubicBezTo>
                      <a:pt x="896303" y="124778"/>
                      <a:pt x="898208" y="123825"/>
                      <a:pt x="900113" y="123825"/>
                    </a:cubicBezTo>
                    <a:lnTo>
                      <a:pt x="942975" y="123825"/>
                    </a:lnTo>
                    <a:lnTo>
                      <a:pt x="942975" y="182880"/>
                    </a:lnTo>
                    <a:close/>
                    <a:moveTo>
                      <a:pt x="90488" y="68580"/>
                    </a:moveTo>
                    <a:cubicBezTo>
                      <a:pt x="87630" y="75247"/>
                      <a:pt x="82868" y="79058"/>
                      <a:pt x="78105" y="81915"/>
                    </a:cubicBezTo>
                    <a:cubicBezTo>
                      <a:pt x="71438" y="80010"/>
                      <a:pt x="65723" y="75247"/>
                      <a:pt x="60960" y="69533"/>
                    </a:cubicBezTo>
                    <a:cubicBezTo>
                      <a:pt x="56197" y="63818"/>
                      <a:pt x="54293" y="57150"/>
                      <a:pt x="54293" y="50483"/>
                    </a:cubicBezTo>
                    <a:cubicBezTo>
                      <a:pt x="54293" y="44768"/>
                      <a:pt x="56197" y="40005"/>
                      <a:pt x="60960" y="35243"/>
                    </a:cubicBezTo>
                    <a:cubicBezTo>
                      <a:pt x="65723" y="30480"/>
                      <a:pt x="71438" y="28575"/>
                      <a:pt x="78105" y="28575"/>
                    </a:cubicBezTo>
                    <a:cubicBezTo>
                      <a:pt x="82868" y="28575"/>
                      <a:pt x="87630" y="30480"/>
                      <a:pt x="90488" y="33338"/>
                    </a:cubicBezTo>
                    <a:cubicBezTo>
                      <a:pt x="94298" y="37147"/>
                      <a:pt x="95250" y="40958"/>
                      <a:pt x="95250" y="45720"/>
                    </a:cubicBezTo>
                    <a:cubicBezTo>
                      <a:pt x="96203" y="54293"/>
                      <a:pt x="94298" y="61913"/>
                      <a:pt x="90488" y="68580"/>
                    </a:cubicBezTo>
                    <a:close/>
                    <a:moveTo>
                      <a:pt x="251460" y="181928"/>
                    </a:moveTo>
                    <a:cubicBezTo>
                      <a:pt x="247650" y="178118"/>
                      <a:pt x="246698" y="174308"/>
                      <a:pt x="246698" y="169545"/>
                    </a:cubicBezTo>
                    <a:cubicBezTo>
                      <a:pt x="246698" y="164783"/>
                      <a:pt x="248602" y="160020"/>
                      <a:pt x="251460" y="157163"/>
                    </a:cubicBezTo>
                    <a:cubicBezTo>
                      <a:pt x="255270" y="153353"/>
                      <a:pt x="259080" y="152400"/>
                      <a:pt x="263843" y="152400"/>
                    </a:cubicBezTo>
                    <a:cubicBezTo>
                      <a:pt x="268605" y="152400"/>
                      <a:pt x="273368" y="154305"/>
                      <a:pt x="276225" y="157163"/>
                    </a:cubicBezTo>
                    <a:cubicBezTo>
                      <a:pt x="280035" y="160972"/>
                      <a:pt x="280988" y="164783"/>
                      <a:pt x="280988" y="169545"/>
                    </a:cubicBezTo>
                    <a:cubicBezTo>
                      <a:pt x="280988" y="174308"/>
                      <a:pt x="279083" y="179070"/>
                      <a:pt x="276225" y="181928"/>
                    </a:cubicBezTo>
                    <a:cubicBezTo>
                      <a:pt x="272415" y="185738"/>
                      <a:pt x="268605" y="186690"/>
                      <a:pt x="263843" y="186690"/>
                    </a:cubicBezTo>
                    <a:cubicBezTo>
                      <a:pt x="259080" y="186690"/>
                      <a:pt x="254318" y="184785"/>
                      <a:pt x="251460" y="181928"/>
                    </a:cubicBezTo>
                    <a:close/>
                    <a:moveTo>
                      <a:pt x="648653" y="133350"/>
                    </a:moveTo>
                    <a:cubicBezTo>
                      <a:pt x="637223" y="139065"/>
                      <a:pt x="626745" y="141922"/>
                      <a:pt x="616268" y="141922"/>
                    </a:cubicBezTo>
                    <a:cubicBezTo>
                      <a:pt x="608648" y="141922"/>
                      <a:pt x="601980" y="139065"/>
                      <a:pt x="597218" y="135255"/>
                    </a:cubicBezTo>
                    <a:cubicBezTo>
                      <a:pt x="592455" y="130493"/>
                      <a:pt x="589598" y="125730"/>
                      <a:pt x="589598" y="120015"/>
                    </a:cubicBezTo>
                    <a:cubicBezTo>
                      <a:pt x="589598" y="111443"/>
                      <a:pt x="594360" y="103822"/>
                      <a:pt x="605790" y="96203"/>
                    </a:cubicBezTo>
                    <a:cubicBezTo>
                      <a:pt x="617220" y="88583"/>
                      <a:pt x="628650" y="85725"/>
                      <a:pt x="641985" y="85725"/>
                    </a:cubicBezTo>
                    <a:cubicBezTo>
                      <a:pt x="648653" y="85725"/>
                      <a:pt x="655320" y="87630"/>
                      <a:pt x="662940" y="92393"/>
                    </a:cubicBezTo>
                    <a:cubicBezTo>
                      <a:pt x="670560" y="96203"/>
                      <a:pt x="677228" y="101918"/>
                      <a:pt x="682943" y="109538"/>
                    </a:cubicBezTo>
                    <a:cubicBezTo>
                      <a:pt x="671513" y="119063"/>
                      <a:pt x="660083" y="127635"/>
                      <a:pt x="648653" y="133350"/>
                    </a:cubicBez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  <a:defRPr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</a:endParaRPr>
              </a:p>
            </p:txBody>
          </p:sp>
          <p:sp>
            <p:nvSpPr>
              <p:cNvPr id="1568" name="Google Shape;1568;p14"/>
              <p:cNvSpPr/>
              <p:nvPr/>
            </p:nvSpPr>
            <p:spPr bwMode="auto">
              <a:xfrm>
                <a:off x="5744527" y="4910136"/>
                <a:ext cx="119062" cy="87630"/>
              </a:xfrm>
              <a:custGeom>
                <a:avLst/>
                <a:gdLst/>
                <a:ahLst/>
                <a:cxnLst/>
                <a:rect l="l" t="t" r="r" b="b"/>
                <a:pathLst>
                  <a:path w="119062" h="87630" fill="norm" stroke="1" extrusionOk="0">
                    <a:moveTo>
                      <a:pt x="54293" y="13335"/>
                    </a:moveTo>
                    <a:cubicBezTo>
                      <a:pt x="42863" y="3810"/>
                      <a:pt x="34290" y="0"/>
                      <a:pt x="27623" y="0"/>
                    </a:cubicBezTo>
                    <a:cubicBezTo>
                      <a:pt x="21908" y="0"/>
                      <a:pt x="17145" y="953"/>
                      <a:pt x="12383" y="1905"/>
                    </a:cubicBezTo>
                    <a:cubicBezTo>
                      <a:pt x="8573" y="2857"/>
                      <a:pt x="4763" y="5715"/>
                      <a:pt x="0" y="9525"/>
                    </a:cubicBezTo>
                    <a:lnTo>
                      <a:pt x="13335" y="30480"/>
                    </a:lnTo>
                    <a:cubicBezTo>
                      <a:pt x="17145" y="27622"/>
                      <a:pt x="20002" y="25718"/>
                      <a:pt x="22860" y="24765"/>
                    </a:cubicBezTo>
                    <a:cubicBezTo>
                      <a:pt x="26670" y="22860"/>
                      <a:pt x="29527" y="22860"/>
                      <a:pt x="33338" y="22860"/>
                    </a:cubicBezTo>
                    <a:cubicBezTo>
                      <a:pt x="41910" y="22860"/>
                      <a:pt x="60008" y="37147"/>
                      <a:pt x="86677" y="65722"/>
                    </a:cubicBezTo>
                    <a:lnTo>
                      <a:pt x="107633" y="87630"/>
                    </a:lnTo>
                    <a:lnTo>
                      <a:pt x="119063" y="78105"/>
                    </a:lnTo>
                    <a:cubicBezTo>
                      <a:pt x="103823" y="60007"/>
                      <a:pt x="82868" y="39053"/>
                      <a:pt x="54293" y="13335"/>
                    </a:cubicBez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  <a:defRPr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</a:endParaRPr>
              </a:p>
            </p:txBody>
          </p:sp>
          <p:sp>
            <p:nvSpPr>
              <p:cNvPr id="1569" name="Google Shape;1569;p14"/>
              <p:cNvSpPr/>
              <p:nvPr/>
            </p:nvSpPr>
            <p:spPr bwMode="auto">
              <a:xfrm>
                <a:off x="5934075" y="4693919"/>
                <a:ext cx="635317" cy="209550"/>
              </a:xfrm>
              <a:custGeom>
                <a:avLst/>
                <a:gdLst/>
                <a:ahLst/>
                <a:cxnLst/>
                <a:rect l="l" t="t" r="r" b="b"/>
                <a:pathLst>
                  <a:path w="635317" h="209550" fill="norm" stroke="1" extrusionOk="0">
                    <a:moveTo>
                      <a:pt x="577215" y="13335"/>
                    </a:moveTo>
                    <a:lnTo>
                      <a:pt x="441008" y="13335"/>
                    </a:lnTo>
                    <a:lnTo>
                      <a:pt x="433388" y="13335"/>
                    </a:lnTo>
                    <a:lnTo>
                      <a:pt x="330517" y="13335"/>
                    </a:lnTo>
                    <a:lnTo>
                      <a:pt x="349567" y="44768"/>
                    </a:lnTo>
                    <a:lnTo>
                      <a:pt x="388620" y="44768"/>
                    </a:lnTo>
                    <a:lnTo>
                      <a:pt x="388620" y="110490"/>
                    </a:lnTo>
                    <a:lnTo>
                      <a:pt x="334328" y="110490"/>
                    </a:lnTo>
                    <a:lnTo>
                      <a:pt x="334328" y="54293"/>
                    </a:lnTo>
                    <a:cubicBezTo>
                      <a:pt x="334328" y="41910"/>
                      <a:pt x="328613" y="30480"/>
                      <a:pt x="316230" y="18098"/>
                    </a:cubicBezTo>
                    <a:cubicBezTo>
                      <a:pt x="303847" y="5715"/>
                      <a:pt x="291465" y="0"/>
                      <a:pt x="280035" y="0"/>
                    </a:cubicBezTo>
                    <a:cubicBezTo>
                      <a:pt x="269558" y="0"/>
                      <a:pt x="260985" y="2858"/>
                      <a:pt x="254317" y="9525"/>
                    </a:cubicBezTo>
                    <a:cubicBezTo>
                      <a:pt x="246697" y="17145"/>
                      <a:pt x="243840" y="24765"/>
                      <a:pt x="243840" y="35243"/>
                    </a:cubicBezTo>
                    <a:cubicBezTo>
                      <a:pt x="243840" y="38100"/>
                      <a:pt x="243840" y="41910"/>
                      <a:pt x="244792" y="44768"/>
                    </a:cubicBezTo>
                    <a:lnTo>
                      <a:pt x="227647" y="14288"/>
                    </a:lnTo>
                    <a:lnTo>
                      <a:pt x="0" y="14288"/>
                    </a:lnTo>
                    <a:lnTo>
                      <a:pt x="17145" y="45720"/>
                    </a:lnTo>
                    <a:lnTo>
                      <a:pt x="159067" y="45720"/>
                    </a:lnTo>
                    <a:lnTo>
                      <a:pt x="159067" y="71438"/>
                    </a:lnTo>
                    <a:cubicBezTo>
                      <a:pt x="154305" y="71438"/>
                      <a:pt x="149542" y="73343"/>
                      <a:pt x="143828" y="78105"/>
                    </a:cubicBezTo>
                    <a:cubicBezTo>
                      <a:pt x="138113" y="82868"/>
                      <a:pt x="132397" y="88583"/>
                      <a:pt x="126683" y="97155"/>
                    </a:cubicBezTo>
                    <a:cubicBezTo>
                      <a:pt x="119063" y="88583"/>
                      <a:pt x="111442" y="81915"/>
                      <a:pt x="103822" y="77153"/>
                    </a:cubicBezTo>
                    <a:cubicBezTo>
                      <a:pt x="96203" y="72390"/>
                      <a:pt x="88583" y="70485"/>
                      <a:pt x="81915" y="70485"/>
                    </a:cubicBezTo>
                    <a:cubicBezTo>
                      <a:pt x="69533" y="70485"/>
                      <a:pt x="58103" y="75248"/>
                      <a:pt x="48578" y="84773"/>
                    </a:cubicBezTo>
                    <a:cubicBezTo>
                      <a:pt x="39053" y="94298"/>
                      <a:pt x="35242" y="104775"/>
                      <a:pt x="35242" y="117158"/>
                    </a:cubicBezTo>
                    <a:cubicBezTo>
                      <a:pt x="35242" y="130493"/>
                      <a:pt x="40958" y="144780"/>
                      <a:pt x="52388" y="160020"/>
                    </a:cubicBezTo>
                    <a:cubicBezTo>
                      <a:pt x="63817" y="175260"/>
                      <a:pt x="80010" y="191453"/>
                      <a:pt x="100965" y="206693"/>
                    </a:cubicBezTo>
                    <a:lnTo>
                      <a:pt x="110490" y="195263"/>
                    </a:lnTo>
                    <a:cubicBezTo>
                      <a:pt x="97155" y="183833"/>
                      <a:pt x="86678" y="172403"/>
                      <a:pt x="79058" y="161925"/>
                    </a:cubicBezTo>
                    <a:cubicBezTo>
                      <a:pt x="71438" y="150495"/>
                      <a:pt x="68580" y="140018"/>
                      <a:pt x="68580" y="131445"/>
                    </a:cubicBezTo>
                    <a:cubicBezTo>
                      <a:pt x="68580" y="121920"/>
                      <a:pt x="71438" y="114300"/>
                      <a:pt x="76200" y="107633"/>
                    </a:cubicBezTo>
                    <a:cubicBezTo>
                      <a:pt x="80963" y="100965"/>
                      <a:pt x="87630" y="98108"/>
                      <a:pt x="95250" y="98108"/>
                    </a:cubicBezTo>
                    <a:cubicBezTo>
                      <a:pt x="100013" y="98108"/>
                      <a:pt x="103822" y="99060"/>
                      <a:pt x="107633" y="101918"/>
                    </a:cubicBezTo>
                    <a:cubicBezTo>
                      <a:pt x="111442" y="103823"/>
                      <a:pt x="115253" y="107633"/>
                      <a:pt x="118110" y="112395"/>
                    </a:cubicBezTo>
                    <a:cubicBezTo>
                      <a:pt x="110490" y="128588"/>
                      <a:pt x="105728" y="139065"/>
                      <a:pt x="104775" y="143828"/>
                    </a:cubicBezTo>
                    <a:lnTo>
                      <a:pt x="136208" y="157163"/>
                    </a:lnTo>
                    <a:cubicBezTo>
                      <a:pt x="140017" y="140018"/>
                      <a:pt x="146685" y="124778"/>
                      <a:pt x="155258" y="113348"/>
                    </a:cubicBezTo>
                    <a:cubicBezTo>
                      <a:pt x="163830" y="101918"/>
                      <a:pt x="173355" y="96203"/>
                      <a:pt x="182880" y="96203"/>
                    </a:cubicBezTo>
                    <a:cubicBezTo>
                      <a:pt x="188595" y="96203"/>
                      <a:pt x="193358" y="98108"/>
                      <a:pt x="197167" y="100965"/>
                    </a:cubicBezTo>
                    <a:cubicBezTo>
                      <a:pt x="200978" y="103823"/>
                      <a:pt x="202883" y="107633"/>
                      <a:pt x="202883" y="111443"/>
                    </a:cubicBezTo>
                    <a:cubicBezTo>
                      <a:pt x="203835" y="120015"/>
                      <a:pt x="199072" y="129540"/>
                      <a:pt x="190500" y="140018"/>
                    </a:cubicBezTo>
                    <a:cubicBezTo>
                      <a:pt x="181928" y="151448"/>
                      <a:pt x="170497" y="161925"/>
                      <a:pt x="156210" y="171450"/>
                    </a:cubicBezTo>
                    <a:lnTo>
                      <a:pt x="185738" y="199073"/>
                    </a:lnTo>
                    <a:cubicBezTo>
                      <a:pt x="198120" y="185738"/>
                      <a:pt x="207645" y="172403"/>
                      <a:pt x="214313" y="160020"/>
                    </a:cubicBezTo>
                    <a:cubicBezTo>
                      <a:pt x="220980" y="147638"/>
                      <a:pt x="224790" y="135255"/>
                      <a:pt x="224790" y="124778"/>
                    </a:cubicBezTo>
                    <a:cubicBezTo>
                      <a:pt x="224790" y="112395"/>
                      <a:pt x="221933" y="101918"/>
                      <a:pt x="216217" y="92393"/>
                    </a:cubicBezTo>
                    <a:cubicBezTo>
                      <a:pt x="211455" y="82868"/>
                      <a:pt x="203835" y="77153"/>
                      <a:pt x="195263" y="73343"/>
                    </a:cubicBezTo>
                    <a:lnTo>
                      <a:pt x="195263" y="45720"/>
                    </a:lnTo>
                    <a:lnTo>
                      <a:pt x="243840" y="45720"/>
                    </a:lnTo>
                    <a:cubicBezTo>
                      <a:pt x="245745" y="55245"/>
                      <a:pt x="250508" y="62865"/>
                      <a:pt x="259080" y="70485"/>
                    </a:cubicBezTo>
                    <a:cubicBezTo>
                      <a:pt x="270510" y="80963"/>
                      <a:pt x="283845" y="87630"/>
                      <a:pt x="300038" y="90488"/>
                    </a:cubicBezTo>
                    <a:lnTo>
                      <a:pt x="300038" y="111443"/>
                    </a:lnTo>
                    <a:lnTo>
                      <a:pt x="288608" y="111443"/>
                    </a:lnTo>
                    <a:cubicBezTo>
                      <a:pt x="284797" y="111443"/>
                      <a:pt x="281940" y="112395"/>
                      <a:pt x="279083" y="114300"/>
                    </a:cubicBezTo>
                    <a:cubicBezTo>
                      <a:pt x="276225" y="116205"/>
                      <a:pt x="275272" y="119063"/>
                      <a:pt x="275272" y="122873"/>
                    </a:cubicBezTo>
                    <a:cubicBezTo>
                      <a:pt x="275272" y="130493"/>
                      <a:pt x="281940" y="140018"/>
                      <a:pt x="294322" y="152400"/>
                    </a:cubicBezTo>
                    <a:cubicBezTo>
                      <a:pt x="306705" y="163830"/>
                      <a:pt x="316230" y="169545"/>
                      <a:pt x="323850" y="169545"/>
                    </a:cubicBezTo>
                    <a:cubicBezTo>
                      <a:pt x="327660" y="169545"/>
                      <a:pt x="330517" y="167640"/>
                      <a:pt x="332422" y="164783"/>
                    </a:cubicBezTo>
                    <a:cubicBezTo>
                      <a:pt x="334328" y="161925"/>
                      <a:pt x="335280" y="158115"/>
                      <a:pt x="335280" y="154305"/>
                    </a:cubicBezTo>
                    <a:lnTo>
                      <a:pt x="335280" y="142875"/>
                    </a:lnTo>
                    <a:lnTo>
                      <a:pt x="389572" y="142875"/>
                    </a:lnTo>
                    <a:lnTo>
                      <a:pt x="389572" y="189548"/>
                    </a:lnTo>
                    <a:lnTo>
                      <a:pt x="424815" y="208598"/>
                    </a:lnTo>
                    <a:lnTo>
                      <a:pt x="424815" y="44768"/>
                    </a:lnTo>
                    <a:lnTo>
                      <a:pt x="452438" y="44768"/>
                    </a:lnTo>
                    <a:lnTo>
                      <a:pt x="460058" y="44768"/>
                    </a:lnTo>
                    <a:lnTo>
                      <a:pt x="566738" y="44768"/>
                    </a:lnTo>
                    <a:lnTo>
                      <a:pt x="566738" y="72390"/>
                    </a:lnTo>
                    <a:lnTo>
                      <a:pt x="514350" y="72390"/>
                    </a:lnTo>
                    <a:cubicBezTo>
                      <a:pt x="501967" y="72390"/>
                      <a:pt x="491490" y="76200"/>
                      <a:pt x="481965" y="83820"/>
                    </a:cubicBezTo>
                    <a:cubicBezTo>
                      <a:pt x="473392" y="91440"/>
                      <a:pt x="469583" y="100965"/>
                      <a:pt x="469583" y="111443"/>
                    </a:cubicBezTo>
                    <a:cubicBezTo>
                      <a:pt x="469583" y="126683"/>
                      <a:pt x="473392" y="142875"/>
                      <a:pt x="481965" y="159068"/>
                    </a:cubicBezTo>
                    <a:cubicBezTo>
                      <a:pt x="489585" y="175260"/>
                      <a:pt x="501967" y="192405"/>
                      <a:pt x="518160" y="208598"/>
                    </a:cubicBezTo>
                    <a:lnTo>
                      <a:pt x="529590" y="200978"/>
                    </a:lnTo>
                    <a:cubicBezTo>
                      <a:pt x="519113" y="191453"/>
                      <a:pt x="511492" y="180975"/>
                      <a:pt x="505778" y="169545"/>
                    </a:cubicBezTo>
                    <a:cubicBezTo>
                      <a:pt x="501015" y="158115"/>
                      <a:pt x="498158" y="146685"/>
                      <a:pt x="498158" y="135255"/>
                    </a:cubicBezTo>
                    <a:cubicBezTo>
                      <a:pt x="498158" y="126683"/>
                      <a:pt x="501015" y="119063"/>
                      <a:pt x="507683" y="113348"/>
                    </a:cubicBezTo>
                    <a:cubicBezTo>
                      <a:pt x="513397" y="106680"/>
                      <a:pt x="521017" y="103823"/>
                      <a:pt x="529590" y="103823"/>
                    </a:cubicBezTo>
                    <a:lnTo>
                      <a:pt x="564833" y="103823"/>
                    </a:lnTo>
                    <a:lnTo>
                      <a:pt x="564833" y="185738"/>
                    </a:lnTo>
                    <a:lnTo>
                      <a:pt x="600075" y="209550"/>
                    </a:lnTo>
                    <a:lnTo>
                      <a:pt x="600075" y="45720"/>
                    </a:lnTo>
                    <a:lnTo>
                      <a:pt x="635318" y="45720"/>
                    </a:lnTo>
                    <a:lnTo>
                      <a:pt x="618172" y="14288"/>
                    </a:lnTo>
                    <a:lnTo>
                      <a:pt x="577215" y="14288"/>
                    </a:lnTo>
                    <a:close/>
                    <a:moveTo>
                      <a:pt x="299085" y="75248"/>
                    </a:moveTo>
                    <a:cubicBezTo>
                      <a:pt x="292417" y="73343"/>
                      <a:pt x="287655" y="69533"/>
                      <a:pt x="283845" y="63818"/>
                    </a:cubicBezTo>
                    <a:cubicBezTo>
                      <a:pt x="280035" y="58103"/>
                      <a:pt x="278130" y="51435"/>
                      <a:pt x="278130" y="42863"/>
                    </a:cubicBezTo>
                    <a:cubicBezTo>
                      <a:pt x="278130" y="37148"/>
                      <a:pt x="280035" y="31433"/>
                      <a:pt x="281940" y="27623"/>
                    </a:cubicBezTo>
                    <a:cubicBezTo>
                      <a:pt x="284797" y="23813"/>
                      <a:pt x="287655" y="20955"/>
                      <a:pt x="291465" y="20955"/>
                    </a:cubicBezTo>
                    <a:cubicBezTo>
                      <a:pt x="294322" y="20955"/>
                      <a:pt x="296228" y="22860"/>
                      <a:pt x="297180" y="25718"/>
                    </a:cubicBezTo>
                    <a:cubicBezTo>
                      <a:pt x="299085" y="28575"/>
                      <a:pt x="299085" y="32385"/>
                      <a:pt x="299085" y="36195"/>
                    </a:cubicBezTo>
                    <a:lnTo>
                      <a:pt x="299085" y="75248"/>
                    </a:ln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  <a:defRPr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</a:endParaRPr>
              </a:p>
            </p:txBody>
          </p:sp>
          <p:sp>
            <p:nvSpPr>
              <p:cNvPr id="1570" name="Google Shape;1570;p14"/>
              <p:cNvSpPr/>
              <p:nvPr/>
            </p:nvSpPr>
            <p:spPr bwMode="auto">
              <a:xfrm>
                <a:off x="6413182" y="4612005"/>
                <a:ext cx="104075" cy="94352"/>
              </a:xfrm>
              <a:custGeom>
                <a:avLst/>
                <a:gdLst/>
                <a:ahLst/>
                <a:cxnLst/>
                <a:rect l="l" t="t" r="r" b="b"/>
                <a:pathLst>
                  <a:path w="104075" h="94352" fill="norm" stroke="1" extrusionOk="0">
                    <a:moveTo>
                      <a:pt x="89535" y="60007"/>
                    </a:moveTo>
                    <a:cubicBezTo>
                      <a:pt x="81915" y="47625"/>
                      <a:pt x="76200" y="40005"/>
                      <a:pt x="72390" y="36195"/>
                    </a:cubicBezTo>
                    <a:cubicBezTo>
                      <a:pt x="64770" y="25717"/>
                      <a:pt x="55245" y="16192"/>
                      <a:pt x="44767" y="9525"/>
                    </a:cubicBezTo>
                    <a:cubicBezTo>
                      <a:pt x="34290" y="2857"/>
                      <a:pt x="23813" y="0"/>
                      <a:pt x="14288" y="0"/>
                    </a:cubicBezTo>
                    <a:cubicBezTo>
                      <a:pt x="8572" y="952"/>
                      <a:pt x="3810" y="1905"/>
                      <a:pt x="0" y="2857"/>
                    </a:cubicBezTo>
                    <a:lnTo>
                      <a:pt x="15240" y="36195"/>
                    </a:lnTo>
                    <a:cubicBezTo>
                      <a:pt x="20002" y="34290"/>
                      <a:pt x="25717" y="33338"/>
                      <a:pt x="31433" y="33338"/>
                    </a:cubicBezTo>
                    <a:cubicBezTo>
                      <a:pt x="37147" y="33338"/>
                      <a:pt x="42863" y="34290"/>
                      <a:pt x="47625" y="37147"/>
                    </a:cubicBezTo>
                    <a:cubicBezTo>
                      <a:pt x="52388" y="39052"/>
                      <a:pt x="57150" y="41910"/>
                      <a:pt x="60008" y="45720"/>
                    </a:cubicBezTo>
                    <a:lnTo>
                      <a:pt x="97155" y="94297"/>
                    </a:lnTo>
                    <a:cubicBezTo>
                      <a:pt x="108585" y="95250"/>
                      <a:pt x="105727" y="83820"/>
                      <a:pt x="89535" y="60007"/>
                    </a:cubicBez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  <a:defRPr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</a:endParaRPr>
              </a:p>
            </p:txBody>
          </p:sp>
          <p:sp>
            <p:nvSpPr>
              <p:cNvPr id="1571" name="Google Shape;1571;p14"/>
              <p:cNvSpPr/>
              <p:nvPr/>
            </p:nvSpPr>
            <p:spPr bwMode="auto">
              <a:xfrm>
                <a:off x="6671309" y="4707255"/>
                <a:ext cx="676275" cy="234314"/>
              </a:xfrm>
              <a:custGeom>
                <a:avLst/>
                <a:gdLst/>
                <a:ahLst/>
                <a:cxnLst/>
                <a:rect l="l" t="t" r="r" b="b"/>
                <a:pathLst>
                  <a:path w="676275" h="234314" fill="norm" stroke="1" extrusionOk="0">
                    <a:moveTo>
                      <a:pt x="605790" y="171450"/>
                    </a:moveTo>
                    <a:lnTo>
                      <a:pt x="641033" y="195263"/>
                    </a:lnTo>
                    <a:lnTo>
                      <a:pt x="641033" y="31432"/>
                    </a:lnTo>
                    <a:lnTo>
                      <a:pt x="676275" y="31432"/>
                    </a:lnTo>
                    <a:lnTo>
                      <a:pt x="659130" y="0"/>
                    </a:lnTo>
                    <a:lnTo>
                      <a:pt x="467678" y="0"/>
                    </a:lnTo>
                    <a:lnTo>
                      <a:pt x="460058" y="0"/>
                    </a:lnTo>
                    <a:lnTo>
                      <a:pt x="299085" y="0"/>
                    </a:lnTo>
                    <a:lnTo>
                      <a:pt x="291465" y="0"/>
                    </a:lnTo>
                    <a:lnTo>
                      <a:pt x="203835" y="0"/>
                    </a:lnTo>
                    <a:lnTo>
                      <a:pt x="196215" y="0"/>
                    </a:lnTo>
                    <a:lnTo>
                      <a:pt x="0" y="0"/>
                    </a:lnTo>
                    <a:lnTo>
                      <a:pt x="17145" y="31432"/>
                    </a:lnTo>
                    <a:lnTo>
                      <a:pt x="151448" y="31432"/>
                    </a:lnTo>
                    <a:lnTo>
                      <a:pt x="151448" y="59055"/>
                    </a:lnTo>
                    <a:lnTo>
                      <a:pt x="43815" y="59055"/>
                    </a:lnTo>
                    <a:lnTo>
                      <a:pt x="38100" y="70485"/>
                    </a:lnTo>
                    <a:cubicBezTo>
                      <a:pt x="54293" y="75247"/>
                      <a:pt x="67628" y="82867"/>
                      <a:pt x="78105" y="92392"/>
                    </a:cubicBezTo>
                    <a:cubicBezTo>
                      <a:pt x="87630" y="102870"/>
                      <a:pt x="93345" y="113347"/>
                      <a:pt x="93345" y="124777"/>
                    </a:cubicBezTo>
                    <a:cubicBezTo>
                      <a:pt x="93345" y="129540"/>
                      <a:pt x="91440" y="134302"/>
                      <a:pt x="86678" y="138113"/>
                    </a:cubicBezTo>
                    <a:cubicBezTo>
                      <a:pt x="80963" y="142875"/>
                      <a:pt x="75248" y="144780"/>
                      <a:pt x="68580" y="146685"/>
                    </a:cubicBezTo>
                    <a:cubicBezTo>
                      <a:pt x="66675" y="142875"/>
                      <a:pt x="63818" y="140017"/>
                      <a:pt x="60008" y="137160"/>
                    </a:cubicBezTo>
                    <a:cubicBezTo>
                      <a:pt x="56198" y="134302"/>
                      <a:pt x="52388" y="133350"/>
                      <a:pt x="49530" y="133350"/>
                    </a:cubicBezTo>
                    <a:cubicBezTo>
                      <a:pt x="44768" y="133350"/>
                      <a:pt x="40005" y="135255"/>
                      <a:pt x="37148" y="139065"/>
                    </a:cubicBezTo>
                    <a:cubicBezTo>
                      <a:pt x="33338" y="142875"/>
                      <a:pt x="32385" y="147638"/>
                      <a:pt x="32385" y="153352"/>
                    </a:cubicBezTo>
                    <a:cubicBezTo>
                      <a:pt x="32385" y="160972"/>
                      <a:pt x="36195" y="168592"/>
                      <a:pt x="44768" y="173355"/>
                    </a:cubicBezTo>
                    <a:cubicBezTo>
                      <a:pt x="52388" y="179070"/>
                      <a:pt x="62865" y="181927"/>
                      <a:pt x="73343" y="181927"/>
                    </a:cubicBezTo>
                    <a:lnTo>
                      <a:pt x="97155" y="234315"/>
                    </a:lnTo>
                    <a:lnTo>
                      <a:pt x="114300" y="224790"/>
                    </a:lnTo>
                    <a:lnTo>
                      <a:pt x="82868" y="180022"/>
                    </a:lnTo>
                    <a:cubicBezTo>
                      <a:pt x="93345" y="178117"/>
                      <a:pt x="102870" y="173355"/>
                      <a:pt x="110490" y="166688"/>
                    </a:cubicBezTo>
                    <a:cubicBezTo>
                      <a:pt x="118110" y="160020"/>
                      <a:pt x="120968" y="152400"/>
                      <a:pt x="120968" y="142875"/>
                    </a:cubicBezTo>
                    <a:cubicBezTo>
                      <a:pt x="120968" y="133350"/>
                      <a:pt x="118110" y="123825"/>
                      <a:pt x="112395" y="114300"/>
                    </a:cubicBezTo>
                    <a:cubicBezTo>
                      <a:pt x="107633" y="104775"/>
                      <a:pt x="100013" y="97155"/>
                      <a:pt x="89535" y="90488"/>
                    </a:cubicBezTo>
                    <a:lnTo>
                      <a:pt x="151448" y="90488"/>
                    </a:lnTo>
                    <a:lnTo>
                      <a:pt x="151448" y="176213"/>
                    </a:lnTo>
                    <a:lnTo>
                      <a:pt x="186690" y="195263"/>
                    </a:lnTo>
                    <a:lnTo>
                      <a:pt x="186690" y="31432"/>
                    </a:lnTo>
                    <a:lnTo>
                      <a:pt x="214313" y="31432"/>
                    </a:lnTo>
                    <a:lnTo>
                      <a:pt x="221933" y="31432"/>
                    </a:lnTo>
                    <a:lnTo>
                      <a:pt x="246698" y="31432"/>
                    </a:lnTo>
                    <a:lnTo>
                      <a:pt x="246698" y="171450"/>
                    </a:lnTo>
                    <a:lnTo>
                      <a:pt x="281940" y="195263"/>
                    </a:lnTo>
                    <a:lnTo>
                      <a:pt x="281940" y="31432"/>
                    </a:lnTo>
                    <a:lnTo>
                      <a:pt x="309563" y="31432"/>
                    </a:lnTo>
                    <a:lnTo>
                      <a:pt x="317183" y="31432"/>
                    </a:lnTo>
                    <a:lnTo>
                      <a:pt x="415290" y="31432"/>
                    </a:lnTo>
                    <a:lnTo>
                      <a:pt x="415290" y="81915"/>
                    </a:lnTo>
                    <a:lnTo>
                      <a:pt x="337185" y="81915"/>
                    </a:lnTo>
                    <a:cubicBezTo>
                      <a:pt x="332423" y="81915"/>
                      <a:pt x="329565" y="83820"/>
                      <a:pt x="326708" y="86677"/>
                    </a:cubicBezTo>
                    <a:cubicBezTo>
                      <a:pt x="323850" y="89535"/>
                      <a:pt x="321945" y="93345"/>
                      <a:pt x="321945" y="97155"/>
                    </a:cubicBezTo>
                    <a:cubicBezTo>
                      <a:pt x="321945" y="106680"/>
                      <a:pt x="325755" y="117157"/>
                      <a:pt x="334328" y="127635"/>
                    </a:cubicBezTo>
                    <a:cubicBezTo>
                      <a:pt x="342900" y="138113"/>
                      <a:pt x="350520" y="143827"/>
                      <a:pt x="357188" y="143827"/>
                    </a:cubicBezTo>
                    <a:cubicBezTo>
                      <a:pt x="359093" y="143827"/>
                      <a:pt x="360998" y="142875"/>
                      <a:pt x="361950" y="141922"/>
                    </a:cubicBezTo>
                    <a:cubicBezTo>
                      <a:pt x="363855" y="140970"/>
                      <a:pt x="364808" y="139065"/>
                      <a:pt x="364808" y="136207"/>
                    </a:cubicBezTo>
                    <a:lnTo>
                      <a:pt x="364808" y="122872"/>
                    </a:lnTo>
                    <a:cubicBezTo>
                      <a:pt x="364808" y="120015"/>
                      <a:pt x="365760" y="118110"/>
                      <a:pt x="367665" y="116205"/>
                    </a:cubicBezTo>
                    <a:cubicBezTo>
                      <a:pt x="368618" y="114300"/>
                      <a:pt x="370523" y="113347"/>
                      <a:pt x="372428" y="113347"/>
                    </a:cubicBezTo>
                    <a:lnTo>
                      <a:pt x="415290" y="113347"/>
                    </a:lnTo>
                    <a:lnTo>
                      <a:pt x="415290" y="175260"/>
                    </a:lnTo>
                    <a:lnTo>
                      <a:pt x="450533" y="194310"/>
                    </a:lnTo>
                    <a:lnTo>
                      <a:pt x="450533" y="30480"/>
                    </a:lnTo>
                    <a:lnTo>
                      <a:pt x="478155" y="30480"/>
                    </a:lnTo>
                    <a:lnTo>
                      <a:pt x="485775" y="30480"/>
                    </a:lnTo>
                    <a:lnTo>
                      <a:pt x="513397" y="30480"/>
                    </a:lnTo>
                    <a:lnTo>
                      <a:pt x="513397" y="96202"/>
                    </a:lnTo>
                    <a:lnTo>
                      <a:pt x="501968" y="96202"/>
                    </a:lnTo>
                    <a:cubicBezTo>
                      <a:pt x="499110" y="96202"/>
                      <a:pt x="497205" y="97155"/>
                      <a:pt x="495300" y="99060"/>
                    </a:cubicBezTo>
                    <a:cubicBezTo>
                      <a:pt x="493395" y="100965"/>
                      <a:pt x="492443" y="102870"/>
                      <a:pt x="492443" y="105727"/>
                    </a:cubicBezTo>
                    <a:cubicBezTo>
                      <a:pt x="492443" y="111442"/>
                      <a:pt x="499110" y="120967"/>
                      <a:pt x="512445" y="134302"/>
                    </a:cubicBezTo>
                    <a:cubicBezTo>
                      <a:pt x="525780" y="147638"/>
                      <a:pt x="535305" y="154305"/>
                      <a:pt x="541020" y="154305"/>
                    </a:cubicBezTo>
                    <a:cubicBezTo>
                      <a:pt x="542925" y="154305"/>
                      <a:pt x="544830" y="153352"/>
                      <a:pt x="545783" y="151447"/>
                    </a:cubicBezTo>
                    <a:cubicBezTo>
                      <a:pt x="547688" y="148590"/>
                      <a:pt x="548640" y="145732"/>
                      <a:pt x="548640" y="142875"/>
                    </a:cubicBezTo>
                    <a:lnTo>
                      <a:pt x="548640" y="127635"/>
                    </a:lnTo>
                    <a:lnTo>
                      <a:pt x="606743" y="127635"/>
                    </a:lnTo>
                    <a:lnTo>
                      <a:pt x="606743" y="171450"/>
                    </a:lnTo>
                    <a:close/>
                    <a:moveTo>
                      <a:pt x="547688" y="97155"/>
                    </a:moveTo>
                    <a:lnTo>
                      <a:pt x="547688" y="31432"/>
                    </a:lnTo>
                    <a:lnTo>
                      <a:pt x="605790" y="31432"/>
                    </a:lnTo>
                    <a:lnTo>
                      <a:pt x="605790" y="97155"/>
                    </a:lnTo>
                    <a:lnTo>
                      <a:pt x="547688" y="97155"/>
                    </a:ln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  <a:defRPr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</a:endParaRPr>
              </a:p>
            </p:txBody>
          </p:sp>
          <p:sp>
            <p:nvSpPr>
              <p:cNvPr id="1572" name="Google Shape;1572;p14"/>
              <p:cNvSpPr/>
              <p:nvPr/>
            </p:nvSpPr>
            <p:spPr bwMode="auto">
              <a:xfrm>
                <a:off x="7259002" y="4910136"/>
                <a:ext cx="119062" cy="87630"/>
              </a:xfrm>
              <a:custGeom>
                <a:avLst/>
                <a:gdLst/>
                <a:ahLst/>
                <a:cxnLst/>
                <a:rect l="l" t="t" r="r" b="b"/>
                <a:pathLst>
                  <a:path w="119062" h="87630" fill="norm" stroke="1" extrusionOk="0">
                    <a:moveTo>
                      <a:pt x="54292" y="13335"/>
                    </a:moveTo>
                    <a:cubicBezTo>
                      <a:pt x="42863" y="3810"/>
                      <a:pt x="34290" y="0"/>
                      <a:pt x="27622" y="0"/>
                    </a:cubicBezTo>
                    <a:cubicBezTo>
                      <a:pt x="21907" y="0"/>
                      <a:pt x="17145" y="953"/>
                      <a:pt x="12382" y="1905"/>
                    </a:cubicBezTo>
                    <a:cubicBezTo>
                      <a:pt x="8572" y="2857"/>
                      <a:pt x="4763" y="5715"/>
                      <a:pt x="0" y="9525"/>
                    </a:cubicBezTo>
                    <a:lnTo>
                      <a:pt x="13335" y="30480"/>
                    </a:lnTo>
                    <a:cubicBezTo>
                      <a:pt x="17145" y="27622"/>
                      <a:pt x="20003" y="25718"/>
                      <a:pt x="22860" y="24765"/>
                    </a:cubicBezTo>
                    <a:cubicBezTo>
                      <a:pt x="26670" y="22860"/>
                      <a:pt x="29528" y="22860"/>
                      <a:pt x="33338" y="22860"/>
                    </a:cubicBezTo>
                    <a:cubicBezTo>
                      <a:pt x="41910" y="22860"/>
                      <a:pt x="60007" y="37147"/>
                      <a:pt x="86678" y="65722"/>
                    </a:cubicBezTo>
                    <a:lnTo>
                      <a:pt x="107632" y="87630"/>
                    </a:lnTo>
                    <a:lnTo>
                      <a:pt x="119063" y="78105"/>
                    </a:lnTo>
                    <a:cubicBezTo>
                      <a:pt x="103822" y="60007"/>
                      <a:pt x="81915" y="39053"/>
                      <a:pt x="54292" y="13335"/>
                    </a:cubicBez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  <a:defRPr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</a:endParaRPr>
              </a:p>
            </p:txBody>
          </p:sp>
        </p:grpSp>
        <p:sp>
          <p:nvSpPr>
            <p:cNvPr id="1573" name="Google Shape;1573;p14"/>
            <p:cNvSpPr/>
            <p:nvPr/>
          </p:nvSpPr>
          <p:spPr bwMode="auto">
            <a:xfrm>
              <a:off x="5888981" y="2284095"/>
              <a:ext cx="406654" cy="721042"/>
            </a:xfrm>
            <a:custGeom>
              <a:avLst/>
              <a:gdLst/>
              <a:ahLst/>
              <a:cxnLst/>
              <a:rect l="l" t="t" r="r" b="b"/>
              <a:pathLst>
                <a:path w="406654" h="721042" fill="norm" stroke="1" extrusionOk="0">
                  <a:moveTo>
                    <a:pt x="75573" y="576263"/>
                  </a:moveTo>
                  <a:cubicBezTo>
                    <a:pt x="75573" y="576263"/>
                    <a:pt x="75573" y="576263"/>
                    <a:pt x="75573" y="576263"/>
                  </a:cubicBezTo>
                  <a:cubicBezTo>
                    <a:pt x="67953" y="591503"/>
                    <a:pt x="69858" y="604838"/>
                    <a:pt x="74620" y="612458"/>
                  </a:cubicBezTo>
                  <a:cubicBezTo>
                    <a:pt x="80335" y="623888"/>
                    <a:pt x="91765" y="632460"/>
                    <a:pt x="108910" y="640080"/>
                  </a:cubicBezTo>
                  <a:cubicBezTo>
                    <a:pt x="108910" y="640080"/>
                    <a:pt x="108910" y="641033"/>
                    <a:pt x="108910" y="641033"/>
                  </a:cubicBezTo>
                  <a:cubicBezTo>
                    <a:pt x="108910" y="661035"/>
                    <a:pt x="127960" y="677228"/>
                    <a:pt x="160345" y="684848"/>
                  </a:cubicBezTo>
                  <a:cubicBezTo>
                    <a:pt x="162250" y="700088"/>
                    <a:pt x="177490" y="721043"/>
                    <a:pt x="210828" y="721043"/>
                  </a:cubicBezTo>
                  <a:cubicBezTo>
                    <a:pt x="214638" y="721043"/>
                    <a:pt x="219400" y="721043"/>
                    <a:pt x="226068" y="719138"/>
                  </a:cubicBezTo>
                  <a:cubicBezTo>
                    <a:pt x="244165" y="713423"/>
                    <a:pt x="256548" y="700088"/>
                    <a:pt x="257500" y="684848"/>
                  </a:cubicBezTo>
                  <a:cubicBezTo>
                    <a:pt x="289885" y="676275"/>
                    <a:pt x="308935" y="661035"/>
                    <a:pt x="308935" y="641033"/>
                  </a:cubicBezTo>
                  <a:cubicBezTo>
                    <a:pt x="308935" y="639128"/>
                    <a:pt x="308935" y="637223"/>
                    <a:pt x="307983" y="635318"/>
                  </a:cubicBezTo>
                  <a:cubicBezTo>
                    <a:pt x="329890" y="621983"/>
                    <a:pt x="342273" y="605790"/>
                    <a:pt x="342273" y="589598"/>
                  </a:cubicBezTo>
                  <a:cubicBezTo>
                    <a:pt x="342273" y="584835"/>
                    <a:pt x="340368" y="580073"/>
                    <a:pt x="338463" y="576263"/>
                  </a:cubicBezTo>
                  <a:cubicBezTo>
                    <a:pt x="371800" y="542925"/>
                    <a:pt x="389898" y="510540"/>
                    <a:pt x="399423" y="480060"/>
                  </a:cubicBezTo>
                  <a:lnTo>
                    <a:pt x="399423" y="480060"/>
                  </a:lnTo>
                  <a:cubicBezTo>
                    <a:pt x="400375" y="478155"/>
                    <a:pt x="400375" y="476250"/>
                    <a:pt x="401328" y="474345"/>
                  </a:cubicBezTo>
                  <a:cubicBezTo>
                    <a:pt x="404185" y="462915"/>
                    <a:pt x="406090" y="448628"/>
                    <a:pt x="406090" y="446722"/>
                  </a:cubicBezTo>
                  <a:cubicBezTo>
                    <a:pt x="407995" y="421005"/>
                    <a:pt x="405138" y="395288"/>
                    <a:pt x="396565" y="370522"/>
                  </a:cubicBezTo>
                  <a:lnTo>
                    <a:pt x="387993" y="350520"/>
                  </a:lnTo>
                  <a:cubicBezTo>
                    <a:pt x="380373" y="336233"/>
                    <a:pt x="370848" y="322897"/>
                    <a:pt x="360370" y="312420"/>
                  </a:cubicBezTo>
                  <a:cubicBezTo>
                    <a:pt x="357513" y="309563"/>
                    <a:pt x="354655" y="306705"/>
                    <a:pt x="351798" y="304800"/>
                  </a:cubicBezTo>
                  <a:lnTo>
                    <a:pt x="351798" y="304800"/>
                  </a:lnTo>
                  <a:lnTo>
                    <a:pt x="340368" y="294322"/>
                  </a:lnTo>
                  <a:cubicBezTo>
                    <a:pt x="337510" y="291465"/>
                    <a:pt x="334653" y="288608"/>
                    <a:pt x="331795" y="286703"/>
                  </a:cubicBezTo>
                  <a:cubicBezTo>
                    <a:pt x="292743" y="251460"/>
                    <a:pt x="264168" y="224790"/>
                    <a:pt x="272740" y="163830"/>
                  </a:cubicBezTo>
                  <a:cubicBezTo>
                    <a:pt x="283218" y="106680"/>
                    <a:pt x="265120" y="47625"/>
                    <a:pt x="241308" y="32385"/>
                  </a:cubicBezTo>
                  <a:cubicBezTo>
                    <a:pt x="239403" y="31432"/>
                    <a:pt x="238450" y="30480"/>
                    <a:pt x="236545" y="30480"/>
                  </a:cubicBezTo>
                  <a:cubicBezTo>
                    <a:pt x="235593" y="21907"/>
                    <a:pt x="234640" y="16193"/>
                    <a:pt x="233688" y="16193"/>
                  </a:cubicBezTo>
                  <a:cubicBezTo>
                    <a:pt x="227020" y="4763"/>
                    <a:pt x="217495" y="953"/>
                    <a:pt x="210828" y="0"/>
                  </a:cubicBezTo>
                  <a:cubicBezTo>
                    <a:pt x="208923" y="0"/>
                    <a:pt x="207970" y="0"/>
                    <a:pt x="206065" y="0"/>
                  </a:cubicBezTo>
                  <a:cubicBezTo>
                    <a:pt x="194635" y="0"/>
                    <a:pt x="174633" y="4763"/>
                    <a:pt x="166060" y="37148"/>
                  </a:cubicBezTo>
                  <a:cubicBezTo>
                    <a:pt x="160345" y="58103"/>
                    <a:pt x="161298" y="87630"/>
                    <a:pt x="161298" y="115253"/>
                  </a:cubicBezTo>
                  <a:cubicBezTo>
                    <a:pt x="161298" y="120968"/>
                    <a:pt x="161298" y="126682"/>
                    <a:pt x="161298" y="130493"/>
                  </a:cubicBezTo>
                  <a:cubicBezTo>
                    <a:pt x="159393" y="178118"/>
                    <a:pt x="114625" y="237172"/>
                    <a:pt x="81288" y="277178"/>
                  </a:cubicBezTo>
                  <a:cubicBezTo>
                    <a:pt x="81288" y="277178"/>
                    <a:pt x="55570" y="304800"/>
                    <a:pt x="33663" y="343853"/>
                  </a:cubicBezTo>
                  <a:cubicBezTo>
                    <a:pt x="14613" y="374333"/>
                    <a:pt x="-50157" y="493395"/>
                    <a:pt x="75573" y="576263"/>
                  </a:cubicBezTo>
                  <a:close/>
                  <a:moveTo>
                    <a:pt x="210828" y="696278"/>
                  </a:moveTo>
                  <a:cubicBezTo>
                    <a:pt x="197493" y="696278"/>
                    <a:pt x="186063" y="688658"/>
                    <a:pt x="186063" y="681038"/>
                  </a:cubicBezTo>
                  <a:cubicBezTo>
                    <a:pt x="186063" y="680085"/>
                    <a:pt x="186063" y="678180"/>
                    <a:pt x="187015" y="677228"/>
                  </a:cubicBezTo>
                  <a:cubicBezTo>
                    <a:pt x="190825" y="677228"/>
                    <a:pt x="194635" y="678180"/>
                    <a:pt x="198445" y="678180"/>
                  </a:cubicBezTo>
                  <a:cubicBezTo>
                    <a:pt x="202255" y="678180"/>
                    <a:pt x="206065" y="678180"/>
                    <a:pt x="210828" y="678180"/>
                  </a:cubicBezTo>
                  <a:cubicBezTo>
                    <a:pt x="218448" y="678180"/>
                    <a:pt x="227020" y="678180"/>
                    <a:pt x="233688" y="677228"/>
                  </a:cubicBezTo>
                  <a:cubicBezTo>
                    <a:pt x="234640" y="678180"/>
                    <a:pt x="234640" y="680085"/>
                    <a:pt x="234640" y="681038"/>
                  </a:cubicBezTo>
                  <a:cubicBezTo>
                    <a:pt x="235593" y="688658"/>
                    <a:pt x="224163" y="696278"/>
                    <a:pt x="210828" y="696278"/>
                  </a:cubicBezTo>
                  <a:close/>
                  <a:moveTo>
                    <a:pt x="236545" y="662940"/>
                  </a:moveTo>
                  <a:cubicBezTo>
                    <a:pt x="231783" y="663893"/>
                    <a:pt x="226068" y="663893"/>
                    <a:pt x="221305" y="664845"/>
                  </a:cubicBezTo>
                  <a:cubicBezTo>
                    <a:pt x="217495" y="664845"/>
                    <a:pt x="214638" y="664845"/>
                    <a:pt x="210828" y="664845"/>
                  </a:cubicBezTo>
                  <a:cubicBezTo>
                    <a:pt x="202255" y="664845"/>
                    <a:pt x="193683" y="663893"/>
                    <a:pt x="185110" y="662940"/>
                  </a:cubicBezTo>
                  <a:cubicBezTo>
                    <a:pt x="153678" y="659130"/>
                    <a:pt x="135580" y="647700"/>
                    <a:pt x="135580" y="639128"/>
                  </a:cubicBezTo>
                  <a:cubicBezTo>
                    <a:pt x="135580" y="638175"/>
                    <a:pt x="135580" y="638175"/>
                    <a:pt x="135580" y="637223"/>
                  </a:cubicBezTo>
                  <a:cubicBezTo>
                    <a:pt x="159393" y="641985"/>
                    <a:pt x="185110" y="642938"/>
                    <a:pt x="202255" y="642938"/>
                  </a:cubicBezTo>
                  <a:cubicBezTo>
                    <a:pt x="235593" y="642938"/>
                    <a:pt x="267025" y="639128"/>
                    <a:pt x="284170" y="633413"/>
                  </a:cubicBezTo>
                  <a:cubicBezTo>
                    <a:pt x="286075" y="635318"/>
                    <a:pt x="287028" y="637223"/>
                    <a:pt x="287028" y="639128"/>
                  </a:cubicBezTo>
                  <a:cubicBezTo>
                    <a:pt x="287028" y="647700"/>
                    <a:pt x="267978" y="659130"/>
                    <a:pt x="236545" y="662940"/>
                  </a:cubicBezTo>
                  <a:close/>
                  <a:moveTo>
                    <a:pt x="89860" y="304800"/>
                  </a:moveTo>
                  <a:lnTo>
                    <a:pt x="90813" y="302895"/>
                  </a:lnTo>
                  <a:cubicBezTo>
                    <a:pt x="132723" y="253365"/>
                    <a:pt x="181300" y="188595"/>
                    <a:pt x="184158" y="131445"/>
                  </a:cubicBezTo>
                  <a:cubicBezTo>
                    <a:pt x="184158" y="125730"/>
                    <a:pt x="184158" y="120015"/>
                    <a:pt x="184158" y="114300"/>
                  </a:cubicBezTo>
                  <a:cubicBezTo>
                    <a:pt x="184158" y="87630"/>
                    <a:pt x="183205" y="60960"/>
                    <a:pt x="187968" y="42863"/>
                  </a:cubicBezTo>
                  <a:cubicBezTo>
                    <a:pt x="191778" y="26670"/>
                    <a:pt x="198445" y="24765"/>
                    <a:pt x="202255" y="24765"/>
                  </a:cubicBezTo>
                  <a:cubicBezTo>
                    <a:pt x="203208" y="24765"/>
                    <a:pt x="204160" y="24765"/>
                    <a:pt x="204160" y="24765"/>
                  </a:cubicBezTo>
                  <a:cubicBezTo>
                    <a:pt x="207018" y="24765"/>
                    <a:pt x="208923" y="29528"/>
                    <a:pt x="209875" y="37148"/>
                  </a:cubicBezTo>
                  <a:cubicBezTo>
                    <a:pt x="209875" y="41910"/>
                    <a:pt x="209875" y="56198"/>
                    <a:pt x="208923" y="71438"/>
                  </a:cubicBezTo>
                  <a:cubicBezTo>
                    <a:pt x="207018" y="105728"/>
                    <a:pt x="205113" y="151447"/>
                    <a:pt x="209875" y="172403"/>
                  </a:cubicBezTo>
                  <a:cubicBezTo>
                    <a:pt x="215590" y="195263"/>
                    <a:pt x="226068" y="218122"/>
                    <a:pt x="235593" y="240030"/>
                  </a:cubicBezTo>
                  <a:cubicBezTo>
                    <a:pt x="248928" y="268605"/>
                    <a:pt x="261310" y="296228"/>
                    <a:pt x="262263" y="321945"/>
                  </a:cubicBezTo>
                  <a:cubicBezTo>
                    <a:pt x="264168" y="367665"/>
                    <a:pt x="241308" y="371475"/>
                    <a:pt x="225115" y="374333"/>
                  </a:cubicBezTo>
                  <a:cubicBezTo>
                    <a:pt x="217495" y="375285"/>
                    <a:pt x="208923" y="377190"/>
                    <a:pt x="208923" y="385763"/>
                  </a:cubicBezTo>
                  <a:cubicBezTo>
                    <a:pt x="208923" y="389572"/>
                    <a:pt x="211780" y="393383"/>
                    <a:pt x="216543" y="393383"/>
                  </a:cubicBezTo>
                  <a:cubicBezTo>
                    <a:pt x="218448" y="393383"/>
                    <a:pt x="220353" y="392430"/>
                    <a:pt x="224163" y="392430"/>
                  </a:cubicBezTo>
                  <a:cubicBezTo>
                    <a:pt x="228925" y="391478"/>
                    <a:pt x="237498" y="389572"/>
                    <a:pt x="246070" y="389572"/>
                  </a:cubicBezTo>
                  <a:cubicBezTo>
                    <a:pt x="251785" y="389572"/>
                    <a:pt x="256548" y="390525"/>
                    <a:pt x="261310" y="391478"/>
                  </a:cubicBezTo>
                  <a:cubicBezTo>
                    <a:pt x="275598" y="395288"/>
                    <a:pt x="286075" y="405765"/>
                    <a:pt x="290838" y="418147"/>
                  </a:cubicBezTo>
                  <a:cubicBezTo>
                    <a:pt x="294648" y="429578"/>
                    <a:pt x="294648" y="449580"/>
                    <a:pt x="273693" y="477203"/>
                  </a:cubicBezTo>
                  <a:cubicBezTo>
                    <a:pt x="269883" y="482918"/>
                    <a:pt x="259405" y="490538"/>
                    <a:pt x="238450" y="494347"/>
                  </a:cubicBezTo>
                  <a:cubicBezTo>
                    <a:pt x="231783" y="495300"/>
                    <a:pt x="231783" y="499110"/>
                    <a:pt x="231783" y="501968"/>
                  </a:cubicBezTo>
                  <a:cubicBezTo>
                    <a:pt x="231783" y="504825"/>
                    <a:pt x="234640" y="507683"/>
                    <a:pt x="239403" y="507683"/>
                  </a:cubicBezTo>
                  <a:cubicBezTo>
                    <a:pt x="241308" y="507683"/>
                    <a:pt x="243213" y="507683"/>
                    <a:pt x="245118" y="507683"/>
                  </a:cubicBezTo>
                  <a:cubicBezTo>
                    <a:pt x="277503" y="507683"/>
                    <a:pt x="302268" y="514350"/>
                    <a:pt x="313698" y="526733"/>
                  </a:cubicBezTo>
                  <a:cubicBezTo>
                    <a:pt x="319413" y="532448"/>
                    <a:pt x="321318" y="539115"/>
                    <a:pt x="321318" y="546735"/>
                  </a:cubicBezTo>
                  <a:cubicBezTo>
                    <a:pt x="320365" y="561023"/>
                    <a:pt x="301315" y="566738"/>
                    <a:pt x="287980" y="569595"/>
                  </a:cubicBezTo>
                  <a:cubicBezTo>
                    <a:pt x="278455" y="572453"/>
                    <a:pt x="272740" y="573405"/>
                    <a:pt x="272740" y="580073"/>
                  </a:cubicBezTo>
                  <a:lnTo>
                    <a:pt x="272740" y="582930"/>
                  </a:lnTo>
                  <a:lnTo>
                    <a:pt x="277503" y="586740"/>
                  </a:lnTo>
                  <a:lnTo>
                    <a:pt x="280360" y="586740"/>
                  </a:lnTo>
                  <a:cubicBezTo>
                    <a:pt x="282265" y="586740"/>
                    <a:pt x="284170" y="585788"/>
                    <a:pt x="287980" y="584835"/>
                  </a:cubicBezTo>
                  <a:cubicBezTo>
                    <a:pt x="296553" y="581978"/>
                    <a:pt x="304173" y="581025"/>
                    <a:pt x="309888" y="581025"/>
                  </a:cubicBezTo>
                  <a:cubicBezTo>
                    <a:pt x="312745" y="581025"/>
                    <a:pt x="314650" y="581025"/>
                    <a:pt x="315603" y="581978"/>
                  </a:cubicBezTo>
                  <a:cubicBezTo>
                    <a:pt x="320365" y="582930"/>
                    <a:pt x="320365" y="585788"/>
                    <a:pt x="320365" y="586740"/>
                  </a:cubicBezTo>
                  <a:cubicBezTo>
                    <a:pt x="320365" y="594360"/>
                    <a:pt x="308935" y="606743"/>
                    <a:pt x="283218" y="617220"/>
                  </a:cubicBezTo>
                  <a:lnTo>
                    <a:pt x="282265" y="617220"/>
                  </a:lnTo>
                  <a:lnTo>
                    <a:pt x="282265" y="617220"/>
                  </a:lnTo>
                  <a:cubicBezTo>
                    <a:pt x="269883" y="622935"/>
                    <a:pt x="241308" y="625793"/>
                    <a:pt x="210828" y="625793"/>
                  </a:cubicBezTo>
                  <a:cubicBezTo>
                    <a:pt x="163203" y="625793"/>
                    <a:pt x="107958" y="617220"/>
                    <a:pt x="98433" y="597218"/>
                  </a:cubicBezTo>
                  <a:cubicBezTo>
                    <a:pt x="96528" y="592455"/>
                    <a:pt x="96528" y="586740"/>
                    <a:pt x="101290" y="580073"/>
                  </a:cubicBezTo>
                  <a:cubicBezTo>
                    <a:pt x="102243" y="581025"/>
                    <a:pt x="104148" y="582930"/>
                    <a:pt x="106053" y="583883"/>
                  </a:cubicBezTo>
                  <a:cubicBezTo>
                    <a:pt x="137485" y="600075"/>
                    <a:pt x="178443" y="602933"/>
                    <a:pt x="201303" y="602933"/>
                  </a:cubicBezTo>
                  <a:cubicBezTo>
                    <a:pt x="216543" y="602933"/>
                    <a:pt x="227973" y="601980"/>
                    <a:pt x="232735" y="601028"/>
                  </a:cubicBezTo>
                  <a:cubicBezTo>
                    <a:pt x="238450" y="600075"/>
                    <a:pt x="247975" y="598170"/>
                    <a:pt x="247023" y="590550"/>
                  </a:cubicBezTo>
                  <a:cubicBezTo>
                    <a:pt x="247023" y="585788"/>
                    <a:pt x="243213" y="583883"/>
                    <a:pt x="236545" y="583883"/>
                  </a:cubicBezTo>
                  <a:cubicBezTo>
                    <a:pt x="235593" y="583883"/>
                    <a:pt x="234640" y="583883"/>
                    <a:pt x="232735" y="583883"/>
                  </a:cubicBezTo>
                  <a:cubicBezTo>
                    <a:pt x="227973" y="583883"/>
                    <a:pt x="221305" y="584835"/>
                    <a:pt x="212733" y="584835"/>
                  </a:cubicBezTo>
                  <a:cubicBezTo>
                    <a:pt x="183205" y="584835"/>
                    <a:pt x="153678" y="579120"/>
                    <a:pt x="120340" y="566738"/>
                  </a:cubicBezTo>
                  <a:cubicBezTo>
                    <a:pt x="104148" y="561975"/>
                    <a:pt x="71763" y="541973"/>
                    <a:pt x="65095" y="537210"/>
                  </a:cubicBezTo>
                  <a:cubicBezTo>
                    <a:pt x="40330" y="518160"/>
                    <a:pt x="26995" y="484822"/>
                    <a:pt x="26995" y="444818"/>
                  </a:cubicBezTo>
                  <a:cubicBezTo>
                    <a:pt x="24138" y="382905"/>
                    <a:pt x="69858" y="327660"/>
                    <a:pt x="89860" y="304800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574" name="Google Shape;1574;p14"/>
            <p:cNvSpPr/>
            <p:nvPr/>
          </p:nvSpPr>
          <p:spPr bwMode="auto">
            <a:xfrm>
              <a:off x="6256974" y="2756533"/>
              <a:ext cx="368616" cy="631507"/>
            </a:xfrm>
            <a:custGeom>
              <a:avLst/>
              <a:gdLst/>
              <a:ahLst/>
              <a:cxnLst/>
              <a:rect l="l" t="t" r="r" b="b"/>
              <a:pathLst>
                <a:path w="368617" h="631507" fill="norm" stroke="1" extrusionOk="0">
                  <a:moveTo>
                    <a:pt x="351473" y="631507"/>
                  </a:moveTo>
                  <a:lnTo>
                    <a:pt x="328613" y="625793"/>
                  </a:lnTo>
                  <a:cubicBezTo>
                    <a:pt x="339090" y="584835"/>
                    <a:pt x="344805" y="542925"/>
                    <a:pt x="344805" y="500062"/>
                  </a:cubicBezTo>
                  <a:cubicBezTo>
                    <a:pt x="344805" y="282893"/>
                    <a:pt x="206693" y="90488"/>
                    <a:pt x="0" y="22860"/>
                  </a:cubicBezTo>
                  <a:lnTo>
                    <a:pt x="7620" y="0"/>
                  </a:lnTo>
                  <a:cubicBezTo>
                    <a:pt x="223838" y="71438"/>
                    <a:pt x="368618" y="272415"/>
                    <a:pt x="368618" y="500062"/>
                  </a:cubicBezTo>
                  <a:cubicBezTo>
                    <a:pt x="368618" y="544830"/>
                    <a:pt x="362903" y="588645"/>
                    <a:pt x="351473" y="631507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575" name="Google Shape;1575;p14"/>
            <p:cNvSpPr/>
            <p:nvPr/>
          </p:nvSpPr>
          <p:spPr bwMode="auto">
            <a:xfrm>
              <a:off x="5572125" y="2767966"/>
              <a:ext cx="337185" cy="621030"/>
            </a:xfrm>
            <a:custGeom>
              <a:avLst/>
              <a:gdLst/>
              <a:ahLst/>
              <a:cxnLst/>
              <a:rect l="l" t="t" r="r" b="b"/>
              <a:pathLst>
                <a:path w="337185" h="621030" fill="norm" stroke="1" extrusionOk="0">
                  <a:moveTo>
                    <a:pt x="17145" y="621030"/>
                  </a:moveTo>
                  <a:cubicBezTo>
                    <a:pt x="5715" y="578168"/>
                    <a:pt x="0" y="533400"/>
                    <a:pt x="0" y="488632"/>
                  </a:cubicBezTo>
                  <a:cubicBezTo>
                    <a:pt x="0" y="273368"/>
                    <a:pt x="129540" y="80963"/>
                    <a:pt x="328613" y="0"/>
                  </a:cubicBezTo>
                  <a:lnTo>
                    <a:pt x="337185" y="21908"/>
                  </a:lnTo>
                  <a:cubicBezTo>
                    <a:pt x="146685" y="99060"/>
                    <a:pt x="22860" y="281940"/>
                    <a:pt x="22860" y="487680"/>
                  </a:cubicBezTo>
                  <a:cubicBezTo>
                    <a:pt x="22860" y="530543"/>
                    <a:pt x="28575" y="572453"/>
                    <a:pt x="39052" y="613410"/>
                  </a:cubicBezTo>
                  <a:lnTo>
                    <a:pt x="17145" y="621030"/>
                  </a:ln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grpSp>
          <p:nvGrpSpPr>
            <p:cNvPr id="1576" name="Google Shape;1576;p14"/>
            <p:cNvGrpSpPr/>
            <p:nvPr/>
          </p:nvGrpSpPr>
          <p:grpSpPr bwMode="auto">
            <a:xfrm>
              <a:off x="4910697" y="3818107"/>
              <a:ext cx="2376312" cy="776751"/>
              <a:chOff x="4910701" y="3818108"/>
              <a:chExt cx="2376312" cy="776751"/>
            </a:xfrm>
          </p:grpSpPr>
          <p:sp>
            <p:nvSpPr>
              <p:cNvPr id="1577" name="Google Shape;1577;p14"/>
              <p:cNvSpPr/>
              <p:nvPr/>
            </p:nvSpPr>
            <p:spPr bwMode="auto">
              <a:xfrm>
                <a:off x="5957887" y="4451032"/>
                <a:ext cx="25717" cy="33337"/>
              </a:xfrm>
              <a:custGeom>
                <a:avLst/>
                <a:gdLst/>
                <a:ahLst/>
                <a:cxnLst/>
                <a:rect l="l" t="t" r="r" b="b"/>
                <a:pathLst>
                  <a:path w="25717" h="33337" fill="norm" stroke="1" extrusionOk="0">
                    <a:moveTo>
                      <a:pt x="12383" y="0"/>
                    </a:moveTo>
                    <a:cubicBezTo>
                      <a:pt x="9525" y="0"/>
                      <a:pt x="6667" y="953"/>
                      <a:pt x="3810" y="3810"/>
                    </a:cubicBezTo>
                    <a:cubicBezTo>
                      <a:pt x="953" y="5715"/>
                      <a:pt x="0" y="9525"/>
                      <a:pt x="0" y="12383"/>
                    </a:cubicBezTo>
                    <a:cubicBezTo>
                      <a:pt x="0" y="17145"/>
                      <a:pt x="1905" y="21908"/>
                      <a:pt x="5715" y="25718"/>
                    </a:cubicBezTo>
                    <a:cubicBezTo>
                      <a:pt x="9525" y="29528"/>
                      <a:pt x="14288" y="32385"/>
                      <a:pt x="20955" y="33338"/>
                    </a:cubicBezTo>
                    <a:cubicBezTo>
                      <a:pt x="21908" y="31433"/>
                      <a:pt x="23813" y="30480"/>
                      <a:pt x="23813" y="27623"/>
                    </a:cubicBezTo>
                    <a:cubicBezTo>
                      <a:pt x="24765" y="25718"/>
                      <a:pt x="24765" y="22860"/>
                      <a:pt x="25717" y="19050"/>
                    </a:cubicBezTo>
                    <a:cubicBezTo>
                      <a:pt x="25717" y="14288"/>
                      <a:pt x="24765" y="9525"/>
                      <a:pt x="21908" y="6668"/>
                    </a:cubicBezTo>
                    <a:cubicBezTo>
                      <a:pt x="19050" y="2858"/>
                      <a:pt x="16192" y="953"/>
                      <a:pt x="12383" y="0"/>
                    </a:cubicBez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  <a:defRPr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</a:endParaRPr>
              </a:p>
            </p:txBody>
          </p:sp>
          <p:sp>
            <p:nvSpPr>
              <p:cNvPr id="1578" name="Google Shape;1578;p14"/>
              <p:cNvSpPr/>
              <p:nvPr/>
            </p:nvSpPr>
            <p:spPr bwMode="auto">
              <a:xfrm>
                <a:off x="6030277" y="4486275"/>
                <a:ext cx="53339" cy="31431"/>
              </a:xfrm>
              <a:custGeom>
                <a:avLst/>
                <a:gdLst/>
                <a:ahLst/>
                <a:cxnLst/>
                <a:rect l="l" t="t" r="r" b="b"/>
                <a:pathLst>
                  <a:path w="53339" h="31432" fill="norm" stroke="1" extrusionOk="0">
                    <a:moveTo>
                      <a:pt x="26670" y="0"/>
                    </a:moveTo>
                    <a:cubicBezTo>
                      <a:pt x="19050" y="0"/>
                      <a:pt x="13335" y="1905"/>
                      <a:pt x="8572" y="4763"/>
                    </a:cubicBezTo>
                    <a:cubicBezTo>
                      <a:pt x="2857" y="8572"/>
                      <a:pt x="952" y="13335"/>
                      <a:pt x="0" y="18097"/>
                    </a:cubicBezTo>
                    <a:cubicBezTo>
                      <a:pt x="0" y="21907"/>
                      <a:pt x="952" y="24765"/>
                      <a:pt x="4763" y="27622"/>
                    </a:cubicBezTo>
                    <a:cubicBezTo>
                      <a:pt x="7620" y="30480"/>
                      <a:pt x="11430" y="31432"/>
                      <a:pt x="15240" y="31432"/>
                    </a:cubicBezTo>
                    <a:cubicBezTo>
                      <a:pt x="20955" y="31432"/>
                      <a:pt x="27622" y="30480"/>
                      <a:pt x="33338" y="27622"/>
                    </a:cubicBezTo>
                    <a:cubicBezTo>
                      <a:pt x="39052" y="24765"/>
                      <a:pt x="45720" y="20955"/>
                      <a:pt x="53340" y="15240"/>
                    </a:cubicBezTo>
                    <a:cubicBezTo>
                      <a:pt x="49530" y="10478"/>
                      <a:pt x="44767" y="6668"/>
                      <a:pt x="40005" y="3810"/>
                    </a:cubicBezTo>
                    <a:cubicBezTo>
                      <a:pt x="36195" y="1905"/>
                      <a:pt x="31432" y="953"/>
                      <a:pt x="26670" y="0"/>
                    </a:cubicBez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  <a:defRPr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</a:endParaRPr>
              </a:p>
            </p:txBody>
          </p:sp>
          <p:sp>
            <p:nvSpPr>
              <p:cNvPr id="1579" name="Google Shape;1579;p14"/>
              <p:cNvSpPr/>
              <p:nvPr/>
            </p:nvSpPr>
            <p:spPr bwMode="auto">
              <a:xfrm rot="-4288464">
                <a:off x="5514870" y="4359989"/>
                <a:ext cx="37120" cy="36168"/>
              </a:xfrm>
              <a:custGeom>
                <a:avLst/>
                <a:gdLst/>
                <a:ahLst/>
                <a:cxnLst/>
                <a:rect l="l" t="t" r="r" b="b"/>
                <a:pathLst>
                  <a:path w="37147" h="36195" fill="norm" stroke="1" extrusionOk="0">
                    <a:moveTo>
                      <a:pt x="0" y="0"/>
                    </a:moveTo>
                    <a:lnTo>
                      <a:pt x="37148" y="0"/>
                    </a:lnTo>
                    <a:lnTo>
                      <a:pt x="37148" y="36195"/>
                    </a:lnTo>
                    <a:lnTo>
                      <a:pt x="0" y="36195"/>
                    </a:ln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  <a:defRPr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</a:endParaRPr>
              </a:p>
            </p:txBody>
          </p:sp>
          <p:sp>
            <p:nvSpPr>
              <p:cNvPr id="1580" name="Google Shape;1580;p14"/>
              <p:cNvSpPr/>
              <p:nvPr/>
            </p:nvSpPr>
            <p:spPr bwMode="auto">
              <a:xfrm>
                <a:off x="5833809" y="4470677"/>
                <a:ext cx="53593" cy="30258"/>
              </a:xfrm>
              <a:custGeom>
                <a:avLst/>
                <a:gdLst/>
                <a:ahLst/>
                <a:cxnLst/>
                <a:rect l="l" t="t" r="r" b="b"/>
                <a:pathLst>
                  <a:path w="53593" h="30258" fill="norm" stroke="1" extrusionOk="0">
                    <a:moveTo>
                      <a:pt x="28828" y="357"/>
                    </a:moveTo>
                    <a:cubicBezTo>
                      <a:pt x="21208" y="-595"/>
                      <a:pt x="15493" y="357"/>
                      <a:pt x="9778" y="3215"/>
                    </a:cubicBezTo>
                    <a:cubicBezTo>
                      <a:pt x="4063" y="6072"/>
                      <a:pt x="1206" y="10835"/>
                      <a:pt x="253" y="15597"/>
                    </a:cubicBezTo>
                    <a:cubicBezTo>
                      <a:pt x="-699" y="19407"/>
                      <a:pt x="1206" y="22265"/>
                      <a:pt x="3111" y="25122"/>
                    </a:cubicBezTo>
                    <a:cubicBezTo>
                      <a:pt x="5968" y="27980"/>
                      <a:pt x="8826" y="29885"/>
                      <a:pt x="13588" y="29885"/>
                    </a:cubicBezTo>
                    <a:cubicBezTo>
                      <a:pt x="19303" y="30837"/>
                      <a:pt x="25971" y="29885"/>
                      <a:pt x="32638" y="27980"/>
                    </a:cubicBezTo>
                    <a:cubicBezTo>
                      <a:pt x="39306" y="26075"/>
                      <a:pt x="45973" y="23217"/>
                      <a:pt x="53593" y="18455"/>
                    </a:cubicBezTo>
                    <a:cubicBezTo>
                      <a:pt x="49783" y="13692"/>
                      <a:pt x="45973" y="8930"/>
                      <a:pt x="42163" y="5120"/>
                    </a:cubicBezTo>
                    <a:cubicBezTo>
                      <a:pt x="37401" y="3215"/>
                      <a:pt x="32638" y="1310"/>
                      <a:pt x="28828" y="357"/>
                    </a:cubicBez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  <a:defRPr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</a:endParaRPr>
              </a:p>
            </p:txBody>
          </p:sp>
          <p:sp>
            <p:nvSpPr>
              <p:cNvPr id="1581" name="Google Shape;1581;p14"/>
              <p:cNvSpPr/>
              <p:nvPr/>
            </p:nvSpPr>
            <p:spPr bwMode="auto">
              <a:xfrm rot="-1451705">
                <a:off x="6823932" y="4289955"/>
                <a:ext cx="36210" cy="37162"/>
              </a:xfrm>
              <a:custGeom>
                <a:avLst/>
                <a:gdLst/>
                <a:ahLst/>
                <a:cxnLst/>
                <a:rect l="l" t="t" r="r" b="b"/>
                <a:pathLst>
                  <a:path w="36196" h="37148" fill="norm" stroke="1" extrusionOk="0">
                    <a:moveTo>
                      <a:pt x="0" y="0"/>
                    </a:moveTo>
                    <a:lnTo>
                      <a:pt x="36196" y="0"/>
                    </a:lnTo>
                    <a:lnTo>
                      <a:pt x="36196" y="37149"/>
                    </a:lnTo>
                    <a:lnTo>
                      <a:pt x="0" y="37149"/>
                    </a:ln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  <a:defRPr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</a:endParaRPr>
              </a:p>
            </p:txBody>
          </p:sp>
          <p:sp>
            <p:nvSpPr>
              <p:cNvPr id="1582" name="Google Shape;1582;p14"/>
              <p:cNvSpPr/>
              <p:nvPr/>
            </p:nvSpPr>
            <p:spPr bwMode="auto">
              <a:xfrm>
                <a:off x="6727133" y="4373310"/>
                <a:ext cx="54368" cy="46764"/>
              </a:xfrm>
              <a:custGeom>
                <a:avLst/>
                <a:gdLst/>
                <a:ahLst/>
                <a:cxnLst/>
                <a:rect l="l" t="t" r="r" b="b"/>
                <a:pathLst>
                  <a:path w="54368" h="46765" fill="norm" stroke="1" extrusionOk="0">
                    <a:moveTo>
                      <a:pt x="2279" y="24382"/>
                    </a:moveTo>
                    <a:cubicBezTo>
                      <a:pt x="374" y="28192"/>
                      <a:pt x="-579" y="31050"/>
                      <a:pt x="374" y="34859"/>
                    </a:cubicBezTo>
                    <a:cubicBezTo>
                      <a:pt x="2279" y="40575"/>
                      <a:pt x="6089" y="43432"/>
                      <a:pt x="11804" y="45337"/>
                    </a:cubicBezTo>
                    <a:cubicBezTo>
                      <a:pt x="17519" y="47242"/>
                      <a:pt x="24186" y="47242"/>
                      <a:pt x="29901" y="45337"/>
                    </a:cubicBezTo>
                    <a:cubicBezTo>
                      <a:pt x="39426" y="41527"/>
                      <a:pt x="46094" y="36765"/>
                      <a:pt x="49904" y="29145"/>
                    </a:cubicBezTo>
                    <a:cubicBezTo>
                      <a:pt x="54666" y="22477"/>
                      <a:pt x="55619" y="14857"/>
                      <a:pt x="52761" y="8190"/>
                    </a:cubicBezTo>
                    <a:cubicBezTo>
                      <a:pt x="50856" y="4380"/>
                      <a:pt x="47999" y="1522"/>
                      <a:pt x="42284" y="570"/>
                    </a:cubicBezTo>
                    <a:cubicBezTo>
                      <a:pt x="36569" y="-383"/>
                      <a:pt x="30854" y="-383"/>
                      <a:pt x="25139" y="2475"/>
                    </a:cubicBezTo>
                    <a:cubicBezTo>
                      <a:pt x="23234" y="5332"/>
                      <a:pt x="18471" y="9142"/>
                      <a:pt x="11804" y="13905"/>
                    </a:cubicBezTo>
                    <a:cubicBezTo>
                      <a:pt x="7994" y="16762"/>
                      <a:pt x="4184" y="20572"/>
                      <a:pt x="2279" y="24382"/>
                    </a:cubicBez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  <a:defRPr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</a:endParaRPr>
              </a:p>
            </p:txBody>
          </p:sp>
          <p:sp>
            <p:nvSpPr>
              <p:cNvPr id="1583" name="Google Shape;1583;p14"/>
              <p:cNvSpPr/>
              <p:nvPr/>
            </p:nvSpPr>
            <p:spPr bwMode="auto">
              <a:xfrm>
                <a:off x="6563677" y="4377690"/>
                <a:ext cx="48577" cy="69294"/>
              </a:xfrm>
              <a:custGeom>
                <a:avLst/>
                <a:gdLst/>
                <a:ahLst/>
                <a:cxnLst/>
                <a:rect l="l" t="t" r="r" b="b"/>
                <a:pathLst>
                  <a:path w="48577" h="69294" fill="norm" stroke="1" extrusionOk="0">
                    <a:moveTo>
                      <a:pt x="0" y="11430"/>
                    </a:moveTo>
                    <a:lnTo>
                      <a:pt x="15240" y="63817"/>
                    </a:lnTo>
                    <a:cubicBezTo>
                      <a:pt x="16192" y="65722"/>
                      <a:pt x="17145" y="67628"/>
                      <a:pt x="19050" y="68580"/>
                    </a:cubicBezTo>
                    <a:cubicBezTo>
                      <a:pt x="20955" y="69532"/>
                      <a:pt x="22860" y="69532"/>
                      <a:pt x="24765" y="68580"/>
                    </a:cubicBezTo>
                    <a:cubicBezTo>
                      <a:pt x="30480" y="66675"/>
                      <a:pt x="36195" y="62865"/>
                      <a:pt x="40005" y="58103"/>
                    </a:cubicBezTo>
                    <a:cubicBezTo>
                      <a:pt x="44767" y="52388"/>
                      <a:pt x="46672" y="46672"/>
                      <a:pt x="48577" y="39053"/>
                    </a:cubicBezTo>
                    <a:lnTo>
                      <a:pt x="37147" y="0"/>
                    </a:lnTo>
                    <a:lnTo>
                      <a:pt x="0" y="11430"/>
                    </a:ln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  <a:defRPr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</a:endParaRPr>
              </a:p>
            </p:txBody>
          </p:sp>
          <p:sp>
            <p:nvSpPr>
              <p:cNvPr id="1584" name="Google Shape;1584;p14"/>
              <p:cNvSpPr/>
              <p:nvPr/>
            </p:nvSpPr>
            <p:spPr bwMode="auto">
              <a:xfrm>
                <a:off x="6273165" y="4475797"/>
                <a:ext cx="53339" cy="33337"/>
              </a:xfrm>
              <a:custGeom>
                <a:avLst/>
                <a:gdLst/>
                <a:ahLst/>
                <a:cxnLst/>
                <a:rect l="l" t="t" r="r" b="b"/>
                <a:pathLst>
                  <a:path w="53339" h="33337" fill="norm" stroke="1" extrusionOk="0">
                    <a:moveTo>
                      <a:pt x="23813" y="0"/>
                    </a:moveTo>
                    <a:cubicBezTo>
                      <a:pt x="16192" y="953"/>
                      <a:pt x="10477" y="3810"/>
                      <a:pt x="6667" y="7620"/>
                    </a:cubicBezTo>
                    <a:cubicBezTo>
                      <a:pt x="1905" y="12383"/>
                      <a:pt x="0" y="17145"/>
                      <a:pt x="0" y="21908"/>
                    </a:cubicBezTo>
                    <a:cubicBezTo>
                      <a:pt x="0" y="25718"/>
                      <a:pt x="1905" y="28575"/>
                      <a:pt x="5715" y="30480"/>
                    </a:cubicBezTo>
                    <a:cubicBezTo>
                      <a:pt x="8572" y="32385"/>
                      <a:pt x="12382" y="33338"/>
                      <a:pt x="17145" y="33338"/>
                    </a:cubicBezTo>
                    <a:cubicBezTo>
                      <a:pt x="22860" y="32385"/>
                      <a:pt x="28575" y="30480"/>
                      <a:pt x="35242" y="26670"/>
                    </a:cubicBezTo>
                    <a:cubicBezTo>
                      <a:pt x="40957" y="22860"/>
                      <a:pt x="46672" y="18097"/>
                      <a:pt x="53340" y="12383"/>
                    </a:cubicBezTo>
                    <a:cubicBezTo>
                      <a:pt x="48577" y="8572"/>
                      <a:pt x="43815" y="4763"/>
                      <a:pt x="39052" y="2858"/>
                    </a:cubicBezTo>
                    <a:cubicBezTo>
                      <a:pt x="33338" y="953"/>
                      <a:pt x="28575" y="0"/>
                      <a:pt x="23813" y="0"/>
                    </a:cubicBez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  <a:defRPr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</a:endParaRPr>
              </a:p>
            </p:txBody>
          </p:sp>
          <p:sp>
            <p:nvSpPr>
              <p:cNvPr id="1585" name="Google Shape;1585;p14"/>
              <p:cNvSpPr/>
              <p:nvPr/>
            </p:nvSpPr>
            <p:spPr bwMode="auto">
              <a:xfrm>
                <a:off x="6383654" y="4415790"/>
                <a:ext cx="75247" cy="88024"/>
              </a:xfrm>
              <a:custGeom>
                <a:avLst/>
                <a:gdLst/>
                <a:ahLst/>
                <a:cxnLst/>
                <a:rect l="l" t="t" r="r" b="b"/>
                <a:pathLst>
                  <a:path w="75247" h="88024" fill="norm" stroke="1" extrusionOk="0">
                    <a:moveTo>
                      <a:pt x="39053" y="6667"/>
                    </a:moveTo>
                    <a:lnTo>
                      <a:pt x="44767" y="35242"/>
                    </a:lnTo>
                    <a:lnTo>
                      <a:pt x="7620" y="41910"/>
                    </a:lnTo>
                    <a:cubicBezTo>
                      <a:pt x="4763" y="41910"/>
                      <a:pt x="2858" y="43815"/>
                      <a:pt x="1905" y="45720"/>
                    </a:cubicBezTo>
                    <a:cubicBezTo>
                      <a:pt x="0" y="47625"/>
                      <a:pt x="0" y="49530"/>
                      <a:pt x="0" y="52388"/>
                    </a:cubicBezTo>
                    <a:cubicBezTo>
                      <a:pt x="0" y="54292"/>
                      <a:pt x="1905" y="56197"/>
                      <a:pt x="3810" y="58103"/>
                    </a:cubicBezTo>
                    <a:cubicBezTo>
                      <a:pt x="5715" y="60007"/>
                      <a:pt x="8573" y="60960"/>
                      <a:pt x="11430" y="61913"/>
                    </a:cubicBezTo>
                    <a:cubicBezTo>
                      <a:pt x="13335" y="60007"/>
                      <a:pt x="16192" y="58103"/>
                      <a:pt x="20003" y="56197"/>
                    </a:cubicBezTo>
                    <a:cubicBezTo>
                      <a:pt x="22860" y="55245"/>
                      <a:pt x="27623" y="53340"/>
                      <a:pt x="33338" y="52388"/>
                    </a:cubicBezTo>
                    <a:lnTo>
                      <a:pt x="45720" y="65722"/>
                    </a:lnTo>
                    <a:lnTo>
                      <a:pt x="34290" y="67628"/>
                    </a:lnTo>
                    <a:cubicBezTo>
                      <a:pt x="30480" y="68580"/>
                      <a:pt x="26670" y="70485"/>
                      <a:pt x="23813" y="72390"/>
                    </a:cubicBezTo>
                    <a:cubicBezTo>
                      <a:pt x="20955" y="75247"/>
                      <a:pt x="20003" y="78105"/>
                      <a:pt x="20955" y="80963"/>
                    </a:cubicBezTo>
                    <a:cubicBezTo>
                      <a:pt x="21908" y="83820"/>
                      <a:pt x="22860" y="85725"/>
                      <a:pt x="25717" y="86678"/>
                    </a:cubicBezTo>
                    <a:cubicBezTo>
                      <a:pt x="28575" y="87630"/>
                      <a:pt x="32385" y="88582"/>
                      <a:pt x="35242" y="87630"/>
                    </a:cubicBezTo>
                    <a:cubicBezTo>
                      <a:pt x="43815" y="85725"/>
                      <a:pt x="52388" y="81915"/>
                      <a:pt x="59055" y="75247"/>
                    </a:cubicBezTo>
                    <a:cubicBezTo>
                      <a:pt x="66675" y="68580"/>
                      <a:pt x="71438" y="60007"/>
                      <a:pt x="75248" y="49530"/>
                    </a:cubicBezTo>
                    <a:lnTo>
                      <a:pt x="65723" y="0"/>
                    </a:lnTo>
                    <a:lnTo>
                      <a:pt x="39053" y="6667"/>
                    </a:ln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  <a:defRPr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</a:endParaRPr>
              </a:p>
            </p:txBody>
          </p:sp>
          <p:sp>
            <p:nvSpPr>
              <p:cNvPr id="1586" name="Google Shape;1586;p14"/>
              <p:cNvSpPr/>
              <p:nvPr/>
            </p:nvSpPr>
            <p:spPr bwMode="auto">
              <a:xfrm>
                <a:off x="4910701" y="3818108"/>
                <a:ext cx="2376312" cy="776751"/>
              </a:xfrm>
              <a:custGeom>
                <a:avLst/>
                <a:gdLst/>
                <a:ahLst/>
                <a:cxnLst/>
                <a:rect l="l" t="t" r="r" b="b"/>
                <a:pathLst>
                  <a:path w="2376312" h="776751" fill="norm" stroke="1" extrusionOk="0">
                    <a:moveTo>
                      <a:pt x="2324489" y="401466"/>
                    </a:moveTo>
                    <a:cubicBezTo>
                      <a:pt x="2315916" y="384321"/>
                      <a:pt x="2307344" y="367176"/>
                      <a:pt x="2299724" y="350031"/>
                    </a:cubicBezTo>
                    <a:cubicBezTo>
                      <a:pt x="2316869" y="337649"/>
                      <a:pt x="2332109" y="325266"/>
                      <a:pt x="2348301" y="310979"/>
                    </a:cubicBezTo>
                    <a:cubicBezTo>
                      <a:pt x="2399736" y="264306"/>
                      <a:pt x="2369256" y="202394"/>
                      <a:pt x="2344491" y="152864"/>
                    </a:cubicBezTo>
                    <a:lnTo>
                      <a:pt x="2339729" y="142386"/>
                    </a:lnTo>
                    <a:cubicBezTo>
                      <a:pt x="2327346" y="116669"/>
                      <a:pt x="2329251" y="90951"/>
                      <a:pt x="2331156" y="69044"/>
                    </a:cubicBezTo>
                    <a:cubicBezTo>
                      <a:pt x="2333061" y="48089"/>
                      <a:pt x="2334966" y="28086"/>
                      <a:pt x="2321631" y="14751"/>
                    </a:cubicBezTo>
                    <a:cubicBezTo>
                      <a:pt x="2310201" y="2369"/>
                      <a:pt x="2288294" y="-1441"/>
                      <a:pt x="2253051" y="464"/>
                    </a:cubicBezTo>
                    <a:lnTo>
                      <a:pt x="2253051" y="464"/>
                    </a:lnTo>
                    <a:cubicBezTo>
                      <a:pt x="2253051" y="464"/>
                      <a:pt x="2252099" y="464"/>
                      <a:pt x="2252099" y="464"/>
                    </a:cubicBezTo>
                    <a:cubicBezTo>
                      <a:pt x="2175899" y="5226"/>
                      <a:pt x="2128274" y="68091"/>
                      <a:pt x="2118749" y="177629"/>
                    </a:cubicBezTo>
                    <a:cubicBezTo>
                      <a:pt x="2112081" y="180486"/>
                      <a:pt x="2106366" y="184296"/>
                      <a:pt x="2099699" y="187154"/>
                    </a:cubicBezTo>
                    <a:cubicBezTo>
                      <a:pt x="2052074" y="209061"/>
                      <a:pt x="1995876" y="226206"/>
                      <a:pt x="1943489" y="239541"/>
                    </a:cubicBezTo>
                    <a:lnTo>
                      <a:pt x="1943489" y="239541"/>
                    </a:lnTo>
                    <a:cubicBezTo>
                      <a:pt x="1932059" y="242399"/>
                      <a:pt x="1923486" y="244304"/>
                      <a:pt x="1915866" y="246209"/>
                    </a:cubicBezTo>
                    <a:cubicBezTo>
                      <a:pt x="1915866" y="246209"/>
                      <a:pt x="1915866" y="246209"/>
                      <a:pt x="1914914" y="246209"/>
                    </a:cubicBezTo>
                    <a:lnTo>
                      <a:pt x="1914914" y="246209"/>
                    </a:lnTo>
                    <a:cubicBezTo>
                      <a:pt x="1906341" y="249066"/>
                      <a:pt x="1900626" y="250971"/>
                      <a:pt x="1896816" y="253829"/>
                    </a:cubicBezTo>
                    <a:cubicBezTo>
                      <a:pt x="1866336" y="272879"/>
                      <a:pt x="1887291" y="351936"/>
                      <a:pt x="1896816" y="381464"/>
                    </a:cubicBezTo>
                    <a:cubicBezTo>
                      <a:pt x="1760609" y="478619"/>
                      <a:pt x="1504386" y="540531"/>
                      <a:pt x="1219589" y="540531"/>
                    </a:cubicBezTo>
                    <a:cubicBezTo>
                      <a:pt x="1209111" y="540531"/>
                      <a:pt x="1199586" y="540531"/>
                      <a:pt x="1189109" y="540531"/>
                    </a:cubicBezTo>
                    <a:lnTo>
                      <a:pt x="1189109" y="540531"/>
                    </a:lnTo>
                    <a:cubicBezTo>
                      <a:pt x="1189109" y="540531"/>
                      <a:pt x="1189109" y="540531"/>
                      <a:pt x="1188156" y="540531"/>
                    </a:cubicBezTo>
                    <a:cubicBezTo>
                      <a:pt x="1188156" y="540531"/>
                      <a:pt x="1188156" y="540531"/>
                      <a:pt x="1187204" y="540531"/>
                    </a:cubicBezTo>
                    <a:lnTo>
                      <a:pt x="1187204" y="540531"/>
                    </a:lnTo>
                    <a:cubicBezTo>
                      <a:pt x="1176726" y="540531"/>
                      <a:pt x="1167201" y="540531"/>
                      <a:pt x="1156724" y="540531"/>
                    </a:cubicBezTo>
                    <a:cubicBezTo>
                      <a:pt x="871926" y="540531"/>
                      <a:pt x="615704" y="479571"/>
                      <a:pt x="479496" y="381464"/>
                    </a:cubicBezTo>
                    <a:cubicBezTo>
                      <a:pt x="489021" y="351936"/>
                      <a:pt x="509976" y="272879"/>
                      <a:pt x="479496" y="253829"/>
                    </a:cubicBezTo>
                    <a:cubicBezTo>
                      <a:pt x="475686" y="250971"/>
                      <a:pt x="469019" y="249066"/>
                      <a:pt x="461399" y="246209"/>
                    </a:cubicBezTo>
                    <a:lnTo>
                      <a:pt x="461399" y="246209"/>
                    </a:lnTo>
                    <a:cubicBezTo>
                      <a:pt x="461399" y="246209"/>
                      <a:pt x="461399" y="246209"/>
                      <a:pt x="460446" y="246209"/>
                    </a:cubicBezTo>
                    <a:cubicBezTo>
                      <a:pt x="452826" y="244304"/>
                      <a:pt x="444254" y="241446"/>
                      <a:pt x="432824" y="239541"/>
                    </a:cubicBezTo>
                    <a:lnTo>
                      <a:pt x="432824" y="239541"/>
                    </a:lnTo>
                    <a:cubicBezTo>
                      <a:pt x="379484" y="226206"/>
                      <a:pt x="323286" y="208109"/>
                      <a:pt x="276614" y="187154"/>
                    </a:cubicBezTo>
                    <a:cubicBezTo>
                      <a:pt x="269946" y="184296"/>
                      <a:pt x="263279" y="181439"/>
                      <a:pt x="257564" y="177629"/>
                    </a:cubicBezTo>
                    <a:cubicBezTo>
                      <a:pt x="248039" y="68091"/>
                      <a:pt x="200414" y="6179"/>
                      <a:pt x="124214" y="464"/>
                    </a:cubicBezTo>
                    <a:cubicBezTo>
                      <a:pt x="124214" y="464"/>
                      <a:pt x="123261" y="464"/>
                      <a:pt x="123261" y="464"/>
                    </a:cubicBezTo>
                    <a:lnTo>
                      <a:pt x="123261" y="464"/>
                    </a:lnTo>
                    <a:cubicBezTo>
                      <a:pt x="87066" y="-1441"/>
                      <a:pt x="66111" y="3321"/>
                      <a:pt x="54681" y="14751"/>
                    </a:cubicBezTo>
                    <a:cubicBezTo>
                      <a:pt x="41346" y="28086"/>
                      <a:pt x="43251" y="48089"/>
                      <a:pt x="45156" y="69044"/>
                    </a:cubicBezTo>
                    <a:cubicBezTo>
                      <a:pt x="47061" y="91904"/>
                      <a:pt x="49919" y="116669"/>
                      <a:pt x="36584" y="142386"/>
                    </a:cubicBezTo>
                    <a:lnTo>
                      <a:pt x="31821" y="152864"/>
                    </a:lnTo>
                    <a:cubicBezTo>
                      <a:pt x="7056" y="202394"/>
                      <a:pt x="-23424" y="264306"/>
                      <a:pt x="28011" y="310979"/>
                    </a:cubicBezTo>
                    <a:cubicBezTo>
                      <a:pt x="43251" y="325266"/>
                      <a:pt x="59444" y="338601"/>
                      <a:pt x="76589" y="350031"/>
                    </a:cubicBezTo>
                    <a:cubicBezTo>
                      <a:pt x="69921" y="367176"/>
                      <a:pt x="60396" y="385274"/>
                      <a:pt x="51824" y="401466"/>
                    </a:cubicBezTo>
                    <a:cubicBezTo>
                      <a:pt x="36584" y="430041"/>
                      <a:pt x="21344" y="460521"/>
                      <a:pt x="13724" y="493859"/>
                    </a:cubicBezTo>
                    <a:cubicBezTo>
                      <a:pt x="10866" y="506241"/>
                      <a:pt x="4199" y="609111"/>
                      <a:pt x="25154" y="616731"/>
                    </a:cubicBezTo>
                    <a:cubicBezTo>
                      <a:pt x="28964" y="617684"/>
                      <a:pt x="36584" y="618636"/>
                      <a:pt x="42299" y="606254"/>
                    </a:cubicBezTo>
                    <a:cubicBezTo>
                      <a:pt x="64206" y="562439"/>
                      <a:pt x="100401" y="516719"/>
                      <a:pt x="123261" y="515766"/>
                    </a:cubicBezTo>
                    <a:cubicBezTo>
                      <a:pt x="127071" y="515766"/>
                      <a:pt x="133739" y="516719"/>
                      <a:pt x="140406" y="526244"/>
                    </a:cubicBezTo>
                    <a:cubicBezTo>
                      <a:pt x="146121" y="534816"/>
                      <a:pt x="150884" y="548151"/>
                      <a:pt x="155646" y="557676"/>
                    </a:cubicBezTo>
                    <a:cubicBezTo>
                      <a:pt x="162314" y="573869"/>
                      <a:pt x="165171" y="581489"/>
                      <a:pt x="173744" y="579584"/>
                    </a:cubicBezTo>
                    <a:cubicBezTo>
                      <a:pt x="182316" y="577679"/>
                      <a:pt x="182316" y="568154"/>
                      <a:pt x="182316" y="560534"/>
                    </a:cubicBezTo>
                    <a:cubicBezTo>
                      <a:pt x="182316" y="511004"/>
                      <a:pt x="196604" y="463379"/>
                      <a:pt x="211844" y="419564"/>
                    </a:cubicBezTo>
                    <a:cubicBezTo>
                      <a:pt x="247086" y="432899"/>
                      <a:pt x="281376" y="442424"/>
                      <a:pt x="315666" y="451949"/>
                    </a:cubicBezTo>
                    <a:cubicBezTo>
                      <a:pt x="316619" y="451949"/>
                      <a:pt x="317571" y="452901"/>
                      <a:pt x="318524" y="452901"/>
                    </a:cubicBezTo>
                    <a:lnTo>
                      <a:pt x="315666" y="455759"/>
                    </a:lnTo>
                    <a:cubicBezTo>
                      <a:pt x="305189" y="467189"/>
                      <a:pt x="289949" y="481476"/>
                      <a:pt x="289949" y="481476"/>
                    </a:cubicBezTo>
                    <a:cubicBezTo>
                      <a:pt x="279471" y="492906"/>
                      <a:pt x="273756" y="507194"/>
                      <a:pt x="275661" y="520529"/>
                    </a:cubicBezTo>
                    <a:cubicBezTo>
                      <a:pt x="276614" y="533864"/>
                      <a:pt x="284234" y="545294"/>
                      <a:pt x="296616" y="553866"/>
                    </a:cubicBezTo>
                    <a:cubicBezTo>
                      <a:pt x="492831" y="693884"/>
                      <a:pt x="814776" y="776751"/>
                      <a:pt x="1157676" y="776751"/>
                    </a:cubicBezTo>
                    <a:cubicBezTo>
                      <a:pt x="1167201" y="776751"/>
                      <a:pt x="1177679" y="776751"/>
                      <a:pt x="1189109" y="776751"/>
                    </a:cubicBezTo>
                    <a:cubicBezTo>
                      <a:pt x="1199586" y="776751"/>
                      <a:pt x="1210064" y="776751"/>
                      <a:pt x="1220541" y="776751"/>
                    </a:cubicBezTo>
                    <a:cubicBezTo>
                      <a:pt x="1563441" y="776751"/>
                      <a:pt x="1885386" y="692931"/>
                      <a:pt x="2081601" y="553866"/>
                    </a:cubicBezTo>
                    <a:cubicBezTo>
                      <a:pt x="2093984" y="545294"/>
                      <a:pt x="2100651" y="532911"/>
                      <a:pt x="2102556" y="520529"/>
                    </a:cubicBezTo>
                    <a:cubicBezTo>
                      <a:pt x="2103509" y="507194"/>
                      <a:pt x="2098746" y="492906"/>
                      <a:pt x="2088269" y="481476"/>
                    </a:cubicBezTo>
                    <a:cubicBezTo>
                      <a:pt x="2088269" y="481476"/>
                      <a:pt x="2073029" y="467189"/>
                      <a:pt x="2062551" y="455759"/>
                    </a:cubicBezTo>
                    <a:lnTo>
                      <a:pt x="2059694" y="452901"/>
                    </a:lnTo>
                    <a:cubicBezTo>
                      <a:pt x="2060646" y="452901"/>
                      <a:pt x="2061599" y="451949"/>
                      <a:pt x="2062551" y="451949"/>
                    </a:cubicBezTo>
                    <a:cubicBezTo>
                      <a:pt x="2096841" y="442424"/>
                      <a:pt x="2132084" y="431946"/>
                      <a:pt x="2166374" y="419564"/>
                    </a:cubicBezTo>
                    <a:cubicBezTo>
                      <a:pt x="2181614" y="463379"/>
                      <a:pt x="2195901" y="511004"/>
                      <a:pt x="2195901" y="560534"/>
                    </a:cubicBezTo>
                    <a:cubicBezTo>
                      <a:pt x="2195901" y="568154"/>
                      <a:pt x="2195901" y="577679"/>
                      <a:pt x="2204474" y="579584"/>
                    </a:cubicBezTo>
                    <a:cubicBezTo>
                      <a:pt x="2213046" y="581489"/>
                      <a:pt x="2215904" y="573869"/>
                      <a:pt x="2222571" y="557676"/>
                    </a:cubicBezTo>
                    <a:cubicBezTo>
                      <a:pt x="2226381" y="547199"/>
                      <a:pt x="2232096" y="534816"/>
                      <a:pt x="2237811" y="526244"/>
                    </a:cubicBezTo>
                    <a:cubicBezTo>
                      <a:pt x="2244479" y="516719"/>
                      <a:pt x="2250194" y="515766"/>
                      <a:pt x="2254956" y="515766"/>
                    </a:cubicBezTo>
                    <a:cubicBezTo>
                      <a:pt x="2277816" y="516719"/>
                      <a:pt x="2314011" y="563391"/>
                      <a:pt x="2335919" y="606254"/>
                    </a:cubicBezTo>
                    <a:cubicBezTo>
                      <a:pt x="2341634" y="618636"/>
                      <a:pt x="2349254" y="617684"/>
                      <a:pt x="2353064" y="616731"/>
                    </a:cubicBezTo>
                    <a:cubicBezTo>
                      <a:pt x="2374019" y="609111"/>
                      <a:pt x="2367351" y="506241"/>
                      <a:pt x="2364494" y="493859"/>
                    </a:cubicBezTo>
                    <a:cubicBezTo>
                      <a:pt x="2354969" y="459569"/>
                      <a:pt x="2339729" y="430041"/>
                      <a:pt x="2324489" y="401466"/>
                    </a:cubicBezTo>
                    <a:close/>
                    <a:moveTo>
                      <a:pt x="165171" y="538626"/>
                    </a:moveTo>
                    <a:cubicBezTo>
                      <a:pt x="162314" y="531006"/>
                      <a:pt x="158504" y="523386"/>
                      <a:pt x="153741" y="516719"/>
                    </a:cubicBezTo>
                    <a:cubicBezTo>
                      <a:pt x="143264" y="500526"/>
                      <a:pt x="130881" y="497669"/>
                      <a:pt x="121356" y="498621"/>
                    </a:cubicBezTo>
                    <a:cubicBezTo>
                      <a:pt x="87066" y="500526"/>
                      <a:pt x="48966" y="554819"/>
                      <a:pt x="29916" y="591966"/>
                    </a:cubicBezTo>
                    <a:cubicBezTo>
                      <a:pt x="26106" y="568154"/>
                      <a:pt x="26106" y="515766"/>
                      <a:pt x="29916" y="497669"/>
                    </a:cubicBezTo>
                    <a:cubicBezTo>
                      <a:pt x="37536" y="466236"/>
                      <a:pt x="51824" y="437661"/>
                      <a:pt x="67064" y="409086"/>
                    </a:cubicBezTo>
                    <a:cubicBezTo>
                      <a:pt x="75636" y="392894"/>
                      <a:pt x="84209" y="376701"/>
                      <a:pt x="90876" y="359556"/>
                    </a:cubicBezTo>
                    <a:cubicBezTo>
                      <a:pt x="122309" y="380511"/>
                      <a:pt x="156599" y="398609"/>
                      <a:pt x="194699" y="413849"/>
                    </a:cubicBezTo>
                    <a:cubicBezTo>
                      <a:pt x="181364" y="452901"/>
                      <a:pt x="168029" y="494811"/>
                      <a:pt x="165171" y="538626"/>
                    </a:cubicBezTo>
                    <a:close/>
                    <a:moveTo>
                      <a:pt x="103259" y="26181"/>
                    </a:moveTo>
                    <a:cubicBezTo>
                      <a:pt x="104211" y="23324"/>
                      <a:pt x="105164" y="16656"/>
                      <a:pt x="123261" y="16656"/>
                    </a:cubicBezTo>
                    <a:cubicBezTo>
                      <a:pt x="203271" y="22371"/>
                      <a:pt x="230894" y="97619"/>
                      <a:pt x="239466" y="166199"/>
                    </a:cubicBezTo>
                    <a:cubicBezTo>
                      <a:pt x="148979" y="115716"/>
                      <a:pt x="97544" y="50946"/>
                      <a:pt x="103259" y="26181"/>
                    </a:cubicBezTo>
                    <a:close/>
                    <a:moveTo>
                      <a:pt x="469019" y="345269"/>
                    </a:moveTo>
                    <a:cubicBezTo>
                      <a:pt x="467114" y="351936"/>
                      <a:pt x="465209" y="357651"/>
                      <a:pt x="464256" y="364319"/>
                    </a:cubicBezTo>
                    <a:cubicBezTo>
                      <a:pt x="462351" y="363366"/>
                      <a:pt x="461399" y="362414"/>
                      <a:pt x="459494" y="360509"/>
                    </a:cubicBezTo>
                    <a:cubicBezTo>
                      <a:pt x="441396" y="346221"/>
                      <a:pt x="431871" y="336696"/>
                      <a:pt x="435681" y="324314"/>
                    </a:cubicBezTo>
                    <a:cubicBezTo>
                      <a:pt x="438539" y="314789"/>
                      <a:pt x="444254" y="312884"/>
                      <a:pt x="452826" y="312884"/>
                    </a:cubicBezTo>
                    <a:cubicBezTo>
                      <a:pt x="456636" y="312884"/>
                      <a:pt x="460446" y="312884"/>
                      <a:pt x="465209" y="313836"/>
                    </a:cubicBezTo>
                    <a:cubicBezTo>
                      <a:pt x="469019" y="313836"/>
                      <a:pt x="471876" y="314789"/>
                      <a:pt x="475686" y="314789"/>
                    </a:cubicBezTo>
                    <a:moveTo>
                      <a:pt x="565221" y="589109"/>
                    </a:moveTo>
                    <a:cubicBezTo>
                      <a:pt x="560459" y="578631"/>
                      <a:pt x="559506" y="571011"/>
                      <a:pt x="561411" y="565296"/>
                    </a:cubicBezTo>
                    <a:cubicBezTo>
                      <a:pt x="561411" y="564344"/>
                      <a:pt x="563316" y="563391"/>
                      <a:pt x="564269" y="563391"/>
                    </a:cubicBezTo>
                    <a:cubicBezTo>
                      <a:pt x="566174" y="563391"/>
                      <a:pt x="568079" y="563391"/>
                      <a:pt x="569984" y="563391"/>
                    </a:cubicBezTo>
                    <a:lnTo>
                      <a:pt x="580461" y="567201"/>
                    </a:lnTo>
                    <a:lnTo>
                      <a:pt x="591891" y="531959"/>
                    </a:lnTo>
                    <a:lnTo>
                      <a:pt x="572841" y="525291"/>
                    </a:lnTo>
                    <a:lnTo>
                      <a:pt x="572841" y="526244"/>
                    </a:lnTo>
                    <a:lnTo>
                      <a:pt x="553791" y="518624"/>
                    </a:lnTo>
                    <a:lnTo>
                      <a:pt x="512834" y="615779"/>
                    </a:lnTo>
                    <a:lnTo>
                      <a:pt x="499499" y="597681"/>
                    </a:lnTo>
                    <a:lnTo>
                      <a:pt x="513786" y="564344"/>
                    </a:lnTo>
                    <a:cubicBezTo>
                      <a:pt x="511881" y="565296"/>
                      <a:pt x="509976" y="566249"/>
                      <a:pt x="507119" y="566249"/>
                    </a:cubicBezTo>
                    <a:cubicBezTo>
                      <a:pt x="505214" y="566249"/>
                      <a:pt x="503309" y="566249"/>
                      <a:pt x="501404" y="565296"/>
                    </a:cubicBezTo>
                    <a:cubicBezTo>
                      <a:pt x="499499" y="564344"/>
                      <a:pt x="498546" y="563391"/>
                      <a:pt x="496641" y="561486"/>
                    </a:cubicBezTo>
                    <a:cubicBezTo>
                      <a:pt x="494736" y="559581"/>
                      <a:pt x="492831" y="557676"/>
                      <a:pt x="491879" y="554819"/>
                    </a:cubicBezTo>
                    <a:cubicBezTo>
                      <a:pt x="491879" y="558629"/>
                      <a:pt x="490926" y="561486"/>
                      <a:pt x="489974" y="564344"/>
                    </a:cubicBezTo>
                    <a:cubicBezTo>
                      <a:pt x="487116" y="571011"/>
                      <a:pt x="482354" y="575774"/>
                      <a:pt x="475686" y="577679"/>
                    </a:cubicBezTo>
                    <a:cubicBezTo>
                      <a:pt x="469019" y="580536"/>
                      <a:pt x="463304" y="580536"/>
                      <a:pt x="456636" y="577679"/>
                    </a:cubicBezTo>
                    <a:cubicBezTo>
                      <a:pt x="447111" y="573869"/>
                      <a:pt x="440444" y="565296"/>
                      <a:pt x="435681" y="551961"/>
                    </a:cubicBezTo>
                    <a:cubicBezTo>
                      <a:pt x="430919" y="538626"/>
                      <a:pt x="429014" y="522434"/>
                      <a:pt x="429966" y="504336"/>
                    </a:cubicBezTo>
                    <a:lnTo>
                      <a:pt x="436634" y="503384"/>
                    </a:lnTo>
                    <a:cubicBezTo>
                      <a:pt x="435681" y="515766"/>
                      <a:pt x="438539" y="527196"/>
                      <a:pt x="442349" y="536721"/>
                    </a:cubicBezTo>
                    <a:cubicBezTo>
                      <a:pt x="446159" y="546246"/>
                      <a:pt x="452826" y="552914"/>
                      <a:pt x="460446" y="555771"/>
                    </a:cubicBezTo>
                    <a:cubicBezTo>
                      <a:pt x="465209" y="557676"/>
                      <a:pt x="469019" y="557676"/>
                      <a:pt x="473781" y="556724"/>
                    </a:cubicBezTo>
                    <a:cubicBezTo>
                      <a:pt x="478544" y="554819"/>
                      <a:pt x="481401" y="551961"/>
                      <a:pt x="483306" y="548151"/>
                    </a:cubicBezTo>
                    <a:cubicBezTo>
                      <a:pt x="484259" y="546246"/>
                      <a:pt x="484259" y="543389"/>
                      <a:pt x="484259" y="540531"/>
                    </a:cubicBezTo>
                    <a:cubicBezTo>
                      <a:pt x="484259" y="537674"/>
                      <a:pt x="483306" y="534816"/>
                      <a:pt x="482354" y="532911"/>
                    </a:cubicBezTo>
                    <a:cubicBezTo>
                      <a:pt x="476639" y="533864"/>
                      <a:pt x="469019" y="532911"/>
                      <a:pt x="459494" y="531006"/>
                    </a:cubicBezTo>
                    <a:lnTo>
                      <a:pt x="457589" y="511004"/>
                    </a:lnTo>
                    <a:cubicBezTo>
                      <a:pt x="465209" y="513861"/>
                      <a:pt x="472829" y="514814"/>
                      <a:pt x="480449" y="513861"/>
                    </a:cubicBezTo>
                    <a:cubicBezTo>
                      <a:pt x="487116" y="512909"/>
                      <a:pt x="491879" y="509099"/>
                      <a:pt x="494736" y="504336"/>
                    </a:cubicBezTo>
                    <a:cubicBezTo>
                      <a:pt x="495689" y="501479"/>
                      <a:pt x="495689" y="499574"/>
                      <a:pt x="494736" y="496716"/>
                    </a:cubicBezTo>
                    <a:cubicBezTo>
                      <a:pt x="493784" y="493859"/>
                      <a:pt x="491879" y="492906"/>
                      <a:pt x="489974" y="491954"/>
                    </a:cubicBezTo>
                    <a:cubicBezTo>
                      <a:pt x="484259" y="490049"/>
                      <a:pt x="478544" y="488144"/>
                      <a:pt x="472829" y="488144"/>
                    </a:cubicBezTo>
                    <a:cubicBezTo>
                      <a:pt x="467114" y="488144"/>
                      <a:pt x="461399" y="489096"/>
                      <a:pt x="456636" y="491954"/>
                    </a:cubicBezTo>
                    <a:lnTo>
                      <a:pt x="451874" y="471951"/>
                    </a:lnTo>
                    <a:cubicBezTo>
                      <a:pt x="456636" y="470046"/>
                      <a:pt x="462351" y="469094"/>
                      <a:pt x="468066" y="469094"/>
                    </a:cubicBezTo>
                    <a:cubicBezTo>
                      <a:pt x="473781" y="469094"/>
                      <a:pt x="479496" y="470999"/>
                      <a:pt x="486164" y="472904"/>
                    </a:cubicBezTo>
                    <a:cubicBezTo>
                      <a:pt x="491879" y="475761"/>
                      <a:pt x="497594" y="482429"/>
                      <a:pt x="501404" y="493859"/>
                    </a:cubicBezTo>
                    <a:cubicBezTo>
                      <a:pt x="505214" y="505289"/>
                      <a:pt x="506166" y="513861"/>
                      <a:pt x="504261" y="519576"/>
                    </a:cubicBezTo>
                    <a:cubicBezTo>
                      <a:pt x="503309" y="522434"/>
                      <a:pt x="501404" y="525291"/>
                      <a:pt x="498546" y="527196"/>
                    </a:cubicBezTo>
                    <a:cubicBezTo>
                      <a:pt x="495689" y="529101"/>
                      <a:pt x="492831" y="531006"/>
                      <a:pt x="489021" y="531959"/>
                    </a:cubicBezTo>
                    <a:cubicBezTo>
                      <a:pt x="490926" y="534816"/>
                      <a:pt x="491879" y="538626"/>
                      <a:pt x="492831" y="544341"/>
                    </a:cubicBezTo>
                    <a:cubicBezTo>
                      <a:pt x="494736" y="546246"/>
                      <a:pt x="497594" y="548151"/>
                      <a:pt x="500451" y="549104"/>
                    </a:cubicBezTo>
                    <a:cubicBezTo>
                      <a:pt x="504261" y="551009"/>
                      <a:pt x="508071" y="551009"/>
                      <a:pt x="511881" y="551009"/>
                    </a:cubicBezTo>
                    <a:cubicBezTo>
                      <a:pt x="515691" y="550056"/>
                      <a:pt x="519501" y="549104"/>
                      <a:pt x="522359" y="546246"/>
                    </a:cubicBezTo>
                    <a:lnTo>
                      <a:pt x="536646" y="511004"/>
                    </a:lnTo>
                    <a:lnTo>
                      <a:pt x="521406" y="504336"/>
                    </a:lnTo>
                    <a:lnTo>
                      <a:pt x="515691" y="486239"/>
                    </a:lnTo>
                    <a:lnTo>
                      <a:pt x="568079" y="508146"/>
                    </a:lnTo>
                    <a:lnTo>
                      <a:pt x="675711" y="544341"/>
                    </a:lnTo>
                    <a:lnTo>
                      <a:pt x="675711" y="545294"/>
                    </a:lnTo>
                    <a:lnTo>
                      <a:pt x="782391" y="573869"/>
                    </a:lnTo>
                    <a:lnTo>
                      <a:pt x="789059" y="590061"/>
                    </a:lnTo>
                    <a:lnTo>
                      <a:pt x="769056" y="585299"/>
                    </a:lnTo>
                    <a:lnTo>
                      <a:pt x="742386" y="686264"/>
                    </a:lnTo>
                    <a:lnTo>
                      <a:pt x="727146" y="670071"/>
                    </a:lnTo>
                    <a:lnTo>
                      <a:pt x="741434" y="616731"/>
                    </a:lnTo>
                    <a:lnTo>
                      <a:pt x="706191" y="607206"/>
                    </a:lnTo>
                    <a:cubicBezTo>
                      <a:pt x="703334" y="606254"/>
                      <a:pt x="700476" y="607206"/>
                      <a:pt x="697619" y="609111"/>
                    </a:cubicBezTo>
                    <a:cubicBezTo>
                      <a:pt x="694761" y="611969"/>
                      <a:pt x="692856" y="614826"/>
                      <a:pt x="691904" y="619589"/>
                    </a:cubicBezTo>
                    <a:cubicBezTo>
                      <a:pt x="689999" y="627209"/>
                      <a:pt x="689999" y="634829"/>
                      <a:pt x="691904" y="643401"/>
                    </a:cubicBezTo>
                    <a:cubicBezTo>
                      <a:pt x="693809" y="651974"/>
                      <a:pt x="697619" y="659594"/>
                      <a:pt x="702381" y="667214"/>
                    </a:cubicBezTo>
                    <a:lnTo>
                      <a:pt x="693809" y="671024"/>
                    </a:lnTo>
                    <a:cubicBezTo>
                      <a:pt x="686189" y="656736"/>
                      <a:pt x="680474" y="644354"/>
                      <a:pt x="677616" y="633876"/>
                    </a:cubicBezTo>
                    <a:cubicBezTo>
                      <a:pt x="673806" y="623399"/>
                      <a:pt x="673806" y="613874"/>
                      <a:pt x="674759" y="608159"/>
                    </a:cubicBezTo>
                    <a:cubicBezTo>
                      <a:pt x="676664" y="601491"/>
                      <a:pt x="680474" y="596729"/>
                      <a:pt x="685236" y="592919"/>
                    </a:cubicBezTo>
                    <a:cubicBezTo>
                      <a:pt x="690951" y="589109"/>
                      <a:pt x="695714" y="588156"/>
                      <a:pt x="701429" y="590061"/>
                    </a:cubicBezTo>
                    <a:lnTo>
                      <a:pt x="745244" y="601491"/>
                    </a:lnTo>
                    <a:lnTo>
                      <a:pt x="750959" y="580536"/>
                    </a:lnTo>
                    <a:lnTo>
                      <a:pt x="681426" y="562439"/>
                    </a:lnTo>
                    <a:lnTo>
                      <a:pt x="681426" y="562439"/>
                    </a:lnTo>
                    <a:lnTo>
                      <a:pt x="678569" y="561486"/>
                    </a:lnTo>
                    <a:lnTo>
                      <a:pt x="677616" y="561486"/>
                    </a:lnTo>
                    <a:lnTo>
                      <a:pt x="677616" y="561486"/>
                    </a:lnTo>
                    <a:lnTo>
                      <a:pt x="662376" y="556724"/>
                    </a:lnTo>
                    <a:lnTo>
                      <a:pt x="632849" y="645306"/>
                    </a:lnTo>
                    <a:lnTo>
                      <a:pt x="634754" y="646259"/>
                    </a:lnTo>
                    <a:lnTo>
                      <a:pt x="640469" y="661499"/>
                    </a:lnTo>
                    <a:lnTo>
                      <a:pt x="623324" y="656736"/>
                    </a:lnTo>
                    <a:cubicBezTo>
                      <a:pt x="619514" y="655784"/>
                      <a:pt x="614751" y="655784"/>
                      <a:pt x="610941" y="658641"/>
                    </a:cubicBezTo>
                    <a:cubicBezTo>
                      <a:pt x="607131" y="661499"/>
                      <a:pt x="604274" y="665309"/>
                      <a:pt x="603321" y="670071"/>
                    </a:cubicBezTo>
                    <a:cubicBezTo>
                      <a:pt x="602369" y="672929"/>
                      <a:pt x="602369" y="675786"/>
                      <a:pt x="604274" y="679596"/>
                    </a:cubicBezTo>
                    <a:cubicBezTo>
                      <a:pt x="606179" y="682454"/>
                      <a:pt x="608084" y="684359"/>
                      <a:pt x="610941" y="685311"/>
                    </a:cubicBezTo>
                    <a:cubicBezTo>
                      <a:pt x="615704" y="686264"/>
                      <a:pt x="620466" y="687216"/>
                      <a:pt x="625229" y="686264"/>
                    </a:cubicBezTo>
                    <a:cubicBezTo>
                      <a:pt x="630944" y="685311"/>
                      <a:pt x="635706" y="684359"/>
                      <a:pt x="640469" y="681501"/>
                    </a:cubicBezTo>
                    <a:lnTo>
                      <a:pt x="647136" y="698646"/>
                    </a:lnTo>
                    <a:cubicBezTo>
                      <a:pt x="642374" y="700551"/>
                      <a:pt x="637611" y="701504"/>
                      <a:pt x="631896" y="701504"/>
                    </a:cubicBezTo>
                    <a:cubicBezTo>
                      <a:pt x="626181" y="701504"/>
                      <a:pt x="620466" y="700551"/>
                      <a:pt x="613799" y="698646"/>
                    </a:cubicBezTo>
                    <a:cubicBezTo>
                      <a:pt x="607131" y="696741"/>
                      <a:pt x="602369" y="691026"/>
                      <a:pt x="598559" y="681501"/>
                    </a:cubicBezTo>
                    <a:cubicBezTo>
                      <a:pt x="594749" y="671976"/>
                      <a:pt x="593796" y="663404"/>
                      <a:pt x="595701" y="655784"/>
                    </a:cubicBezTo>
                    <a:cubicBezTo>
                      <a:pt x="597606" y="650069"/>
                      <a:pt x="600464" y="646259"/>
                      <a:pt x="606179" y="643401"/>
                    </a:cubicBezTo>
                    <a:cubicBezTo>
                      <a:pt x="609036" y="641496"/>
                      <a:pt x="612846" y="641496"/>
                      <a:pt x="616656" y="641496"/>
                    </a:cubicBezTo>
                    <a:lnTo>
                      <a:pt x="613799" y="638639"/>
                    </a:lnTo>
                    <a:lnTo>
                      <a:pt x="626181" y="601491"/>
                    </a:lnTo>
                    <a:lnTo>
                      <a:pt x="591891" y="590061"/>
                    </a:lnTo>
                    <a:lnTo>
                      <a:pt x="588081" y="601491"/>
                    </a:lnTo>
                    <a:cubicBezTo>
                      <a:pt x="587129" y="604349"/>
                      <a:pt x="586176" y="606254"/>
                      <a:pt x="584271" y="607206"/>
                    </a:cubicBezTo>
                    <a:cubicBezTo>
                      <a:pt x="582366" y="608159"/>
                      <a:pt x="580461" y="609111"/>
                      <a:pt x="578556" y="608159"/>
                    </a:cubicBezTo>
                    <a:moveTo>
                      <a:pt x="1193871" y="634829"/>
                    </a:moveTo>
                    <a:lnTo>
                      <a:pt x="1191966" y="739604"/>
                    </a:lnTo>
                    <a:lnTo>
                      <a:pt x="1172916" y="727221"/>
                    </a:lnTo>
                    <a:lnTo>
                      <a:pt x="1172916" y="703409"/>
                    </a:lnTo>
                    <a:cubicBezTo>
                      <a:pt x="1168154" y="707219"/>
                      <a:pt x="1163391" y="710076"/>
                      <a:pt x="1158629" y="711981"/>
                    </a:cubicBezTo>
                    <a:cubicBezTo>
                      <a:pt x="1153866" y="713886"/>
                      <a:pt x="1149104" y="714839"/>
                      <a:pt x="1144341" y="714839"/>
                    </a:cubicBezTo>
                    <a:cubicBezTo>
                      <a:pt x="1135769" y="714839"/>
                      <a:pt x="1126244" y="710076"/>
                      <a:pt x="1117671" y="701504"/>
                    </a:cubicBezTo>
                    <a:cubicBezTo>
                      <a:pt x="1109099" y="692931"/>
                      <a:pt x="1104336" y="684359"/>
                      <a:pt x="1104336" y="676739"/>
                    </a:cubicBezTo>
                    <a:cubicBezTo>
                      <a:pt x="1104336" y="670071"/>
                      <a:pt x="1107194" y="664356"/>
                      <a:pt x="1112909" y="659594"/>
                    </a:cubicBezTo>
                    <a:cubicBezTo>
                      <a:pt x="1118624" y="654831"/>
                      <a:pt x="1126244" y="652926"/>
                      <a:pt x="1133864" y="652926"/>
                    </a:cubicBezTo>
                    <a:cubicBezTo>
                      <a:pt x="1141484" y="652926"/>
                      <a:pt x="1148151" y="654831"/>
                      <a:pt x="1154819" y="659594"/>
                    </a:cubicBezTo>
                    <a:cubicBezTo>
                      <a:pt x="1161486" y="663404"/>
                      <a:pt x="1167201" y="669119"/>
                      <a:pt x="1172916" y="676739"/>
                    </a:cubicBezTo>
                    <a:lnTo>
                      <a:pt x="1173869" y="634829"/>
                    </a:lnTo>
                    <a:lnTo>
                      <a:pt x="1095764" y="632924"/>
                    </a:lnTo>
                    <a:lnTo>
                      <a:pt x="1095764" y="631971"/>
                    </a:lnTo>
                    <a:lnTo>
                      <a:pt x="1070999" y="630066"/>
                    </a:lnTo>
                    <a:cubicBezTo>
                      <a:pt x="1076714" y="634829"/>
                      <a:pt x="1080524" y="639591"/>
                      <a:pt x="1083381" y="646259"/>
                    </a:cubicBezTo>
                    <a:cubicBezTo>
                      <a:pt x="1086239" y="652926"/>
                      <a:pt x="1088144" y="658641"/>
                      <a:pt x="1087191" y="665309"/>
                    </a:cubicBezTo>
                    <a:cubicBezTo>
                      <a:pt x="1086239" y="672929"/>
                      <a:pt x="1083381" y="680549"/>
                      <a:pt x="1077666" y="688169"/>
                    </a:cubicBezTo>
                    <a:cubicBezTo>
                      <a:pt x="1071951" y="694836"/>
                      <a:pt x="1065284" y="700551"/>
                      <a:pt x="1056711" y="705314"/>
                    </a:cubicBezTo>
                    <a:lnTo>
                      <a:pt x="1079571" y="735794"/>
                    </a:lnTo>
                    <a:lnTo>
                      <a:pt x="1069094" y="743414"/>
                    </a:lnTo>
                    <a:lnTo>
                      <a:pt x="1049091" y="708171"/>
                    </a:lnTo>
                    <a:cubicBezTo>
                      <a:pt x="1048139" y="709124"/>
                      <a:pt x="1047186" y="709124"/>
                      <a:pt x="1045281" y="709124"/>
                    </a:cubicBezTo>
                    <a:cubicBezTo>
                      <a:pt x="1044329" y="709124"/>
                      <a:pt x="1042424" y="709124"/>
                      <a:pt x="1040519" y="709124"/>
                    </a:cubicBezTo>
                    <a:cubicBezTo>
                      <a:pt x="1036709" y="709124"/>
                      <a:pt x="1031946" y="706266"/>
                      <a:pt x="1028136" y="701504"/>
                    </a:cubicBezTo>
                    <a:cubicBezTo>
                      <a:pt x="1024326" y="696741"/>
                      <a:pt x="1022421" y="691979"/>
                      <a:pt x="1022421" y="688169"/>
                    </a:cubicBezTo>
                    <a:cubicBezTo>
                      <a:pt x="1022421" y="685311"/>
                      <a:pt x="1023374" y="682454"/>
                      <a:pt x="1026231" y="680549"/>
                    </a:cubicBezTo>
                    <a:cubicBezTo>
                      <a:pt x="1028136" y="678644"/>
                      <a:pt x="1030041" y="677691"/>
                      <a:pt x="1032899" y="677691"/>
                    </a:cubicBezTo>
                    <a:cubicBezTo>
                      <a:pt x="1035756" y="677691"/>
                      <a:pt x="1038614" y="678644"/>
                      <a:pt x="1041471" y="680549"/>
                    </a:cubicBezTo>
                    <a:cubicBezTo>
                      <a:pt x="1044329" y="682454"/>
                      <a:pt x="1046234" y="685311"/>
                      <a:pt x="1048139" y="688169"/>
                    </a:cubicBezTo>
                    <a:cubicBezTo>
                      <a:pt x="1050996" y="687216"/>
                      <a:pt x="1054806" y="685311"/>
                      <a:pt x="1057664" y="682454"/>
                    </a:cubicBezTo>
                    <a:cubicBezTo>
                      <a:pt x="1060521" y="679596"/>
                      <a:pt x="1063379" y="675786"/>
                      <a:pt x="1066236" y="671976"/>
                    </a:cubicBezTo>
                    <a:cubicBezTo>
                      <a:pt x="1053854" y="670071"/>
                      <a:pt x="1045281" y="665309"/>
                      <a:pt x="1038614" y="659594"/>
                    </a:cubicBezTo>
                    <a:cubicBezTo>
                      <a:pt x="1031946" y="652926"/>
                      <a:pt x="1028136" y="646259"/>
                      <a:pt x="1029089" y="638639"/>
                    </a:cubicBezTo>
                    <a:cubicBezTo>
                      <a:pt x="1029089" y="636734"/>
                      <a:pt x="1030041" y="634829"/>
                      <a:pt x="1030994" y="632924"/>
                    </a:cubicBezTo>
                    <a:cubicBezTo>
                      <a:pt x="1031946" y="631019"/>
                      <a:pt x="1033851" y="630066"/>
                      <a:pt x="1035756" y="628161"/>
                    </a:cubicBezTo>
                    <a:lnTo>
                      <a:pt x="1023374" y="627209"/>
                    </a:lnTo>
                    <a:lnTo>
                      <a:pt x="1023374" y="628161"/>
                    </a:lnTo>
                    <a:lnTo>
                      <a:pt x="1003371" y="625304"/>
                    </a:lnTo>
                    <a:lnTo>
                      <a:pt x="990036" y="729126"/>
                    </a:lnTo>
                    <a:lnTo>
                      <a:pt x="972891" y="714839"/>
                    </a:lnTo>
                    <a:lnTo>
                      <a:pt x="975749" y="691026"/>
                    </a:lnTo>
                    <a:cubicBezTo>
                      <a:pt x="970986" y="693884"/>
                      <a:pt x="966224" y="696741"/>
                      <a:pt x="960509" y="697694"/>
                    </a:cubicBezTo>
                    <a:cubicBezTo>
                      <a:pt x="955746" y="699599"/>
                      <a:pt x="950031" y="699599"/>
                      <a:pt x="946221" y="699599"/>
                    </a:cubicBezTo>
                    <a:cubicBezTo>
                      <a:pt x="937649" y="698646"/>
                      <a:pt x="929076" y="692931"/>
                      <a:pt x="921456" y="683406"/>
                    </a:cubicBezTo>
                    <a:cubicBezTo>
                      <a:pt x="913836" y="673881"/>
                      <a:pt x="910026" y="665309"/>
                      <a:pt x="910979" y="657689"/>
                    </a:cubicBezTo>
                    <a:cubicBezTo>
                      <a:pt x="911931" y="651021"/>
                      <a:pt x="915741" y="645306"/>
                      <a:pt x="921456" y="641496"/>
                    </a:cubicBezTo>
                    <a:cubicBezTo>
                      <a:pt x="928124" y="637686"/>
                      <a:pt x="935744" y="635781"/>
                      <a:pt x="943364" y="636734"/>
                    </a:cubicBezTo>
                    <a:cubicBezTo>
                      <a:pt x="950984" y="637686"/>
                      <a:pt x="957651" y="640544"/>
                      <a:pt x="963366" y="645306"/>
                    </a:cubicBezTo>
                    <a:cubicBezTo>
                      <a:pt x="970034" y="650069"/>
                      <a:pt x="974796" y="656736"/>
                      <a:pt x="979559" y="664356"/>
                    </a:cubicBezTo>
                    <a:lnTo>
                      <a:pt x="985274" y="623399"/>
                    </a:lnTo>
                    <a:lnTo>
                      <a:pt x="908121" y="613874"/>
                    </a:lnTo>
                    <a:lnTo>
                      <a:pt x="907169" y="612921"/>
                    </a:lnTo>
                    <a:lnTo>
                      <a:pt x="893834" y="610064"/>
                    </a:lnTo>
                    <a:lnTo>
                      <a:pt x="875736" y="712934"/>
                    </a:lnTo>
                    <a:lnTo>
                      <a:pt x="858591" y="697694"/>
                    </a:lnTo>
                    <a:lnTo>
                      <a:pt x="874784" y="606254"/>
                    </a:lnTo>
                    <a:lnTo>
                      <a:pt x="855734" y="603396"/>
                    </a:lnTo>
                    <a:lnTo>
                      <a:pt x="848114" y="587204"/>
                    </a:lnTo>
                    <a:lnTo>
                      <a:pt x="883356" y="593871"/>
                    </a:lnTo>
                    <a:cubicBezTo>
                      <a:pt x="881451" y="588156"/>
                      <a:pt x="880499" y="583394"/>
                      <a:pt x="879546" y="580536"/>
                    </a:cubicBezTo>
                    <a:cubicBezTo>
                      <a:pt x="878594" y="576726"/>
                      <a:pt x="878594" y="573869"/>
                      <a:pt x="878594" y="571011"/>
                    </a:cubicBezTo>
                    <a:cubicBezTo>
                      <a:pt x="880499" y="561486"/>
                      <a:pt x="885261" y="553866"/>
                      <a:pt x="893834" y="548151"/>
                    </a:cubicBezTo>
                    <a:cubicBezTo>
                      <a:pt x="902406" y="542436"/>
                      <a:pt x="911931" y="540531"/>
                      <a:pt x="922409" y="542436"/>
                    </a:cubicBezTo>
                    <a:cubicBezTo>
                      <a:pt x="930981" y="544341"/>
                      <a:pt x="939554" y="550056"/>
                      <a:pt x="948126" y="560534"/>
                    </a:cubicBezTo>
                    <a:cubicBezTo>
                      <a:pt x="957651" y="571964"/>
                      <a:pt x="967176" y="586251"/>
                      <a:pt x="975749" y="603396"/>
                    </a:cubicBezTo>
                    <a:lnTo>
                      <a:pt x="970034" y="606254"/>
                    </a:lnTo>
                    <a:cubicBezTo>
                      <a:pt x="964319" y="593871"/>
                      <a:pt x="957651" y="582441"/>
                      <a:pt x="949079" y="573869"/>
                    </a:cubicBezTo>
                    <a:cubicBezTo>
                      <a:pt x="941459" y="565296"/>
                      <a:pt x="932886" y="560534"/>
                      <a:pt x="924314" y="559581"/>
                    </a:cubicBezTo>
                    <a:cubicBezTo>
                      <a:pt x="916694" y="558629"/>
                      <a:pt x="909074" y="559581"/>
                      <a:pt x="902406" y="564344"/>
                    </a:cubicBezTo>
                    <a:cubicBezTo>
                      <a:pt x="895739" y="569106"/>
                      <a:pt x="891929" y="574821"/>
                      <a:pt x="890024" y="582441"/>
                    </a:cubicBezTo>
                    <a:cubicBezTo>
                      <a:pt x="889071" y="588156"/>
                      <a:pt x="889071" y="591966"/>
                      <a:pt x="889071" y="594824"/>
                    </a:cubicBezTo>
                    <a:lnTo>
                      <a:pt x="904311" y="597681"/>
                    </a:lnTo>
                    <a:lnTo>
                      <a:pt x="905264" y="598634"/>
                    </a:lnTo>
                    <a:lnTo>
                      <a:pt x="1013849" y="612921"/>
                    </a:lnTo>
                    <a:lnTo>
                      <a:pt x="1013849" y="612921"/>
                    </a:lnTo>
                    <a:lnTo>
                      <a:pt x="1092906" y="618636"/>
                    </a:lnTo>
                    <a:lnTo>
                      <a:pt x="1093859" y="619589"/>
                    </a:lnTo>
                    <a:lnTo>
                      <a:pt x="1204349" y="621494"/>
                    </a:lnTo>
                    <a:lnTo>
                      <a:pt x="1214826" y="635781"/>
                    </a:lnTo>
                    <a:lnTo>
                      <a:pt x="1193871" y="634829"/>
                    </a:lnTo>
                    <a:close/>
                    <a:moveTo>
                      <a:pt x="1911104" y="313836"/>
                    </a:moveTo>
                    <a:cubicBezTo>
                      <a:pt x="1915866" y="312884"/>
                      <a:pt x="1919676" y="312884"/>
                      <a:pt x="1923486" y="312884"/>
                    </a:cubicBezTo>
                    <a:cubicBezTo>
                      <a:pt x="1933011" y="312884"/>
                      <a:pt x="1937774" y="315741"/>
                      <a:pt x="1940631" y="324314"/>
                    </a:cubicBezTo>
                    <a:cubicBezTo>
                      <a:pt x="1945394" y="336696"/>
                      <a:pt x="1934916" y="346221"/>
                      <a:pt x="1916819" y="360509"/>
                    </a:cubicBezTo>
                    <a:cubicBezTo>
                      <a:pt x="1914914" y="361461"/>
                      <a:pt x="1913961" y="362414"/>
                      <a:pt x="1912056" y="364319"/>
                    </a:cubicBezTo>
                    <a:cubicBezTo>
                      <a:pt x="1911104" y="357651"/>
                      <a:pt x="1908246" y="351936"/>
                      <a:pt x="1907294" y="345269"/>
                    </a:cubicBezTo>
                    <a:cubicBezTo>
                      <a:pt x="1904436" y="334791"/>
                      <a:pt x="1900626" y="323361"/>
                      <a:pt x="1900626" y="314789"/>
                    </a:cubicBezTo>
                    <a:cubicBezTo>
                      <a:pt x="1903484" y="314789"/>
                      <a:pt x="1907294" y="313836"/>
                      <a:pt x="1911104" y="313836"/>
                    </a:cubicBezTo>
                    <a:close/>
                    <a:moveTo>
                      <a:pt x="1933964" y="540531"/>
                    </a:moveTo>
                    <a:cubicBezTo>
                      <a:pt x="1934916" y="543389"/>
                      <a:pt x="1935869" y="545294"/>
                      <a:pt x="1934916" y="547199"/>
                    </a:cubicBezTo>
                    <a:cubicBezTo>
                      <a:pt x="1933964" y="550056"/>
                      <a:pt x="1933011" y="551009"/>
                      <a:pt x="1931106" y="551961"/>
                    </a:cubicBezTo>
                    <a:cubicBezTo>
                      <a:pt x="1925391" y="554819"/>
                      <a:pt x="1917771" y="553866"/>
                      <a:pt x="1908246" y="549104"/>
                    </a:cubicBezTo>
                    <a:cubicBezTo>
                      <a:pt x="1898721" y="544341"/>
                      <a:pt x="1892054" y="539579"/>
                      <a:pt x="1889196" y="533864"/>
                    </a:cubicBezTo>
                    <a:cubicBezTo>
                      <a:pt x="1888244" y="532911"/>
                      <a:pt x="1889196" y="531006"/>
                      <a:pt x="1890149" y="530054"/>
                    </a:cubicBezTo>
                    <a:cubicBezTo>
                      <a:pt x="1891101" y="528149"/>
                      <a:pt x="1893006" y="527196"/>
                      <a:pt x="1894911" y="526244"/>
                    </a:cubicBezTo>
                    <a:lnTo>
                      <a:pt x="1904436" y="521481"/>
                    </a:lnTo>
                    <a:lnTo>
                      <a:pt x="1889196" y="488144"/>
                    </a:lnTo>
                    <a:lnTo>
                      <a:pt x="1871099" y="496716"/>
                    </a:lnTo>
                    <a:lnTo>
                      <a:pt x="1871099" y="496716"/>
                    </a:lnTo>
                    <a:lnTo>
                      <a:pt x="1867289" y="498621"/>
                    </a:lnTo>
                    <a:lnTo>
                      <a:pt x="1866336" y="499574"/>
                    </a:lnTo>
                    <a:lnTo>
                      <a:pt x="1866336" y="499574"/>
                    </a:lnTo>
                    <a:lnTo>
                      <a:pt x="1832999" y="511956"/>
                    </a:lnTo>
                    <a:cubicBezTo>
                      <a:pt x="1837761" y="514814"/>
                      <a:pt x="1841571" y="517671"/>
                      <a:pt x="1844429" y="520529"/>
                    </a:cubicBezTo>
                    <a:cubicBezTo>
                      <a:pt x="1847286" y="523386"/>
                      <a:pt x="1850144" y="527196"/>
                      <a:pt x="1851096" y="530054"/>
                    </a:cubicBezTo>
                    <a:cubicBezTo>
                      <a:pt x="1852049" y="532911"/>
                      <a:pt x="1852049" y="535769"/>
                      <a:pt x="1851096" y="539579"/>
                    </a:cubicBezTo>
                    <a:cubicBezTo>
                      <a:pt x="1850144" y="543389"/>
                      <a:pt x="1848239" y="546246"/>
                      <a:pt x="1846334" y="550056"/>
                    </a:cubicBezTo>
                    <a:cubicBezTo>
                      <a:pt x="1855859" y="548151"/>
                      <a:pt x="1865384" y="549104"/>
                      <a:pt x="1873004" y="551961"/>
                    </a:cubicBezTo>
                    <a:cubicBezTo>
                      <a:pt x="1880624" y="554819"/>
                      <a:pt x="1886339" y="560534"/>
                      <a:pt x="1889196" y="567201"/>
                    </a:cubicBezTo>
                    <a:cubicBezTo>
                      <a:pt x="1893006" y="575774"/>
                      <a:pt x="1892054" y="585299"/>
                      <a:pt x="1886339" y="593871"/>
                    </a:cubicBezTo>
                    <a:cubicBezTo>
                      <a:pt x="1880624" y="603396"/>
                      <a:pt x="1872051" y="610064"/>
                      <a:pt x="1861574" y="613874"/>
                    </a:cubicBezTo>
                    <a:cubicBezTo>
                      <a:pt x="1852049" y="617684"/>
                      <a:pt x="1840619" y="615779"/>
                      <a:pt x="1827284" y="609111"/>
                    </a:cubicBezTo>
                    <a:cubicBezTo>
                      <a:pt x="1813949" y="602444"/>
                      <a:pt x="1805376" y="593871"/>
                      <a:pt x="1801566" y="583394"/>
                    </a:cubicBezTo>
                    <a:cubicBezTo>
                      <a:pt x="1799661" y="578631"/>
                      <a:pt x="1800614" y="572916"/>
                      <a:pt x="1803471" y="567201"/>
                    </a:cubicBezTo>
                    <a:cubicBezTo>
                      <a:pt x="1807281" y="561486"/>
                      <a:pt x="1812044" y="556724"/>
                      <a:pt x="1818711" y="551961"/>
                    </a:cubicBezTo>
                    <a:cubicBezTo>
                      <a:pt x="1824426" y="549104"/>
                      <a:pt x="1828236" y="544341"/>
                      <a:pt x="1831094" y="539579"/>
                    </a:cubicBezTo>
                    <a:cubicBezTo>
                      <a:pt x="1833951" y="534816"/>
                      <a:pt x="1834904" y="531006"/>
                      <a:pt x="1832999" y="527196"/>
                    </a:cubicBezTo>
                    <a:cubicBezTo>
                      <a:pt x="1832046" y="524339"/>
                      <a:pt x="1830141" y="521481"/>
                      <a:pt x="1828236" y="519576"/>
                    </a:cubicBezTo>
                    <a:cubicBezTo>
                      <a:pt x="1826331" y="517671"/>
                      <a:pt x="1825379" y="515766"/>
                      <a:pt x="1822521" y="514814"/>
                    </a:cubicBezTo>
                    <a:lnTo>
                      <a:pt x="1772039" y="533864"/>
                    </a:lnTo>
                    <a:lnTo>
                      <a:pt x="1772039" y="533864"/>
                    </a:lnTo>
                    <a:lnTo>
                      <a:pt x="1757751" y="538626"/>
                    </a:lnTo>
                    <a:lnTo>
                      <a:pt x="1791089" y="637686"/>
                    </a:lnTo>
                    <a:lnTo>
                      <a:pt x="1769181" y="632924"/>
                    </a:lnTo>
                    <a:lnTo>
                      <a:pt x="1739654" y="545294"/>
                    </a:lnTo>
                    <a:lnTo>
                      <a:pt x="1726319" y="550056"/>
                    </a:lnTo>
                    <a:lnTo>
                      <a:pt x="1727271" y="551009"/>
                    </a:lnTo>
                    <a:lnTo>
                      <a:pt x="1708221" y="556724"/>
                    </a:lnTo>
                    <a:lnTo>
                      <a:pt x="1737749" y="657689"/>
                    </a:lnTo>
                    <a:lnTo>
                      <a:pt x="1715841" y="651974"/>
                    </a:lnTo>
                    <a:lnTo>
                      <a:pt x="1708221" y="627209"/>
                    </a:lnTo>
                    <a:cubicBezTo>
                      <a:pt x="1707269" y="630066"/>
                      <a:pt x="1705364" y="631971"/>
                      <a:pt x="1702506" y="633876"/>
                    </a:cubicBezTo>
                    <a:cubicBezTo>
                      <a:pt x="1699649" y="635781"/>
                      <a:pt x="1696791" y="637686"/>
                      <a:pt x="1693934" y="638639"/>
                    </a:cubicBezTo>
                    <a:cubicBezTo>
                      <a:pt x="1685361" y="641496"/>
                      <a:pt x="1675836" y="640544"/>
                      <a:pt x="1665359" y="635781"/>
                    </a:cubicBezTo>
                    <a:cubicBezTo>
                      <a:pt x="1654881" y="631971"/>
                      <a:pt x="1648214" y="626256"/>
                      <a:pt x="1646309" y="619589"/>
                    </a:cubicBezTo>
                    <a:lnTo>
                      <a:pt x="1633926" y="578631"/>
                    </a:lnTo>
                    <a:lnTo>
                      <a:pt x="1622496" y="582441"/>
                    </a:lnTo>
                    <a:lnTo>
                      <a:pt x="1621544" y="581489"/>
                    </a:lnTo>
                    <a:lnTo>
                      <a:pt x="1607256" y="585299"/>
                    </a:lnTo>
                    <a:lnTo>
                      <a:pt x="1632021" y="687216"/>
                    </a:lnTo>
                    <a:lnTo>
                      <a:pt x="1611066" y="680549"/>
                    </a:lnTo>
                    <a:lnTo>
                      <a:pt x="1589159" y="590061"/>
                    </a:lnTo>
                    <a:lnTo>
                      <a:pt x="1574871" y="593871"/>
                    </a:lnTo>
                    <a:lnTo>
                      <a:pt x="1575824" y="594824"/>
                    </a:lnTo>
                    <a:lnTo>
                      <a:pt x="1555821" y="598634"/>
                    </a:lnTo>
                    <a:lnTo>
                      <a:pt x="1574871" y="701504"/>
                    </a:lnTo>
                    <a:lnTo>
                      <a:pt x="1553916" y="692931"/>
                    </a:lnTo>
                    <a:lnTo>
                      <a:pt x="1551059" y="676739"/>
                    </a:lnTo>
                    <a:cubicBezTo>
                      <a:pt x="1548201" y="682454"/>
                      <a:pt x="1543439" y="686264"/>
                      <a:pt x="1537724" y="690074"/>
                    </a:cubicBezTo>
                    <a:cubicBezTo>
                      <a:pt x="1531056" y="693884"/>
                      <a:pt x="1524389" y="696741"/>
                      <a:pt x="1516769" y="697694"/>
                    </a:cubicBezTo>
                    <a:cubicBezTo>
                      <a:pt x="1508196" y="699599"/>
                      <a:pt x="1499624" y="697694"/>
                      <a:pt x="1490099" y="692931"/>
                    </a:cubicBezTo>
                    <a:cubicBezTo>
                      <a:pt x="1480574" y="688169"/>
                      <a:pt x="1474859" y="682454"/>
                      <a:pt x="1473906" y="676739"/>
                    </a:cubicBezTo>
                    <a:cubicBezTo>
                      <a:pt x="1473906" y="675786"/>
                      <a:pt x="1473906" y="673881"/>
                      <a:pt x="1474859" y="671976"/>
                    </a:cubicBezTo>
                    <a:cubicBezTo>
                      <a:pt x="1475811" y="670071"/>
                      <a:pt x="1476764" y="668166"/>
                      <a:pt x="1478669" y="666261"/>
                    </a:cubicBezTo>
                    <a:cubicBezTo>
                      <a:pt x="1472954" y="664356"/>
                      <a:pt x="1467239" y="661499"/>
                      <a:pt x="1463429" y="657689"/>
                    </a:cubicBezTo>
                    <a:cubicBezTo>
                      <a:pt x="1459619" y="653879"/>
                      <a:pt x="1456761" y="650069"/>
                      <a:pt x="1455809" y="646259"/>
                    </a:cubicBezTo>
                    <a:cubicBezTo>
                      <a:pt x="1454856" y="641496"/>
                      <a:pt x="1455809" y="636734"/>
                      <a:pt x="1459619" y="633876"/>
                    </a:cubicBezTo>
                    <a:cubicBezTo>
                      <a:pt x="1462476" y="630066"/>
                      <a:pt x="1466286" y="628161"/>
                      <a:pt x="1472001" y="626256"/>
                    </a:cubicBezTo>
                    <a:lnTo>
                      <a:pt x="1495814" y="621494"/>
                    </a:lnTo>
                    <a:lnTo>
                      <a:pt x="1493909" y="610064"/>
                    </a:lnTo>
                    <a:lnTo>
                      <a:pt x="1443426" y="619589"/>
                    </a:lnTo>
                    <a:lnTo>
                      <a:pt x="1443426" y="619589"/>
                    </a:lnTo>
                    <a:lnTo>
                      <a:pt x="1429139" y="621494"/>
                    </a:lnTo>
                    <a:lnTo>
                      <a:pt x="1441521" y="725316"/>
                    </a:lnTo>
                    <a:lnTo>
                      <a:pt x="1421519" y="715791"/>
                    </a:lnTo>
                    <a:lnTo>
                      <a:pt x="1418661" y="691979"/>
                    </a:lnTo>
                    <a:cubicBezTo>
                      <a:pt x="1414851" y="696741"/>
                      <a:pt x="1410089" y="699599"/>
                      <a:pt x="1405326" y="702456"/>
                    </a:cubicBezTo>
                    <a:cubicBezTo>
                      <a:pt x="1400564" y="705314"/>
                      <a:pt x="1395801" y="707219"/>
                      <a:pt x="1391991" y="707219"/>
                    </a:cubicBezTo>
                    <a:cubicBezTo>
                      <a:pt x="1383419" y="708171"/>
                      <a:pt x="1373894" y="705314"/>
                      <a:pt x="1363416" y="697694"/>
                    </a:cubicBezTo>
                    <a:cubicBezTo>
                      <a:pt x="1353891" y="690074"/>
                      <a:pt x="1348176" y="683406"/>
                      <a:pt x="1347224" y="674834"/>
                    </a:cubicBezTo>
                    <a:cubicBezTo>
                      <a:pt x="1346271" y="668166"/>
                      <a:pt x="1348176" y="661499"/>
                      <a:pt x="1353891" y="656736"/>
                    </a:cubicBezTo>
                    <a:cubicBezTo>
                      <a:pt x="1359606" y="651021"/>
                      <a:pt x="1366274" y="648164"/>
                      <a:pt x="1373894" y="647211"/>
                    </a:cubicBezTo>
                    <a:cubicBezTo>
                      <a:pt x="1381514" y="646259"/>
                      <a:pt x="1388181" y="647211"/>
                      <a:pt x="1395801" y="651021"/>
                    </a:cubicBezTo>
                    <a:cubicBezTo>
                      <a:pt x="1403421" y="653879"/>
                      <a:pt x="1410089" y="658641"/>
                      <a:pt x="1415804" y="665309"/>
                    </a:cubicBezTo>
                    <a:lnTo>
                      <a:pt x="1411041" y="624351"/>
                    </a:lnTo>
                    <a:lnTo>
                      <a:pt x="1333889" y="633876"/>
                    </a:lnTo>
                    <a:lnTo>
                      <a:pt x="1332936" y="632924"/>
                    </a:lnTo>
                    <a:lnTo>
                      <a:pt x="1318649" y="633876"/>
                    </a:lnTo>
                    <a:lnTo>
                      <a:pt x="1326269" y="738651"/>
                    </a:lnTo>
                    <a:lnTo>
                      <a:pt x="1306266" y="728174"/>
                    </a:lnTo>
                    <a:lnTo>
                      <a:pt x="1299599" y="635781"/>
                    </a:lnTo>
                    <a:lnTo>
                      <a:pt x="1280549" y="636734"/>
                    </a:lnTo>
                    <a:lnTo>
                      <a:pt x="1269119" y="623399"/>
                    </a:lnTo>
                    <a:lnTo>
                      <a:pt x="1304361" y="620541"/>
                    </a:lnTo>
                    <a:cubicBezTo>
                      <a:pt x="1301504" y="615779"/>
                      <a:pt x="1298646" y="611969"/>
                      <a:pt x="1297694" y="608159"/>
                    </a:cubicBezTo>
                    <a:cubicBezTo>
                      <a:pt x="1295789" y="604349"/>
                      <a:pt x="1294836" y="601491"/>
                      <a:pt x="1294836" y="599586"/>
                    </a:cubicBezTo>
                    <a:cubicBezTo>
                      <a:pt x="1293884" y="590061"/>
                      <a:pt x="1297694" y="581489"/>
                      <a:pt x="1304361" y="573869"/>
                    </a:cubicBezTo>
                    <a:cubicBezTo>
                      <a:pt x="1311029" y="566249"/>
                      <a:pt x="1319601" y="562439"/>
                      <a:pt x="1330079" y="561486"/>
                    </a:cubicBezTo>
                    <a:cubicBezTo>
                      <a:pt x="1338651" y="560534"/>
                      <a:pt x="1348176" y="564344"/>
                      <a:pt x="1359606" y="572916"/>
                    </a:cubicBezTo>
                    <a:cubicBezTo>
                      <a:pt x="1371989" y="581489"/>
                      <a:pt x="1384371" y="592919"/>
                      <a:pt x="1396754" y="608159"/>
                    </a:cubicBezTo>
                    <a:lnTo>
                      <a:pt x="1391991" y="611969"/>
                    </a:lnTo>
                    <a:cubicBezTo>
                      <a:pt x="1383419" y="600539"/>
                      <a:pt x="1373894" y="591966"/>
                      <a:pt x="1364369" y="585299"/>
                    </a:cubicBezTo>
                    <a:cubicBezTo>
                      <a:pt x="1354844" y="579584"/>
                      <a:pt x="1345319" y="576726"/>
                      <a:pt x="1337699" y="576726"/>
                    </a:cubicBezTo>
                    <a:cubicBezTo>
                      <a:pt x="1330079" y="577679"/>
                      <a:pt x="1322459" y="580536"/>
                      <a:pt x="1316744" y="587204"/>
                    </a:cubicBezTo>
                    <a:cubicBezTo>
                      <a:pt x="1311029" y="592919"/>
                      <a:pt x="1309124" y="599586"/>
                      <a:pt x="1309124" y="608159"/>
                    </a:cubicBezTo>
                    <a:cubicBezTo>
                      <a:pt x="1309124" y="613874"/>
                      <a:pt x="1310076" y="617684"/>
                      <a:pt x="1311029" y="619589"/>
                    </a:cubicBezTo>
                    <a:lnTo>
                      <a:pt x="1326269" y="618636"/>
                    </a:lnTo>
                    <a:lnTo>
                      <a:pt x="1327221" y="619589"/>
                    </a:lnTo>
                    <a:lnTo>
                      <a:pt x="1436759" y="607206"/>
                    </a:lnTo>
                    <a:lnTo>
                      <a:pt x="1437711" y="608159"/>
                    </a:lnTo>
                    <a:lnTo>
                      <a:pt x="1558679" y="585299"/>
                    </a:lnTo>
                    <a:lnTo>
                      <a:pt x="1558679" y="585299"/>
                    </a:lnTo>
                    <a:lnTo>
                      <a:pt x="1615829" y="571011"/>
                    </a:lnTo>
                    <a:lnTo>
                      <a:pt x="1616781" y="571964"/>
                    </a:lnTo>
                    <a:lnTo>
                      <a:pt x="1709174" y="545294"/>
                    </a:lnTo>
                    <a:lnTo>
                      <a:pt x="1744416" y="533864"/>
                    </a:lnTo>
                    <a:cubicBezTo>
                      <a:pt x="1737749" y="524339"/>
                      <a:pt x="1731081" y="516719"/>
                      <a:pt x="1722509" y="511956"/>
                    </a:cubicBezTo>
                    <a:cubicBezTo>
                      <a:pt x="1713936" y="507194"/>
                      <a:pt x="1706316" y="506241"/>
                      <a:pt x="1699649" y="509099"/>
                    </a:cubicBezTo>
                    <a:cubicBezTo>
                      <a:pt x="1694886" y="511004"/>
                      <a:pt x="1691076" y="513861"/>
                      <a:pt x="1689171" y="519576"/>
                    </a:cubicBezTo>
                    <a:cubicBezTo>
                      <a:pt x="1687266" y="524339"/>
                      <a:pt x="1687266" y="530054"/>
                      <a:pt x="1689171" y="535769"/>
                    </a:cubicBezTo>
                    <a:cubicBezTo>
                      <a:pt x="1690124" y="537674"/>
                      <a:pt x="1691076" y="540531"/>
                      <a:pt x="1692981" y="542436"/>
                    </a:cubicBezTo>
                    <a:cubicBezTo>
                      <a:pt x="1694886" y="544341"/>
                      <a:pt x="1696791" y="546246"/>
                      <a:pt x="1699649" y="548151"/>
                    </a:cubicBezTo>
                    <a:lnTo>
                      <a:pt x="1692981" y="550056"/>
                    </a:lnTo>
                    <a:cubicBezTo>
                      <a:pt x="1689171" y="548151"/>
                      <a:pt x="1685361" y="544341"/>
                      <a:pt x="1682504" y="540531"/>
                    </a:cubicBezTo>
                    <a:cubicBezTo>
                      <a:pt x="1679646" y="535769"/>
                      <a:pt x="1676789" y="531959"/>
                      <a:pt x="1675836" y="527196"/>
                    </a:cubicBezTo>
                    <a:cubicBezTo>
                      <a:pt x="1672979" y="519576"/>
                      <a:pt x="1673931" y="512909"/>
                      <a:pt x="1676789" y="505289"/>
                    </a:cubicBezTo>
                    <a:cubicBezTo>
                      <a:pt x="1679646" y="498621"/>
                      <a:pt x="1685361" y="493859"/>
                      <a:pt x="1692029" y="491001"/>
                    </a:cubicBezTo>
                    <a:cubicBezTo>
                      <a:pt x="1701554" y="488144"/>
                      <a:pt x="1712031" y="490049"/>
                      <a:pt x="1722509" y="497669"/>
                    </a:cubicBezTo>
                    <a:cubicBezTo>
                      <a:pt x="1733939" y="505289"/>
                      <a:pt x="1743464" y="516719"/>
                      <a:pt x="1752036" y="531006"/>
                    </a:cubicBezTo>
                    <a:lnTo>
                      <a:pt x="1765371" y="526244"/>
                    </a:lnTo>
                    <a:lnTo>
                      <a:pt x="1766324" y="526244"/>
                    </a:lnTo>
                    <a:lnTo>
                      <a:pt x="1859669" y="491001"/>
                    </a:lnTo>
                    <a:lnTo>
                      <a:pt x="1859669" y="491001"/>
                    </a:lnTo>
                    <a:lnTo>
                      <a:pt x="1962539" y="445281"/>
                    </a:lnTo>
                    <a:lnTo>
                      <a:pt x="1977779" y="453854"/>
                    </a:lnTo>
                    <a:lnTo>
                      <a:pt x="1959681" y="462426"/>
                    </a:lnTo>
                    <a:lnTo>
                      <a:pt x="2002544" y="557676"/>
                    </a:lnTo>
                    <a:lnTo>
                      <a:pt x="1980636" y="554819"/>
                    </a:lnTo>
                    <a:lnTo>
                      <a:pt x="1964444" y="518624"/>
                    </a:lnTo>
                    <a:lnTo>
                      <a:pt x="1932059" y="532911"/>
                    </a:lnTo>
                    <a:lnTo>
                      <a:pt x="1933964" y="540531"/>
                    </a:lnTo>
                    <a:close/>
                    <a:moveTo>
                      <a:pt x="2038739" y="575774"/>
                    </a:moveTo>
                    <a:lnTo>
                      <a:pt x="2006354" y="565296"/>
                    </a:lnTo>
                    <a:cubicBezTo>
                      <a:pt x="2004449" y="564344"/>
                      <a:pt x="2001591" y="564344"/>
                      <a:pt x="1999686" y="563391"/>
                    </a:cubicBezTo>
                    <a:cubicBezTo>
                      <a:pt x="1997781" y="563391"/>
                      <a:pt x="1995876" y="563391"/>
                      <a:pt x="1994924" y="563391"/>
                    </a:cubicBezTo>
                    <a:cubicBezTo>
                      <a:pt x="1993971" y="564344"/>
                      <a:pt x="1992066" y="565296"/>
                      <a:pt x="1991114" y="566249"/>
                    </a:cubicBezTo>
                    <a:cubicBezTo>
                      <a:pt x="1990161" y="567201"/>
                      <a:pt x="1988256" y="570059"/>
                      <a:pt x="1986351" y="572916"/>
                    </a:cubicBezTo>
                    <a:lnTo>
                      <a:pt x="1974921" y="566249"/>
                    </a:lnTo>
                    <a:cubicBezTo>
                      <a:pt x="1976826" y="564344"/>
                      <a:pt x="1978731" y="561486"/>
                      <a:pt x="1980636" y="559581"/>
                    </a:cubicBezTo>
                    <a:cubicBezTo>
                      <a:pt x="1982541" y="557676"/>
                      <a:pt x="1984446" y="556724"/>
                      <a:pt x="1985399" y="555771"/>
                    </a:cubicBezTo>
                    <a:cubicBezTo>
                      <a:pt x="1987304" y="554819"/>
                      <a:pt x="1988256" y="554819"/>
                      <a:pt x="1989209" y="554819"/>
                    </a:cubicBezTo>
                    <a:cubicBezTo>
                      <a:pt x="1990161" y="554819"/>
                      <a:pt x="1992066" y="554819"/>
                      <a:pt x="1993971" y="555771"/>
                    </a:cubicBezTo>
                    <a:lnTo>
                      <a:pt x="2041596" y="569106"/>
                    </a:lnTo>
                    <a:lnTo>
                      <a:pt x="2038739" y="575774"/>
                    </a:lnTo>
                    <a:close/>
                    <a:moveTo>
                      <a:pt x="2137799" y="166199"/>
                    </a:moveTo>
                    <a:cubicBezTo>
                      <a:pt x="2145419" y="97619"/>
                      <a:pt x="2173041" y="21419"/>
                      <a:pt x="2254004" y="16656"/>
                    </a:cubicBezTo>
                    <a:cubicBezTo>
                      <a:pt x="2271149" y="16656"/>
                      <a:pt x="2273054" y="24276"/>
                      <a:pt x="2274006" y="26181"/>
                    </a:cubicBezTo>
                    <a:cubicBezTo>
                      <a:pt x="2278769" y="50946"/>
                      <a:pt x="2227334" y="115716"/>
                      <a:pt x="2137799" y="166199"/>
                    </a:cubicBezTo>
                    <a:close/>
                    <a:moveTo>
                      <a:pt x="2346396" y="591014"/>
                    </a:moveTo>
                    <a:cubicBezTo>
                      <a:pt x="2327346" y="553866"/>
                      <a:pt x="2289246" y="499574"/>
                      <a:pt x="2254956" y="497669"/>
                    </a:cubicBezTo>
                    <a:cubicBezTo>
                      <a:pt x="2246384" y="496716"/>
                      <a:pt x="2233049" y="499574"/>
                      <a:pt x="2222571" y="515766"/>
                    </a:cubicBezTo>
                    <a:cubicBezTo>
                      <a:pt x="2218761" y="522434"/>
                      <a:pt x="2214951" y="530054"/>
                      <a:pt x="2211141" y="537674"/>
                    </a:cubicBezTo>
                    <a:cubicBezTo>
                      <a:pt x="2207331" y="493859"/>
                      <a:pt x="2194949" y="451949"/>
                      <a:pt x="2181614" y="412896"/>
                    </a:cubicBezTo>
                    <a:cubicBezTo>
                      <a:pt x="2219714" y="397656"/>
                      <a:pt x="2254004" y="379559"/>
                      <a:pt x="2285436" y="358604"/>
                    </a:cubicBezTo>
                    <a:cubicBezTo>
                      <a:pt x="2293056" y="375749"/>
                      <a:pt x="2300676" y="391941"/>
                      <a:pt x="2309249" y="408134"/>
                    </a:cubicBezTo>
                    <a:cubicBezTo>
                      <a:pt x="2323536" y="435756"/>
                      <a:pt x="2338776" y="465284"/>
                      <a:pt x="2346396" y="496716"/>
                    </a:cubicBezTo>
                    <a:cubicBezTo>
                      <a:pt x="2350206" y="515766"/>
                      <a:pt x="2350206" y="568154"/>
                      <a:pt x="2346396" y="591014"/>
                    </a:cubicBez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  <a:defRPr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</a:endParaRPr>
              </a:p>
            </p:txBody>
          </p:sp>
        </p:grpSp>
      </p:grpSp>
      <p:cxnSp>
        <p:nvCxnSpPr>
          <p:cNvPr id="55528611" name="Google Shape;1587;p14"/>
          <p:cNvCxnSpPr/>
          <p:nvPr/>
        </p:nvCxnSpPr>
        <p:spPr bwMode="auto">
          <a:xfrm>
            <a:off x="1419285" y="472722"/>
            <a:ext cx="0" cy="708300"/>
          </a:xfrm>
          <a:prstGeom prst="straightConnector1">
            <a:avLst/>
          </a:prstGeom>
          <a:noFill/>
          <a:ln w="9525" cap="flat" cmpd="sng">
            <a:solidFill>
              <a:srgbClr val="B8114F"/>
            </a:solidFill>
            <a:prstDash val="solid"/>
            <a:miter lim="800000"/>
            <a:headEnd type="none" w="sm" len="sm"/>
            <a:tailEnd type="none" w="sm" len="sm"/>
          </a:ln>
        </p:spPr>
      </p:cxn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2_Blank" preserve="0" showMasterPhAnim="0" showMasterSp="1" userDrawn="1">
  <p:cSld name="2_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90778887" name="Google Shape;1688;p16"/>
          <p:cNvSpPr txBox="1">
            <a:spLocks noGrp="1"/>
          </p:cNvSpPr>
          <p:nvPr>
            <p:ph type="body" idx="1"/>
          </p:nvPr>
        </p:nvSpPr>
        <p:spPr bwMode="auto">
          <a:xfrm>
            <a:off x="1695450" y="1212369"/>
            <a:ext cx="10547400" cy="46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latin typeface="Calibri"/>
                <a:ea typeface="Calibri"/>
                <a:cs typeface="Calibri"/>
              </a:defRPr>
            </a:lvl1pPr>
            <a:lvl2pPr marL="91440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latin typeface="Calibri"/>
                <a:ea typeface="Calibri"/>
                <a:cs typeface="Calibri"/>
              </a:defRPr>
            </a:lvl2pPr>
            <a:lvl3pPr marL="137160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latin typeface="Calibri"/>
                <a:ea typeface="Calibri"/>
                <a:cs typeface="Calibri"/>
              </a:defRPr>
            </a:lvl3pPr>
            <a:lvl4pPr marL="182880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latin typeface="Calibri"/>
                <a:ea typeface="Calibri"/>
                <a:cs typeface="Calibri"/>
              </a:defRPr>
            </a:lvl4pPr>
            <a:lvl5pPr marL="228600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latin typeface="Calibri"/>
                <a:ea typeface="Calibri"/>
                <a:cs typeface="Calibri"/>
              </a:defRPr>
            </a:lvl5pPr>
            <a:lvl6pPr marL="274320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pPr>
              <a:defRPr/>
            </a:pPr>
            <a:endParaRPr/>
          </a:p>
        </p:txBody>
      </p:sp>
      <p:cxnSp>
        <p:nvCxnSpPr>
          <p:cNvPr id="1244024712" name="Google Shape;1689;p16"/>
          <p:cNvCxnSpPr/>
          <p:nvPr/>
        </p:nvCxnSpPr>
        <p:spPr bwMode="auto">
          <a:xfrm>
            <a:off x="1760217" y="1678783"/>
            <a:ext cx="10146600" cy="0"/>
          </a:xfrm>
          <a:prstGeom prst="straightConnector1">
            <a:avLst/>
          </a:prstGeom>
          <a:noFill/>
          <a:ln w="9525" cap="flat" cmpd="sng">
            <a:solidFill>
              <a:srgbClr val="B8114F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541630262" name="Google Shape;1690;p16"/>
          <p:cNvSpPr txBox="1">
            <a:spLocks noGrp="1"/>
          </p:cNvSpPr>
          <p:nvPr>
            <p:ph type="body" idx="2"/>
          </p:nvPr>
        </p:nvSpPr>
        <p:spPr bwMode="auto">
          <a:xfrm>
            <a:off x="1682750" y="757655"/>
            <a:ext cx="10560000" cy="57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8114F"/>
              </a:buClr>
              <a:buSzPts val="3600"/>
              <a:buNone/>
              <a:defRPr sz="3600">
                <a:solidFill>
                  <a:srgbClr val="B8114F"/>
                </a:solidFill>
                <a:latin typeface="Georgia"/>
                <a:ea typeface="Georgia"/>
                <a:cs typeface="Georgia"/>
              </a:defRPr>
            </a:lvl1pPr>
            <a:lvl2pPr marL="91440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/>
            </a:lvl2pPr>
            <a:lvl3pPr marL="137160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/>
            </a:lvl3pPr>
            <a:lvl4pPr marL="182880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4pPr>
            <a:lvl5pPr marL="228600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5pPr>
            <a:lvl6pPr marL="274320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345162500" name="Google Shape;1691;p16"/>
          <p:cNvSpPr>
            <a:spLocks noGrp="1"/>
          </p:cNvSpPr>
          <p:nvPr>
            <p:ph type="pic" idx="3"/>
          </p:nvPr>
        </p:nvSpPr>
        <p:spPr bwMode="auto">
          <a:xfrm>
            <a:off x="1760538" y="1857375"/>
            <a:ext cx="7259700" cy="3201900"/>
          </a:xfrm>
          <a:prstGeom prst="rect">
            <a:avLst/>
          </a:prstGeom>
          <a:solidFill>
            <a:schemeClr val="accent2"/>
          </a:solidFill>
          <a:ln w="9525" cap="flat" cmpd="sng">
            <a:solidFill>
              <a:schemeClr val="accent4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lang="en-IN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Custom Layout" preserve="0" showMasterPhAnim="0" showMasterSp="1" userDrawn="1">
  <p:cSld name="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4_Custom Layout" preserve="0" showMasterPhAnim="0" showMasterSp="1" userDrawn="1">
  <p:cSld name="5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25116396" name="Google Shape;1694;p18"/>
          <p:cNvPicPr/>
          <p:nvPr/>
        </p:nvPicPr>
        <p:blipFill rotWithShape="1">
          <a:blip r:embed="rId2"/>
          <a:stretch/>
        </p:blipFill>
        <p:spPr bwMode="auto">
          <a:xfrm>
            <a:off x="1" y="6705600"/>
            <a:ext cx="12218974" cy="153592"/>
          </a:xfrm>
          <a:prstGeom prst="rect">
            <a:avLst/>
          </a:prstGeom>
          <a:noFill/>
          <a:ln>
            <a:noFill/>
          </a:ln>
        </p:spPr>
      </p:pic>
      <p:sp>
        <p:nvSpPr>
          <p:cNvPr id="1076503362" name="Google Shape;1695;p18"/>
          <p:cNvSpPr txBox="1">
            <a:spLocks noGrp="1"/>
          </p:cNvSpPr>
          <p:nvPr>
            <p:ph type="title"/>
          </p:nvPr>
        </p:nvSpPr>
        <p:spPr bwMode="auto">
          <a:xfrm>
            <a:off x="1172437" y="414757"/>
            <a:ext cx="10515600" cy="42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60925" rIns="121900" bIns="60925" anchor="ctr" anchorCtr="0">
            <a:noAutofit/>
          </a:bodyPr>
          <a:lstStyle>
            <a:lvl1pPr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A4123F"/>
              </a:buClr>
              <a:buSzPts val="5300"/>
              <a:buFont typeface="Georgia"/>
              <a:buNone/>
              <a:defRPr sz="4000" b="0">
                <a:solidFill>
                  <a:srgbClr val="A4123F"/>
                </a:solidFill>
                <a:latin typeface="Georgia"/>
                <a:ea typeface="Georgia"/>
                <a:cs typeface="Georgia"/>
              </a:defRPr>
            </a:lvl1pPr>
            <a:lvl2pPr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900"/>
              <a:buNone/>
              <a:defRPr/>
            </a:lvl2pPr>
            <a:lvl3pPr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900"/>
              <a:buNone/>
              <a:defRPr/>
            </a:lvl3pPr>
            <a:lvl4pPr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900"/>
              <a:buNone/>
              <a:defRPr/>
            </a:lvl4pPr>
            <a:lvl5pPr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900"/>
              <a:buNone/>
              <a:defRPr/>
            </a:lvl5pPr>
            <a:lvl6pPr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900"/>
              <a:buNone/>
              <a:defRPr/>
            </a:lvl6pPr>
            <a:lvl7pPr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900"/>
              <a:buNone/>
              <a:defRPr/>
            </a:lvl7pPr>
            <a:lvl8pPr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900"/>
              <a:buNone/>
              <a:defRPr/>
            </a:lvl8pPr>
            <a:lvl9pPr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900"/>
              <a:buNone/>
              <a:defRPr/>
            </a:lvl9pPr>
          </a:lstStyle>
          <a:p>
            <a:pPr>
              <a:defRPr/>
            </a:pPr>
            <a:endParaRPr/>
          </a:p>
        </p:txBody>
      </p:sp>
      <p:cxnSp>
        <p:nvCxnSpPr>
          <p:cNvPr id="319707002" name="Google Shape;1696;p18"/>
          <p:cNvCxnSpPr/>
          <p:nvPr/>
        </p:nvCxnSpPr>
        <p:spPr bwMode="auto">
          <a:xfrm>
            <a:off x="419101" y="1257196"/>
            <a:ext cx="11049300" cy="0"/>
          </a:xfrm>
          <a:prstGeom prst="straightConnector1">
            <a:avLst/>
          </a:prstGeom>
          <a:noFill/>
          <a:ln w="9525" cap="flat" cmpd="sng">
            <a:solidFill>
              <a:srgbClr val="A4123F"/>
            </a:solidFill>
            <a:prstDash val="solid"/>
            <a:miter lim="800000"/>
            <a:headEnd type="none" w="sm" len="sm"/>
            <a:tailEnd type="none" w="sm" len="sm"/>
          </a:ln>
        </p:spPr>
      </p:cxnSp>
      <p:pic>
        <p:nvPicPr>
          <p:cNvPr id="1502074941" name="Google Shape;1697;p18"/>
          <p:cNvPicPr/>
          <p:nvPr/>
        </p:nvPicPr>
        <p:blipFill rotWithShape="1">
          <a:blip r:embed="rId3"/>
          <a:srcRect l="0" t="0" r="81454" b="8516"/>
          <a:stretch/>
        </p:blipFill>
        <p:spPr bwMode="auto">
          <a:xfrm>
            <a:off x="419101" y="414757"/>
            <a:ext cx="583354" cy="712277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522865766" name="Google Shape;1698;p18"/>
          <p:cNvCxnSpPr/>
          <p:nvPr/>
        </p:nvCxnSpPr>
        <p:spPr bwMode="auto">
          <a:xfrm>
            <a:off x="1126279" y="414756"/>
            <a:ext cx="0" cy="70320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2054618635" name="Google Shape;1699;p18"/>
          <p:cNvSpPr txBox="1">
            <a:spLocks noGrp="1"/>
          </p:cNvSpPr>
          <p:nvPr>
            <p:ph type="body" idx="1"/>
          </p:nvPr>
        </p:nvSpPr>
        <p:spPr bwMode="auto">
          <a:xfrm>
            <a:off x="1172438" y="812801"/>
            <a:ext cx="10515600" cy="44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60925" rIns="121900" bIns="60925" anchor="b" anchorCtr="0">
            <a:noAutofit/>
          </a:bodyPr>
          <a:lstStyle>
            <a:lvl1pPr marL="4572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None/>
              <a:defRPr sz="2400">
                <a:latin typeface="Georgia"/>
                <a:ea typeface="Georgia"/>
                <a:cs typeface="Georgia"/>
              </a:defRPr>
            </a:lvl1pPr>
            <a:lvl2pPr marL="91440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3200"/>
              <a:buNone/>
              <a:defRPr/>
            </a:lvl2pPr>
            <a:lvl3pPr marL="137160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700"/>
              <a:buNone/>
              <a:defRPr/>
            </a:lvl3pPr>
            <a:lvl4pPr marL="182880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/>
            </a:lvl4pPr>
            <a:lvl5pPr marL="228600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/>
            </a:lvl5pPr>
            <a:lvl6pPr marL="2743200" lvl="5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/>
            </a:lvl6pPr>
            <a:lvl7pPr marL="3200400" lvl="6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/>
            </a:lvl7pPr>
            <a:lvl8pPr marL="3657600" lvl="7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/>
            </a:lvl8pPr>
            <a:lvl9pPr marL="4114800" lvl="8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/>
            </a:lvl9pPr>
          </a:lstStyle>
          <a:p>
            <a:pPr>
              <a:defRPr/>
            </a:pPr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4_Custom Layout 1 1" preserve="0" showMasterPhAnim="0" showMasterSp="1" userDrawn="1">
  <p:cSld name="4_Custom Layout 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499517618" name="Google Shape;1717;p21"/>
          <p:cNvPicPr/>
          <p:nvPr/>
        </p:nvPicPr>
        <p:blipFill rotWithShape="1">
          <a:blip r:embed="rId2"/>
          <a:stretch/>
        </p:blipFill>
        <p:spPr bwMode="auto">
          <a:xfrm>
            <a:off x="1" y="6284784"/>
            <a:ext cx="12218981" cy="574407"/>
          </a:xfrm>
          <a:prstGeom prst="rect">
            <a:avLst/>
          </a:prstGeom>
          <a:noFill/>
          <a:ln>
            <a:noFill/>
          </a:ln>
        </p:spPr>
      </p:pic>
      <p:pic>
        <p:nvPicPr>
          <p:cNvPr id="1535993655" name="Google Shape;1718;p21"/>
          <p:cNvPicPr/>
          <p:nvPr/>
        </p:nvPicPr>
        <p:blipFill rotWithShape="1">
          <a:blip r:embed="rId3"/>
          <a:stretch/>
        </p:blipFill>
        <p:spPr bwMode="auto">
          <a:xfrm>
            <a:off x="10404389" y="6389103"/>
            <a:ext cx="1602539" cy="360290"/>
          </a:xfrm>
          <a:prstGeom prst="rect">
            <a:avLst/>
          </a:prstGeom>
          <a:noFill/>
          <a:ln>
            <a:noFill/>
          </a:ln>
        </p:spPr>
      </p:pic>
      <p:sp>
        <p:nvSpPr>
          <p:cNvPr id="990737388" name="Google Shape;1719;p21"/>
          <p:cNvSpPr txBox="1">
            <a:spLocks noGrp="1"/>
          </p:cNvSpPr>
          <p:nvPr>
            <p:ph type="sldNum" idx="12"/>
          </p:nvPr>
        </p:nvSpPr>
        <p:spPr bwMode="auto">
          <a:xfrm>
            <a:off x="190501" y="6381064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l" rtl="0">
              <a:spcBef>
                <a:spcPts val="0"/>
              </a:spcBef>
              <a:buClr>
                <a:schemeClr val="accent4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accent4"/>
                </a:solidFill>
                <a:latin typeface="Arial"/>
                <a:ea typeface="Arial"/>
                <a:cs typeface="Arial"/>
              </a:defRPr>
            </a:lvl1pPr>
            <a:lvl2pPr marL="0" lvl="1" indent="0" algn="l" rtl="0">
              <a:spcBef>
                <a:spcPts val="0"/>
              </a:spcBef>
              <a:buClr>
                <a:schemeClr val="accent4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accent4"/>
                </a:solidFill>
                <a:latin typeface="Arial"/>
                <a:ea typeface="Arial"/>
                <a:cs typeface="Arial"/>
              </a:defRPr>
            </a:lvl2pPr>
            <a:lvl3pPr marL="0" lvl="2" indent="0" algn="l" rtl="0">
              <a:spcBef>
                <a:spcPts val="0"/>
              </a:spcBef>
              <a:buClr>
                <a:schemeClr val="accent4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accent4"/>
                </a:solidFill>
                <a:latin typeface="Arial"/>
                <a:ea typeface="Arial"/>
                <a:cs typeface="Arial"/>
              </a:defRPr>
            </a:lvl3pPr>
            <a:lvl4pPr marL="0" lvl="3" indent="0" algn="l" rtl="0">
              <a:spcBef>
                <a:spcPts val="0"/>
              </a:spcBef>
              <a:buClr>
                <a:schemeClr val="accent4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accent4"/>
                </a:solidFill>
                <a:latin typeface="Arial"/>
                <a:ea typeface="Arial"/>
                <a:cs typeface="Arial"/>
              </a:defRPr>
            </a:lvl4pPr>
            <a:lvl5pPr marL="0" lvl="4" indent="0" algn="l" rtl="0">
              <a:spcBef>
                <a:spcPts val="0"/>
              </a:spcBef>
              <a:buClr>
                <a:schemeClr val="accent4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accent4"/>
                </a:solidFill>
                <a:latin typeface="Arial"/>
                <a:ea typeface="Arial"/>
                <a:cs typeface="Arial"/>
              </a:defRPr>
            </a:lvl5pPr>
            <a:lvl6pPr marL="0" lvl="5" indent="0" algn="l" rtl="0">
              <a:spcBef>
                <a:spcPts val="0"/>
              </a:spcBef>
              <a:buClr>
                <a:schemeClr val="accent4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accent4"/>
                </a:solidFill>
                <a:latin typeface="Arial"/>
                <a:ea typeface="Arial"/>
                <a:cs typeface="Arial"/>
              </a:defRPr>
            </a:lvl6pPr>
            <a:lvl7pPr marL="0" lvl="6" indent="0" algn="l" rtl="0">
              <a:spcBef>
                <a:spcPts val="0"/>
              </a:spcBef>
              <a:buClr>
                <a:schemeClr val="accent4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accent4"/>
                </a:solidFill>
                <a:latin typeface="Arial"/>
                <a:ea typeface="Arial"/>
                <a:cs typeface="Arial"/>
              </a:defRPr>
            </a:lvl7pPr>
            <a:lvl8pPr marL="0" lvl="7" indent="0" algn="l" rtl="0">
              <a:spcBef>
                <a:spcPts val="0"/>
              </a:spcBef>
              <a:buClr>
                <a:schemeClr val="accent4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accent4"/>
                </a:solidFill>
                <a:latin typeface="Arial"/>
                <a:ea typeface="Arial"/>
                <a:cs typeface="Arial"/>
              </a:defRPr>
            </a:lvl8pPr>
            <a:lvl9pPr marL="0" lvl="8" indent="0" algn="l" rtl="0">
              <a:spcBef>
                <a:spcPts val="0"/>
              </a:spcBef>
              <a:buClr>
                <a:schemeClr val="accent4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accent4"/>
                </a:solidFill>
                <a:latin typeface="Arial"/>
                <a:ea typeface="Arial"/>
                <a:cs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en-US"/>
              <a:t>‹#›</a:t>
            </a:fld>
            <a:endParaRPr lang="en-US"/>
          </a:p>
        </p:txBody>
      </p:sp>
      <p:sp>
        <p:nvSpPr>
          <p:cNvPr id="517666684" name="Google Shape;1720;p21"/>
          <p:cNvSpPr txBox="1">
            <a:spLocks noGrp="1"/>
          </p:cNvSpPr>
          <p:nvPr>
            <p:ph type="title"/>
          </p:nvPr>
        </p:nvSpPr>
        <p:spPr bwMode="auto">
          <a:xfrm>
            <a:off x="1248637" y="757654"/>
            <a:ext cx="10515600" cy="42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A4123F"/>
              </a:buClr>
              <a:buSzPts val="4000"/>
              <a:buFont typeface="Georgia"/>
              <a:buNone/>
              <a:defRPr sz="4000" b="0">
                <a:solidFill>
                  <a:srgbClr val="A4123F"/>
                </a:solidFill>
                <a:latin typeface="Georgia"/>
                <a:ea typeface="Georgia"/>
                <a:cs typeface="Georgia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cxnSp>
        <p:nvCxnSpPr>
          <p:cNvPr id="578695231" name="Google Shape;1721;p21"/>
          <p:cNvCxnSpPr/>
          <p:nvPr/>
        </p:nvCxnSpPr>
        <p:spPr bwMode="auto">
          <a:xfrm>
            <a:off x="495301" y="1600096"/>
            <a:ext cx="11049000" cy="0"/>
          </a:xfrm>
          <a:prstGeom prst="straightConnector1">
            <a:avLst/>
          </a:prstGeom>
          <a:noFill/>
          <a:ln w="9525" cap="flat" cmpd="sng">
            <a:solidFill>
              <a:srgbClr val="A4123F"/>
            </a:solidFill>
            <a:prstDash val="solid"/>
            <a:miter lim="800000"/>
            <a:headEnd type="none" w="sm" len="sm"/>
            <a:tailEnd type="none" w="sm" len="sm"/>
          </a:ln>
        </p:spPr>
      </p:cxnSp>
      <p:pic>
        <p:nvPicPr>
          <p:cNvPr id="801831056" name="Google Shape;1722;p21"/>
          <p:cNvPicPr/>
          <p:nvPr/>
        </p:nvPicPr>
        <p:blipFill rotWithShape="1">
          <a:blip r:embed="rId4"/>
          <a:srcRect l="0" t="0" r="81454" b="8525"/>
          <a:stretch/>
        </p:blipFill>
        <p:spPr bwMode="auto">
          <a:xfrm>
            <a:off x="495301" y="757657"/>
            <a:ext cx="583356" cy="712277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232129335" name="Google Shape;1723;p21"/>
          <p:cNvCxnSpPr/>
          <p:nvPr/>
        </p:nvCxnSpPr>
        <p:spPr bwMode="auto">
          <a:xfrm>
            <a:off x="1202479" y="757655"/>
            <a:ext cx="0" cy="70350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</p:cxn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Custom Layout 1" preserve="0" showMasterPhAnim="0" showMasterSp="1" userDrawn="1">
  <p:cSld name="Custom Layout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69804045" name="Google Shape;1725;p22"/>
          <p:cNvPicPr/>
          <p:nvPr/>
        </p:nvPicPr>
        <p:blipFill rotWithShape="1">
          <a:blip r:embed="rId2"/>
          <a:stretch/>
        </p:blipFill>
        <p:spPr bwMode="auto">
          <a:xfrm>
            <a:off x="0" y="0"/>
            <a:ext cx="12192000" cy="6873413"/>
          </a:xfrm>
          <a:prstGeom prst="rect">
            <a:avLst/>
          </a:prstGeom>
          <a:noFill/>
          <a:ln>
            <a:noFill/>
          </a:ln>
        </p:spPr>
      </p:pic>
      <p:sp>
        <p:nvSpPr>
          <p:cNvPr id="1829675062" name="Google Shape;1726;p22"/>
          <p:cNvSpPr txBox="1">
            <a:spLocks noGrp="1"/>
          </p:cNvSpPr>
          <p:nvPr>
            <p:ph type="dt" idx="10"/>
          </p:nvPr>
        </p:nvSpPr>
        <p:spPr bwMode="auto">
          <a:xfrm>
            <a:off x="8382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 sz="1200">
                <a:solidFill>
                  <a:srgbClr val="888888"/>
                </a:solidFill>
              </a:defRPr>
            </a:lvl1pPr>
            <a:lvl2pPr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586573423" name="Google Shape;1727;p22"/>
          <p:cNvSpPr txBox="1">
            <a:spLocks noGrp="1"/>
          </p:cNvSpPr>
          <p:nvPr>
            <p:ph type="ftr" idx="11"/>
          </p:nvPr>
        </p:nvSpPr>
        <p:spPr bwMode="auto">
          <a:xfrm>
            <a:off x="4038600" y="6356350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 sz="1200">
                <a:solidFill>
                  <a:srgbClr val="888888"/>
                </a:solidFill>
              </a:defRPr>
            </a:lvl1pPr>
            <a:lvl2pPr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pPr>
              <a:defRPr/>
            </a:pPr>
            <a:endParaRPr/>
          </a:p>
        </p:txBody>
      </p:sp>
      <p:cxnSp>
        <p:nvCxnSpPr>
          <p:cNvPr id="1801155188" name="Google Shape;1729;p22"/>
          <p:cNvCxnSpPr/>
          <p:nvPr/>
        </p:nvCxnSpPr>
        <p:spPr bwMode="auto">
          <a:xfrm>
            <a:off x="2462213" y="3143250"/>
            <a:ext cx="7267500" cy="0"/>
          </a:xfrm>
          <a:prstGeom prst="straightConnector1">
            <a:avLst/>
          </a:prstGeom>
          <a:noFill/>
          <a:ln w="9525" cap="flat" cmpd="sng">
            <a:solidFill>
              <a:schemeClr val="accent4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232492974" name="Google Shape;1730;p22"/>
          <p:cNvSpPr txBox="1">
            <a:spLocks noGrp="1"/>
          </p:cNvSpPr>
          <p:nvPr>
            <p:ph type="ctrTitle"/>
          </p:nvPr>
        </p:nvSpPr>
        <p:spPr bwMode="auto">
          <a:xfrm>
            <a:off x="0" y="3143293"/>
            <a:ext cx="12192000" cy="77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Font typeface="Georgia"/>
              <a:buNone/>
              <a:defRPr sz="4000" b="0">
                <a:solidFill>
                  <a:schemeClr val="lt1"/>
                </a:solidFill>
                <a:latin typeface="Georgia"/>
                <a:ea typeface="Georgia"/>
                <a:cs typeface="Georgia"/>
              </a:defRPr>
            </a:lvl1pPr>
            <a:lvl2pPr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1683495942" name="Google Shape;1731;p22"/>
          <p:cNvSpPr txBox="1">
            <a:spLocks noGrp="1"/>
          </p:cNvSpPr>
          <p:nvPr>
            <p:ph type="subTitle" idx="1"/>
          </p:nvPr>
        </p:nvSpPr>
        <p:spPr bwMode="auto">
          <a:xfrm>
            <a:off x="0" y="3858604"/>
            <a:ext cx="12192000" cy="44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4"/>
              </a:buClr>
              <a:buSzPts val="2400"/>
              <a:buNone/>
              <a:defRPr sz="2400">
                <a:solidFill>
                  <a:schemeClr val="accent4"/>
                </a:solidFill>
              </a:defRPr>
            </a:lvl1pPr>
            <a:lvl2pPr lvl="1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pPr>
              <a:defRPr/>
            </a:pPr>
            <a:endParaRPr/>
          </a:p>
        </p:txBody>
      </p:sp>
      <p:pic>
        <p:nvPicPr>
          <p:cNvPr id="1233172150" name="Google Shape;1732;p22"/>
          <p:cNvPicPr/>
          <p:nvPr/>
        </p:nvPicPr>
        <p:blipFill rotWithShape="1">
          <a:blip r:embed="rId3"/>
          <a:stretch/>
        </p:blipFill>
        <p:spPr bwMode="auto">
          <a:xfrm>
            <a:off x="4187040" y="1902157"/>
            <a:ext cx="3817920" cy="858362"/>
          </a:xfrm>
          <a:prstGeom prst="rect">
            <a:avLst/>
          </a:prstGeom>
          <a:noFill/>
          <a:ln>
            <a:noFill/>
          </a:ln>
        </p:spPr>
      </p:pic>
      <p:sp>
        <p:nvSpPr>
          <p:cNvPr id="719941720" name="Google Shape;1733;p22"/>
          <p:cNvSpPr txBox="1"/>
          <p:nvPr/>
        </p:nvSpPr>
        <p:spPr bwMode="auto">
          <a:xfrm>
            <a:off x="0" y="6533916"/>
            <a:ext cx="121920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100"/>
              <a:buFont typeface="Arial"/>
              <a:buNone/>
              <a:defRPr/>
            </a:pPr>
            <a:r>
              <a:rPr lang="en-US" sz="1100" b="0" i="0" u="none" strike="noStrike" cap="none">
                <a:solidFill>
                  <a:schemeClr val="accent4"/>
                </a:solidFill>
                <a:latin typeface="Arial"/>
                <a:ea typeface="Arial"/>
                <a:cs typeface="Arial"/>
              </a:rPr>
              <a:t>AMARAVATI | AMRITAPURI | BENGALURU |</a:t>
            </a:r>
            <a:r>
              <a:rPr lang="en-US" sz="1100" b="1" i="0" u="none" strike="noStrike" cap="none">
                <a:solidFill>
                  <a:schemeClr val="bg1"/>
                </a:solidFill>
                <a:latin typeface="Arial"/>
                <a:ea typeface="Arial"/>
                <a:cs typeface="Arial"/>
              </a:rPr>
              <a:t> CHENNAI</a:t>
            </a:r>
            <a:r>
              <a:rPr lang="en-US" sz="1100" b="0" i="0" u="none" strike="noStrike" cap="none">
                <a:solidFill>
                  <a:schemeClr val="accent4"/>
                </a:solidFill>
                <a:latin typeface="Arial"/>
                <a:ea typeface="Arial"/>
                <a:cs typeface="Arial"/>
              </a:rPr>
              <a:t> | COIMBATORE | FARIDABAD | KOCHI | MYSURU | NAGARCOIL</a:t>
            </a:r>
            <a:endParaRPr sz="1100" b="0" i="0" u="none" strike="noStrike" cap="none">
              <a:solidFill>
                <a:schemeClr val="accent4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52783939" name="Content Placeholder 2"/>
          <p:cNvSpPr>
            <a:spLocks noGrp="1"/>
          </p:cNvSpPr>
          <p:nvPr>
            <p:ph sz="quarter" idx="13"/>
          </p:nvPr>
        </p:nvSpPr>
        <p:spPr bwMode="auto">
          <a:xfrm>
            <a:off x="13931900" y="2760663"/>
            <a:ext cx="914400" cy="914400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IN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7_Custom Layout" preserve="0" showMasterPhAnim="0" showMasterSp="1" userDrawn="1">
  <p:cSld name="8_Custom Layout">
    <p:bg>
      <p:bgPr shadeToTitle="0">
        <a:solidFill>
          <a:schemeClr val="bg1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87661484" name="Google Shape;1737;p23"/>
          <p:cNvSpPr txBox="1">
            <a:spLocks noGrp="1"/>
          </p:cNvSpPr>
          <p:nvPr>
            <p:ph type="sldNum" idx="12"/>
          </p:nvPr>
        </p:nvSpPr>
        <p:spPr bwMode="auto">
          <a:xfrm>
            <a:off x="190501" y="6381064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accent4"/>
                </a:solidFill>
                <a:latin typeface="Arial"/>
                <a:ea typeface="Arial"/>
                <a:cs typeface="Arial"/>
              </a:defRPr>
            </a:lvl1pPr>
            <a:lvl2pPr marL="0" marR="0" lvl="1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accent4"/>
                </a:solidFill>
                <a:latin typeface="Arial"/>
                <a:ea typeface="Arial"/>
                <a:cs typeface="Arial"/>
              </a:defRPr>
            </a:lvl2pPr>
            <a:lvl3pPr marL="0" marR="0" lvl="2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accent4"/>
                </a:solidFill>
                <a:latin typeface="Arial"/>
                <a:ea typeface="Arial"/>
                <a:cs typeface="Arial"/>
              </a:defRPr>
            </a:lvl3pPr>
            <a:lvl4pPr marL="0" marR="0" lvl="3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accent4"/>
                </a:solidFill>
                <a:latin typeface="Arial"/>
                <a:ea typeface="Arial"/>
                <a:cs typeface="Arial"/>
              </a:defRPr>
            </a:lvl4pPr>
            <a:lvl5pPr marL="0" marR="0" lvl="4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accent4"/>
                </a:solidFill>
                <a:latin typeface="Arial"/>
                <a:ea typeface="Arial"/>
                <a:cs typeface="Arial"/>
              </a:defRPr>
            </a:lvl5pPr>
            <a:lvl6pPr marL="0" marR="0" lvl="5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accent4"/>
                </a:solidFill>
                <a:latin typeface="Arial"/>
                <a:ea typeface="Arial"/>
                <a:cs typeface="Arial"/>
              </a:defRPr>
            </a:lvl6pPr>
            <a:lvl7pPr marL="0" marR="0" lvl="6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accent4"/>
                </a:solidFill>
                <a:latin typeface="Arial"/>
                <a:ea typeface="Arial"/>
                <a:cs typeface="Arial"/>
              </a:defRPr>
            </a:lvl7pPr>
            <a:lvl8pPr marL="0" marR="0" lvl="7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accent4"/>
                </a:solidFill>
                <a:latin typeface="Arial"/>
                <a:ea typeface="Arial"/>
                <a:cs typeface="Arial"/>
              </a:defRPr>
            </a:lvl8pPr>
            <a:lvl9pPr marL="0" marR="0" lvl="8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accent4"/>
                </a:solidFill>
                <a:latin typeface="Arial"/>
                <a:ea typeface="Arial"/>
                <a:cs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en-US"/>
              <a:t>‹#›</a:t>
            </a:fld>
            <a:endParaRPr lang="en-US"/>
          </a:p>
        </p:txBody>
      </p:sp>
      <p:sp>
        <p:nvSpPr>
          <p:cNvPr id="968797567" name="Google Shape;1738;p23"/>
          <p:cNvSpPr txBox="1">
            <a:spLocks noGrp="1"/>
          </p:cNvSpPr>
          <p:nvPr>
            <p:ph type="title"/>
          </p:nvPr>
        </p:nvSpPr>
        <p:spPr bwMode="auto">
          <a:xfrm>
            <a:off x="1248636" y="180603"/>
            <a:ext cx="10515600" cy="42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A4123F"/>
              </a:buClr>
              <a:buSzPts val="4000"/>
              <a:buFont typeface="Georgia"/>
              <a:buNone/>
              <a:defRPr sz="4000" b="0">
                <a:solidFill>
                  <a:srgbClr val="A4123F"/>
                </a:solidFill>
                <a:latin typeface="Georgia"/>
                <a:ea typeface="Georgia"/>
                <a:cs typeface="Georgia"/>
              </a:defRPr>
            </a:lvl1pPr>
            <a:lvl2pPr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cxnSp>
        <p:nvCxnSpPr>
          <p:cNvPr id="1902502236" name="Google Shape;1739;p23"/>
          <p:cNvCxnSpPr/>
          <p:nvPr/>
        </p:nvCxnSpPr>
        <p:spPr bwMode="auto">
          <a:xfrm>
            <a:off x="495300" y="1129577"/>
            <a:ext cx="11049000" cy="0"/>
          </a:xfrm>
          <a:prstGeom prst="straightConnector1">
            <a:avLst/>
          </a:prstGeom>
          <a:noFill/>
          <a:ln w="9525" cap="flat" cmpd="sng">
            <a:solidFill>
              <a:srgbClr val="A4123F"/>
            </a:solidFill>
            <a:prstDash val="solid"/>
            <a:miter lim="800000"/>
            <a:headEnd type="none" w="sm" len="sm"/>
            <a:tailEnd type="none" w="sm" len="sm"/>
          </a:ln>
        </p:spPr>
      </p:cxnSp>
      <p:pic>
        <p:nvPicPr>
          <p:cNvPr id="1669000069" name="Google Shape;1740;p23"/>
          <p:cNvPicPr/>
          <p:nvPr/>
        </p:nvPicPr>
        <p:blipFill rotWithShape="1">
          <a:blip r:embed="rId2">
            <a:duotone>
              <a:prstClr val="black"/>
              <a:srgbClr val="A4123F">
                <a:tint val="45000"/>
                <a:satMod val="400000"/>
              </a:srgbClr>
            </a:duotone>
          </a:blip>
          <a:srcRect l="0" t="0" r="81454" b="8516"/>
          <a:stretch/>
        </p:blipFill>
        <p:spPr bwMode="auto">
          <a:xfrm>
            <a:off x="495300" y="176714"/>
            <a:ext cx="583354" cy="712277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016393010" name="Google Shape;1741;p23"/>
          <p:cNvCxnSpPr/>
          <p:nvPr/>
        </p:nvCxnSpPr>
        <p:spPr bwMode="auto">
          <a:xfrm>
            <a:off x="1149212" y="181160"/>
            <a:ext cx="0" cy="70350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56007847" name="Google Shape;1742;p23"/>
          <p:cNvSpPr txBox="1">
            <a:spLocks noGrp="1"/>
          </p:cNvSpPr>
          <p:nvPr>
            <p:ph type="body" idx="1"/>
          </p:nvPr>
        </p:nvSpPr>
        <p:spPr bwMode="auto">
          <a:xfrm>
            <a:off x="1248636" y="605283"/>
            <a:ext cx="10515600" cy="44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latin typeface="Arial"/>
                <a:ea typeface="Arial"/>
                <a:cs typeface="Arial"/>
              </a:defRPr>
            </a:lvl1pPr>
            <a:lvl2pPr marL="91440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/>
            </a:lvl2pPr>
            <a:lvl3pPr marL="137160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/>
            </a:lvl3pPr>
            <a:lvl4pPr marL="182880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4pPr>
            <a:lvl5pPr marL="228600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5pPr>
            <a:lvl6pPr marL="274320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1703803493" name="Google Shape;1743;p23"/>
          <p:cNvSpPr txBox="1">
            <a:spLocks noGrp="1"/>
          </p:cNvSpPr>
          <p:nvPr>
            <p:ph type="body" idx="2"/>
          </p:nvPr>
        </p:nvSpPr>
        <p:spPr bwMode="auto">
          <a:xfrm>
            <a:off x="495301" y="2402014"/>
            <a:ext cx="5485500" cy="186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7F7F7F"/>
              </a:buClr>
              <a:buSzPts val="1800"/>
              <a:buNone/>
              <a:defRPr sz="1800">
                <a:solidFill>
                  <a:srgbClr val="7F7F7F"/>
                </a:solidFill>
                <a:latin typeface="Georgia"/>
                <a:ea typeface="Georgia"/>
                <a:cs typeface="Georgia"/>
              </a:defRPr>
            </a:lvl1pPr>
            <a:lvl2pPr marL="91440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/>
            </a:lvl2pPr>
            <a:lvl3pPr marL="137160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/>
            </a:lvl3pPr>
            <a:lvl4pPr marL="182880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4pPr>
            <a:lvl5pPr marL="228600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5pPr>
            <a:lvl6pPr marL="274320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pPr>
              <a:defRPr/>
            </a:pPr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7_Custom Layout" preserve="1" showMasterPhAnim="0" showMasterSp="1" userDrawn="1">
  <p:cSld name="8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397389817" name="Google Shape;1735;p23"/>
          <p:cNvPicPr/>
          <p:nvPr userDrawn="1"/>
        </p:nvPicPr>
        <p:blipFill rotWithShape="1">
          <a:blip r:embed="rId2"/>
          <a:stretch/>
        </p:blipFill>
        <p:spPr bwMode="auto">
          <a:xfrm>
            <a:off x="1" y="6284781"/>
            <a:ext cx="12192000" cy="574407"/>
          </a:xfrm>
          <a:prstGeom prst="rect">
            <a:avLst/>
          </a:prstGeom>
          <a:noFill/>
          <a:ln>
            <a:noFill/>
          </a:ln>
        </p:spPr>
      </p:pic>
      <p:pic>
        <p:nvPicPr>
          <p:cNvPr id="906354623" name="Google Shape;1736;p23"/>
          <p:cNvPicPr/>
          <p:nvPr userDrawn="1"/>
        </p:nvPicPr>
        <p:blipFill rotWithShape="1">
          <a:blip r:embed="rId3"/>
          <a:stretch/>
        </p:blipFill>
        <p:spPr bwMode="auto">
          <a:xfrm>
            <a:off x="10404388" y="6389101"/>
            <a:ext cx="1602539" cy="360290"/>
          </a:xfrm>
          <a:prstGeom prst="rect">
            <a:avLst/>
          </a:prstGeom>
          <a:noFill/>
          <a:ln>
            <a:noFill/>
          </a:ln>
        </p:spPr>
      </p:pic>
      <p:sp>
        <p:nvSpPr>
          <p:cNvPr id="341702498" name="Google Shape;1737;p23"/>
          <p:cNvSpPr txBox="1">
            <a:spLocks noGrp="1"/>
          </p:cNvSpPr>
          <p:nvPr>
            <p:ph type="sldNum" idx="12"/>
          </p:nvPr>
        </p:nvSpPr>
        <p:spPr bwMode="auto">
          <a:xfrm>
            <a:off x="190501" y="6381064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accent4"/>
                </a:solidFill>
                <a:latin typeface="Arial"/>
                <a:ea typeface="Arial"/>
                <a:cs typeface="Arial"/>
              </a:defRPr>
            </a:lvl1pPr>
            <a:lvl2pPr marL="0" marR="0" lvl="1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accent4"/>
                </a:solidFill>
                <a:latin typeface="Arial"/>
                <a:ea typeface="Arial"/>
                <a:cs typeface="Arial"/>
              </a:defRPr>
            </a:lvl2pPr>
            <a:lvl3pPr marL="0" marR="0" lvl="2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accent4"/>
                </a:solidFill>
                <a:latin typeface="Arial"/>
                <a:ea typeface="Arial"/>
                <a:cs typeface="Arial"/>
              </a:defRPr>
            </a:lvl3pPr>
            <a:lvl4pPr marL="0" marR="0" lvl="3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accent4"/>
                </a:solidFill>
                <a:latin typeface="Arial"/>
                <a:ea typeface="Arial"/>
                <a:cs typeface="Arial"/>
              </a:defRPr>
            </a:lvl4pPr>
            <a:lvl5pPr marL="0" marR="0" lvl="4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accent4"/>
                </a:solidFill>
                <a:latin typeface="Arial"/>
                <a:ea typeface="Arial"/>
                <a:cs typeface="Arial"/>
              </a:defRPr>
            </a:lvl5pPr>
            <a:lvl6pPr marL="0" marR="0" lvl="5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accent4"/>
                </a:solidFill>
                <a:latin typeface="Arial"/>
                <a:ea typeface="Arial"/>
                <a:cs typeface="Arial"/>
              </a:defRPr>
            </a:lvl6pPr>
            <a:lvl7pPr marL="0" marR="0" lvl="6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accent4"/>
                </a:solidFill>
                <a:latin typeface="Arial"/>
                <a:ea typeface="Arial"/>
                <a:cs typeface="Arial"/>
              </a:defRPr>
            </a:lvl7pPr>
            <a:lvl8pPr marL="0" marR="0" lvl="7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accent4"/>
                </a:solidFill>
                <a:latin typeface="Arial"/>
                <a:ea typeface="Arial"/>
                <a:cs typeface="Arial"/>
              </a:defRPr>
            </a:lvl8pPr>
            <a:lvl9pPr marL="0" marR="0" lvl="8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accent4"/>
                </a:solidFill>
                <a:latin typeface="Arial"/>
                <a:ea typeface="Arial"/>
                <a:cs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en-US"/>
              <a:t>‹#›</a:t>
            </a:fld>
            <a:endParaRPr lang="en-US"/>
          </a:p>
        </p:txBody>
      </p:sp>
      <p:sp>
        <p:nvSpPr>
          <p:cNvPr id="1478616830" name="Google Shape;1738;p23"/>
          <p:cNvSpPr txBox="1">
            <a:spLocks noGrp="1"/>
          </p:cNvSpPr>
          <p:nvPr>
            <p:ph type="title"/>
          </p:nvPr>
        </p:nvSpPr>
        <p:spPr bwMode="auto">
          <a:xfrm>
            <a:off x="1248636" y="180603"/>
            <a:ext cx="10515600" cy="42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A4123F"/>
              </a:buClr>
              <a:buSzPts val="4000"/>
              <a:buFont typeface="Georgia"/>
              <a:buNone/>
              <a:defRPr sz="4000" b="0">
                <a:solidFill>
                  <a:srgbClr val="A4123F"/>
                </a:solidFill>
                <a:latin typeface="Georgia"/>
                <a:ea typeface="Georgia"/>
                <a:cs typeface="Georgia"/>
              </a:defRPr>
            </a:lvl1pPr>
            <a:lvl2pPr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cxnSp>
        <p:nvCxnSpPr>
          <p:cNvPr id="1806404927" name="Google Shape;1739;p23"/>
          <p:cNvCxnSpPr/>
          <p:nvPr/>
        </p:nvCxnSpPr>
        <p:spPr bwMode="auto">
          <a:xfrm>
            <a:off x="495300" y="1129577"/>
            <a:ext cx="11049000" cy="0"/>
          </a:xfrm>
          <a:prstGeom prst="straightConnector1">
            <a:avLst/>
          </a:prstGeom>
          <a:noFill/>
          <a:ln w="9525" cap="flat" cmpd="sng">
            <a:solidFill>
              <a:srgbClr val="A4123F"/>
            </a:solidFill>
            <a:prstDash val="solid"/>
            <a:miter lim="800000"/>
            <a:headEnd type="none" w="sm" len="sm"/>
            <a:tailEnd type="none" w="sm" len="sm"/>
          </a:ln>
        </p:spPr>
      </p:cxnSp>
      <p:pic>
        <p:nvPicPr>
          <p:cNvPr id="1651968812" name="Google Shape;1740;p23"/>
          <p:cNvPicPr/>
          <p:nvPr/>
        </p:nvPicPr>
        <p:blipFill rotWithShape="1">
          <a:blip r:embed="rId4">
            <a:duotone>
              <a:prstClr val="black"/>
              <a:srgbClr val="B90F50">
                <a:tint val="45000"/>
                <a:satMod val="400000"/>
              </a:srgbClr>
            </a:duotone>
          </a:blip>
          <a:srcRect l="0" t="0" r="81454" b="8516"/>
          <a:stretch/>
        </p:blipFill>
        <p:spPr bwMode="auto">
          <a:xfrm>
            <a:off x="495300" y="176714"/>
            <a:ext cx="583354" cy="712277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745864305" name="Google Shape;1741;p23"/>
          <p:cNvCxnSpPr/>
          <p:nvPr/>
        </p:nvCxnSpPr>
        <p:spPr bwMode="auto">
          <a:xfrm>
            <a:off x="1149212" y="181160"/>
            <a:ext cx="0" cy="70350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2075580547" name="Google Shape;1742;p23"/>
          <p:cNvSpPr txBox="1">
            <a:spLocks noGrp="1"/>
          </p:cNvSpPr>
          <p:nvPr>
            <p:ph type="body" idx="1"/>
          </p:nvPr>
        </p:nvSpPr>
        <p:spPr bwMode="auto">
          <a:xfrm>
            <a:off x="1248636" y="605283"/>
            <a:ext cx="10515600" cy="44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latin typeface="Arial"/>
                <a:ea typeface="Arial"/>
                <a:cs typeface="Arial"/>
              </a:defRPr>
            </a:lvl1pPr>
            <a:lvl2pPr marL="91440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/>
            </a:lvl2pPr>
            <a:lvl3pPr marL="137160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/>
            </a:lvl3pPr>
            <a:lvl4pPr marL="182880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4pPr>
            <a:lvl5pPr marL="228600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5pPr>
            <a:lvl6pPr marL="274320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1155172847" name="Google Shape;1743;p23"/>
          <p:cNvSpPr txBox="1">
            <a:spLocks noGrp="1"/>
          </p:cNvSpPr>
          <p:nvPr>
            <p:ph type="body" idx="2"/>
          </p:nvPr>
        </p:nvSpPr>
        <p:spPr bwMode="auto">
          <a:xfrm>
            <a:off x="495301" y="2402014"/>
            <a:ext cx="5485500" cy="186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7F7F7F"/>
              </a:buClr>
              <a:buSzPts val="1800"/>
              <a:buNone/>
              <a:defRPr sz="1800">
                <a:solidFill>
                  <a:srgbClr val="7F7F7F"/>
                </a:solidFill>
                <a:latin typeface="Georgia"/>
                <a:ea typeface="Georgia"/>
                <a:cs typeface="Georgia"/>
              </a:defRPr>
            </a:lvl1pPr>
            <a:lvl2pPr marL="91440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/>
            </a:lvl2pPr>
            <a:lvl3pPr marL="137160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/>
            </a:lvl3pPr>
            <a:lvl4pPr marL="182880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4pPr>
            <a:lvl5pPr marL="228600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5pPr>
            <a:lvl6pPr marL="274320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pPr>
              <a:defRPr/>
            </a:pPr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1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14894602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51858057" name="Date Placeholder 2"/>
          <p:cNvSpPr>
            <a:spLocks noGrp="1"/>
          </p:cNvSpPr>
          <p:nvPr>
            <p:ph type="dt" idx="10"/>
          </p:nvPr>
        </p:nvSpPr>
        <p:spPr bwMode="auto"/>
        <p:txBody>
          <a:bodyPr/>
          <a:lstStyle/>
          <a:p>
            <a:pPr>
              <a:defRPr/>
            </a:pPr>
            <a:endParaRPr lang="en-IN"/>
          </a:p>
        </p:txBody>
      </p:sp>
      <p:sp>
        <p:nvSpPr>
          <p:cNvPr id="1614233264" name="Footer Placeholder 3"/>
          <p:cNvSpPr>
            <a:spLocks noGrp="1"/>
          </p:cNvSpPr>
          <p:nvPr>
            <p:ph type="ftr" idx="11"/>
          </p:nvPr>
        </p:nvSpPr>
        <p:spPr bwMode="auto"/>
        <p:txBody>
          <a:bodyPr/>
          <a:lstStyle/>
          <a:p>
            <a:pPr>
              <a:defRPr/>
            </a:pPr>
            <a:endParaRPr lang="en-IN"/>
          </a:p>
        </p:txBody>
      </p:sp>
      <p:sp>
        <p:nvSpPr>
          <p:cNvPr id="1063129401" name="Slide Number Placeholder 4"/>
          <p:cNvSpPr>
            <a:spLocks noGrp="1"/>
          </p:cNvSpPr>
          <p:nvPr>
            <p:ph type="sldNum" idx="12"/>
          </p:nvPr>
        </p:nvSpPr>
        <p:spPr bwMode="auto"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97503124" name="Title 1"/>
          <p:cNvSpPr>
            <a:spLocks noGrp="1"/>
          </p:cNvSpPr>
          <p:nvPr>
            <p:ph type="ctrTitle"/>
          </p:nvPr>
        </p:nvSpPr>
        <p:spPr bwMode="auto"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>
              <a:defRPr/>
            </a:pPr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1900174053" name="Subtitle 2"/>
          <p:cNvSpPr>
            <a:spLocks noGrp="1"/>
          </p:cNvSpPr>
          <p:nvPr>
            <p:ph type="subTitle" idx="1"/>
          </p:nvPr>
        </p:nvSpPr>
        <p:spPr bwMode="auto"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>
              <a:defRPr/>
            </a:pPr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67456903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505670086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020248185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7EA74584-AED1-004A-B0DC-7F055AB9AD69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0648726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1584096429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 lang="en-GB"/>
              <a:t>Click to edit Master text styles</a:t>
            </a:r>
            <a:endParaRPr/>
          </a:p>
          <a:p>
            <a:pPr lvl="1">
              <a:defRPr/>
            </a:pPr>
            <a:r>
              <a:rPr lang="en-GB"/>
              <a:t>Second level</a:t>
            </a:r>
            <a:endParaRPr/>
          </a:p>
          <a:p>
            <a:pPr lvl="2">
              <a:defRPr/>
            </a:pPr>
            <a:r>
              <a:rPr lang="en-GB"/>
              <a:t>Third level</a:t>
            </a:r>
            <a:endParaRPr/>
          </a:p>
          <a:p>
            <a:pPr lvl="3">
              <a:defRPr/>
            </a:pPr>
            <a:r>
              <a:rPr lang="en-GB"/>
              <a:t>Fourth level</a:t>
            </a:r>
            <a:endParaRPr/>
          </a:p>
          <a:p>
            <a:pPr lvl="4">
              <a:defRPr/>
            </a:pPr>
            <a:r>
              <a:rPr lang="en-GB"/>
              <a:t>Fifth level</a:t>
            </a:r>
            <a:endParaRPr lang="en-US"/>
          </a:p>
        </p:txBody>
      </p:sp>
      <p:sp>
        <p:nvSpPr>
          <p:cNvPr id="617796754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347440542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2119954616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7EA74584-AED1-004A-B0DC-7F055AB9AD69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secHead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18470978" name="Title 1"/>
          <p:cNvSpPr>
            <a:spLocks noGrp="1"/>
          </p:cNvSpPr>
          <p:nvPr>
            <p:ph type="title"/>
          </p:nvPr>
        </p:nvSpPr>
        <p:spPr bwMode="auto"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pPr>
              <a:defRPr/>
            </a:pPr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1619308361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en-GB"/>
              <a:t>Click to edit Master text styles</a:t>
            </a:r>
            <a:endParaRPr/>
          </a:p>
        </p:txBody>
      </p:sp>
      <p:sp>
        <p:nvSpPr>
          <p:cNvPr id="2097106706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349237486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902971483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7EA74584-AED1-004A-B0DC-7F055AB9AD69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Obj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03233032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14570195" name="Content Placeholder 2"/>
          <p:cNvSpPr>
            <a:spLocks noGrp="1"/>
          </p:cNvSpPr>
          <p:nvPr>
            <p:ph sz="half" idx="1"/>
          </p:nvPr>
        </p:nvSpPr>
        <p:spPr bwMode="auto">
          <a:xfrm>
            <a:off x="838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en-GB"/>
              <a:t>Click to edit Master text styles</a:t>
            </a:r>
            <a:endParaRPr/>
          </a:p>
          <a:p>
            <a:pPr lvl="1">
              <a:defRPr/>
            </a:pPr>
            <a:r>
              <a:rPr lang="en-GB"/>
              <a:t>Second level</a:t>
            </a:r>
            <a:endParaRPr/>
          </a:p>
          <a:p>
            <a:pPr lvl="2">
              <a:defRPr/>
            </a:pPr>
            <a:r>
              <a:rPr lang="en-GB"/>
              <a:t>Third level</a:t>
            </a:r>
            <a:endParaRPr/>
          </a:p>
          <a:p>
            <a:pPr lvl="3">
              <a:defRPr/>
            </a:pPr>
            <a:r>
              <a:rPr lang="en-GB"/>
              <a:t>Fourth level</a:t>
            </a:r>
            <a:endParaRPr/>
          </a:p>
          <a:p>
            <a:pPr lvl="4">
              <a:defRPr/>
            </a:pPr>
            <a:r>
              <a:rPr lang="en-GB"/>
              <a:t>Fifth level</a:t>
            </a:r>
            <a:endParaRPr lang="en-US"/>
          </a:p>
        </p:txBody>
      </p:sp>
      <p:sp>
        <p:nvSpPr>
          <p:cNvPr id="1734715852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6172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en-GB"/>
              <a:t>Click to edit Master text styles</a:t>
            </a:r>
            <a:endParaRPr/>
          </a:p>
          <a:p>
            <a:pPr lvl="1">
              <a:defRPr/>
            </a:pPr>
            <a:r>
              <a:rPr lang="en-GB"/>
              <a:t>Second level</a:t>
            </a:r>
            <a:endParaRPr/>
          </a:p>
          <a:p>
            <a:pPr lvl="2">
              <a:defRPr/>
            </a:pPr>
            <a:r>
              <a:rPr lang="en-GB"/>
              <a:t>Third level</a:t>
            </a:r>
            <a:endParaRPr/>
          </a:p>
          <a:p>
            <a:pPr lvl="3">
              <a:defRPr/>
            </a:pPr>
            <a:r>
              <a:rPr lang="en-GB"/>
              <a:t>Fourth level</a:t>
            </a:r>
            <a:endParaRPr/>
          </a:p>
          <a:p>
            <a:pPr lvl="4">
              <a:defRPr/>
            </a:pPr>
            <a:r>
              <a:rPr lang="en-GB"/>
              <a:t>Fifth level</a:t>
            </a:r>
            <a:endParaRPr lang="en-US"/>
          </a:p>
        </p:txBody>
      </p:sp>
      <p:sp>
        <p:nvSpPr>
          <p:cNvPr id="2126856099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425967038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570754313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7EA74584-AED1-004A-B0DC-7F055AB9AD69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TxTwoObj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09221380" name="Title 1"/>
          <p:cNvSpPr>
            <a:spLocks noGrp="1"/>
          </p:cNvSpPr>
          <p:nvPr>
            <p:ph type="title"/>
          </p:nvPr>
        </p:nvSpPr>
        <p:spPr bwMode="auto">
          <a:xfrm>
            <a:off x="839788" y="365125"/>
            <a:ext cx="10515600" cy="1325563"/>
          </a:xfrm>
        </p:spPr>
        <p:txBody>
          <a:bodyPr/>
          <a:lstStyle/>
          <a:p>
            <a:pPr>
              <a:defRPr/>
            </a:pPr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237446835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GB"/>
              <a:t>Click to edit Master text styles</a:t>
            </a:r>
            <a:endParaRPr/>
          </a:p>
        </p:txBody>
      </p:sp>
      <p:sp>
        <p:nvSpPr>
          <p:cNvPr id="1423154514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839788" y="2505074"/>
            <a:ext cx="5157787" cy="3684588"/>
          </a:xfrm>
        </p:spPr>
        <p:txBody>
          <a:bodyPr/>
          <a:lstStyle/>
          <a:p>
            <a:pPr lvl="0">
              <a:defRPr/>
            </a:pPr>
            <a:r>
              <a:rPr lang="en-GB"/>
              <a:t>Click to edit Master text styles</a:t>
            </a:r>
            <a:endParaRPr/>
          </a:p>
          <a:p>
            <a:pPr lvl="1">
              <a:defRPr/>
            </a:pPr>
            <a:r>
              <a:rPr lang="en-GB"/>
              <a:t>Second level</a:t>
            </a:r>
            <a:endParaRPr/>
          </a:p>
          <a:p>
            <a:pPr lvl="2">
              <a:defRPr/>
            </a:pPr>
            <a:r>
              <a:rPr lang="en-GB"/>
              <a:t>Third level</a:t>
            </a:r>
            <a:endParaRPr/>
          </a:p>
          <a:p>
            <a:pPr lvl="3">
              <a:defRPr/>
            </a:pPr>
            <a:r>
              <a:rPr lang="en-GB"/>
              <a:t>Fourth level</a:t>
            </a:r>
            <a:endParaRPr/>
          </a:p>
          <a:p>
            <a:pPr lvl="4">
              <a:defRPr/>
            </a:pPr>
            <a:r>
              <a:rPr lang="en-GB"/>
              <a:t>Fifth level</a:t>
            </a:r>
            <a:endParaRPr lang="en-US"/>
          </a:p>
        </p:txBody>
      </p:sp>
      <p:sp>
        <p:nvSpPr>
          <p:cNvPr id="947298905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GB"/>
              <a:t>Click to edit Master text styles</a:t>
            </a:r>
            <a:endParaRPr/>
          </a:p>
        </p:txBody>
      </p:sp>
      <p:sp>
        <p:nvSpPr>
          <p:cNvPr id="1702663410" name="Content Placeholder 5"/>
          <p:cNvSpPr>
            <a:spLocks noGrp="1"/>
          </p:cNvSpPr>
          <p:nvPr>
            <p:ph sz="quarter" idx="4"/>
          </p:nvPr>
        </p:nvSpPr>
        <p:spPr bwMode="auto">
          <a:xfrm>
            <a:off x="6172200" y="2505074"/>
            <a:ext cx="5183188" cy="3684588"/>
          </a:xfrm>
        </p:spPr>
        <p:txBody>
          <a:bodyPr/>
          <a:lstStyle/>
          <a:p>
            <a:pPr lvl="0">
              <a:defRPr/>
            </a:pPr>
            <a:r>
              <a:rPr lang="en-GB"/>
              <a:t>Click to edit Master text styles</a:t>
            </a:r>
            <a:endParaRPr/>
          </a:p>
          <a:p>
            <a:pPr lvl="1">
              <a:defRPr/>
            </a:pPr>
            <a:r>
              <a:rPr lang="en-GB"/>
              <a:t>Second level</a:t>
            </a:r>
            <a:endParaRPr/>
          </a:p>
          <a:p>
            <a:pPr lvl="2">
              <a:defRPr/>
            </a:pPr>
            <a:r>
              <a:rPr lang="en-GB"/>
              <a:t>Third level</a:t>
            </a:r>
            <a:endParaRPr/>
          </a:p>
          <a:p>
            <a:pPr lvl="3">
              <a:defRPr/>
            </a:pPr>
            <a:r>
              <a:rPr lang="en-GB"/>
              <a:t>Fourth level</a:t>
            </a:r>
            <a:endParaRPr/>
          </a:p>
          <a:p>
            <a:pPr lvl="4">
              <a:defRPr/>
            </a:pPr>
            <a:r>
              <a:rPr lang="en-GB"/>
              <a:t>Fifth level</a:t>
            </a:r>
            <a:endParaRPr lang="en-US"/>
          </a:p>
        </p:txBody>
      </p:sp>
      <p:sp>
        <p:nvSpPr>
          <p:cNvPr id="1488080676" name="Date Placehold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367021886" name="Footer Placehold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460355282" name="Slide Number Placehold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7EA74584-AED1-004A-B0DC-7F055AB9AD69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Only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67555284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849118761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636262588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986082121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7EA74584-AED1-004A-B0DC-7F055AB9AD69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95338867" name="Date Placeholder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73721867" name="Footer Placeholder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86473343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7EA74584-AED1-004A-B0DC-7F055AB9AD69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61958158" name="Title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1289683009" name="Content Placeholder 2"/>
          <p:cNvSpPr>
            <a:spLocks noGrp="1"/>
          </p:cNvSpPr>
          <p:nvPr>
            <p:ph idx="1"/>
          </p:nvPr>
        </p:nvSpPr>
        <p:spPr bwMode="auto"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 lang="en-GB"/>
              <a:t>Click to edit Master text styles</a:t>
            </a:r>
            <a:endParaRPr/>
          </a:p>
          <a:p>
            <a:pPr lvl="1">
              <a:defRPr/>
            </a:pPr>
            <a:r>
              <a:rPr lang="en-GB"/>
              <a:t>Second level</a:t>
            </a:r>
            <a:endParaRPr/>
          </a:p>
          <a:p>
            <a:pPr lvl="2">
              <a:defRPr/>
            </a:pPr>
            <a:r>
              <a:rPr lang="en-GB"/>
              <a:t>Third level</a:t>
            </a:r>
            <a:endParaRPr/>
          </a:p>
          <a:p>
            <a:pPr lvl="3">
              <a:defRPr/>
            </a:pPr>
            <a:r>
              <a:rPr lang="en-GB"/>
              <a:t>Fourth level</a:t>
            </a:r>
            <a:endParaRPr/>
          </a:p>
          <a:p>
            <a:pPr lvl="4">
              <a:defRPr/>
            </a:pPr>
            <a:r>
              <a:rPr lang="en-GB"/>
              <a:t>Fifth level</a:t>
            </a:r>
            <a:endParaRPr lang="en-US"/>
          </a:p>
        </p:txBody>
      </p:sp>
      <p:sp>
        <p:nvSpPr>
          <p:cNvPr id="375667350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en-GB"/>
              <a:t>Click to edit Master text styles</a:t>
            </a:r>
            <a:endParaRPr/>
          </a:p>
        </p:txBody>
      </p:sp>
      <p:sp>
        <p:nvSpPr>
          <p:cNvPr id="369494142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794291133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86609809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7EA74584-AED1-004A-B0DC-7F055AB9AD69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picTx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60918952" name="Title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2122622137" name="Picture Placeholder 2"/>
          <p:cNvSpPr>
            <a:spLocks noGrp="1"/>
          </p:cNvSpPr>
          <p:nvPr>
            <p:ph type="pic" idx="1"/>
          </p:nvPr>
        </p:nvSpPr>
        <p:spPr bwMode="auto"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endParaRPr lang="en-US"/>
          </a:p>
        </p:txBody>
      </p:sp>
      <p:sp>
        <p:nvSpPr>
          <p:cNvPr id="731878493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en-GB"/>
              <a:t>Click to edit Master text styles</a:t>
            </a:r>
            <a:endParaRPr/>
          </a:p>
        </p:txBody>
      </p:sp>
      <p:sp>
        <p:nvSpPr>
          <p:cNvPr id="954276560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49563251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2117492455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7EA74584-AED1-004A-B0DC-7F055AB9AD69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x" userDrawn="1">
  <p:cSld name="Title and Vertical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3785334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28949231" name="Vertical Text Placehold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 lang="en-GB"/>
              <a:t>Click to edit Master text styles</a:t>
            </a:r>
            <a:endParaRPr/>
          </a:p>
          <a:p>
            <a:pPr lvl="1">
              <a:defRPr/>
            </a:pPr>
            <a:r>
              <a:rPr lang="en-GB"/>
              <a:t>Second level</a:t>
            </a:r>
            <a:endParaRPr/>
          </a:p>
          <a:p>
            <a:pPr lvl="2">
              <a:defRPr/>
            </a:pPr>
            <a:r>
              <a:rPr lang="en-GB"/>
              <a:t>Third level</a:t>
            </a:r>
            <a:endParaRPr/>
          </a:p>
          <a:p>
            <a:pPr lvl="3">
              <a:defRPr/>
            </a:pPr>
            <a:r>
              <a:rPr lang="en-GB"/>
              <a:t>Fourth level</a:t>
            </a:r>
            <a:endParaRPr/>
          </a:p>
          <a:p>
            <a:pPr lvl="4">
              <a:defRPr/>
            </a:pPr>
            <a:r>
              <a:rPr lang="en-GB"/>
              <a:t>Fifth level</a:t>
            </a:r>
            <a:endParaRPr lang="en-US"/>
          </a:p>
        </p:txBody>
      </p:sp>
      <p:sp>
        <p:nvSpPr>
          <p:cNvPr id="10647792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53503927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389155008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7EA74584-AED1-004A-B0DC-7F055AB9AD69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itleAndTx" userDrawn="1">
  <p:cSld name="Vertical Title an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09697715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8724900" y="365125"/>
            <a:ext cx="2628900" cy="5811838"/>
          </a:xfrm>
        </p:spPr>
        <p:txBody>
          <a:bodyPr vert="eaVert"/>
          <a:lstStyle/>
          <a:p>
            <a:pPr>
              <a:defRPr/>
            </a:pPr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495736814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838200" y="365125"/>
            <a:ext cx="7734300" cy="5811838"/>
          </a:xfrm>
        </p:spPr>
        <p:txBody>
          <a:bodyPr vert="eaVert"/>
          <a:lstStyle/>
          <a:p>
            <a:pPr lvl="0">
              <a:defRPr/>
            </a:pPr>
            <a:r>
              <a:rPr lang="en-GB"/>
              <a:t>Click to edit Master text styles</a:t>
            </a:r>
            <a:endParaRPr/>
          </a:p>
          <a:p>
            <a:pPr lvl="1">
              <a:defRPr/>
            </a:pPr>
            <a:r>
              <a:rPr lang="en-GB"/>
              <a:t>Second level</a:t>
            </a:r>
            <a:endParaRPr/>
          </a:p>
          <a:p>
            <a:pPr lvl="2">
              <a:defRPr/>
            </a:pPr>
            <a:r>
              <a:rPr lang="en-GB"/>
              <a:t>Third level</a:t>
            </a:r>
            <a:endParaRPr/>
          </a:p>
          <a:p>
            <a:pPr lvl="3">
              <a:defRPr/>
            </a:pPr>
            <a:r>
              <a:rPr lang="en-GB"/>
              <a:t>Fourth level</a:t>
            </a:r>
            <a:endParaRPr/>
          </a:p>
          <a:p>
            <a:pPr lvl="4">
              <a:defRPr/>
            </a:pPr>
            <a:r>
              <a:rPr lang="en-GB"/>
              <a:t>Fifth level</a:t>
            </a:r>
            <a:endParaRPr lang="en-US"/>
          </a:p>
        </p:txBody>
      </p:sp>
      <p:sp>
        <p:nvSpPr>
          <p:cNvPr id="440599312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972277932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68427082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7EA74584-AED1-004A-B0DC-7F055AB9AD69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theme" Target="../theme/theme1.xml"/></Relationships>
</file>

<file path=ppt/slideMasters/_rels/slideMaster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slideLayout" Target="../slideLayouts/slideLayout18.xml"/><Relationship Id="rId3" Type="http://schemas.openxmlformats.org/officeDocument/2006/relationships/slideLayout" Target="../slideLayouts/slideLayout19.xml"/><Relationship Id="rId4" Type="http://schemas.openxmlformats.org/officeDocument/2006/relationships/slideLayout" Target="../slideLayouts/slideLayout20.xml"/><Relationship Id="rId5" Type="http://schemas.openxmlformats.org/officeDocument/2006/relationships/slideLayout" Target="../slideLayouts/slideLayout21.xml"/><Relationship Id="rId6" Type="http://schemas.openxmlformats.org/officeDocument/2006/relationships/slideLayout" Target="../slideLayouts/slideLayout22.xml"/><Relationship Id="rId7" Type="http://schemas.openxmlformats.org/officeDocument/2006/relationships/slideLayout" Target="../slideLayouts/slideLayout23.xml"/><Relationship Id="rId8" Type="http://schemas.openxmlformats.org/officeDocument/2006/relationships/slideLayout" Target="../slideLayouts/slideLayout24.xml"/><Relationship Id="rId9" Type="http://schemas.openxmlformats.org/officeDocument/2006/relationships/slideLayout" Target="../slideLayouts/slideLayout25.xml"/><Relationship Id="rId10" Type="http://schemas.openxmlformats.org/officeDocument/2006/relationships/slideLayout" Target="../slideLayouts/slideLayout26.xml"/><Relationship Id="rId11" Type="http://schemas.openxmlformats.org/officeDocument/2006/relationships/slideLayout" Target="../slideLayouts/slideLayout27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Pr shadeToTitle="0">
        <a:solidFill>
          <a:schemeClr val="lt1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02955198" name="Google Shape;10;p1"/>
          <p:cNvSpPr txBox="1">
            <a:spLocks noGrp="1"/>
          </p:cNvSpPr>
          <p:nvPr>
            <p:ph type="title"/>
          </p:nvPr>
        </p:nvSpPr>
        <p:spPr bwMode="auto">
          <a:xfrm>
            <a:off x="838200" y="36512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/>
            </a:pPr>
            <a:endParaRPr/>
          </a:p>
        </p:txBody>
      </p:sp>
      <p:sp>
        <p:nvSpPr>
          <p:cNvPr id="1699934174" name="Google Shape;11;p1"/>
          <p:cNvSpPr txBox="1">
            <a:spLocks noGrp="1"/>
          </p:cNvSpPr>
          <p:nvPr>
            <p:ph type="body" idx="1"/>
          </p:nvPr>
        </p:nvSpPr>
        <p:spPr bwMode="auto">
          <a:xfrm>
            <a:off x="838200" y="1825625"/>
            <a:ext cx="10515600" cy="435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9pPr>
          </a:lstStyle>
          <a:p>
            <a:pPr>
              <a:defRPr/>
            </a:pPr>
            <a:endParaRPr/>
          </a:p>
        </p:txBody>
      </p:sp>
      <p:sp>
        <p:nvSpPr>
          <p:cNvPr id="309375030" name="Google Shape;12;p1"/>
          <p:cNvSpPr txBox="1">
            <a:spLocks noGrp="1"/>
          </p:cNvSpPr>
          <p:nvPr>
            <p:ph type="dt" idx="10"/>
          </p:nvPr>
        </p:nvSpPr>
        <p:spPr bwMode="auto">
          <a:xfrm>
            <a:off x="8382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9pPr>
          </a:lstStyle>
          <a:p>
            <a:pPr>
              <a:defRPr/>
            </a:pPr>
            <a:endParaRPr/>
          </a:p>
        </p:txBody>
      </p:sp>
      <p:sp>
        <p:nvSpPr>
          <p:cNvPr id="194640411" name="Google Shape;13;p1"/>
          <p:cNvSpPr txBox="1">
            <a:spLocks noGrp="1"/>
          </p:cNvSpPr>
          <p:nvPr>
            <p:ph type="ftr" idx="11"/>
          </p:nvPr>
        </p:nvSpPr>
        <p:spPr bwMode="auto">
          <a:xfrm>
            <a:off x="4038600" y="6356350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9pPr>
          </a:lstStyle>
          <a:p>
            <a:pPr>
              <a:defRPr/>
            </a:pPr>
            <a:endParaRPr/>
          </a:p>
        </p:txBody>
      </p:sp>
      <p:sp>
        <p:nvSpPr>
          <p:cNvPr id="134537942" name="Google Shape;14;p1"/>
          <p:cNvSpPr txBox="1">
            <a:spLocks noGrp="1"/>
          </p:cNvSpPr>
          <p:nvPr>
            <p:ph type="sldNum" idx="12"/>
          </p:nvPr>
        </p:nvSpPr>
        <p:spPr bwMode="auto">
          <a:xfrm>
            <a:off x="86106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en-US"/>
              <a:t>‹#›</a:t>
            </a:fld>
            <a:endParaRPr lang="en-US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</p:sldLayoutIdLst>
  <p:hf dt="0" ftr="0" hdr="0" sldNum="1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1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42713818" name="Title Placeholder 1"/>
          <p:cNvSpPr>
            <a:spLocks noGrp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493401695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en-GB"/>
              <a:t>Click to edit Master text styles</a:t>
            </a:r>
            <a:endParaRPr/>
          </a:p>
          <a:p>
            <a:pPr lvl="1">
              <a:defRPr/>
            </a:pPr>
            <a:r>
              <a:rPr lang="en-GB"/>
              <a:t>Second level</a:t>
            </a:r>
            <a:endParaRPr/>
          </a:p>
          <a:p>
            <a:pPr lvl="2">
              <a:defRPr/>
            </a:pPr>
            <a:r>
              <a:rPr lang="en-GB"/>
              <a:t>Third level</a:t>
            </a:r>
            <a:endParaRPr/>
          </a:p>
          <a:p>
            <a:pPr lvl="3">
              <a:defRPr/>
            </a:pPr>
            <a:r>
              <a:rPr lang="en-GB"/>
              <a:t>Fourth level</a:t>
            </a:r>
            <a:endParaRPr/>
          </a:p>
          <a:p>
            <a:pPr lvl="4">
              <a:defRPr/>
            </a:pPr>
            <a:r>
              <a:rPr lang="en-GB"/>
              <a:t>Fifth level</a:t>
            </a:r>
            <a:endParaRPr lang="en-US"/>
          </a:p>
        </p:txBody>
      </p:sp>
      <p:sp>
        <p:nvSpPr>
          <p:cNvPr id="785741495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16303571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32928355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pPr>
              <a:defRPr/>
            </a:pPr>
            <a:fld id="{7EA74584-AED1-004A-B0DC-7F055AB9AD69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6" r:id="rId1"/>
    <p:sldLayoutId id="2147483667" r:id="rId2"/>
    <p:sldLayoutId id="2147483668" r:id="rId3"/>
    <p:sldLayoutId id="2147483669" r:id="rId4"/>
    <p:sldLayoutId id="2147483670" r:id="rId5"/>
    <p:sldLayoutId id="2147483671" r:id="rId6"/>
    <p:sldLayoutId id="2147483672" r:id="rId7"/>
    <p:sldLayoutId id="2147483673" r:id="rId8"/>
    <p:sldLayoutId id="2147483674" r:id="rId9"/>
    <p:sldLayoutId id="2147483675" r:id="rId10"/>
    <p:sldLayoutId id="2147483676" r:id="rId11"/>
  </p:sldLayoutIdLst>
  <p:hf dt="0" ftr="0" hdr="0" sldNum="1"/>
  <p:txStyles>
    <p:titleStyle>
      <a:lvl1pPr algn="l" defTabSz="914400" rtl="0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>
        <a:lnSpc>
          <a:spcPct val="90000"/>
        </a:lnSpc>
        <a:spcBef>
          <a:spcPts val="1000"/>
        </a:spcBef>
        <a:buFont typeface="Arial"/>
        <a:buChar char="•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.png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8.png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Relationship Id="rId4" Type="http://schemas.openxmlformats.org/officeDocument/2006/relationships/image" Target="../media/image9.png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9.png"/><Relationship Id="rId7" Type="http://schemas.openxmlformats.org/officeDocument/2006/relationships/image" Target="../media/image12.png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.png"/><Relationship Id="rId4" Type="http://schemas.openxmlformats.org/officeDocument/2006/relationships/image" Target="../media/image13.png"/><Relationship Id="rId5" Type="http://schemas.openxmlformats.org/officeDocument/2006/relationships/image" Target="../media/image9.png"/><Relationship Id="rId6" Type="http://schemas.openxmlformats.org/officeDocument/2006/relationships/image" Target="../media/image14.png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/Relationships>
</file>

<file path=ppt/slides/_rels/slide1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Relationship Id="rId4" Type="http://schemas.openxmlformats.org/officeDocument/2006/relationships/hyperlink" Target="https://github.com/Subhash-777/MedSentry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chemeClr val="lt1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05537801" name="Title 1"/>
          <p:cNvSpPr>
            <a:spLocks noGrp="1"/>
          </p:cNvSpPr>
          <p:nvPr>
            <p:ph type="ctrTitle"/>
          </p:nvPr>
        </p:nvSpPr>
        <p:spPr bwMode="auto">
          <a:xfrm>
            <a:off x="-75" y="3191830"/>
            <a:ext cx="12192000" cy="1128048"/>
          </a:xfrm>
        </p:spPr>
        <p:txBody>
          <a:bodyPr/>
          <a:lstStyle/>
          <a:p>
            <a:pPr algn="ctr">
              <a:defRPr/>
            </a:pPr>
            <a:r>
              <a:rPr sz="3100" b="1" i="0">
                <a:solidFill>
                  <a:srgbClr val="FFFFFF"/>
                </a:solidFill>
                <a:latin typeface="Times New Roman"/>
              </a:rPr>
              <a:t>FULL STACK DEVELOPMENT</a:t>
            </a:r>
            <a:endParaRPr/>
          </a:p>
        </p:txBody>
      </p:sp>
      <p:sp>
        <p:nvSpPr>
          <p:cNvPr id="2018518169" name="Subtitle 2"/>
          <p:cNvSpPr>
            <a:spLocks noGrp="1"/>
          </p:cNvSpPr>
          <p:nvPr>
            <p:ph type="subTitle" idx="1"/>
          </p:nvPr>
        </p:nvSpPr>
        <p:spPr bwMode="auto">
          <a:xfrm>
            <a:off x="-107220" y="4489704"/>
            <a:ext cx="12192000" cy="603504"/>
          </a:xfrm>
        </p:spPr>
        <p:txBody>
          <a:bodyPr anchor="ctr"/>
          <a:lstStyle/>
          <a:p>
            <a:pPr algn="ctr">
              <a:defRPr/>
            </a:pPr>
            <a:r>
              <a:rPr sz="1450" b="1" i="0">
                <a:solidFill>
                  <a:srgbClr val="FFFFFF"/>
                </a:solidFill>
                <a:latin typeface="Times New Roman"/>
              </a:rPr>
              <a:t>Department of Computer Science &amp; Engineering (AI)</a:t>
            </a:r>
            <a:endParaRPr lang="en-IN" sz="1400" b="1">
              <a:solidFill>
                <a:schemeClr val="bg1"/>
              </a:solidFill>
              <a:latin typeface="Times New Roman"/>
              <a:ea typeface="Cambria"/>
              <a:cs typeface="Times New Roman"/>
            </a:endParaRPr>
          </a:p>
          <a:p>
            <a:pPr algn="ctr">
              <a:defRPr/>
            </a:pPr>
            <a:r>
              <a:rPr sz="1350" b="0" i="0">
                <a:solidFill>
                  <a:srgbClr val="E6B84A"/>
                </a:solidFill>
                <a:latin typeface="Times New Roman"/>
              </a:rPr>
              <a:t>Amrita School of Computing  |  Chennai Campus</a:t>
            </a:r>
            <a:endParaRPr/>
          </a:p>
        </p:txBody>
      </p:sp>
      <p:cxnSp>
        <p:nvCxnSpPr>
          <p:cNvPr id="635465308" name="Google Shape;1729;p22"/>
          <p:cNvCxnSpPr/>
          <p:nvPr/>
        </p:nvCxnSpPr>
        <p:spPr bwMode="auto">
          <a:xfrm>
            <a:off x="2462213" y="4425783"/>
            <a:ext cx="7267500" cy="0"/>
          </a:xfrm>
          <a:prstGeom prst="straightConnector1">
            <a:avLst/>
          </a:prstGeom>
          <a:noFill/>
          <a:ln w="9525" cap="flat" cmpd="sng">
            <a:solidFill>
              <a:schemeClr val="accent4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654237011" name="TextBox 6"/>
          <p:cNvSpPr txBox="1"/>
          <p:nvPr/>
        </p:nvSpPr>
        <p:spPr bwMode="auto">
          <a:xfrm>
            <a:off x="6239435" y="1116106"/>
            <a:ext cx="18473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defRPr/>
            </a:pPr>
            <a:endParaRPr lang="en-US"/>
          </a:p>
        </p:txBody>
      </p:sp>
      <p:sp>
        <p:nvSpPr>
          <p:cNvPr id="1499329241" name="Text Box 10"/>
          <p:cNvSpPr txBox="1"/>
          <p:nvPr/>
        </p:nvSpPr>
        <p:spPr bwMode="auto">
          <a:xfrm>
            <a:off x="3856990" y="1707515"/>
            <a:ext cx="4064000" cy="306705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>
              <a:defRPr/>
            </a:pPr>
            <a:r>
              <a:rPr sz="1300" b="1" i="0">
                <a:solidFill>
                  <a:srgbClr val="E6B84A"/>
                </a:solidFill>
                <a:latin typeface="Times New Roman"/>
              </a:rPr>
              <a:t>COURSE PROJECT  •  FULL STACK DEVELOPMENT</a:t>
            </a:r>
            <a:endParaRPr lang="en-US"/>
          </a:p>
        </p:txBody>
      </p:sp>
      <p:pic>
        <p:nvPicPr>
          <p:cNvPr id="1940312920" name="Picture 11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3670935" y="348615"/>
            <a:ext cx="4635500" cy="1358900"/>
          </a:xfrm>
          <a:prstGeom prst="rect">
            <a:avLst/>
          </a:prstGeom>
        </p:spPr>
      </p:pic>
      <p:pic>
        <p:nvPicPr>
          <p:cNvPr id="384940395" name="Picture 12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>
            <a:off x="3246120" y="1692275"/>
            <a:ext cx="5743575" cy="1359535"/>
          </a:xfrm>
          <a:prstGeom prst="rect">
            <a:avLst/>
          </a:prstGeom>
        </p:spPr>
      </p:pic>
      <p:sp>
        <p:nvSpPr>
          <p:cNvPr id="2031848481" name="Text Box 14"/>
          <p:cNvSpPr txBox="1"/>
          <p:nvPr/>
        </p:nvSpPr>
        <p:spPr bwMode="auto">
          <a:xfrm>
            <a:off x="114891" y="5165725"/>
            <a:ext cx="6096000" cy="1077218"/>
          </a:xfrm>
          <a:prstGeom prst="rect">
            <a:avLst/>
          </a:prstGeom>
          <a:noFill/>
        </p:spPr>
        <p:txBody>
          <a:bodyPr wrap="square" lIns="146304" tIns="45720" rIns="91440" bIns="45720" rtlCol="0" anchor="t">
            <a:spAutoFit/>
          </a:bodyPr>
          <a:lstStyle/>
          <a:p>
            <a:pPr>
              <a:defRPr/>
            </a:pPr>
            <a:r>
              <a:rPr sz="1550" b="1" i="0">
                <a:solidFill>
                  <a:srgbClr val="FFFFFF"/>
                </a:solidFill>
                <a:latin typeface="Times New Roman"/>
              </a:rPr>
              <a:t>TEAM MEMBERS  |  BATCH ID: 01</a:t>
            </a:r>
            <a:endParaRPr/>
          </a:p>
          <a:p>
            <a:pPr>
              <a:defRPr/>
            </a:pPr>
            <a:r>
              <a:rPr sz="1500" b="1" i="0">
                <a:solidFill>
                  <a:srgbClr val="FFFFFF"/>
                </a:solidFill>
                <a:latin typeface="Times New Roman"/>
              </a:rPr>
              <a:t>N Bhargav  —  CH.SC.U4CSE23037</a:t>
            </a:r>
            <a:endParaRPr/>
          </a:p>
          <a:p>
            <a:pPr>
              <a:defRPr/>
            </a:pPr>
            <a:r>
              <a:rPr sz="1500" b="1" i="0">
                <a:solidFill>
                  <a:srgbClr val="FFFFFF"/>
                </a:solidFill>
                <a:latin typeface="Times New Roman"/>
              </a:rPr>
              <a:t>Subhash R  —  CH.SC.U4CSE23055</a:t>
            </a:r>
            <a:endParaRPr/>
          </a:p>
        </p:txBody>
      </p:sp>
      <p:sp>
        <p:nvSpPr>
          <p:cNvPr id="685667110" name="Text Box 15"/>
          <p:cNvSpPr txBox="1"/>
          <p:nvPr/>
        </p:nvSpPr>
        <p:spPr bwMode="auto">
          <a:xfrm>
            <a:off x="8611235" y="4905375"/>
            <a:ext cx="3580764" cy="1815882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l">
              <a:defRPr/>
            </a:pPr>
            <a:r>
              <a:rPr sz="1550" b="1" i="0">
                <a:solidFill>
                  <a:srgbClr val="E6B84A"/>
                </a:solidFill>
                <a:latin typeface="Times New Roman"/>
              </a:rPr>
              <a:t>GUIDE</a:t>
            </a:r>
            <a:endParaRPr/>
          </a:p>
          <a:p>
            <a:pPr>
              <a:defRPr/>
            </a:pPr>
            <a:r>
              <a:rPr sz="1500" b="1" i="0">
                <a:solidFill>
                  <a:srgbClr val="FFFFFF"/>
                </a:solidFill>
                <a:latin typeface="Times New Roman"/>
              </a:rPr>
              <a:t>Dr. G Bharathi Mohan</a:t>
            </a:r>
            <a:endParaRPr/>
          </a:p>
          <a:p>
            <a:pPr>
              <a:defRPr/>
            </a:pPr>
            <a:r>
              <a:rPr sz="1450" b="0" i="0">
                <a:solidFill>
                  <a:srgbClr val="FFFFFF"/>
                </a:solidFill>
                <a:latin typeface="Times New Roman"/>
              </a:rPr>
              <a:t>Assistant Professor</a:t>
            </a:r>
            <a:endParaRPr/>
          </a:p>
        </p:txBody>
      </p:sp>
      <p:sp>
        <p:nvSpPr>
          <p:cNvPr id="913627812" name="TextBox 3"/>
          <p:cNvSpPr txBox="1"/>
          <p:nvPr/>
        </p:nvSpPr>
        <p:spPr bwMode="auto">
          <a:xfrm>
            <a:off x="339484" y="2009070"/>
            <a:ext cx="11742815" cy="52322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/>
            <a:spAutoFit/>
          </a:bodyPr>
          <a:lstStyle/>
          <a:p>
            <a:pPr algn="ctr">
              <a:defRPr/>
            </a:pPr>
            <a:r>
              <a:rPr sz="2750" b="1" i="0">
                <a:solidFill>
                  <a:srgbClr val="FFFFFF"/>
                </a:solidFill>
                <a:latin typeface="Times New Roman"/>
              </a:rPr>
              <a:t>MedSentry: AI-Powered Medication Safety &amp; Adherence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75930278" name="Title 1"/>
          <p:cNvSpPr>
            <a:spLocks noGrp="1"/>
          </p:cNvSpPr>
          <p:nvPr>
            <p:ph type="title"/>
          </p:nvPr>
        </p:nvSpPr>
        <p:spPr bwMode="auto">
          <a:xfrm>
            <a:off x="1248636" y="180602"/>
            <a:ext cx="10515600" cy="777491"/>
          </a:xfrm>
        </p:spPr>
        <p:txBody>
          <a:bodyPr/>
          <a:lstStyle/>
          <a:p>
            <a:pPr>
              <a:defRPr/>
            </a:pPr>
            <a:r>
              <a:rPr lang="en-IN" sz="3200" b="1" spc="-35">
                <a:latin typeface="Times New Roman"/>
                <a:ea typeface="Cambria"/>
                <a:cs typeface="Times New Roman"/>
              </a:rPr>
              <a:t>Domain Introduction</a:t>
            </a:r>
            <a:endParaRPr lang="en-US" b="1">
              <a:latin typeface="Times New Roman"/>
              <a:cs typeface="Times New Roman"/>
            </a:endParaRPr>
          </a:p>
        </p:txBody>
      </p:sp>
      <p:grpSp>
        <p:nvGrpSpPr>
          <p:cNvPr id="1260588939" name="Group 2"/>
          <p:cNvGrpSpPr/>
          <p:nvPr/>
        </p:nvGrpSpPr>
        <p:grpSpPr bwMode="auto">
          <a:xfrm>
            <a:off x="0" y="6259900"/>
            <a:ext cx="12192001" cy="620884"/>
            <a:chOff x="-3" y="6311900"/>
            <a:chExt cx="12192001" cy="620884"/>
          </a:xfrm>
        </p:grpSpPr>
        <p:sp>
          <p:nvSpPr>
            <p:cNvPr id="6" name="Rectangle 5"/>
            <p:cNvSpPr/>
            <p:nvPr/>
          </p:nvSpPr>
          <p:spPr bwMode="auto">
            <a:xfrm>
              <a:off x="-3" y="6311900"/>
              <a:ext cx="12192001" cy="620884"/>
            </a:xfrm>
            <a:prstGeom prst="rect">
              <a:avLst/>
            </a:prstGeom>
            <a:solidFill>
              <a:srgbClr val="9B134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1346200">
                <a:lnSpc>
                  <a:spcPct val="200000"/>
                </a:lnSpc>
                <a:buClr>
                  <a:schemeClr val="bg1"/>
                </a:buClr>
                <a:defRPr/>
              </a:pPr>
              <a:endParaRPr lang="en-IN" sz="2200">
                <a:solidFill>
                  <a:schemeClr val="accent4"/>
                </a:solidFill>
                <a:latin typeface="Cambria"/>
                <a:ea typeface="Cambria"/>
              </a:endParaRPr>
            </a:p>
          </p:txBody>
        </p:sp>
        <p:pic>
          <p:nvPicPr>
            <p:cNvPr id="7" name="Google Shape;1736;p23"/>
            <p:cNvPicPr/>
            <p:nvPr/>
          </p:nvPicPr>
          <p:blipFill rotWithShape="1">
            <a:blip r:embed="rId3"/>
            <a:stretch/>
          </p:blipFill>
          <p:spPr bwMode="auto">
            <a:xfrm>
              <a:off x="10404388" y="6389101"/>
              <a:ext cx="1602539" cy="36029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956495634" name="Slide Number Placeholder 7"/>
          <p:cNvSpPr>
            <a:spLocks noGrp="1"/>
          </p:cNvSpPr>
          <p:nvPr>
            <p:ph type="sldNum" idx="12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2</a:t>
            </a:r>
            <a:endParaRPr/>
          </a:p>
        </p:txBody>
      </p:sp>
      <p:sp>
        <p:nvSpPr>
          <p:cNvPr id="1614475287" name="Rectangle 161"/>
          <p:cNvSpPr/>
          <p:nvPr/>
        </p:nvSpPr>
        <p:spPr bwMode="auto">
          <a:xfrm>
            <a:off x="0" y="1135290"/>
            <a:ext cx="2465408" cy="5176610"/>
          </a:xfrm>
          <a:prstGeom prst="rect">
            <a:avLst/>
          </a:prstGeom>
          <a:solidFill>
            <a:srgbClr val="99134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09728" tIns="658368" rIns="64008" bIns="109728" rtlCol="0" anchor="ctr"/>
          <a:lstStyle/>
          <a:p>
            <a:pPr marL="12700" algn="l">
              <a:lnSpc>
                <a:spcPct val="100000"/>
              </a:lnSpc>
              <a:spcBef>
                <a:spcPts val="100"/>
              </a:spcBef>
              <a:spcAft>
                <a:spcPts val="1549"/>
              </a:spcAft>
              <a:tabLst>
                <a:tab pos="495300" algn="l"/>
              </a:tabLst>
              <a:defRPr/>
            </a:pPr>
            <a:r>
              <a:rPr sz="1150" b="1" i="0">
                <a:solidFill>
                  <a:srgbClr val="E6B84A"/>
                </a:solidFill>
                <a:latin typeface="Times New Roman"/>
              </a:rPr>
              <a:t>Domain &amp; Problem</a:t>
            </a:r>
            <a:endParaRPr lang="en-IN" b="1" spc="-35">
              <a:solidFill>
                <a:schemeClr val="accent4"/>
              </a:solidFill>
              <a:latin typeface="Times New Roman"/>
              <a:ea typeface="Cambria"/>
              <a:cs typeface="Times New Roman"/>
            </a:endParaRPr>
          </a:p>
          <a:p>
            <a:pPr algn="l">
              <a:lnSpc>
                <a:spcPct val="100000"/>
              </a:lnSpc>
              <a:spcAft>
                <a:spcPts val="1549"/>
              </a:spcAft>
              <a:defRPr/>
            </a:pPr>
            <a:r>
              <a:rPr sz="1150" b="0" i="0">
                <a:solidFill>
                  <a:srgbClr val="FFFFFF"/>
                </a:solidFill>
                <a:latin typeface="Times New Roman"/>
              </a:rPr>
              <a:t>Motivation &amp; Objectives</a:t>
            </a:r>
            <a:endParaRPr/>
          </a:p>
          <a:p>
            <a:pPr algn="l">
              <a:lnSpc>
                <a:spcPct val="100000"/>
              </a:lnSpc>
              <a:spcAft>
                <a:spcPts val="1549"/>
              </a:spcAft>
              <a:defRPr/>
            </a:pPr>
            <a:r>
              <a:rPr sz="1150" b="0" i="0">
                <a:solidFill>
                  <a:srgbClr val="FFFFFF"/>
                </a:solidFill>
                <a:latin typeface="Times New Roman"/>
              </a:rPr>
              <a:t>Proposed System</a:t>
            </a:r>
            <a:endParaRPr/>
          </a:p>
          <a:p>
            <a:pPr algn="l">
              <a:lnSpc>
                <a:spcPct val="100000"/>
              </a:lnSpc>
              <a:spcAft>
                <a:spcPts val="1549"/>
              </a:spcAft>
              <a:defRPr/>
            </a:pPr>
            <a:r>
              <a:rPr sz="1150" b="0" i="0">
                <a:solidFill>
                  <a:srgbClr val="FFFFFF"/>
                </a:solidFill>
                <a:latin typeface="Times New Roman"/>
              </a:rPr>
              <a:t>Technology Stack</a:t>
            </a:r>
            <a:endParaRPr/>
          </a:p>
          <a:p>
            <a:pPr algn="l">
              <a:lnSpc>
                <a:spcPct val="100000"/>
              </a:lnSpc>
              <a:spcAft>
                <a:spcPts val="1549"/>
              </a:spcAft>
              <a:defRPr/>
            </a:pPr>
            <a:r>
              <a:rPr sz="1150" b="0" i="0">
                <a:solidFill>
                  <a:srgbClr val="FFFFFF"/>
                </a:solidFill>
                <a:latin typeface="Times New Roman"/>
              </a:rPr>
              <a:t>System Architecture</a:t>
            </a:r>
            <a:endParaRPr/>
          </a:p>
          <a:p>
            <a:pPr algn="l">
              <a:lnSpc>
                <a:spcPct val="100000"/>
              </a:lnSpc>
              <a:spcAft>
                <a:spcPts val="1549"/>
              </a:spcAft>
              <a:defRPr/>
            </a:pPr>
            <a:r>
              <a:rPr sz="1150" b="0" i="0">
                <a:solidFill>
                  <a:srgbClr val="FFFFFF"/>
                </a:solidFill>
                <a:latin typeface="Times New Roman"/>
              </a:rPr>
              <a:t>AI Agent Interaction</a:t>
            </a:r>
            <a:endParaRPr/>
          </a:p>
          <a:p>
            <a:pPr algn="l">
              <a:lnSpc>
                <a:spcPct val="100000"/>
              </a:lnSpc>
              <a:spcAft>
                <a:spcPts val="1549"/>
              </a:spcAft>
              <a:defRPr/>
            </a:pPr>
            <a:r>
              <a:rPr sz="1150" b="0" i="0">
                <a:solidFill>
                  <a:srgbClr val="FFFFFF"/>
                </a:solidFill>
                <a:latin typeface="Times New Roman"/>
              </a:rPr>
              <a:t>Implementation &amp; Results</a:t>
            </a:r>
            <a:endParaRPr/>
          </a:p>
          <a:p>
            <a:pPr algn="l">
              <a:lnSpc>
                <a:spcPct val="100000"/>
              </a:lnSpc>
              <a:spcAft>
                <a:spcPts val="1549"/>
              </a:spcAft>
              <a:defRPr/>
            </a:pPr>
            <a:r>
              <a:rPr sz="1150" b="0" i="0">
                <a:solidFill>
                  <a:srgbClr val="FFFFFF"/>
                </a:solidFill>
                <a:latin typeface="Times New Roman"/>
              </a:rPr>
              <a:t>Conclusion &amp; Repository</a:t>
            </a:r>
            <a:endParaRPr/>
          </a:p>
        </p:txBody>
      </p:sp>
      <p:sp>
        <p:nvSpPr>
          <p:cNvPr id="1065822764" name="Rounded Rectangle 162"/>
          <p:cNvSpPr/>
          <p:nvPr/>
        </p:nvSpPr>
        <p:spPr bwMode="auto">
          <a:xfrm>
            <a:off x="2907792" y="1417320"/>
            <a:ext cx="2761488" cy="4224528"/>
          </a:xfrm>
          <a:prstGeom prst="roundRect">
            <a:avLst>
              <a:gd name="adj" fmla="val 16667"/>
            </a:avLst>
          </a:prstGeom>
          <a:solidFill>
            <a:srgbClr val="FBF7F8"/>
          </a:solidFill>
          <a:ln w="12700">
            <a:solidFill>
              <a:srgbClr val="DDCB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810034975" name="Rectangle 163"/>
          <p:cNvSpPr/>
          <p:nvPr/>
        </p:nvSpPr>
        <p:spPr bwMode="auto">
          <a:xfrm>
            <a:off x="2907792" y="1417320"/>
            <a:ext cx="2761488" cy="68580"/>
          </a:xfrm>
          <a:prstGeom prst="rect">
            <a:avLst/>
          </a:prstGeom>
          <a:solidFill>
            <a:srgbClr val="9D174D"/>
          </a:solidFill>
          <a:ln w="1270">
            <a:solidFill>
              <a:srgbClr val="9D17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463740715" name="TextBox 164"/>
          <p:cNvSpPr txBox="1"/>
          <p:nvPr/>
        </p:nvSpPr>
        <p:spPr bwMode="auto">
          <a:xfrm>
            <a:off x="3026664" y="1527048"/>
            <a:ext cx="2523744" cy="402336"/>
          </a:xfrm>
          <a:prstGeom prst="rect">
            <a:avLst/>
          </a:prstGeom>
          <a:noFill/>
        </p:spPr>
        <p:txBody>
          <a:bodyPr wrap="square" lIns="9144" tIns="9144" rIns="9144" bIns="9144" anchor="ctr">
            <a:spAutoFit/>
          </a:bodyPr>
          <a:lstStyle/>
          <a:p>
            <a:pPr algn="l">
              <a:lnSpc>
                <a:spcPct val="100000"/>
              </a:lnSpc>
              <a:defRPr/>
            </a:pPr>
            <a:r>
              <a:rPr sz="1600" b="1" i="0">
                <a:solidFill>
                  <a:srgbClr val="9D174D"/>
                </a:solidFill>
                <a:latin typeface="Times New Roman"/>
              </a:rPr>
              <a:t>APPLICATION DOMAIN</a:t>
            </a:r>
            <a:endParaRPr/>
          </a:p>
        </p:txBody>
      </p:sp>
      <p:sp>
        <p:nvSpPr>
          <p:cNvPr id="2051583202" name="TextBox 165"/>
          <p:cNvSpPr txBox="1"/>
          <p:nvPr/>
        </p:nvSpPr>
        <p:spPr bwMode="auto">
          <a:xfrm>
            <a:off x="3026664" y="1984248"/>
            <a:ext cx="2523744" cy="3547872"/>
          </a:xfrm>
          <a:prstGeom prst="rect">
            <a:avLst/>
          </a:prstGeom>
          <a:noFill/>
        </p:spPr>
        <p:txBody>
          <a:bodyPr wrap="square" lIns="9144" tIns="9144" rIns="9144" bIns="9144" anchor="t">
            <a:spAutoFit/>
          </a:bodyPr>
          <a:lstStyle/>
          <a:p>
            <a:pPr algn="l">
              <a:lnSpc>
                <a:spcPct val="100000"/>
              </a:lnSpc>
              <a:defRPr/>
            </a:pPr>
            <a:r>
              <a:rPr sz="1500" b="0" i="0">
                <a:solidFill>
                  <a:srgbClr val="242026"/>
                </a:solidFill>
                <a:latin typeface="Times New Roman"/>
              </a:rPr>
              <a:t>Healthcare technology + medication management.</a:t>
            </a:r>
            <a:br>
              <a:rPr sz="1500" b="0" i="0">
                <a:solidFill>
                  <a:srgbClr val="242026"/>
                </a:solidFill>
                <a:latin typeface="Times New Roman"/>
              </a:rPr>
            </a:br>
            <a:br>
              <a:rPr sz="1500" b="0" i="0">
                <a:solidFill>
                  <a:srgbClr val="242026"/>
                </a:solidFill>
                <a:latin typeface="Times New Roman"/>
              </a:rPr>
            </a:br>
            <a:r>
              <a:rPr sz="1500" b="0" i="0">
                <a:solidFill>
                  <a:srgbClr val="242026"/>
                </a:solidFill>
                <a:latin typeface="Times New Roman"/>
              </a:rPr>
              <a:t>MedSentry connects medicine identification, prescription review, reminders, and family-based care coordination in one mobile workflow.</a:t>
            </a:r>
            <a:endParaRPr/>
          </a:p>
        </p:txBody>
      </p:sp>
      <p:sp>
        <p:nvSpPr>
          <p:cNvPr id="69731448" name="Rounded Rectangle 166"/>
          <p:cNvSpPr/>
          <p:nvPr/>
        </p:nvSpPr>
        <p:spPr bwMode="auto">
          <a:xfrm>
            <a:off x="5824728" y="1417320"/>
            <a:ext cx="2761488" cy="4224528"/>
          </a:xfrm>
          <a:prstGeom prst="roundRect">
            <a:avLst>
              <a:gd name="adj" fmla="val 16667"/>
            </a:avLst>
          </a:prstGeom>
          <a:solidFill>
            <a:srgbClr val="F1F8F2"/>
          </a:solidFill>
          <a:ln w="12700">
            <a:solidFill>
              <a:srgbClr val="DDCB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813392144" name="Rectangle 167"/>
          <p:cNvSpPr/>
          <p:nvPr/>
        </p:nvSpPr>
        <p:spPr bwMode="auto">
          <a:xfrm>
            <a:off x="5824728" y="1417320"/>
            <a:ext cx="2761488" cy="68580"/>
          </a:xfrm>
          <a:prstGeom prst="rect">
            <a:avLst/>
          </a:prstGeom>
          <a:solidFill>
            <a:srgbClr val="2E7D48"/>
          </a:solidFill>
          <a:ln w="1270">
            <a:solidFill>
              <a:srgbClr val="2E7D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357056522" name="TextBox 168"/>
          <p:cNvSpPr txBox="1"/>
          <p:nvPr/>
        </p:nvSpPr>
        <p:spPr bwMode="auto">
          <a:xfrm>
            <a:off x="5943600" y="1527048"/>
            <a:ext cx="2523744" cy="402336"/>
          </a:xfrm>
          <a:prstGeom prst="rect">
            <a:avLst/>
          </a:prstGeom>
          <a:noFill/>
        </p:spPr>
        <p:txBody>
          <a:bodyPr wrap="square" lIns="9144" tIns="9144" rIns="9144" bIns="9144" anchor="ctr">
            <a:spAutoFit/>
          </a:bodyPr>
          <a:lstStyle/>
          <a:p>
            <a:pPr algn="l">
              <a:lnSpc>
                <a:spcPct val="100000"/>
              </a:lnSpc>
              <a:defRPr/>
            </a:pPr>
            <a:r>
              <a:rPr sz="1600" b="1" i="0">
                <a:solidFill>
                  <a:srgbClr val="2E7D48"/>
                </a:solidFill>
                <a:latin typeface="Times New Roman"/>
              </a:rPr>
              <a:t>REAL-WORLD CONTEXT</a:t>
            </a:r>
            <a:endParaRPr/>
          </a:p>
        </p:txBody>
      </p:sp>
      <p:sp>
        <p:nvSpPr>
          <p:cNvPr id="997096422" name="TextBox 169"/>
          <p:cNvSpPr txBox="1"/>
          <p:nvPr/>
        </p:nvSpPr>
        <p:spPr bwMode="auto">
          <a:xfrm>
            <a:off x="5943600" y="1984248"/>
            <a:ext cx="2523744" cy="3547872"/>
          </a:xfrm>
          <a:prstGeom prst="rect">
            <a:avLst/>
          </a:prstGeom>
          <a:noFill/>
        </p:spPr>
        <p:txBody>
          <a:bodyPr wrap="square" lIns="9144" tIns="9144" rIns="9144" bIns="9144" anchor="t">
            <a:spAutoFit/>
          </a:bodyPr>
          <a:lstStyle/>
          <a:p>
            <a:pPr algn="l">
              <a:lnSpc>
                <a:spcPct val="100000"/>
              </a:lnSpc>
              <a:defRPr/>
            </a:pPr>
            <a:r>
              <a:rPr sz="1400" b="0" i="0">
                <a:solidFill>
                  <a:srgbClr val="242026"/>
                </a:solidFill>
                <a:latin typeface="Times New Roman"/>
              </a:rPr>
              <a:t>• Medicine labels and prescriptions can be hard to interpret.</a:t>
            </a:r>
            <a:br>
              <a:rPr sz="1400" b="0" i="0">
                <a:solidFill>
                  <a:srgbClr val="242026"/>
                </a:solidFill>
                <a:latin typeface="Times New Roman"/>
              </a:rPr>
            </a:br>
            <a:br>
              <a:rPr sz="1400" b="0" i="0">
                <a:solidFill>
                  <a:srgbClr val="242026"/>
                </a:solidFill>
                <a:latin typeface="Times New Roman"/>
              </a:rPr>
            </a:br>
            <a:r>
              <a:rPr sz="1400" b="0" i="0">
                <a:solidFill>
                  <a:srgbClr val="242026"/>
                </a:solidFill>
                <a:latin typeface="Times New Roman"/>
              </a:rPr>
              <a:t>• Daily regimens require timely dose tracking.</a:t>
            </a:r>
            <a:br>
              <a:rPr sz="1400" b="0" i="0">
                <a:solidFill>
                  <a:srgbClr val="242026"/>
                </a:solidFill>
                <a:latin typeface="Times New Roman"/>
              </a:rPr>
            </a:br>
            <a:br>
              <a:rPr sz="1400" b="0" i="0">
                <a:solidFill>
                  <a:srgbClr val="242026"/>
                </a:solidFill>
                <a:latin typeface="Times New Roman"/>
              </a:rPr>
            </a:br>
            <a:r>
              <a:rPr sz="1400" b="0" i="0">
                <a:solidFill>
                  <a:srgbClr val="242026"/>
                </a:solidFill>
                <a:latin typeface="Times New Roman"/>
              </a:rPr>
              <a:t>• Caregivers may coordinate medicines for dependants.</a:t>
            </a:r>
            <a:br>
              <a:rPr sz="1400" b="0" i="0">
                <a:solidFill>
                  <a:srgbClr val="242026"/>
                </a:solidFill>
                <a:latin typeface="Times New Roman"/>
              </a:rPr>
            </a:br>
            <a:br>
              <a:rPr sz="1400" b="0" i="0">
                <a:solidFill>
                  <a:srgbClr val="242026"/>
                </a:solidFill>
                <a:latin typeface="Times New Roman"/>
              </a:rPr>
            </a:br>
            <a:r>
              <a:rPr sz="1400" b="0" i="0">
                <a:solidFill>
                  <a:srgbClr val="242026"/>
                </a:solidFill>
                <a:latin typeface="Times New Roman"/>
              </a:rPr>
              <a:t>• Antibiotic misuse is a public-health concern.</a:t>
            </a:r>
            <a:endParaRPr/>
          </a:p>
        </p:txBody>
      </p:sp>
      <p:sp>
        <p:nvSpPr>
          <p:cNvPr id="1726805330" name="Rounded Rectangle 170"/>
          <p:cNvSpPr/>
          <p:nvPr/>
        </p:nvSpPr>
        <p:spPr bwMode="auto">
          <a:xfrm>
            <a:off x="8741664" y="1417320"/>
            <a:ext cx="2944368" cy="4224528"/>
          </a:xfrm>
          <a:prstGeom prst="roundRect">
            <a:avLst>
              <a:gd name="adj" fmla="val 16667"/>
            </a:avLst>
          </a:prstGeom>
          <a:solidFill>
            <a:srgbClr val="F2F6FB"/>
          </a:solidFill>
          <a:ln w="12700">
            <a:solidFill>
              <a:srgbClr val="DDCB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54745741" name="Rectangle 171"/>
          <p:cNvSpPr/>
          <p:nvPr/>
        </p:nvSpPr>
        <p:spPr bwMode="auto">
          <a:xfrm>
            <a:off x="8741664" y="1417320"/>
            <a:ext cx="2944368" cy="68580"/>
          </a:xfrm>
          <a:prstGeom prst="rect">
            <a:avLst/>
          </a:prstGeom>
          <a:solidFill>
            <a:srgbClr val="276C70"/>
          </a:solidFill>
          <a:ln w="1270">
            <a:solidFill>
              <a:srgbClr val="276C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27555989" name="TextBox 172"/>
          <p:cNvSpPr txBox="1"/>
          <p:nvPr/>
        </p:nvSpPr>
        <p:spPr bwMode="auto">
          <a:xfrm>
            <a:off x="8860536" y="1527048"/>
            <a:ext cx="2706624" cy="402336"/>
          </a:xfrm>
          <a:prstGeom prst="rect">
            <a:avLst/>
          </a:prstGeom>
          <a:noFill/>
        </p:spPr>
        <p:txBody>
          <a:bodyPr wrap="square" lIns="9144" tIns="9144" rIns="9144" bIns="9144" anchor="ctr">
            <a:spAutoFit/>
          </a:bodyPr>
          <a:lstStyle/>
          <a:p>
            <a:pPr algn="l">
              <a:lnSpc>
                <a:spcPct val="100000"/>
              </a:lnSpc>
              <a:defRPr/>
            </a:pPr>
            <a:r>
              <a:rPr sz="1600" b="1" i="0">
                <a:solidFill>
                  <a:srgbClr val="276C70"/>
                </a:solidFill>
                <a:latin typeface="Times New Roman"/>
              </a:rPr>
              <a:t>WHY FULL STACK?</a:t>
            </a:r>
            <a:endParaRPr/>
          </a:p>
        </p:txBody>
      </p:sp>
      <p:sp>
        <p:nvSpPr>
          <p:cNvPr id="2070805338" name="TextBox 173"/>
          <p:cNvSpPr txBox="1"/>
          <p:nvPr/>
        </p:nvSpPr>
        <p:spPr bwMode="auto">
          <a:xfrm>
            <a:off x="8860536" y="1984248"/>
            <a:ext cx="2706624" cy="3547872"/>
          </a:xfrm>
          <a:prstGeom prst="rect">
            <a:avLst/>
          </a:prstGeom>
          <a:noFill/>
        </p:spPr>
        <p:txBody>
          <a:bodyPr wrap="square" lIns="9144" tIns="9144" rIns="9144" bIns="9144" anchor="t">
            <a:spAutoFit/>
          </a:bodyPr>
          <a:lstStyle/>
          <a:p>
            <a:pPr algn="l">
              <a:lnSpc>
                <a:spcPct val="100000"/>
              </a:lnSpc>
              <a:defRPr/>
            </a:pPr>
            <a:r>
              <a:rPr sz="1400" b="0" i="0">
                <a:solidFill>
                  <a:srgbClr val="242026"/>
                </a:solidFill>
                <a:latin typeface="Times New Roman"/>
              </a:rPr>
              <a:t>• Mobile-first user experience</a:t>
            </a:r>
            <a:br>
              <a:rPr sz="1400" b="0" i="0">
                <a:solidFill>
                  <a:srgbClr val="242026"/>
                </a:solidFill>
                <a:latin typeface="Times New Roman"/>
              </a:rPr>
            </a:br>
            <a:br>
              <a:rPr sz="1400" b="0" i="0">
                <a:solidFill>
                  <a:srgbClr val="242026"/>
                </a:solidFill>
                <a:latin typeface="Times New Roman"/>
              </a:rPr>
            </a:br>
            <a:r>
              <a:rPr sz="1400" b="0" i="0">
                <a:solidFill>
                  <a:srgbClr val="242026"/>
                </a:solidFill>
                <a:latin typeface="Times New Roman"/>
              </a:rPr>
              <a:t>• API orchestration and AI routing</a:t>
            </a:r>
            <a:br>
              <a:rPr sz="1400" b="0" i="0">
                <a:solidFill>
                  <a:srgbClr val="242026"/>
                </a:solidFill>
                <a:latin typeface="Times New Roman"/>
              </a:rPr>
            </a:br>
            <a:br>
              <a:rPr sz="1400" b="0" i="0">
                <a:solidFill>
                  <a:srgbClr val="242026"/>
                </a:solidFill>
                <a:latin typeface="Times New Roman"/>
              </a:rPr>
            </a:br>
            <a:r>
              <a:rPr sz="1400" b="0" i="0">
                <a:solidFill>
                  <a:srgbClr val="242026"/>
                </a:solidFill>
                <a:latin typeface="Times New Roman"/>
              </a:rPr>
              <a:t>• Relational data + access controls</a:t>
            </a:r>
            <a:br>
              <a:rPr sz="1400" b="0" i="0">
                <a:solidFill>
                  <a:srgbClr val="242026"/>
                </a:solidFill>
                <a:latin typeface="Times New Roman"/>
              </a:rPr>
            </a:br>
            <a:br>
              <a:rPr sz="1400" b="0" i="0">
                <a:solidFill>
                  <a:srgbClr val="242026"/>
                </a:solidFill>
                <a:latin typeface="Times New Roman"/>
              </a:rPr>
            </a:br>
            <a:r>
              <a:rPr sz="1400" b="0" i="0">
                <a:solidFill>
                  <a:srgbClr val="242026"/>
                </a:solidFill>
                <a:latin typeface="Times New Roman"/>
              </a:rPr>
              <a:t>• OCR and medicine matching</a:t>
            </a:r>
            <a:br>
              <a:rPr sz="1400" b="0" i="0">
                <a:solidFill>
                  <a:srgbClr val="242026"/>
                </a:solidFill>
                <a:latin typeface="Times New Roman"/>
              </a:rPr>
            </a:br>
            <a:br>
              <a:rPr sz="1400" b="0" i="0">
                <a:solidFill>
                  <a:srgbClr val="242026"/>
                </a:solidFill>
                <a:latin typeface="Times New Roman"/>
              </a:rPr>
            </a:br>
            <a:r>
              <a:rPr sz="1400" b="0" i="0">
                <a:solidFill>
                  <a:srgbClr val="242026"/>
                </a:solidFill>
                <a:latin typeface="Times New Roman"/>
              </a:rPr>
              <a:t>• Reminders, family collaboration, and analytics</a:t>
            </a:r>
            <a:endParaRPr/>
          </a:p>
        </p:txBody>
      </p:sp>
      <p:sp>
        <p:nvSpPr>
          <p:cNvPr id="1629516783" name="TextBox 174"/>
          <p:cNvSpPr txBox="1"/>
          <p:nvPr/>
        </p:nvSpPr>
        <p:spPr bwMode="auto">
          <a:xfrm>
            <a:off x="2880360" y="5867957"/>
            <a:ext cx="8870759" cy="21371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defRPr/>
            </a:pPr>
            <a:r>
              <a:rPr sz="1400" b="0" i="1">
                <a:solidFill>
                  <a:srgbClr val="5F5A61"/>
                </a:solidFill>
                <a:latin typeface="Times New Roman"/>
              </a:rPr>
              <a:t>Purpose: improve medicine understanding and adherence support; the app does not replace professional medical advice.</a:t>
            </a:r>
            <a:endParaRPr sz="20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09906054" name="Title 1"/>
          <p:cNvSpPr>
            <a:spLocks noGrp="1"/>
          </p:cNvSpPr>
          <p:nvPr>
            <p:ph type="title"/>
          </p:nvPr>
        </p:nvSpPr>
        <p:spPr bwMode="auto">
          <a:xfrm>
            <a:off x="1248636" y="180602"/>
            <a:ext cx="10515600" cy="777491"/>
          </a:xfrm>
        </p:spPr>
        <p:txBody>
          <a:bodyPr/>
          <a:lstStyle/>
          <a:p>
            <a:pPr>
              <a:defRPr/>
            </a:pPr>
            <a:r>
              <a:rPr lang="en-IN" sz="3200" b="1" spc="-35">
                <a:latin typeface="Times New Roman"/>
                <a:ea typeface="Cambria"/>
                <a:cs typeface="Times New Roman"/>
              </a:rPr>
              <a:t>Problem Formulation</a:t>
            </a:r>
            <a:endParaRPr lang="en-IN" sz="3200" b="1">
              <a:latin typeface="Times New Roman"/>
              <a:ea typeface="Cambria"/>
              <a:cs typeface="Times New Roman"/>
            </a:endParaRPr>
          </a:p>
        </p:txBody>
      </p:sp>
      <p:grpSp>
        <p:nvGrpSpPr>
          <p:cNvPr id="1282853211" name="Group 2"/>
          <p:cNvGrpSpPr/>
          <p:nvPr/>
        </p:nvGrpSpPr>
        <p:grpSpPr bwMode="auto">
          <a:xfrm>
            <a:off x="-3" y="6261100"/>
            <a:ext cx="12192001" cy="620884"/>
            <a:chOff x="-3" y="6311900"/>
            <a:chExt cx="12192001" cy="620884"/>
          </a:xfrm>
        </p:grpSpPr>
        <p:sp>
          <p:nvSpPr>
            <p:cNvPr id="6" name="Rectangle 5"/>
            <p:cNvSpPr/>
            <p:nvPr/>
          </p:nvSpPr>
          <p:spPr bwMode="auto">
            <a:xfrm>
              <a:off x="-3" y="6311900"/>
              <a:ext cx="12192001" cy="620884"/>
            </a:xfrm>
            <a:prstGeom prst="rect">
              <a:avLst/>
            </a:prstGeom>
            <a:solidFill>
              <a:srgbClr val="9B134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1346200">
                <a:lnSpc>
                  <a:spcPct val="200000"/>
                </a:lnSpc>
                <a:buClr>
                  <a:schemeClr val="bg1"/>
                </a:buClr>
                <a:defRPr/>
              </a:pPr>
              <a:endParaRPr lang="en-IN" sz="2200">
                <a:solidFill>
                  <a:schemeClr val="accent4"/>
                </a:solidFill>
                <a:latin typeface="Cambria"/>
                <a:ea typeface="Cambria"/>
              </a:endParaRPr>
            </a:p>
          </p:txBody>
        </p:sp>
        <p:pic>
          <p:nvPicPr>
            <p:cNvPr id="7" name="Google Shape;1736;p23"/>
            <p:cNvPicPr/>
            <p:nvPr/>
          </p:nvPicPr>
          <p:blipFill rotWithShape="1">
            <a:blip r:embed="rId3"/>
            <a:stretch/>
          </p:blipFill>
          <p:spPr bwMode="auto">
            <a:xfrm>
              <a:off x="10404388" y="6389101"/>
              <a:ext cx="1602539" cy="36029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232257323" name="Slide Number Placeholder 7"/>
          <p:cNvSpPr>
            <a:spLocks noGrp="1"/>
          </p:cNvSpPr>
          <p:nvPr>
            <p:ph type="sldNum" idx="12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3</a:t>
            </a:r>
            <a:endParaRPr/>
          </a:p>
        </p:txBody>
      </p:sp>
      <p:sp>
        <p:nvSpPr>
          <p:cNvPr id="2132381525" name="Rectangle 161"/>
          <p:cNvSpPr/>
          <p:nvPr/>
        </p:nvSpPr>
        <p:spPr bwMode="auto">
          <a:xfrm>
            <a:off x="-2" y="1157351"/>
            <a:ext cx="2535163" cy="5198382"/>
          </a:xfrm>
          <a:prstGeom prst="rect">
            <a:avLst/>
          </a:prstGeom>
          <a:solidFill>
            <a:srgbClr val="99134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09728" tIns="658368" rIns="64008" bIns="109728" rtlCol="0" anchor="ctr"/>
          <a:lstStyle/>
          <a:p>
            <a:pPr marL="12700" algn="l">
              <a:lnSpc>
                <a:spcPct val="100000"/>
              </a:lnSpc>
              <a:spcBef>
                <a:spcPts val="100"/>
              </a:spcBef>
              <a:spcAft>
                <a:spcPts val="1549"/>
              </a:spcAft>
              <a:tabLst>
                <a:tab pos="495300" algn="l"/>
              </a:tabLst>
              <a:defRPr/>
            </a:pPr>
            <a:r>
              <a:rPr sz="1150" b="1" i="0">
                <a:solidFill>
                  <a:srgbClr val="E6B84A"/>
                </a:solidFill>
                <a:latin typeface="Times New Roman"/>
              </a:rPr>
              <a:t>Domain &amp; Problem</a:t>
            </a:r>
            <a:endParaRPr lang="en-IN" b="1" spc="-35">
              <a:solidFill>
                <a:schemeClr val="accent4"/>
              </a:solidFill>
              <a:latin typeface="Times New Roman"/>
              <a:ea typeface="Cambria"/>
              <a:cs typeface="Times New Roman"/>
            </a:endParaRPr>
          </a:p>
          <a:p>
            <a:pPr algn="l">
              <a:lnSpc>
                <a:spcPct val="100000"/>
              </a:lnSpc>
              <a:spcAft>
                <a:spcPts val="1549"/>
              </a:spcAft>
              <a:defRPr/>
            </a:pPr>
            <a:r>
              <a:rPr sz="1150" b="0" i="0">
                <a:solidFill>
                  <a:srgbClr val="FFFFFF"/>
                </a:solidFill>
                <a:latin typeface="Times New Roman"/>
              </a:rPr>
              <a:t>Motivation &amp; Objectives</a:t>
            </a:r>
            <a:endParaRPr/>
          </a:p>
          <a:p>
            <a:pPr algn="l">
              <a:lnSpc>
                <a:spcPct val="100000"/>
              </a:lnSpc>
              <a:spcAft>
                <a:spcPts val="1549"/>
              </a:spcAft>
              <a:defRPr/>
            </a:pPr>
            <a:r>
              <a:rPr sz="1150" b="0" i="0">
                <a:solidFill>
                  <a:srgbClr val="FFFFFF"/>
                </a:solidFill>
                <a:latin typeface="Times New Roman"/>
              </a:rPr>
              <a:t>Proposed System</a:t>
            </a:r>
            <a:endParaRPr/>
          </a:p>
          <a:p>
            <a:pPr algn="l">
              <a:lnSpc>
                <a:spcPct val="100000"/>
              </a:lnSpc>
              <a:spcAft>
                <a:spcPts val="1549"/>
              </a:spcAft>
              <a:defRPr/>
            </a:pPr>
            <a:r>
              <a:rPr sz="1150" b="0" i="0">
                <a:solidFill>
                  <a:srgbClr val="FFFFFF"/>
                </a:solidFill>
                <a:latin typeface="Times New Roman"/>
              </a:rPr>
              <a:t>Technology Stack</a:t>
            </a:r>
            <a:endParaRPr/>
          </a:p>
          <a:p>
            <a:pPr algn="l">
              <a:lnSpc>
                <a:spcPct val="100000"/>
              </a:lnSpc>
              <a:spcAft>
                <a:spcPts val="1549"/>
              </a:spcAft>
              <a:defRPr/>
            </a:pPr>
            <a:r>
              <a:rPr sz="1150" b="0" i="0">
                <a:solidFill>
                  <a:srgbClr val="FFFFFF"/>
                </a:solidFill>
                <a:latin typeface="Times New Roman"/>
              </a:rPr>
              <a:t>System Architecture</a:t>
            </a:r>
            <a:endParaRPr/>
          </a:p>
          <a:p>
            <a:pPr algn="l">
              <a:lnSpc>
                <a:spcPct val="100000"/>
              </a:lnSpc>
              <a:spcAft>
                <a:spcPts val="1549"/>
              </a:spcAft>
              <a:defRPr/>
            </a:pPr>
            <a:r>
              <a:rPr sz="1150" b="0" i="0">
                <a:solidFill>
                  <a:srgbClr val="FFFFFF"/>
                </a:solidFill>
                <a:latin typeface="Times New Roman"/>
              </a:rPr>
              <a:t>AI Agent Interaction</a:t>
            </a:r>
            <a:endParaRPr/>
          </a:p>
          <a:p>
            <a:pPr algn="l">
              <a:lnSpc>
                <a:spcPct val="100000"/>
              </a:lnSpc>
              <a:spcAft>
                <a:spcPts val="1549"/>
              </a:spcAft>
              <a:defRPr/>
            </a:pPr>
            <a:r>
              <a:rPr sz="1150" b="0" i="0">
                <a:solidFill>
                  <a:srgbClr val="FFFFFF"/>
                </a:solidFill>
                <a:latin typeface="Times New Roman"/>
              </a:rPr>
              <a:t>Implementation &amp; Results</a:t>
            </a:r>
            <a:endParaRPr/>
          </a:p>
          <a:p>
            <a:pPr algn="l">
              <a:lnSpc>
                <a:spcPct val="100000"/>
              </a:lnSpc>
              <a:spcAft>
                <a:spcPts val="1549"/>
              </a:spcAft>
              <a:defRPr/>
            </a:pPr>
            <a:r>
              <a:rPr sz="1150" b="0" i="0">
                <a:solidFill>
                  <a:srgbClr val="FFFFFF"/>
                </a:solidFill>
                <a:latin typeface="Times New Roman"/>
              </a:rPr>
              <a:t>Conclusion &amp; Repository</a:t>
            </a:r>
            <a:endParaRPr/>
          </a:p>
        </p:txBody>
      </p:sp>
      <p:sp>
        <p:nvSpPr>
          <p:cNvPr id="1523875475" name="Rounded Rectangle 162"/>
          <p:cNvSpPr/>
          <p:nvPr/>
        </p:nvSpPr>
        <p:spPr bwMode="auto">
          <a:xfrm>
            <a:off x="2907792" y="1417320"/>
            <a:ext cx="2761488" cy="3520440"/>
          </a:xfrm>
          <a:prstGeom prst="roundRect">
            <a:avLst>
              <a:gd name="adj" fmla="val 16667"/>
            </a:avLst>
          </a:prstGeom>
          <a:solidFill>
            <a:srgbClr val="FBF7F8"/>
          </a:solidFill>
          <a:ln w="12700">
            <a:solidFill>
              <a:srgbClr val="DDCB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233956650" name="Rectangle 163"/>
          <p:cNvSpPr/>
          <p:nvPr/>
        </p:nvSpPr>
        <p:spPr bwMode="auto">
          <a:xfrm>
            <a:off x="2907792" y="1417320"/>
            <a:ext cx="2761488" cy="68580"/>
          </a:xfrm>
          <a:prstGeom prst="rect">
            <a:avLst/>
          </a:prstGeom>
          <a:solidFill>
            <a:srgbClr val="9D174D"/>
          </a:solidFill>
          <a:ln w="1270">
            <a:solidFill>
              <a:srgbClr val="9D17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613462580" name="TextBox 164"/>
          <p:cNvSpPr txBox="1"/>
          <p:nvPr/>
        </p:nvSpPr>
        <p:spPr bwMode="auto">
          <a:xfrm>
            <a:off x="3026664" y="1527048"/>
            <a:ext cx="2523744" cy="402336"/>
          </a:xfrm>
          <a:prstGeom prst="rect">
            <a:avLst/>
          </a:prstGeom>
          <a:noFill/>
        </p:spPr>
        <p:txBody>
          <a:bodyPr wrap="square" lIns="9144" tIns="9144" rIns="9144" bIns="9144" anchor="ctr">
            <a:spAutoFit/>
          </a:bodyPr>
          <a:lstStyle/>
          <a:p>
            <a:pPr algn="l">
              <a:lnSpc>
                <a:spcPct val="100000"/>
              </a:lnSpc>
              <a:defRPr/>
            </a:pPr>
            <a:r>
              <a:rPr sz="1600" b="1" i="0">
                <a:solidFill>
                  <a:srgbClr val="9D174D"/>
                </a:solidFill>
                <a:latin typeface="Times New Roman"/>
              </a:rPr>
              <a:t>CORE PROBLEM</a:t>
            </a:r>
            <a:endParaRPr/>
          </a:p>
        </p:txBody>
      </p:sp>
      <p:sp>
        <p:nvSpPr>
          <p:cNvPr id="240866605" name="TextBox 165"/>
          <p:cNvSpPr txBox="1"/>
          <p:nvPr/>
        </p:nvSpPr>
        <p:spPr bwMode="auto">
          <a:xfrm>
            <a:off x="3026664" y="1984248"/>
            <a:ext cx="2523744" cy="2843784"/>
          </a:xfrm>
          <a:prstGeom prst="rect">
            <a:avLst/>
          </a:prstGeom>
          <a:noFill/>
        </p:spPr>
        <p:txBody>
          <a:bodyPr wrap="square" lIns="9144" tIns="9144" rIns="9144" bIns="9144" anchor="t">
            <a:spAutoFit/>
          </a:bodyPr>
          <a:lstStyle/>
          <a:p>
            <a:pPr algn="l">
              <a:lnSpc>
                <a:spcPct val="100000"/>
              </a:lnSpc>
              <a:defRPr/>
            </a:pPr>
            <a:r>
              <a:rPr sz="1500" b="0" i="0">
                <a:solidFill>
                  <a:srgbClr val="242026"/>
                </a:solidFill>
                <a:latin typeface="Times New Roman"/>
              </a:rPr>
              <a:t>People must interpret medicine information, remember dose timing, track treatment, and coordinate care—often across separate tools.</a:t>
            </a:r>
            <a:br>
              <a:rPr sz="1500" b="0" i="0">
                <a:solidFill>
                  <a:srgbClr val="242026"/>
                </a:solidFill>
                <a:latin typeface="Times New Roman"/>
              </a:rPr>
            </a:br>
            <a:br>
              <a:rPr sz="1500" b="0" i="0">
                <a:solidFill>
                  <a:srgbClr val="242026"/>
                </a:solidFill>
                <a:latin typeface="Times New Roman"/>
              </a:rPr>
            </a:br>
            <a:r>
              <a:rPr sz="1500" b="0" i="0">
                <a:solidFill>
                  <a:srgbClr val="242026"/>
                </a:solidFill>
                <a:latin typeface="Times New Roman"/>
              </a:rPr>
              <a:t>The project aims to bring these tasks into a connected workflow.</a:t>
            </a:r>
            <a:endParaRPr/>
          </a:p>
        </p:txBody>
      </p:sp>
      <p:sp>
        <p:nvSpPr>
          <p:cNvPr id="1510323697" name="Rounded Rectangle 166"/>
          <p:cNvSpPr/>
          <p:nvPr/>
        </p:nvSpPr>
        <p:spPr bwMode="auto">
          <a:xfrm>
            <a:off x="5824728" y="1417320"/>
            <a:ext cx="2761488" cy="3520440"/>
          </a:xfrm>
          <a:prstGeom prst="roundRect">
            <a:avLst>
              <a:gd name="adj" fmla="val 16667"/>
            </a:avLst>
          </a:prstGeom>
          <a:solidFill>
            <a:srgbClr val="FFF8E8"/>
          </a:solidFill>
          <a:ln w="12700">
            <a:solidFill>
              <a:srgbClr val="DDCB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658068775" name="Rectangle 167"/>
          <p:cNvSpPr/>
          <p:nvPr/>
        </p:nvSpPr>
        <p:spPr bwMode="auto">
          <a:xfrm>
            <a:off x="5824728" y="1417320"/>
            <a:ext cx="2761488" cy="68580"/>
          </a:xfrm>
          <a:prstGeom prst="rect">
            <a:avLst/>
          </a:prstGeom>
          <a:solidFill>
            <a:srgbClr val="B76C18"/>
          </a:solidFill>
          <a:ln w="1270">
            <a:solidFill>
              <a:srgbClr val="B76C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117200100" name="TextBox 168"/>
          <p:cNvSpPr txBox="1"/>
          <p:nvPr/>
        </p:nvSpPr>
        <p:spPr bwMode="auto">
          <a:xfrm>
            <a:off x="5943600" y="1527048"/>
            <a:ext cx="2523744" cy="402336"/>
          </a:xfrm>
          <a:prstGeom prst="rect">
            <a:avLst/>
          </a:prstGeom>
          <a:noFill/>
        </p:spPr>
        <p:txBody>
          <a:bodyPr wrap="square" lIns="9144" tIns="9144" rIns="9144" bIns="9144" anchor="ctr">
            <a:spAutoFit/>
          </a:bodyPr>
          <a:lstStyle/>
          <a:p>
            <a:pPr algn="l">
              <a:lnSpc>
                <a:spcPct val="100000"/>
              </a:lnSpc>
              <a:defRPr/>
            </a:pPr>
            <a:r>
              <a:rPr sz="1500" b="1" i="0">
                <a:solidFill>
                  <a:srgbClr val="B76C18"/>
                </a:solidFill>
                <a:latin typeface="Times New Roman"/>
              </a:rPr>
              <a:t>LIMITATIONS TO ADDRESS</a:t>
            </a:r>
            <a:endParaRPr/>
          </a:p>
        </p:txBody>
      </p:sp>
      <p:sp>
        <p:nvSpPr>
          <p:cNvPr id="684788176" name="TextBox 169"/>
          <p:cNvSpPr txBox="1"/>
          <p:nvPr/>
        </p:nvSpPr>
        <p:spPr bwMode="auto">
          <a:xfrm>
            <a:off x="5943600" y="1984248"/>
            <a:ext cx="2523744" cy="2843784"/>
          </a:xfrm>
          <a:prstGeom prst="rect">
            <a:avLst/>
          </a:prstGeom>
          <a:noFill/>
        </p:spPr>
        <p:txBody>
          <a:bodyPr wrap="square" lIns="9144" tIns="9144" rIns="9144" bIns="9144" anchor="t">
            <a:spAutoFit/>
          </a:bodyPr>
          <a:lstStyle/>
          <a:p>
            <a:pPr algn="l">
              <a:lnSpc>
                <a:spcPct val="100000"/>
              </a:lnSpc>
              <a:defRPr/>
            </a:pPr>
            <a:r>
              <a:rPr sz="1400" b="0" i="0">
                <a:solidFill>
                  <a:srgbClr val="242026"/>
                </a:solidFill>
                <a:latin typeface="Times New Roman"/>
              </a:rPr>
              <a:t>• Manual prescription reading is error-prone.</a:t>
            </a:r>
            <a:br>
              <a:rPr sz="1400" b="0" i="0">
                <a:solidFill>
                  <a:srgbClr val="242026"/>
                </a:solidFill>
                <a:latin typeface="Times New Roman"/>
              </a:rPr>
            </a:br>
            <a:br>
              <a:rPr sz="1400" b="0" i="0">
                <a:solidFill>
                  <a:srgbClr val="242026"/>
                </a:solidFill>
                <a:latin typeface="Times New Roman"/>
              </a:rPr>
            </a:br>
            <a:r>
              <a:rPr sz="1400" b="0" i="0">
                <a:solidFill>
                  <a:srgbClr val="242026"/>
                </a:solidFill>
                <a:latin typeface="Times New Roman"/>
              </a:rPr>
              <a:t>• Basic reminders do not explain medicine context.</a:t>
            </a:r>
            <a:br>
              <a:rPr sz="1400" b="0" i="0">
                <a:solidFill>
                  <a:srgbClr val="242026"/>
                </a:solidFill>
                <a:latin typeface="Times New Roman"/>
              </a:rPr>
            </a:br>
            <a:br>
              <a:rPr sz="1400" b="0" i="0">
                <a:solidFill>
                  <a:srgbClr val="242026"/>
                </a:solidFill>
                <a:latin typeface="Times New Roman"/>
              </a:rPr>
            </a:br>
            <a:r>
              <a:rPr sz="1400" b="0" i="0">
                <a:solidFill>
                  <a:srgbClr val="242026"/>
                </a:solidFill>
                <a:latin typeface="Times New Roman"/>
              </a:rPr>
              <a:t>• Missed doses and early stops can go unnoticed.</a:t>
            </a:r>
            <a:br>
              <a:rPr sz="1400" b="0" i="0">
                <a:solidFill>
                  <a:srgbClr val="242026"/>
                </a:solidFill>
                <a:latin typeface="Times New Roman"/>
              </a:rPr>
            </a:br>
            <a:br>
              <a:rPr sz="1400" b="0" i="0">
                <a:solidFill>
                  <a:srgbClr val="242026"/>
                </a:solidFill>
                <a:latin typeface="Times New Roman"/>
              </a:rPr>
            </a:br>
            <a:r>
              <a:rPr sz="1400" b="0" i="0">
                <a:solidFill>
                  <a:srgbClr val="242026"/>
                </a:solidFill>
                <a:latin typeface="Times New Roman"/>
              </a:rPr>
              <a:t>• Family sharing needs explicit permissions.</a:t>
            </a:r>
            <a:endParaRPr/>
          </a:p>
        </p:txBody>
      </p:sp>
      <p:sp>
        <p:nvSpPr>
          <p:cNvPr id="917081093" name="Rounded Rectangle 170"/>
          <p:cNvSpPr/>
          <p:nvPr/>
        </p:nvSpPr>
        <p:spPr bwMode="auto">
          <a:xfrm>
            <a:off x="8741664" y="1417320"/>
            <a:ext cx="2944368" cy="3520440"/>
          </a:xfrm>
          <a:prstGeom prst="roundRect">
            <a:avLst>
              <a:gd name="adj" fmla="val 16667"/>
            </a:avLst>
          </a:prstGeom>
          <a:solidFill>
            <a:srgbClr val="F1F8F2"/>
          </a:solidFill>
          <a:ln w="12700">
            <a:solidFill>
              <a:srgbClr val="DDCB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960251594" name="Rectangle 171"/>
          <p:cNvSpPr/>
          <p:nvPr/>
        </p:nvSpPr>
        <p:spPr bwMode="auto">
          <a:xfrm>
            <a:off x="8741664" y="1417320"/>
            <a:ext cx="2944368" cy="68580"/>
          </a:xfrm>
          <a:prstGeom prst="rect">
            <a:avLst/>
          </a:prstGeom>
          <a:solidFill>
            <a:srgbClr val="2E7D48"/>
          </a:solidFill>
          <a:ln w="1270">
            <a:solidFill>
              <a:srgbClr val="2E7D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599598101" name="TextBox 172"/>
          <p:cNvSpPr txBox="1"/>
          <p:nvPr/>
        </p:nvSpPr>
        <p:spPr bwMode="auto">
          <a:xfrm>
            <a:off x="8860536" y="1527048"/>
            <a:ext cx="2706624" cy="402336"/>
          </a:xfrm>
          <a:prstGeom prst="rect">
            <a:avLst/>
          </a:prstGeom>
          <a:noFill/>
        </p:spPr>
        <p:txBody>
          <a:bodyPr wrap="square" lIns="9144" tIns="9144" rIns="9144" bIns="9144" anchor="ctr">
            <a:spAutoFit/>
          </a:bodyPr>
          <a:lstStyle/>
          <a:p>
            <a:pPr algn="l">
              <a:lnSpc>
                <a:spcPct val="100000"/>
              </a:lnSpc>
              <a:defRPr/>
            </a:pPr>
            <a:r>
              <a:rPr sz="1600" b="1" i="0">
                <a:solidFill>
                  <a:srgbClr val="2E7D48"/>
                </a:solidFill>
                <a:latin typeface="Times New Roman"/>
              </a:rPr>
              <a:t>INTENDED USERS</a:t>
            </a:r>
            <a:endParaRPr/>
          </a:p>
        </p:txBody>
      </p:sp>
      <p:sp>
        <p:nvSpPr>
          <p:cNvPr id="1480023364" name="TextBox 173"/>
          <p:cNvSpPr txBox="1"/>
          <p:nvPr/>
        </p:nvSpPr>
        <p:spPr bwMode="auto">
          <a:xfrm>
            <a:off x="8860536" y="1984248"/>
            <a:ext cx="2706624" cy="2843784"/>
          </a:xfrm>
          <a:prstGeom prst="rect">
            <a:avLst/>
          </a:prstGeom>
          <a:noFill/>
        </p:spPr>
        <p:txBody>
          <a:bodyPr wrap="square" lIns="9144" tIns="9144" rIns="9144" bIns="9144" anchor="t">
            <a:spAutoFit/>
          </a:bodyPr>
          <a:lstStyle/>
          <a:p>
            <a:pPr algn="l">
              <a:lnSpc>
                <a:spcPct val="100000"/>
              </a:lnSpc>
              <a:defRPr/>
            </a:pPr>
            <a:r>
              <a:rPr sz="1450" b="0" i="0">
                <a:solidFill>
                  <a:srgbClr val="242026"/>
                </a:solidFill>
                <a:latin typeface="Times New Roman"/>
              </a:rPr>
              <a:t>Patients managing daily medicines</a:t>
            </a:r>
            <a:br>
              <a:rPr sz="1450" b="0" i="0">
                <a:solidFill>
                  <a:srgbClr val="242026"/>
                </a:solidFill>
                <a:latin typeface="Times New Roman"/>
              </a:rPr>
            </a:br>
            <a:br>
              <a:rPr sz="1450" b="0" i="0">
                <a:solidFill>
                  <a:srgbClr val="242026"/>
                </a:solidFill>
                <a:latin typeface="Times New Roman"/>
              </a:rPr>
            </a:br>
            <a:r>
              <a:rPr sz="1450" b="0" i="0">
                <a:solidFill>
                  <a:srgbClr val="242026"/>
                </a:solidFill>
                <a:latin typeface="Times New Roman"/>
              </a:rPr>
              <a:t>Family members and caregivers</a:t>
            </a:r>
            <a:br>
              <a:rPr sz="1450" b="0" i="0">
                <a:solidFill>
                  <a:srgbClr val="242026"/>
                </a:solidFill>
                <a:latin typeface="Times New Roman"/>
              </a:rPr>
            </a:br>
            <a:br>
              <a:rPr sz="1450" b="0" i="0">
                <a:solidFill>
                  <a:srgbClr val="242026"/>
                </a:solidFill>
                <a:latin typeface="Times New Roman"/>
              </a:rPr>
            </a:br>
            <a:r>
              <a:rPr sz="1450" b="0" i="0">
                <a:solidFill>
                  <a:srgbClr val="242026"/>
                </a:solidFill>
                <a:latin typeface="Times New Roman"/>
              </a:rPr>
              <a:t>Users scanning prescriptions or medicine packs</a:t>
            </a:r>
            <a:br>
              <a:rPr sz="1450" b="0" i="0">
                <a:solidFill>
                  <a:srgbClr val="242026"/>
                </a:solidFill>
                <a:latin typeface="Times New Roman"/>
              </a:rPr>
            </a:br>
            <a:br>
              <a:rPr sz="1450" b="0" i="0">
                <a:solidFill>
                  <a:srgbClr val="242026"/>
                </a:solidFill>
                <a:latin typeface="Times New Roman"/>
              </a:rPr>
            </a:br>
            <a:r>
              <a:rPr sz="1450" b="0" i="0">
                <a:solidFill>
                  <a:srgbClr val="242026"/>
                </a:solidFill>
                <a:latin typeface="Times New Roman"/>
              </a:rPr>
              <a:t>Administrators reviewing usage and aggregated AMR trends</a:t>
            </a:r>
            <a:endParaRPr/>
          </a:p>
        </p:txBody>
      </p:sp>
      <p:sp>
        <p:nvSpPr>
          <p:cNvPr id="1213528531" name="Rounded Rectangle 174"/>
          <p:cNvSpPr/>
          <p:nvPr/>
        </p:nvSpPr>
        <p:spPr bwMode="auto">
          <a:xfrm>
            <a:off x="2907792" y="5138928"/>
            <a:ext cx="8778240" cy="594360"/>
          </a:xfrm>
          <a:prstGeom prst="roundRect">
            <a:avLst>
              <a:gd name="adj" fmla="val 16667"/>
            </a:avLst>
          </a:prstGeom>
          <a:solidFill>
            <a:srgbClr val="F8F2F4"/>
          </a:solidFill>
          <a:ln w="12700">
            <a:solidFill>
              <a:srgbClr val="9D17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484132746" name="TextBox 175"/>
          <p:cNvSpPr txBox="1"/>
          <p:nvPr/>
        </p:nvSpPr>
        <p:spPr bwMode="auto">
          <a:xfrm>
            <a:off x="3072384" y="5239512"/>
            <a:ext cx="8458200" cy="384048"/>
          </a:xfrm>
          <a:prstGeom prst="rect">
            <a:avLst/>
          </a:prstGeom>
          <a:noFill/>
        </p:spPr>
        <p:txBody>
          <a:bodyPr wrap="square" lIns="9144" tIns="9144" rIns="9144" bIns="9144" anchor="ctr">
            <a:spAutoFit/>
          </a:bodyPr>
          <a:lstStyle/>
          <a:p>
            <a:pPr algn="l">
              <a:lnSpc>
                <a:spcPct val="100000"/>
              </a:lnSpc>
              <a:defRPr/>
            </a:pPr>
            <a:r>
              <a:rPr sz="1450" b="1" i="0">
                <a:solidFill>
                  <a:srgbClr val="9D174D"/>
                </a:solidFill>
                <a:latin typeface="Times New Roman"/>
              </a:rPr>
              <a:t>Problem statement: build a secure, AI-assisted full-stack app that unifies medication information, dose adherence, and family support.</a:t>
            </a:r>
            <a:endParaRPr/>
          </a:p>
        </p:txBody>
      </p:sp>
      <p:sp>
        <p:nvSpPr>
          <p:cNvPr id="1039078600" name="TextBox 176"/>
          <p:cNvSpPr txBox="1"/>
          <p:nvPr/>
        </p:nvSpPr>
        <p:spPr bwMode="auto">
          <a:xfrm>
            <a:off x="2880360" y="5961888"/>
            <a:ext cx="886968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defRPr/>
            </a:pPr>
            <a:r>
              <a:rPr sz="1000" b="0" i="1">
                <a:solidFill>
                  <a:srgbClr val="5F5A61"/>
                </a:solidFill>
                <a:latin typeface="Times New Roman"/>
              </a:rPr>
              <a:t>Clinical recommendations must remain guarded, transparent, and subject to pharmacist / clinician confirmation.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96554746" name="Title 1"/>
          <p:cNvSpPr>
            <a:spLocks noGrp="1"/>
          </p:cNvSpPr>
          <p:nvPr>
            <p:ph type="title"/>
          </p:nvPr>
        </p:nvSpPr>
        <p:spPr bwMode="auto">
          <a:xfrm>
            <a:off x="1248636" y="180602"/>
            <a:ext cx="10515600" cy="777491"/>
          </a:xfrm>
        </p:spPr>
        <p:txBody>
          <a:bodyPr/>
          <a:lstStyle/>
          <a:p>
            <a:pPr>
              <a:defRPr/>
            </a:pPr>
            <a:r>
              <a:rPr lang="en-IN" sz="3200" b="1">
                <a:latin typeface="Times New Roman"/>
                <a:cs typeface="Times New Roman"/>
              </a:rPr>
              <a:t>Motivation and Objectives</a:t>
            </a:r>
            <a:endParaRPr lang="en-IN" sz="3200" b="1">
              <a:latin typeface="Times New Roman"/>
              <a:ea typeface="Cambria"/>
              <a:cs typeface="Times New Roman"/>
            </a:endParaRPr>
          </a:p>
        </p:txBody>
      </p:sp>
      <p:grpSp>
        <p:nvGrpSpPr>
          <p:cNvPr id="433946152" name="Group 2"/>
          <p:cNvGrpSpPr/>
          <p:nvPr/>
        </p:nvGrpSpPr>
        <p:grpSpPr bwMode="auto">
          <a:xfrm>
            <a:off x="-3" y="6261100"/>
            <a:ext cx="12192001" cy="620884"/>
            <a:chOff x="-3" y="6311900"/>
            <a:chExt cx="12192001" cy="620884"/>
          </a:xfrm>
        </p:grpSpPr>
        <p:sp>
          <p:nvSpPr>
            <p:cNvPr id="6" name="Rectangle 5"/>
            <p:cNvSpPr/>
            <p:nvPr/>
          </p:nvSpPr>
          <p:spPr bwMode="auto">
            <a:xfrm>
              <a:off x="-3" y="6311900"/>
              <a:ext cx="12192001" cy="620884"/>
            </a:xfrm>
            <a:prstGeom prst="rect">
              <a:avLst/>
            </a:prstGeom>
            <a:solidFill>
              <a:srgbClr val="9B134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1346200">
                <a:lnSpc>
                  <a:spcPct val="200000"/>
                </a:lnSpc>
                <a:buClr>
                  <a:schemeClr val="bg1"/>
                </a:buClr>
                <a:defRPr/>
              </a:pPr>
              <a:endParaRPr lang="en-IN" sz="2200">
                <a:solidFill>
                  <a:schemeClr val="accent4"/>
                </a:solidFill>
                <a:latin typeface="Cambria"/>
                <a:ea typeface="Cambria"/>
              </a:endParaRPr>
            </a:p>
          </p:txBody>
        </p:sp>
        <p:pic>
          <p:nvPicPr>
            <p:cNvPr id="7" name="Google Shape;1736;p23"/>
            <p:cNvPicPr/>
            <p:nvPr/>
          </p:nvPicPr>
          <p:blipFill rotWithShape="1">
            <a:blip r:embed="rId3"/>
            <a:stretch/>
          </p:blipFill>
          <p:spPr bwMode="auto">
            <a:xfrm>
              <a:off x="10404388" y="6389101"/>
              <a:ext cx="1602539" cy="36029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668482522" name="Slide Number Placeholder 7"/>
          <p:cNvSpPr>
            <a:spLocks noGrp="1"/>
          </p:cNvSpPr>
          <p:nvPr>
            <p:ph type="sldNum" idx="12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4</a:t>
            </a:r>
            <a:endParaRPr/>
          </a:p>
        </p:txBody>
      </p:sp>
      <p:sp>
        <p:nvSpPr>
          <p:cNvPr id="365428848" name="Rectangle 161"/>
          <p:cNvSpPr/>
          <p:nvPr/>
        </p:nvSpPr>
        <p:spPr bwMode="auto">
          <a:xfrm>
            <a:off x="-2" y="1157351"/>
            <a:ext cx="2535163" cy="5198382"/>
          </a:xfrm>
          <a:prstGeom prst="rect">
            <a:avLst/>
          </a:prstGeom>
          <a:solidFill>
            <a:srgbClr val="99134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09728" tIns="658368" rIns="64008" bIns="109728" rtlCol="0" anchor="ctr"/>
          <a:lstStyle/>
          <a:p>
            <a:pPr marL="12700" algn="l">
              <a:lnSpc>
                <a:spcPct val="100000"/>
              </a:lnSpc>
              <a:spcBef>
                <a:spcPts val="100"/>
              </a:spcBef>
              <a:spcAft>
                <a:spcPts val="1549"/>
              </a:spcAft>
              <a:tabLst>
                <a:tab pos="495300" algn="l"/>
              </a:tabLst>
              <a:defRPr/>
            </a:pPr>
            <a:r>
              <a:rPr sz="1150" b="0" i="0">
                <a:solidFill>
                  <a:srgbClr val="FFFFFF"/>
                </a:solidFill>
                <a:latin typeface="Times New Roman"/>
              </a:rPr>
              <a:t>Domain &amp; Problem</a:t>
            </a:r>
            <a:endParaRPr lang="en-IN" b="1" spc="-35">
              <a:solidFill>
                <a:schemeClr val="accent4"/>
              </a:solidFill>
              <a:latin typeface="Times New Roman"/>
              <a:ea typeface="Cambria"/>
              <a:cs typeface="Times New Roman"/>
            </a:endParaRPr>
          </a:p>
          <a:p>
            <a:pPr algn="l">
              <a:lnSpc>
                <a:spcPct val="100000"/>
              </a:lnSpc>
              <a:spcAft>
                <a:spcPts val="1549"/>
              </a:spcAft>
              <a:defRPr/>
            </a:pPr>
            <a:r>
              <a:rPr sz="1150" b="1" i="0">
                <a:solidFill>
                  <a:srgbClr val="E6B84A"/>
                </a:solidFill>
                <a:latin typeface="Times New Roman"/>
              </a:rPr>
              <a:t>Motivation &amp; Objectives</a:t>
            </a:r>
            <a:endParaRPr/>
          </a:p>
          <a:p>
            <a:pPr algn="l">
              <a:lnSpc>
                <a:spcPct val="100000"/>
              </a:lnSpc>
              <a:spcAft>
                <a:spcPts val="1549"/>
              </a:spcAft>
              <a:defRPr/>
            </a:pPr>
            <a:r>
              <a:rPr sz="1150" b="0" i="0">
                <a:solidFill>
                  <a:srgbClr val="FFFFFF"/>
                </a:solidFill>
                <a:latin typeface="Times New Roman"/>
              </a:rPr>
              <a:t>Proposed System</a:t>
            </a:r>
            <a:endParaRPr/>
          </a:p>
          <a:p>
            <a:pPr algn="l">
              <a:lnSpc>
                <a:spcPct val="100000"/>
              </a:lnSpc>
              <a:spcAft>
                <a:spcPts val="1549"/>
              </a:spcAft>
              <a:defRPr/>
            </a:pPr>
            <a:r>
              <a:rPr sz="1150" b="0" i="0">
                <a:solidFill>
                  <a:srgbClr val="FFFFFF"/>
                </a:solidFill>
                <a:latin typeface="Times New Roman"/>
              </a:rPr>
              <a:t>Technology Stack</a:t>
            </a:r>
            <a:endParaRPr/>
          </a:p>
          <a:p>
            <a:pPr algn="l">
              <a:lnSpc>
                <a:spcPct val="100000"/>
              </a:lnSpc>
              <a:spcAft>
                <a:spcPts val="1549"/>
              </a:spcAft>
              <a:defRPr/>
            </a:pPr>
            <a:r>
              <a:rPr sz="1150" b="0" i="0">
                <a:solidFill>
                  <a:srgbClr val="FFFFFF"/>
                </a:solidFill>
                <a:latin typeface="Times New Roman"/>
              </a:rPr>
              <a:t>System Architecture</a:t>
            </a:r>
            <a:endParaRPr/>
          </a:p>
          <a:p>
            <a:pPr algn="l">
              <a:lnSpc>
                <a:spcPct val="100000"/>
              </a:lnSpc>
              <a:spcAft>
                <a:spcPts val="1549"/>
              </a:spcAft>
              <a:defRPr/>
            </a:pPr>
            <a:r>
              <a:rPr sz="1150" b="0" i="0">
                <a:solidFill>
                  <a:srgbClr val="FFFFFF"/>
                </a:solidFill>
                <a:latin typeface="Times New Roman"/>
              </a:rPr>
              <a:t>AI Agent Interaction</a:t>
            </a:r>
            <a:endParaRPr/>
          </a:p>
          <a:p>
            <a:pPr algn="l">
              <a:lnSpc>
                <a:spcPct val="100000"/>
              </a:lnSpc>
              <a:spcAft>
                <a:spcPts val="1549"/>
              </a:spcAft>
              <a:defRPr/>
            </a:pPr>
            <a:r>
              <a:rPr sz="1150" b="0" i="0">
                <a:solidFill>
                  <a:srgbClr val="FFFFFF"/>
                </a:solidFill>
                <a:latin typeface="Times New Roman"/>
              </a:rPr>
              <a:t>Implementation &amp; Results</a:t>
            </a:r>
            <a:endParaRPr/>
          </a:p>
          <a:p>
            <a:pPr algn="l">
              <a:lnSpc>
                <a:spcPct val="100000"/>
              </a:lnSpc>
              <a:spcAft>
                <a:spcPts val="1549"/>
              </a:spcAft>
              <a:defRPr/>
            </a:pPr>
            <a:r>
              <a:rPr sz="1150" b="0" i="0">
                <a:solidFill>
                  <a:srgbClr val="FFFFFF"/>
                </a:solidFill>
                <a:latin typeface="Times New Roman"/>
              </a:rPr>
              <a:t>Conclusion &amp; Repository</a:t>
            </a:r>
            <a:endParaRPr/>
          </a:p>
        </p:txBody>
      </p:sp>
      <p:sp>
        <p:nvSpPr>
          <p:cNvPr id="1924670759" name="Rounded Rectangle 162"/>
          <p:cNvSpPr/>
          <p:nvPr/>
        </p:nvSpPr>
        <p:spPr bwMode="auto">
          <a:xfrm>
            <a:off x="2907792" y="1417320"/>
            <a:ext cx="2578608" cy="4370832"/>
          </a:xfrm>
          <a:prstGeom prst="roundRect">
            <a:avLst>
              <a:gd name="adj" fmla="val 16667"/>
            </a:avLst>
          </a:prstGeom>
          <a:solidFill>
            <a:srgbClr val="FBF7F8"/>
          </a:solidFill>
          <a:ln w="12700">
            <a:solidFill>
              <a:srgbClr val="DDCB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08001077" name="Rectangle 163"/>
          <p:cNvSpPr/>
          <p:nvPr/>
        </p:nvSpPr>
        <p:spPr bwMode="auto">
          <a:xfrm>
            <a:off x="2907792" y="1417320"/>
            <a:ext cx="2578608" cy="68580"/>
          </a:xfrm>
          <a:prstGeom prst="rect">
            <a:avLst/>
          </a:prstGeom>
          <a:solidFill>
            <a:srgbClr val="9D174D"/>
          </a:solidFill>
          <a:ln w="1270">
            <a:solidFill>
              <a:srgbClr val="9D17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201931713" name="TextBox 164"/>
          <p:cNvSpPr txBox="1"/>
          <p:nvPr/>
        </p:nvSpPr>
        <p:spPr bwMode="auto">
          <a:xfrm>
            <a:off x="3026664" y="1527048"/>
            <a:ext cx="2340863" cy="420624"/>
          </a:xfrm>
          <a:prstGeom prst="rect">
            <a:avLst/>
          </a:prstGeom>
          <a:noFill/>
        </p:spPr>
        <p:txBody>
          <a:bodyPr wrap="square" lIns="9144" tIns="9144" rIns="9144" bIns="9144" anchor="ctr">
            <a:spAutoFit/>
          </a:bodyPr>
          <a:lstStyle/>
          <a:p>
            <a:pPr algn="l">
              <a:lnSpc>
                <a:spcPct val="100000"/>
              </a:lnSpc>
              <a:defRPr/>
            </a:pPr>
            <a:r>
              <a:rPr sz="1600" b="1" i="0">
                <a:solidFill>
                  <a:srgbClr val="9D174D"/>
                </a:solidFill>
                <a:latin typeface="Times New Roman"/>
              </a:rPr>
              <a:t>MOTIVATION</a:t>
            </a:r>
            <a:endParaRPr/>
          </a:p>
        </p:txBody>
      </p:sp>
      <p:sp>
        <p:nvSpPr>
          <p:cNvPr id="1977572244" name="TextBox 165"/>
          <p:cNvSpPr txBox="1"/>
          <p:nvPr/>
        </p:nvSpPr>
        <p:spPr bwMode="auto">
          <a:xfrm>
            <a:off x="3026664" y="2002536"/>
            <a:ext cx="2340863" cy="3675887"/>
          </a:xfrm>
          <a:prstGeom prst="rect">
            <a:avLst/>
          </a:prstGeom>
          <a:noFill/>
        </p:spPr>
        <p:txBody>
          <a:bodyPr wrap="square" lIns="9144" tIns="9144" rIns="9144" bIns="9144" anchor="t">
            <a:spAutoFit/>
          </a:bodyPr>
          <a:lstStyle/>
          <a:p>
            <a:pPr algn="l">
              <a:lnSpc>
                <a:spcPct val="100000"/>
              </a:lnSpc>
              <a:defRPr/>
            </a:pPr>
            <a:r>
              <a:rPr sz="1450" b="0" i="0">
                <a:solidFill>
                  <a:srgbClr val="242026"/>
                </a:solidFill>
                <a:latin typeface="Times New Roman"/>
              </a:rPr>
              <a:t>Make medicine management simpler and more connected.</a:t>
            </a:r>
            <a:br>
              <a:rPr sz="1450" b="0" i="0">
                <a:solidFill>
                  <a:srgbClr val="242026"/>
                </a:solidFill>
                <a:latin typeface="Times New Roman"/>
              </a:rPr>
            </a:br>
            <a:br>
              <a:rPr sz="1450" b="0" i="0">
                <a:solidFill>
                  <a:srgbClr val="242026"/>
                </a:solidFill>
                <a:latin typeface="Times New Roman"/>
              </a:rPr>
            </a:br>
            <a:r>
              <a:rPr sz="1450" b="0" i="0">
                <a:solidFill>
                  <a:srgbClr val="242026"/>
                </a:solidFill>
                <a:latin typeface="Times New Roman"/>
              </a:rPr>
              <a:t>Use AI conversation as an accessible starting point, with scanning, scheduling, and caregiver support behind it.</a:t>
            </a:r>
            <a:br>
              <a:rPr sz="1450" b="0" i="0">
                <a:solidFill>
                  <a:srgbClr val="242026"/>
                </a:solidFill>
                <a:latin typeface="Times New Roman"/>
              </a:rPr>
            </a:br>
            <a:br>
              <a:rPr sz="1450" b="0" i="0">
                <a:solidFill>
                  <a:srgbClr val="242026"/>
                </a:solidFill>
                <a:latin typeface="Times New Roman"/>
              </a:rPr>
            </a:br>
            <a:r>
              <a:rPr sz="1450" b="0" i="0">
                <a:solidFill>
                  <a:srgbClr val="242026"/>
                </a:solidFill>
                <a:latin typeface="Times New Roman"/>
              </a:rPr>
              <a:t>Encourage safer, more responsible antibiotic use.</a:t>
            </a:r>
            <a:endParaRPr/>
          </a:p>
        </p:txBody>
      </p:sp>
      <p:sp>
        <p:nvSpPr>
          <p:cNvPr id="560442129" name="Rounded Rectangle 166"/>
          <p:cNvSpPr/>
          <p:nvPr/>
        </p:nvSpPr>
        <p:spPr bwMode="auto">
          <a:xfrm>
            <a:off x="5650992" y="1417320"/>
            <a:ext cx="6035039" cy="76809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1430">
            <a:solidFill>
              <a:srgbClr val="DDCB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62828918" name="Rounded Rectangle 167"/>
          <p:cNvSpPr/>
          <p:nvPr/>
        </p:nvSpPr>
        <p:spPr bwMode="auto">
          <a:xfrm>
            <a:off x="5769864" y="1545336"/>
            <a:ext cx="512064" cy="493776"/>
          </a:xfrm>
          <a:prstGeom prst="roundRect">
            <a:avLst>
              <a:gd name="adj" fmla="val 16667"/>
            </a:avLst>
          </a:prstGeom>
          <a:solidFill>
            <a:srgbClr val="9D174D"/>
          </a:solidFill>
          <a:ln w="10160">
            <a:solidFill>
              <a:srgbClr val="9D17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695460432" name="TextBox 168"/>
          <p:cNvSpPr txBox="1"/>
          <p:nvPr/>
        </p:nvSpPr>
        <p:spPr bwMode="auto">
          <a:xfrm>
            <a:off x="5779008" y="1563624"/>
            <a:ext cx="493776" cy="438912"/>
          </a:xfrm>
          <a:prstGeom prst="rect">
            <a:avLst/>
          </a:prstGeom>
          <a:noFill/>
        </p:spPr>
        <p:txBody>
          <a:bodyPr wrap="square" lIns="9144" tIns="9144" rIns="9144" bIns="9144" anchor="ctr">
            <a:spAutoFit/>
          </a:bodyPr>
          <a:lstStyle/>
          <a:p>
            <a:pPr algn="ctr">
              <a:lnSpc>
                <a:spcPct val="100000"/>
              </a:lnSpc>
              <a:defRPr/>
            </a:pPr>
            <a:r>
              <a:rPr sz="1400" b="1" i="0">
                <a:solidFill>
                  <a:srgbClr val="FFFFFF"/>
                </a:solidFill>
                <a:latin typeface="Times New Roman"/>
              </a:rPr>
              <a:t>1</a:t>
            </a:r>
            <a:endParaRPr/>
          </a:p>
        </p:txBody>
      </p:sp>
      <p:sp>
        <p:nvSpPr>
          <p:cNvPr id="140120655" name="TextBox 169"/>
          <p:cNvSpPr txBox="1"/>
          <p:nvPr/>
        </p:nvSpPr>
        <p:spPr bwMode="auto">
          <a:xfrm>
            <a:off x="6400800" y="1490472"/>
            <a:ext cx="5074920" cy="256032"/>
          </a:xfrm>
          <a:prstGeom prst="rect">
            <a:avLst/>
          </a:prstGeom>
          <a:noFill/>
        </p:spPr>
        <p:txBody>
          <a:bodyPr wrap="square" lIns="9144" tIns="9144" rIns="9144" bIns="9144" anchor="t">
            <a:spAutoFit/>
          </a:bodyPr>
          <a:lstStyle/>
          <a:p>
            <a:pPr algn="l">
              <a:lnSpc>
                <a:spcPct val="100000"/>
              </a:lnSpc>
              <a:defRPr/>
            </a:pPr>
            <a:r>
              <a:rPr sz="1400" b="1" i="0">
                <a:solidFill>
                  <a:srgbClr val="9D174D"/>
                </a:solidFill>
                <a:latin typeface="Times New Roman"/>
              </a:rPr>
              <a:t>01  Scan &amp; extract</a:t>
            </a:r>
            <a:endParaRPr/>
          </a:p>
        </p:txBody>
      </p:sp>
      <p:sp>
        <p:nvSpPr>
          <p:cNvPr id="1393185278" name="TextBox 170"/>
          <p:cNvSpPr txBox="1"/>
          <p:nvPr/>
        </p:nvSpPr>
        <p:spPr bwMode="auto">
          <a:xfrm>
            <a:off x="6400800" y="1746504"/>
            <a:ext cx="5074920" cy="347472"/>
          </a:xfrm>
          <a:prstGeom prst="rect">
            <a:avLst/>
          </a:prstGeom>
          <a:noFill/>
        </p:spPr>
        <p:txBody>
          <a:bodyPr wrap="square" lIns="9144" tIns="9144" rIns="9144" bIns="9144" anchor="ctr">
            <a:spAutoFit/>
          </a:bodyPr>
          <a:lstStyle/>
          <a:p>
            <a:pPr algn="l">
              <a:lnSpc>
                <a:spcPct val="100000"/>
              </a:lnSpc>
              <a:defRPr/>
            </a:pPr>
            <a:r>
              <a:rPr sz="1300" b="0" i="0">
                <a:solidFill>
                  <a:srgbClr val="242026"/>
                </a:solidFill>
                <a:latin typeface="Times New Roman"/>
              </a:rPr>
              <a:t>Use camera + OCR to structure medicine and prescription details.</a:t>
            </a:r>
            <a:endParaRPr/>
          </a:p>
        </p:txBody>
      </p:sp>
      <p:sp>
        <p:nvSpPr>
          <p:cNvPr id="1653614790" name="Rounded Rectangle 171"/>
          <p:cNvSpPr/>
          <p:nvPr/>
        </p:nvSpPr>
        <p:spPr bwMode="auto">
          <a:xfrm>
            <a:off x="5650992" y="2276856"/>
            <a:ext cx="6035039" cy="76809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1430">
            <a:solidFill>
              <a:srgbClr val="DDCB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27043174" name="Rounded Rectangle 172"/>
          <p:cNvSpPr/>
          <p:nvPr/>
        </p:nvSpPr>
        <p:spPr bwMode="auto">
          <a:xfrm>
            <a:off x="5769864" y="2404872"/>
            <a:ext cx="512064" cy="493776"/>
          </a:xfrm>
          <a:prstGeom prst="roundRect">
            <a:avLst>
              <a:gd name="adj" fmla="val 16667"/>
            </a:avLst>
          </a:prstGeom>
          <a:solidFill>
            <a:srgbClr val="2E7D48"/>
          </a:solidFill>
          <a:ln w="10160">
            <a:solidFill>
              <a:srgbClr val="2E7D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875092019" name="TextBox 173"/>
          <p:cNvSpPr txBox="1"/>
          <p:nvPr/>
        </p:nvSpPr>
        <p:spPr bwMode="auto">
          <a:xfrm>
            <a:off x="5779008" y="2423160"/>
            <a:ext cx="493776" cy="438912"/>
          </a:xfrm>
          <a:prstGeom prst="rect">
            <a:avLst/>
          </a:prstGeom>
          <a:noFill/>
        </p:spPr>
        <p:txBody>
          <a:bodyPr wrap="square" lIns="9144" tIns="9144" rIns="9144" bIns="9144" anchor="ctr">
            <a:spAutoFit/>
          </a:bodyPr>
          <a:lstStyle/>
          <a:p>
            <a:pPr algn="ctr">
              <a:lnSpc>
                <a:spcPct val="100000"/>
              </a:lnSpc>
              <a:defRPr/>
            </a:pPr>
            <a:r>
              <a:rPr sz="1400" b="1" i="0">
                <a:solidFill>
                  <a:srgbClr val="FFFFFF"/>
                </a:solidFill>
                <a:latin typeface="Times New Roman"/>
              </a:rPr>
              <a:t>2</a:t>
            </a:r>
            <a:endParaRPr/>
          </a:p>
        </p:txBody>
      </p:sp>
      <p:sp>
        <p:nvSpPr>
          <p:cNvPr id="790623447" name="TextBox 174"/>
          <p:cNvSpPr txBox="1"/>
          <p:nvPr/>
        </p:nvSpPr>
        <p:spPr bwMode="auto">
          <a:xfrm>
            <a:off x="6400800" y="2350008"/>
            <a:ext cx="5074920" cy="256032"/>
          </a:xfrm>
          <a:prstGeom prst="rect">
            <a:avLst/>
          </a:prstGeom>
          <a:noFill/>
        </p:spPr>
        <p:txBody>
          <a:bodyPr wrap="square" lIns="9144" tIns="9144" rIns="9144" bIns="9144" anchor="t">
            <a:spAutoFit/>
          </a:bodyPr>
          <a:lstStyle/>
          <a:p>
            <a:pPr algn="l">
              <a:lnSpc>
                <a:spcPct val="100000"/>
              </a:lnSpc>
              <a:defRPr/>
            </a:pPr>
            <a:r>
              <a:rPr sz="1400" b="1" i="0">
                <a:solidFill>
                  <a:srgbClr val="2E7D48"/>
                </a:solidFill>
                <a:latin typeface="Times New Roman"/>
              </a:rPr>
              <a:t>02  Assist through AI</a:t>
            </a:r>
            <a:endParaRPr/>
          </a:p>
        </p:txBody>
      </p:sp>
      <p:sp>
        <p:nvSpPr>
          <p:cNvPr id="1775072999" name="TextBox 175"/>
          <p:cNvSpPr txBox="1"/>
          <p:nvPr/>
        </p:nvSpPr>
        <p:spPr bwMode="auto">
          <a:xfrm>
            <a:off x="6400800" y="2606040"/>
            <a:ext cx="5074920" cy="347472"/>
          </a:xfrm>
          <a:prstGeom prst="rect">
            <a:avLst/>
          </a:prstGeom>
          <a:noFill/>
        </p:spPr>
        <p:txBody>
          <a:bodyPr wrap="square" lIns="9144" tIns="9144" rIns="9144" bIns="9144" anchor="ctr">
            <a:spAutoFit/>
          </a:bodyPr>
          <a:lstStyle/>
          <a:p>
            <a:pPr algn="l">
              <a:lnSpc>
                <a:spcPct val="100000"/>
              </a:lnSpc>
              <a:defRPr/>
            </a:pPr>
            <a:r>
              <a:rPr sz="1300" b="0" i="0">
                <a:solidFill>
                  <a:srgbClr val="242026"/>
                </a:solidFill>
                <a:latin typeface="Times New Roman"/>
              </a:rPr>
              <a:t>Provide a chat-first Consultant for medication questions and image-based input.</a:t>
            </a:r>
            <a:endParaRPr/>
          </a:p>
        </p:txBody>
      </p:sp>
      <p:sp>
        <p:nvSpPr>
          <p:cNvPr id="866325116" name="Rounded Rectangle 176"/>
          <p:cNvSpPr/>
          <p:nvPr/>
        </p:nvSpPr>
        <p:spPr bwMode="auto">
          <a:xfrm>
            <a:off x="5650992" y="3136392"/>
            <a:ext cx="6035039" cy="76809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1430">
            <a:solidFill>
              <a:srgbClr val="DDCB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032927571" name="Rounded Rectangle 177"/>
          <p:cNvSpPr/>
          <p:nvPr/>
        </p:nvSpPr>
        <p:spPr bwMode="auto">
          <a:xfrm>
            <a:off x="5769864" y="3264408"/>
            <a:ext cx="512064" cy="493776"/>
          </a:xfrm>
          <a:prstGeom prst="roundRect">
            <a:avLst>
              <a:gd name="adj" fmla="val 16667"/>
            </a:avLst>
          </a:prstGeom>
          <a:solidFill>
            <a:srgbClr val="276C70"/>
          </a:solidFill>
          <a:ln w="10160">
            <a:solidFill>
              <a:srgbClr val="276C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03282230" name="TextBox 178"/>
          <p:cNvSpPr txBox="1"/>
          <p:nvPr/>
        </p:nvSpPr>
        <p:spPr bwMode="auto">
          <a:xfrm>
            <a:off x="5779008" y="3282696"/>
            <a:ext cx="493776" cy="438912"/>
          </a:xfrm>
          <a:prstGeom prst="rect">
            <a:avLst/>
          </a:prstGeom>
          <a:noFill/>
        </p:spPr>
        <p:txBody>
          <a:bodyPr wrap="square" lIns="9144" tIns="9144" rIns="9144" bIns="9144" anchor="ctr">
            <a:spAutoFit/>
          </a:bodyPr>
          <a:lstStyle/>
          <a:p>
            <a:pPr algn="ctr">
              <a:lnSpc>
                <a:spcPct val="100000"/>
              </a:lnSpc>
              <a:defRPr/>
            </a:pPr>
            <a:r>
              <a:rPr sz="1400" b="1" i="0">
                <a:solidFill>
                  <a:srgbClr val="FFFFFF"/>
                </a:solidFill>
                <a:latin typeface="Times New Roman"/>
              </a:rPr>
              <a:t>3</a:t>
            </a:r>
            <a:endParaRPr/>
          </a:p>
        </p:txBody>
      </p:sp>
      <p:sp>
        <p:nvSpPr>
          <p:cNvPr id="1885814811" name="TextBox 179"/>
          <p:cNvSpPr txBox="1"/>
          <p:nvPr/>
        </p:nvSpPr>
        <p:spPr bwMode="auto">
          <a:xfrm>
            <a:off x="6400800" y="3209544"/>
            <a:ext cx="5074920" cy="256032"/>
          </a:xfrm>
          <a:prstGeom prst="rect">
            <a:avLst/>
          </a:prstGeom>
          <a:noFill/>
        </p:spPr>
        <p:txBody>
          <a:bodyPr wrap="square" lIns="9144" tIns="9144" rIns="9144" bIns="9144" anchor="t">
            <a:spAutoFit/>
          </a:bodyPr>
          <a:lstStyle/>
          <a:p>
            <a:pPr algn="l">
              <a:lnSpc>
                <a:spcPct val="100000"/>
              </a:lnSpc>
              <a:defRPr/>
            </a:pPr>
            <a:r>
              <a:rPr sz="1400" b="1" i="0">
                <a:solidFill>
                  <a:srgbClr val="276C70"/>
                </a:solidFill>
                <a:latin typeface="Times New Roman"/>
              </a:rPr>
              <a:t>03  Track adherence</a:t>
            </a:r>
            <a:endParaRPr/>
          </a:p>
        </p:txBody>
      </p:sp>
      <p:sp>
        <p:nvSpPr>
          <p:cNvPr id="1982053956" name="TextBox 180"/>
          <p:cNvSpPr txBox="1"/>
          <p:nvPr/>
        </p:nvSpPr>
        <p:spPr bwMode="auto">
          <a:xfrm>
            <a:off x="6400800" y="3465576"/>
            <a:ext cx="5074920" cy="347472"/>
          </a:xfrm>
          <a:prstGeom prst="rect">
            <a:avLst/>
          </a:prstGeom>
          <a:noFill/>
        </p:spPr>
        <p:txBody>
          <a:bodyPr wrap="square" lIns="9144" tIns="9144" rIns="9144" bIns="9144" anchor="ctr">
            <a:spAutoFit/>
          </a:bodyPr>
          <a:lstStyle/>
          <a:p>
            <a:pPr algn="l">
              <a:lnSpc>
                <a:spcPct val="100000"/>
              </a:lnSpc>
              <a:defRPr/>
            </a:pPr>
            <a:r>
              <a:rPr sz="1300" b="0" i="0">
                <a:solidFill>
                  <a:srgbClr val="242026"/>
                </a:solidFill>
                <a:latin typeface="Times New Roman"/>
              </a:rPr>
              <a:t>Store medication courses and dose outcomes; schedule reminders.</a:t>
            </a:r>
            <a:endParaRPr/>
          </a:p>
        </p:txBody>
      </p:sp>
      <p:sp>
        <p:nvSpPr>
          <p:cNvPr id="856236758" name="Rounded Rectangle 181"/>
          <p:cNvSpPr/>
          <p:nvPr/>
        </p:nvSpPr>
        <p:spPr bwMode="auto">
          <a:xfrm>
            <a:off x="5650992" y="3995928"/>
            <a:ext cx="6035039" cy="76809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1430">
            <a:solidFill>
              <a:srgbClr val="DDCB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643473278" name="Rounded Rectangle 182"/>
          <p:cNvSpPr/>
          <p:nvPr/>
        </p:nvSpPr>
        <p:spPr bwMode="auto">
          <a:xfrm>
            <a:off x="5769864" y="4123944"/>
            <a:ext cx="512064" cy="493776"/>
          </a:xfrm>
          <a:prstGeom prst="roundRect">
            <a:avLst>
              <a:gd name="adj" fmla="val 16667"/>
            </a:avLst>
          </a:prstGeom>
          <a:solidFill>
            <a:srgbClr val="B76C18"/>
          </a:solidFill>
          <a:ln w="10160">
            <a:solidFill>
              <a:srgbClr val="B76C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424319356" name="TextBox 183"/>
          <p:cNvSpPr txBox="1"/>
          <p:nvPr/>
        </p:nvSpPr>
        <p:spPr bwMode="auto">
          <a:xfrm>
            <a:off x="5779008" y="4142232"/>
            <a:ext cx="493776" cy="438912"/>
          </a:xfrm>
          <a:prstGeom prst="rect">
            <a:avLst/>
          </a:prstGeom>
          <a:noFill/>
        </p:spPr>
        <p:txBody>
          <a:bodyPr wrap="square" lIns="9144" tIns="9144" rIns="9144" bIns="9144" anchor="ctr">
            <a:spAutoFit/>
          </a:bodyPr>
          <a:lstStyle/>
          <a:p>
            <a:pPr algn="ctr">
              <a:lnSpc>
                <a:spcPct val="100000"/>
              </a:lnSpc>
              <a:defRPr/>
            </a:pPr>
            <a:r>
              <a:rPr sz="1400" b="1" i="0">
                <a:solidFill>
                  <a:srgbClr val="FFFFFF"/>
                </a:solidFill>
                <a:latin typeface="Times New Roman"/>
              </a:rPr>
              <a:t>4</a:t>
            </a:r>
            <a:endParaRPr/>
          </a:p>
        </p:txBody>
      </p:sp>
      <p:sp>
        <p:nvSpPr>
          <p:cNvPr id="1901593649" name="TextBox 184"/>
          <p:cNvSpPr txBox="1"/>
          <p:nvPr/>
        </p:nvSpPr>
        <p:spPr bwMode="auto">
          <a:xfrm>
            <a:off x="6400800" y="4069080"/>
            <a:ext cx="5074920" cy="256032"/>
          </a:xfrm>
          <a:prstGeom prst="rect">
            <a:avLst/>
          </a:prstGeom>
          <a:noFill/>
        </p:spPr>
        <p:txBody>
          <a:bodyPr wrap="square" lIns="9144" tIns="9144" rIns="9144" bIns="9144" anchor="t">
            <a:spAutoFit/>
          </a:bodyPr>
          <a:lstStyle/>
          <a:p>
            <a:pPr algn="l">
              <a:lnSpc>
                <a:spcPct val="100000"/>
              </a:lnSpc>
              <a:defRPr/>
            </a:pPr>
            <a:r>
              <a:rPr sz="1400" b="1" i="0">
                <a:solidFill>
                  <a:srgbClr val="B76C18"/>
                </a:solidFill>
                <a:latin typeface="Times New Roman"/>
              </a:rPr>
              <a:t>04  Promote stewardship</a:t>
            </a:r>
            <a:endParaRPr/>
          </a:p>
        </p:txBody>
      </p:sp>
      <p:sp>
        <p:nvSpPr>
          <p:cNvPr id="2088569107" name="TextBox 185"/>
          <p:cNvSpPr txBox="1"/>
          <p:nvPr/>
        </p:nvSpPr>
        <p:spPr bwMode="auto">
          <a:xfrm>
            <a:off x="6400800" y="4325112"/>
            <a:ext cx="5074920" cy="347472"/>
          </a:xfrm>
          <a:prstGeom prst="rect">
            <a:avLst/>
          </a:prstGeom>
          <a:noFill/>
        </p:spPr>
        <p:txBody>
          <a:bodyPr wrap="square" lIns="9144" tIns="9144" rIns="9144" bIns="9144" anchor="ctr">
            <a:spAutoFit/>
          </a:bodyPr>
          <a:lstStyle/>
          <a:p>
            <a:pPr algn="l">
              <a:lnSpc>
                <a:spcPct val="100000"/>
              </a:lnSpc>
              <a:defRPr/>
            </a:pPr>
            <a:r>
              <a:rPr sz="1300" b="0" i="0">
                <a:solidFill>
                  <a:srgbClr val="242026"/>
                </a:solidFill>
                <a:latin typeface="Times New Roman"/>
              </a:rPr>
              <a:t>Surface drug information, interaction checks, and antibiotic awareness.</a:t>
            </a:r>
            <a:endParaRPr/>
          </a:p>
        </p:txBody>
      </p:sp>
      <p:sp>
        <p:nvSpPr>
          <p:cNvPr id="1021724695" name="Rounded Rectangle 186"/>
          <p:cNvSpPr/>
          <p:nvPr/>
        </p:nvSpPr>
        <p:spPr bwMode="auto">
          <a:xfrm>
            <a:off x="5650992" y="4855464"/>
            <a:ext cx="6035039" cy="76809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1430">
            <a:solidFill>
              <a:srgbClr val="DDCB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841471443" name="Rounded Rectangle 187"/>
          <p:cNvSpPr/>
          <p:nvPr/>
        </p:nvSpPr>
        <p:spPr bwMode="auto">
          <a:xfrm>
            <a:off x="5769864" y="4983480"/>
            <a:ext cx="512064" cy="493776"/>
          </a:xfrm>
          <a:prstGeom prst="roundRect">
            <a:avLst>
              <a:gd name="adj" fmla="val 16667"/>
            </a:avLst>
          </a:prstGeom>
          <a:solidFill>
            <a:srgbClr val="5A56A6"/>
          </a:solidFill>
          <a:ln w="10160">
            <a:solidFill>
              <a:srgbClr val="5A5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715181845" name="TextBox 188"/>
          <p:cNvSpPr txBox="1"/>
          <p:nvPr/>
        </p:nvSpPr>
        <p:spPr bwMode="auto">
          <a:xfrm>
            <a:off x="5779008" y="5001768"/>
            <a:ext cx="493776" cy="438912"/>
          </a:xfrm>
          <a:prstGeom prst="rect">
            <a:avLst/>
          </a:prstGeom>
          <a:noFill/>
        </p:spPr>
        <p:txBody>
          <a:bodyPr wrap="square" lIns="9144" tIns="9144" rIns="9144" bIns="9144" anchor="ctr">
            <a:spAutoFit/>
          </a:bodyPr>
          <a:lstStyle/>
          <a:p>
            <a:pPr algn="ctr">
              <a:lnSpc>
                <a:spcPct val="100000"/>
              </a:lnSpc>
              <a:defRPr/>
            </a:pPr>
            <a:r>
              <a:rPr sz="1400" b="1" i="0">
                <a:solidFill>
                  <a:srgbClr val="FFFFFF"/>
                </a:solidFill>
                <a:latin typeface="Times New Roman"/>
              </a:rPr>
              <a:t>5</a:t>
            </a:r>
            <a:endParaRPr/>
          </a:p>
        </p:txBody>
      </p:sp>
      <p:sp>
        <p:nvSpPr>
          <p:cNvPr id="1566725637" name="TextBox 189"/>
          <p:cNvSpPr txBox="1"/>
          <p:nvPr/>
        </p:nvSpPr>
        <p:spPr bwMode="auto">
          <a:xfrm>
            <a:off x="6400800" y="4928616"/>
            <a:ext cx="5074920" cy="256032"/>
          </a:xfrm>
          <a:prstGeom prst="rect">
            <a:avLst/>
          </a:prstGeom>
          <a:noFill/>
        </p:spPr>
        <p:txBody>
          <a:bodyPr wrap="square" lIns="9144" tIns="9144" rIns="9144" bIns="9144" anchor="t">
            <a:spAutoFit/>
          </a:bodyPr>
          <a:lstStyle/>
          <a:p>
            <a:pPr algn="l">
              <a:lnSpc>
                <a:spcPct val="100000"/>
              </a:lnSpc>
              <a:defRPr/>
            </a:pPr>
            <a:r>
              <a:rPr sz="1400" b="1" i="0">
                <a:solidFill>
                  <a:srgbClr val="5A56A6"/>
                </a:solidFill>
                <a:latin typeface="Times New Roman"/>
              </a:rPr>
              <a:t>05  Coordinate family care</a:t>
            </a:r>
            <a:endParaRPr/>
          </a:p>
        </p:txBody>
      </p:sp>
      <p:sp>
        <p:nvSpPr>
          <p:cNvPr id="211491464" name="TextBox 190"/>
          <p:cNvSpPr txBox="1"/>
          <p:nvPr/>
        </p:nvSpPr>
        <p:spPr bwMode="auto">
          <a:xfrm>
            <a:off x="6400800" y="5184648"/>
            <a:ext cx="5074920" cy="347472"/>
          </a:xfrm>
          <a:prstGeom prst="rect">
            <a:avLst/>
          </a:prstGeom>
          <a:noFill/>
        </p:spPr>
        <p:txBody>
          <a:bodyPr wrap="square" lIns="9144" tIns="9144" rIns="9144" bIns="9144" anchor="ctr">
            <a:spAutoFit/>
          </a:bodyPr>
          <a:lstStyle/>
          <a:p>
            <a:pPr algn="l">
              <a:lnSpc>
                <a:spcPct val="100000"/>
              </a:lnSpc>
              <a:defRPr/>
            </a:pPr>
            <a:r>
              <a:rPr sz="1300" b="0" i="0">
                <a:solidFill>
                  <a:srgbClr val="242026"/>
                </a:solidFill>
                <a:latin typeface="Times New Roman"/>
              </a:rPr>
              <a:t>Apply role-based access and support caregiver alerts and admin analytics.</a:t>
            </a:r>
            <a:endParaRPr/>
          </a:p>
        </p:txBody>
      </p:sp>
      <p:sp>
        <p:nvSpPr>
          <p:cNvPr id="424093414" name="TextBox 191"/>
          <p:cNvSpPr txBox="1"/>
          <p:nvPr/>
        </p:nvSpPr>
        <p:spPr bwMode="auto">
          <a:xfrm>
            <a:off x="2880360" y="5961888"/>
            <a:ext cx="886968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defRPr/>
            </a:pPr>
            <a:r>
              <a:rPr sz="1000" b="0" i="1">
                <a:solidFill>
                  <a:srgbClr val="5F5A61"/>
                </a:solidFill>
                <a:latin typeface="Times New Roman"/>
              </a:rPr>
              <a:t>The objectives describe the intended product scope; evaluation must be reported separately from UI design evidence.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83196508" name="Title 1"/>
          <p:cNvSpPr>
            <a:spLocks noGrp="1"/>
          </p:cNvSpPr>
          <p:nvPr>
            <p:ph type="title"/>
          </p:nvPr>
        </p:nvSpPr>
        <p:spPr bwMode="auto">
          <a:xfrm>
            <a:off x="1248636" y="180602"/>
            <a:ext cx="10515600" cy="777491"/>
          </a:xfrm>
        </p:spPr>
        <p:txBody>
          <a:bodyPr/>
          <a:lstStyle/>
          <a:p>
            <a:pPr>
              <a:defRPr/>
            </a:pPr>
            <a:r>
              <a:rPr lang="en-IN" sz="3200" b="1" spc="-35">
                <a:latin typeface="Times New Roman"/>
                <a:ea typeface="Cambria"/>
                <a:cs typeface="Times New Roman"/>
              </a:rPr>
              <a:t>Proposed System</a:t>
            </a:r>
            <a:endParaRPr lang="en-IN" sz="3200" b="1">
              <a:latin typeface="Times New Roman"/>
              <a:ea typeface="Cambria"/>
              <a:cs typeface="Times New Roman"/>
            </a:endParaRPr>
          </a:p>
        </p:txBody>
      </p:sp>
      <p:grpSp>
        <p:nvGrpSpPr>
          <p:cNvPr id="1197026141" name="Group 2"/>
          <p:cNvGrpSpPr/>
          <p:nvPr/>
        </p:nvGrpSpPr>
        <p:grpSpPr bwMode="auto">
          <a:xfrm>
            <a:off x="-3" y="6261100"/>
            <a:ext cx="12192001" cy="620884"/>
            <a:chOff x="-3" y="6311900"/>
            <a:chExt cx="12192001" cy="620884"/>
          </a:xfrm>
        </p:grpSpPr>
        <p:sp>
          <p:nvSpPr>
            <p:cNvPr id="6" name="Rectangle 5"/>
            <p:cNvSpPr/>
            <p:nvPr/>
          </p:nvSpPr>
          <p:spPr bwMode="auto">
            <a:xfrm>
              <a:off x="-3" y="6311900"/>
              <a:ext cx="12192001" cy="620884"/>
            </a:xfrm>
            <a:prstGeom prst="rect">
              <a:avLst/>
            </a:prstGeom>
            <a:solidFill>
              <a:srgbClr val="9B134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1346200">
                <a:lnSpc>
                  <a:spcPct val="200000"/>
                </a:lnSpc>
                <a:buClr>
                  <a:schemeClr val="bg1"/>
                </a:buClr>
                <a:defRPr/>
              </a:pPr>
              <a:endParaRPr lang="en-IN" sz="2200">
                <a:solidFill>
                  <a:schemeClr val="accent4"/>
                </a:solidFill>
                <a:latin typeface="Cambria"/>
                <a:ea typeface="Cambria"/>
              </a:endParaRPr>
            </a:p>
          </p:txBody>
        </p:sp>
        <p:pic>
          <p:nvPicPr>
            <p:cNvPr id="7" name="Google Shape;1736;p23"/>
            <p:cNvPicPr/>
            <p:nvPr/>
          </p:nvPicPr>
          <p:blipFill rotWithShape="1">
            <a:blip r:embed="rId3"/>
            <a:stretch/>
          </p:blipFill>
          <p:spPr bwMode="auto">
            <a:xfrm>
              <a:off x="10404388" y="6389101"/>
              <a:ext cx="1602539" cy="36029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498558196" name="Slide Number Placeholder 7"/>
          <p:cNvSpPr>
            <a:spLocks noGrp="1"/>
          </p:cNvSpPr>
          <p:nvPr>
            <p:ph type="sldNum" idx="12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5</a:t>
            </a:r>
            <a:endParaRPr/>
          </a:p>
        </p:txBody>
      </p:sp>
      <p:sp>
        <p:nvSpPr>
          <p:cNvPr id="693236787" name="Rectangle 161"/>
          <p:cNvSpPr/>
          <p:nvPr/>
        </p:nvSpPr>
        <p:spPr bwMode="auto">
          <a:xfrm>
            <a:off x="-2" y="1157351"/>
            <a:ext cx="2535163" cy="5198382"/>
          </a:xfrm>
          <a:prstGeom prst="rect">
            <a:avLst/>
          </a:prstGeom>
          <a:solidFill>
            <a:srgbClr val="99134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09728" tIns="658368" rIns="64008" bIns="109728" rtlCol="0" anchor="ctr"/>
          <a:lstStyle/>
          <a:p>
            <a:pPr marL="12700" algn="l">
              <a:lnSpc>
                <a:spcPct val="100000"/>
              </a:lnSpc>
              <a:spcBef>
                <a:spcPts val="100"/>
              </a:spcBef>
              <a:spcAft>
                <a:spcPts val="1549"/>
              </a:spcAft>
              <a:tabLst>
                <a:tab pos="495300" algn="l"/>
              </a:tabLst>
              <a:defRPr/>
            </a:pPr>
            <a:r>
              <a:rPr sz="1150" b="0" i="0">
                <a:solidFill>
                  <a:srgbClr val="FFFFFF"/>
                </a:solidFill>
                <a:latin typeface="Times New Roman"/>
              </a:rPr>
              <a:t>Domain &amp; Problem</a:t>
            </a:r>
            <a:endParaRPr lang="en-IN" b="1" spc="-35">
              <a:solidFill>
                <a:schemeClr val="accent4"/>
              </a:solidFill>
              <a:latin typeface="Times New Roman"/>
              <a:ea typeface="Cambria"/>
              <a:cs typeface="Times New Roman"/>
            </a:endParaRPr>
          </a:p>
          <a:p>
            <a:pPr algn="l">
              <a:lnSpc>
                <a:spcPct val="100000"/>
              </a:lnSpc>
              <a:spcAft>
                <a:spcPts val="1549"/>
              </a:spcAft>
              <a:defRPr/>
            </a:pPr>
            <a:r>
              <a:rPr sz="1150" b="0" i="0">
                <a:solidFill>
                  <a:srgbClr val="FFFFFF"/>
                </a:solidFill>
                <a:latin typeface="Times New Roman"/>
              </a:rPr>
              <a:t>Motivation &amp; Objectives</a:t>
            </a:r>
            <a:endParaRPr/>
          </a:p>
          <a:p>
            <a:pPr algn="l">
              <a:lnSpc>
                <a:spcPct val="100000"/>
              </a:lnSpc>
              <a:spcAft>
                <a:spcPts val="1549"/>
              </a:spcAft>
              <a:defRPr/>
            </a:pPr>
            <a:r>
              <a:rPr sz="1150" b="1" i="0">
                <a:solidFill>
                  <a:srgbClr val="E6B84A"/>
                </a:solidFill>
                <a:latin typeface="Times New Roman"/>
              </a:rPr>
              <a:t>Proposed System</a:t>
            </a:r>
            <a:endParaRPr/>
          </a:p>
          <a:p>
            <a:pPr algn="l">
              <a:lnSpc>
                <a:spcPct val="100000"/>
              </a:lnSpc>
              <a:spcAft>
                <a:spcPts val="1549"/>
              </a:spcAft>
              <a:defRPr/>
            </a:pPr>
            <a:r>
              <a:rPr sz="1150" b="0" i="0">
                <a:solidFill>
                  <a:srgbClr val="FFFFFF"/>
                </a:solidFill>
                <a:latin typeface="Times New Roman"/>
              </a:rPr>
              <a:t>Technology Stack</a:t>
            </a:r>
            <a:endParaRPr/>
          </a:p>
          <a:p>
            <a:pPr algn="l">
              <a:lnSpc>
                <a:spcPct val="100000"/>
              </a:lnSpc>
              <a:spcAft>
                <a:spcPts val="1549"/>
              </a:spcAft>
              <a:defRPr/>
            </a:pPr>
            <a:r>
              <a:rPr sz="1150" b="0" i="0">
                <a:solidFill>
                  <a:srgbClr val="FFFFFF"/>
                </a:solidFill>
                <a:latin typeface="Times New Roman"/>
              </a:rPr>
              <a:t>System Architecture</a:t>
            </a:r>
            <a:endParaRPr/>
          </a:p>
          <a:p>
            <a:pPr algn="l">
              <a:lnSpc>
                <a:spcPct val="100000"/>
              </a:lnSpc>
              <a:spcAft>
                <a:spcPts val="1549"/>
              </a:spcAft>
              <a:defRPr/>
            </a:pPr>
            <a:r>
              <a:rPr sz="1150" b="0" i="0">
                <a:solidFill>
                  <a:srgbClr val="FFFFFF"/>
                </a:solidFill>
                <a:latin typeface="Times New Roman"/>
              </a:rPr>
              <a:t>AI Agent Interaction</a:t>
            </a:r>
            <a:endParaRPr/>
          </a:p>
          <a:p>
            <a:pPr algn="l">
              <a:lnSpc>
                <a:spcPct val="100000"/>
              </a:lnSpc>
              <a:spcAft>
                <a:spcPts val="1549"/>
              </a:spcAft>
              <a:defRPr/>
            </a:pPr>
            <a:r>
              <a:rPr sz="1150" b="0" i="0">
                <a:solidFill>
                  <a:srgbClr val="FFFFFF"/>
                </a:solidFill>
                <a:latin typeface="Times New Roman"/>
              </a:rPr>
              <a:t>Implementation &amp; Results</a:t>
            </a:r>
            <a:endParaRPr/>
          </a:p>
          <a:p>
            <a:pPr algn="l">
              <a:lnSpc>
                <a:spcPct val="100000"/>
              </a:lnSpc>
              <a:spcAft>
                <a:spcPts val="1549"/>
              </a:spcAft>
              <a:defRPr/>
            </a:pPr>
            <a:r>
              <a:rPr sz="1150" b="0" i="0">
                <a:solidFill>
                  <a:srgbClr val="FFFFFF"/>
                </a:solidFill>
                <a:latin typeface="Times New Roman"/>
              </a:rPr>
              <a:t>Conclusion &amp; Repository</a:t>
            </a:r>
            <a:endParaRPr/>
          </a:p>
        </p:txBody>
      </p:sp>
      <p:sp>
        <p:nvSpPr>
          <p:cNvPr id="1009854952" name="Rounded Rectangle 162"/>
          <p:cNvSpPr/>
          <p:nvPr/>
        </p:nvSpPr>
        <p:spPr bwMode="auto">
          <a:xfrm>
            <a:off x="2907792" y="1572768"/>
            <a:ext cx="1664208" cy="2176272"/>
          </a:xfrm>
          <a:prstGeom prst="roundRect">
            <a:avLst>
              <a:gd name="adj" fmla="val 16667"/>
            </a:avLst>
          </a:prstGeom>
          <a:solidFill>
            <a:srgbClr val="F7EBF0"/>
          </a:solidFill>
          <a:ln w="12700">
            <a:solidFill>
              <a:srgbClr val="DDCB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287549112" name="Rectangle 163"/>
          <p:cNvSpPr/>
          <p:nvPr/>
        </p:nvSpPr>
        <p:spPr bwMode="auto">
          <a:xfrm>
            <a:off x="2907792" y="1572768"/>
            <a:ext cx="1664208" cy="68580"/>
          </a:xfrm>
          <a:prstGeom prst="rect">
            <a:avLst/>
          </a:prstGeom>
          <a:solidFill>
            <a:srgbClr val="9D174D"/>
          </a:solidFill>
          <a:ln w="1270">
            <a:solidFill>
              <a:srgbClr val="9D17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903425553" name="TextBox 164"/>
          <p:cNvSpPr txBox="1"/>
          <p:nvPr/>
        </p:nvSpPr>
        <p:spPr bwMode="auto">
          <a:xfrm>
            <a:off x="3026664" y="1682495"/>
            <a:ext cx="1426464" cy="502920"/>
          </a:xfrm>
          <a:prstGeom prst="rect">
            <a:avLst/>
          </a:prstGeom>
          <a:noFill/>
        </p:spPr>
        <p:txBody>
          <a:bodyPr wrap="square" lIns="9144" tIns="9144" rIns="9144" bIns="9144" anchor="ctr">
            <a:spAutoFit/>
          </a:bodyPr>
          <a:lstStyle/>
          <a:p>
            <a:pPr algn="l">
              <a:lnSpc>
                <a:spcPct val="100000"/>
              </a:lnSpc>
              <a:defRPr/>
            </a:pPr>
            <a:r>
              <a:rPr sz="1350" b="1" i="0">
                <a:solidFill>
                  <a:srgbClr val="9D174D"/>
                </a:solidFill>
                <a:latin typeface="Times New Roman"/>
              </a:rPr>
              <a:t>1. CAPTURE</a:t>
            </a:r>
            <a:endParaRPr/>
          </a:p>
        </p:txBody>
      </p:sp>
      <p:sp>
        <p:nvSpPr>
          <p:cNvPr id="1324331975" name="TextBox 165"/>
          <p:cNvSpPr txBox="1"/>
          <p:nvPr/>
        </p:nvSpPr>
        <p:spPr bwMode="auto">
          <a:xfrm>
            <a:off x="3026664" y="2221992"/>
            <a:ext cx="1426464" cy="1417319"/>
          </a:xfrm>
          <a:prstGeom prst="rect">
            <a:avLst/>
          </a:prstGeom>
          <a:noFill/>
        </p:spPr>
        <p:txBody>
          <a:bodyPr wrap="square" lIns="9144" tIns="9144" rIns="9144" bIns="9144" anchor="t">
            <a:spAutoFit/>
          </a:bodyPr>
          <a:lstStyle/>
          <a:p>
            <a:pPr algn="l">
              <a:lnSpc>
                <a:spcPct val="100000"/>
              </a:lnSpc>
              <a:defRPr/>
            </a:pPr>
            <a:r>
              <a:rPr sz="1250" b="0" i="0">
                <a:solidFill>
                  <a:srgbClr val="242026"/>
                </a:solidFill>
                <a:latin typeface="Times New Roman"/>
              </a:rPr>
              <a:t>Scan a medicine pack or prescription image.</a:t>
            </a:r>
            <a:endParaRPr/>
          </a:p>
        </p:txBody>
      </p:sp>
      <p:sp>
        <p:nvSpPr>
          <p:cNvPr id="999121738" name="TextBox 166"/>
          <p:cNvSpPr txBox="1"/>
          <p:nvPr/>
        </p:nvSpPr>
        <p:spPr bwMode="auto">
          <a:xfrm>
            <a:off x="4572000" y="2404872"/>
            <a:ext cx="164592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defRPr/>
            </a:pPr>
            <a:r>
              <a:rPr sz="1800" b="1" i="0">
                <a:solidFill>
                  <a:srgbClr val="9D174D"/>
                </a:solidFill>
                <a:latin typeface="Times New Roman"/>
              </a:rPr>
              <a:t>→</a:t>
            </a:r>
            <a:endParaRPr/>
          </a:p>
        </p:txBody>
      </p:sp>
      <p:sp>
        <p:nvSpPr>
          <p:cNvPr id="644669931" name="Rounded Rectangle 167"/>
          <p:cNvSpPr/>
          <p:nvPr/>
        </p:nvSpPr>
        <p:spPr bwMode="auto">
          <a:xfrm>
            <a:off x="4700016" y="1572768"/>
            <a:ext cx="1664208" cy="2176272"/>
          </a:xfrm>
          <a:prstGeom prst="roundRect">
            <a:avLst>
              <a:gd name="adj" fmla="val 16667"/>
            </a:avLst>
          </a:prstGeom>
          <a:solidFill>
            <a:srgbClr val="EEF4FA"/>
          </a:solidFill>
          <a:ln w="12700">
            <a:solidFill>
              <a:srgbClr val="DDCB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695393471" name="Rectangle 168"/>
          <p:cNvSpPr/>
          <p:nvPr/>
        </p:nvSpPr>
        <p:spPr bwMode="auto">
          <a:xfrm>
            <a:off x="4700016" y="1572768"/>
            <a:ext cx="1664208" cy="68580"/>
          </a:xfrm>
          <a:prstGeom prst="rect">
            <a:avLst/>
          </a:prstGeom>
          <a:solidFill>
            <a:srgbClr val="2E628F"/>
          </a:solidFill>
          <a:ln w="1270">
            <a:solidFill>
              <a:srgbClr val="2E62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966832689" name="TextBox 169"/>
          <p:cNvSpPr txBox="1"/>
          <p:nvPr/>
        </p:nvSpPr>
        <p:spPr bwMode="auto">
          <a:xfrm>
            <a:off x="4818888" y="1682495"/>
            <a:ext cx="1426464" cy="502920"/>
          </a:xfrm>
          <a:prstGeom prst="rect">
            <a:avLst/>
          </a:prstGeom>
          <a:noFill/>
        </p:spPr>
        <p:txBody>
          <a:bodyPr wrap="square" lIns="9144" tIns="9144" rIns="9144" bIns="9144" anchor="ctr">
            <a:spAutoFit/>
          </a:bodyPr>
          <a:lstStyle/>
          <a:p>
            <a:pPr algn="l">
              <a:lnSpc>
                <a:spcPct val="100000"/>
              </a:lnSpc>
              <a:defRPr/>
            </a:pPr>
            <a:r>
              <a:rPr sz="1350" b="1" i="0">
                <a:solidFill>
                  <a:srgbClr val="2E628F"/>
                </a:solidFill>
                <a:latin typeface="Times New Roman"/>
              </a:rPr>
              <a:t>2. RECOGNIZE</a:t>
            </a:r>
            <a:endParaRPr/>
          </a:p>
        </p:txBody>
      </p:sp>
      <p:sp>
        <p:nvSpPr>
          <p:cNvPr id="1924641186" name="TextBox 170"/>
          <p:cNvSpPr txBox="1"/>
          <p:nvPr/>
        </p:nvSpPr>
        <p:spPr bwMode="auto">
          <a:xfrm>
            <a:off x="4818888" y="2221992"/>
            <a:ext cx="1426464" cy="1417319"/>
          </a:xfrm>
          <a:prstGeom prst="rect">
            <a:avLst/>
          </a:prstGeom>
          <a:noFill/>
        </p:spPr>
        <p:txBody>
          <a:bodyPr wrap="square" lIns="9144" tIns="9144" rIns="9144" bIns="9144" anchor="t">
            <a:spAutoFit/>
          </a:bodyPr>
          <a:lstStyle/>
          <a:p>
            <a:pPr algn="l">
              <a:lnSpc>
                <a:spcPct val="100000"/>
              </a:lnSpc>
              <a:defRPr/>
            </a:pPr>
            <a:r>
              <a:rPr sz="1250" b="0" i="0">
                <a:solidFill>
                  <a:srgbClr val="242026"/>
                </a:solidFill>
                <a:latin typeface="Times New Roman"/>
              </a:rPr>
              <a:t>ML Kit OCR + line clustering and text cleanup.</a:t>
            </a:r>
            <a:endParaRPr/>
          </a:p>
        </p:txBody>
      </p:sp>
      <p:sp>
        <p:nvSpPr>
          <p:cNvPr id="1511377629" name="TextBox 171"/>
          <p:cNvSpPr txBox="1"/>
          <p:nvPr/>
        </p:nvSpPr>
        <p:spPr bwMode="auto">
          <a:xfrm>
            <a:off x="6364224" y="2404872"/>
            <a:ext cx="164592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defRPr/>
            </a:pPr>
            <a:r>
              <a:rPr sz="1800" b="1" i="0">
                <a:solidFill>
                  <a:srgbClr val="9D174D"/>
                </a:solidFill>
                <a:latin typeface="Times New Roman"/>
              </a:rPr>
              <a:t>→</a:t>
            </a:r>
            <a:endParaRPr/>
          </a:p>
        </p:txBody>
      </p:sp>
      <p:sp>
        <p:nvSpPr>
          <p:cNvPr id="1281856785" name="Rounded Rectangle 172"/>
          <p:cNvSpPr/>
          <p:nvPr/>
        </p:nvSpPr>
        <p:spPr bwMode="auto">
          <a:xfrm>
            <a:off x="6492240" y="1572768"/>
            <a:ext cx="1664208" cy="2176272"/>
          </a:xfrm>
          <a:prstGeom prst="roundRect">
            <a:avLst>
              <a:gd name="adj" fmla="val 16667"/>
            </a:avLst>
          </a:prstGeom>
          <a:solidFill>
            <a:srgbClr val="F0EFFA"/>
          </a:solidFill>
          <a:ln w="12700">
            <a:solidFill>
              <a:srgbClr val="DDCB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468241492" name="Rectangle 173"/>
          <p:cNvSpPr/>
          <p:nvPr/>
        </p:nvSpPr>
        <p:spPr bwMode="auto">
          <a:xfrm>
            <a:off x="6492240" y="1572768"/>
            <a:ext cx="1664208" cy="68580"/>
          </a:xfrm>
          <a:prstGeom prst="rect">
            <a:avLst/>
          </a:prstGeom>
          <a:solidFill>
            <a:srgbClr val="5A56A6"/>
          </a:solidFill>
          <a:ln w="1270">
            <a:solidFill>
              <a:srgbClr val="5A5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989473789" name="TextBox 174"/>
          <p:cNvSpPr txBox="1"/>
          <p:nvPr/>
        </p:nvSpPr>
        <p:spPr bwMode="auto">
          <a:xfrm>
            <a:off x="6611112" y="1682495"/>
            <a:ext cx="1426464" cy="502920"/>
          </a:xfrm>
          <a:prstGeom prst="rect">
            <a:avLst/>
          </a:prstGeom>
          <a:noFill/>
        </p:spPr>
        <p:txBody>
          <a:bodyPr wrap="square" lIns="9144" tIns="9144" rIns="9144" bIns="9144" anchor="ctr">
            <a:spAutoFit/>
          </a:bodyPr>
          <a:lstStyle/>
          <a:p>
            <a:pPr algn="l">
              <a:lnSpc>
                <a:spcPct val="100000"/>
              </a:lnSpc>
              <a:defRPr/>
            </a:pPr>
            <a:r>
              <a:rPr sz="1350" b="1" i="0">
                <a:solidFill>
                  <a:srgbClr val="5A56A6"/>
                </a:solidFill>
                <a:latin typeface="Times New Roman"/>
              </a:rPr>
              <a:t>3. UNDERSTAND</a:t>
            </a:r>
            <a:endParaRPr/>
          </a:p>
        </p:txBody>
      </p:sp>
      <p:sp>
        <p:nvSpPr>
          <p:cNvPr id="418035827" name="TextBox 175"/>
          <p:cNvSpPr txBox="1"/>
          <p:nvPr/>
        </p:nvSpPr>
        <p:spPr bwMode="auto">
          <a:xfrm>
            <a:off x="6611112" y="2221992"/>
            <a:ext cx="1426464" cy="1417319"/>
          </a:xfrm>
          <a:prstGeom prst="rect">
            <a:avLst/>
          </a:prstGeom>
          <a:noFill/>
        </p:spPr>
        <p:txBody>
          <a:bodyPr wrap="square" lIns="9144" tIns="9144" rIns="9144" bIns="9144" anchor="t">
            <a:spAutoFit/>
          </a:bodyPr>
          <a:lstStyle/>
          <a:p>
            <a:pPr algn="l">
              <a:lnSpc>
                <a:spcPct val="100000"/>
              </a:lnSpc>
              <a:defRPr/>
            </a:pPr>
            <a:r>
              <a:rPr sz="1250" b="0" i="0">
                <a:solidFill>
                  <a:srgbClr val="242026"/>
                </a:solidFill>
                <a:latin typeface="Times New Roman"/>
              </a:rPr>
              <a:t>Match drug references; route questions to AI with safety checks.</a:t>
            </a:r>
            <a:endParaRPr/>
          </a:p>
        </p:txBody>
      </p:sp>
      <p:sp>
        <p:nvSpPr>
          <p:cNvPr id="1453709038" name="TextBox 176"/>
          <p:cNvSpPr txBox="1"/>
          <p:nvPr/>
        </p:nvSpPr>
        <p:spPr bwMode="auto">
          <a:xfrm>
            <a:off x="8156448" y="2404872"/>
            <a:ext cx="164592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defRPr/>
            </a:pPr>
            <a:r>
              <a:rPr sz="1800" b="1" i="0">
                <a:solidFill>
                  <a:srgbClr val="9D174D"/>
                </a:solidFill>
                <a:latin typeface="Times New Roman"/>
              </a:rPr>
              <a:t>→</a:t>
            </a:r>
            <a:endParaRPr/>
          </a:p>
        </p:txBody>
      </p:sp>
      <p:sp>
        <p:nvSpPr>
          <p:cNvPr id="1040073771" name="Rounded Rectangle 177"/>
          <p:cNvSpPr/>
          <p:nvPr/>
        </p:nvSpPr>
        <p:spPr bwMode="auto">
          <a:xfrm>
            <a:off x="8284464" y="1572768"/>
            <a:ext cx="1664208" cy="2176272"/>
          </a:xfrm>
          <a:prstGeom prst="roundRect">
            <a:avLst>
              <a:gd name="adj" fmla="val 16667"/>
            </a:avLst>
          </a:prstGeom>
          <a:solidFill>
            <a:srgbClr val="EDF7EF"/>
          </a:solidFill>
          <a:ln w="12700">
            <a:solidFill>
              <a:srgbClr val="DDCB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463344444" name="Rectangle 178"/>
          <p:cNvSpPr/>
          <p:nvPr/>
        </p:nvSpPr>
        <p:spPr bwMode="auto">
          <a:xfrm>
            <a:off x="8284464" y="1572768"/>
            <a:ext cx="1664208" cy="68580"/>
          </a:xfrm>
          <a:prstGeom prst="rect">
            <a:avLst/>
          </a:prstGeom>
          <a:solidFill>
            <a:srgbClr val="2E7D48"/>
          </a:solidFill>
          <a:ln w="1270">
            <a:solidFill>
              <a:srgbClr val="2E7D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720277730" name="TextBox 179"/>
          <p:cNvSpPr txBox="1"/>
          <p:nvPr/>
        </p:nvSpPr>
        <p:spPr bwMode="auto">
          <a:xfrm>
            <a:off x="8403336" y="1682495"/>
            <a:ext cx="1426464" cy="502920"/>
          </a:xfrm>
          <a:prstGeom prst="rect">
            <a:avLst/>
          </a:prstGeom>
          <a:noFill/>
        </p:spPr>
        <p:txBody>
          <a:bodyPr wrap="square" lIns="9144" tIns="9144" rIns="9144" bIns="9144" anchor="ctr">
            <a:spAutoFit/>
          </a:bodyPr>
          <a:lstStyle/>
          <a:p>
            <a:pPr algn="l">
              <a:lnSpc>
                <a:spcPct val="100000"/>
              </a:lnSpc>
              <a:defRPr/>
            </a:pPr>
            <a:r>
              <a:rPr sz="1350" b="1" i="0">
                <a:solidFill>
                  <a:srgbClr val="2E7D48"/>
                </a:solidFill>
                <a:latin typeface="Times New Roman"/>
              </a:rPr>
              <a:t>4. TRACK</a:t>
            </a:r>
            <a:endParaRPr/>
          </a:p>
        </p:txBody>
      </p:sp>
      <p:sp>
        <p:nvSpPr>
          <p:cNvPr id="1597938548" name="TextBox 180"/>
          <p:cNvSpPr txBox="1"/>
          <p:nvPr/>
        </p:nvSpPr>
        <p:spPr bwMode="auto">
          <a:xfrm>
            <a:off x="8403336" y="2221992"/>
            <a:ext cx="1426464" cy="1417319"/>
          </a:xfrm>
          <a:prstGeom prst="rect">
            <a:avLst/>
          </a:prstGeom>
          <a:noFill/>
        </p:spPr>
        <p:txBody>
          <a:bodyPr wrap="square" lIns="9144" tIns="9144" rIns="9144" bIns="9144" anchor="t">
            <a:spAutoFit/>
          </a:bodyPr>
          <a:lstStyle/>
          <a:p>
            <a:pPr algn="l">
              <a:lnSpc>
                <a:spcPct val="100000"/>
              </a:lnSpc>
              <a:defRPr/>
            </a:pPr>
            <a:r>
              <a:rPr sz="1250" b="0" i="0">
                <a:solidFill>
                  <a:srgbClr val="242026"/>
                </a:solidFill>
                <a:latin typeface="Times New Roman"/>
              </a:rPr>
              <a:t>Confirm details, create a course, and log taken / missed doses.</a:t>
            </a:r>
            <a:endParaRPr/>
          </a:p>
        </p:txBody>
      </p:sp>
      <p:sp>
        <p:nvSpPr>
          <p:cNvPr id="452260193" name="TextBox 181"/>
          <p:cNvSpPr txBox="1"/>
          <p:nvPr/>
        </p:nvSpPr>
        <p:spPr bwMode="auto">
          <a:xfrm>
            <a:off x="9948672" y="2404872"/>
            <a:ext cx="164592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defRPr/>
            </a:pPr>
            <a:r>
              <a:rPr sz="1800" b="1" i="0">
                <a:solidFill>
                  <a:srgbClr val="9D174D"/>
                </a:solidFill>
                <a:latin typeface="Times New Roman"/>
              </a:rPr>
              <a:t>→</a:t>
            </a:r>
            <a:endParaRPr/>
          </a:p>
        </p:txBody>
      </p:sp>
      <p:sp>
        <p:nvSpPr>
          <p:cNvPr id="271450504" name="Rounded Rectangle 182"/>
          <p:cNvSpPr/>
          <p:nvPr/>
        </p:nvSpPr>
        <p:spPr bwMode="auto">
          <a:xfrm>
            <a:off x="10076688" y="1572768"/>
            <a:ext cx="1664208" cy="2176272"/>
          </a:xfrm>
          <a:prstGeom prst="roundRect">
            <a:avLst>
              <a:gd name="adj" fmla="val 16667"/>
            </a:avLst>
          </a:prstGeom>
          <a:solidFill>
            <a:srgbClr val="FFF4E7"/>
          </a:solidFill>
          <a:ln w="12700">
            <a:solidFill>
              <a:srgbClr val="DDCB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903598154" name="Rectangle 183"/>
          <p:cNvSpPr/>
          <p:nvPr/>
        </p:nvSpPr>
        <p:spPr bwMode="auto">
          <a:xfrm>
            <a:off x="10076688" y="1572768"/>
            <a:ext cx="1664208" cy="68580"/>
          </a:xfrm>
          <a:prstGeom prst="rect">
            <a:avLst/>
          </a:prstGeom>
          <a:solidFill>
            <a:srgbClr val="B76C18"/>
          </a:solidFill>
          <a:ln w="1270">
            <a:solidFill>
              <a:srgbClr val="B76C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652816088" name="TextBox 184"/>
          <p:cNvSpPr txBox="1"/>
          <p:nvPr/>
        </p:nvSpPr>
        <p:spPr bwMode="auto">
          <a:xfrm>
            <a:off x="10195560" y="1682495"/>
            <a:ext cx="1426464" cy="502920"/>
          </a:xfrm>
          <a:prstGeom prst="rect">
            <a:avLst/>
          </a:prstGeom>
          <a:noFill/>
        </p:spPr>
        <p:txBody>
          <a:bodyPr wrap="square" lIns="9144" tIns="9144" rIns="9144" bIns="9144" anchor="ctr">
            <a:spAutoFit/>
          </a:bodyPr>
          <a:lstStyle/>
          <a:p>
            <a:pPr algn="l">
              <a:lnSpc>
                <a:spcPct val="100000"/>
              </a:lnSpc>
              <a:defRPr/>
            </a:pPr>
            <a:r>
              <a:rPr sz="1350" b="1" i="0">
                <a:solidFill>
                  <a:srgbClr val="B76C18"/>
                </a:solidFill>
                <a:latin typeface="Times New Roman"/>
              </a:rPr>
              <a:t>5. COORDINATE</a:t>
            </a:r>
            <a:endParaRPr/>
          </a:p>
        </p:txBody>
      </p:sp>
      <p:sp>
        <p:nvSpPr>
          <p:cNvPr id="1725744188" name="TextBox 185"/>
          <p:cNvSpPr txBox="1"/>
          <p:nvPr/>
        </p:nvSpPr>
        <p:spPr bwMode="auto">
          <a:xfrm>
            <a:off x="10195560" y="2221992"/>
            <a:ext cx="1426464" cy="1417319"/>
          </a:xfrm>
          <a:prstGeom prst="rect">
            <a:avLst/>
          </a:prstGeom>
          <a:noFill/>
        </p:spPr>
        <p:txBody>
          <a:bodyPr wrap="square" lIns="9144" tIns="9144" rIns="9144" bIns="9144" anchor="t">
            <a:spAutoFit/>
          </a:bodyPr>
          <a:lstStyle/>
          <a:p>
            <a:pPr algn="l">
              <a:lnSpc>
                <a:spcPct val="100000"/>
              </a:lnSpc>
              <a:defRPr/>
            </a:pPr>
            <a:r>
              <a:rPr sz="1250" b="0" i="0">
                <a:solidFill>
                  <a:srgbClr val="242026"/>
                </a:solidFill>
                <a:latin typeface="Times New Roman"/>
              </a:rPr>
              <a:t>Send reminders, caregiver alerts, and provide aggregate insights.</a:t>
            </a:r>
            <a:endParaRPr/>
          </a:p>
        </p:txBody>
      </p:sp>
      <p:sp>
        <p:nvSpPr>
          <p:cNvPr id="611117867" name="Rounded Rectangle 186"/>
          <p:cNvSpPr/>
          <p:nvPr/>
        </p:nvSpPr>
        <p:spPr bwMode="auto">
          <a:xfrm>
            <a:off x="2907792" y="3968496"/>
            <a:ext cx="8796528" cy="1426464"/>
          </a:xfrm>
          <a:prstGeom prst="roundRect">
            <a:avLst>
              <a:gd name="adj" fmla="val 16667"/>
            </a:avLst>
          </a:prstGeom>
          <a:solidFill>
            <a:srgbClr val="F8F3F5"/>
          </a:solidFill>
          <a:ln w="13970">
            <a:solidFill>
              <a:srgbClr val="9D17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127902009" name="TextBox 187"/>
          <p:cNvSpPr txBox="1"/>
          <p:nvPr/>
        </p:nvSpPr>
        <p:spPr bwMode="auto">
          <a:xfrm>
            <a:off x="3090672" y="4096512"/>
            <a:ext cx="2121408" cy="310896"/>
          </a:xfrm>
          <a:prstGeom prst="rect">
            <a:avLst/>
          </a:prstGeom>
          <a:noFill/>
        </p:spPr>
        <p:txBody>
          <a:bodyPr wrap="square" lIns="9144" tIns="9144" rIns="9144" bIns="9144" anchor="t">
            <a:spAutoFit/>
          </a:bodyPr>
          <a:lstStyle/>
          <a:p>
            <a:pPr algn="l">
              <a:lnSpc>
                <a:spcPct val="100000"/>
              </a:lnSpc>
              <a:defRPr/>
            </a:pPr>
            <a:r>
              <a:rPr sz="1500" b="1" i="0">
                <a:solidFill>
                  <a:srgbClr val="9D174D"/>
                </a:solidFill>
                <a:latin typeface="Times New Roman"/>
              </a:rPr>
              <a:t>AI-FIRST INTERACTION</a:t>
            </a:r>
            <a:endParaRPr/>
          </a:p>
        </p:txBody>
      </p:sp>
      <p:sp>
        <p:nvSpPr>
          <p:cNvPr id="919869963" name="TextBox 188"/>
          <p:cNvSpPr txBox="1"/>
          <p:nvPr/>
        </p:nvSpPr>
        <p:spPr bwMode="auto">
          <a:xfrm>
            <a:off x="5166360" y="4059936"/>
            <a:ext cx="6272784" cy="1024128"/>
          </a:xfrm>
          <a:prstGeom prst="rect">
            <a:avLst/>
          </a:prstGeom>
          <a:noFill/>
        </p:spPr>
        <p:txBody>
          <a:bodyPr wrap="square" lIns="9144" tIns="9144" rIns="9144" bIns="9144" anchor="ctr">
            <a:spAutoFit/>
          </a:bodyPr>
          <a:lstStyle/>
          <a:p>
            <a:pPr algn="l">
              <a:lnSpc>
                <a:spcPct val="100000"/>
              </a:lnSpc>
              <a:defRPr/>
            </a:pPr>
            <a:r>
              <a:rPr sz="1400" b="0" i="0">
                <a:solidFill>
                  <a:srgbClr val="242026"/>
                </a:solidFill>
                <a:latin typeface="Times New Roman"/>
              </a:rPr>
              <a:t>The Chatbot / AI Consultant is the primary conversational interface: the user asks a question or attaches an image, the frontend sends a protected request to the backend router, safety checks are applied, and the response returns to the chat. Dedicated screens support tracking, family care, and administration.</a:t>
            </a:r>
            <a:endParaRPr/>
          </a:p>
        </p:txBody>
      </p:sp>
      <p:sp>
        <p:nvSpPr>
          <p:cNvPr id="1460789754" name="TextBox 189"/>
          <p:cNvSpPr txBox="1"/>
          <p:nvPr/>
        </p:nvSpPr>
        <p:spPr bwMode="auto">
          <a:xfrm>
            <a:off x="2880360" y="5961888"/>
            <a:ext cx="886968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defRPr/>
            </a:pPr>
            <a:r>
              <a:rPr sz="1000" b="0" i="1">
                <a:solidFill>
                  <a:srgbClr val="5F5A61"/>
                </a:solidFill>
                <a:latin typeface="Times New Roman"/>
              </a:rPr>
              <a:t>Medicine matching and AI responses assist users; they are not a definitive diagnosis or substitute for a prescriber.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21281638" name="Title 1"/>
          <p:cNvSpPr>
            <a:spLocks noGrp="1"/>
          </p:cNvSpPr>
          <p:nvPr>
            <p:ph type="title"/>
          </p:nvPr>
        </p:nvSpPr>
        <p:spPr bwMode="auto">
          <a:xfrm>
            <a:off x="1248636" y="180602"/>
            <a:ext cx="10515600" cy="777491"/>
          </a:xfrm>
        </p:spPr>
        <p:txBody>
          <a:bodyPr/>
          <a:lstStyle/>
          <a:p>
            <a:pPr>
              <a:defRPr/>
            </a:pPr>
            <a:r>
              <a:rPr lang="en-IN" sz="3200" b="1"/>
              <a:t>Full Stack Technologies Used</a:t>
            </a:r>
            <a:endParaRPr lang="en-IN" sz="3200" b="1" spc="-35">
              <a:latin typeface="Times New Roman"/>
              <a:ea typeface="Cambria"/>
              <a:cs typeface="Times New Roman"/>
            </a:endParaRPr>
          </a:p>
        </p:txBody>
      </p:sp>
      <p:grpSp>
        <p:nvGrpSpPr>
          <p:cNvPr id="87589643" name="Group 2"/>
          <p:cNvGrpSpPr/>
          <p:nvPr/>
        </p:nvGrpSpPr>
        <p:grpSpPr bwMode="auto">
          <a:xfrm>
            <a:off x="-3" y="6311900"/>
            <a:ext cx="12192001" cy="620884"/>
            <a:chOff x="-3" y="6311900"/>
            <a:chExt cx="12192001" cy="620884"/>
          </a:xfrm>
        </p:grpSpPr>
        <p:sp>
          <p:nvSpPr>
            <p:cNvPr id="6" name="Rectangle 5"/>
            <p:cNvSpPr/>
            <p:nvPr/>
          </p:nvSpPr>
          <p:spPr bwMode="auto">
            <a:xfrm>
              <a:off x="-3" y="6311900"/>
              <a:ext cx="12192001" cy="620884"/>
            </a:xfrm>
            <a:prstGeom prst="rect">
              <a:avLst/>
            </a:prstGeom>
            <a:solidFill>
              <a:srgbClr val="9B134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1346200">
                <a:lnSpc>
                  <a:spcPct val="200000"/>
                </a:lnSpc>
                <a:buClr>
                  <a:schemeClr val="bg1"/>
                </a:buClr>
                <a:defRPr/>
              </a:pPr>
              <a:endParaRPr lang="en-IN" sz="2200">
                <a:solidFill>
                  <a:schemeClr val="accent4"/>
                </a:solidFill>
                <a:latin typeface="Cambria"/>
                <a:ea typeface="Cambria"/>
              </a:endParaRPr>
            </a:p>
          </p:txBody>
        </p:sp>
        <p:pic>
          <p:nvPicPr>
            <p:cNvPr id="7" name="Google Shape;1736;p23"/>
            <p:cNvPicPr/>
            <p:nvPr/>
          </p:nvPicPr>
          <p:blipFill rotWithShape="1">
            <a:blip r:embed="rId3"/>
            <a:stretch/>
          </p:blipFill>
          <p:spPr bwMode="auto">
            <a:xfrm>
              <a:off x="10404388" y="6389101"/>
              <a:ext cx="1602539" cy="36029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564456541" name="Slide Number Placeholder 7"/>
          <p:cNvSpPr>
            <a:spLocks noGrp="1"/>
          </p:cNvSpPr>
          <p:nvPr>
            <p:ph type="sldNum" idx="12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6</a:t>
            </a:r>
            <a:endParaRPr/>
          </a:p>
        </p:txBody>
      </p:sp>
      <p:sp>
        <p:nvSpPr>
          <p:cNvPr id="1923584846" name="Rectangle 161"/>
          <p:cNvSpPr/>
          <p:nvPr/>
        </p:nvSpPr>
        <p:spPr bwMode="auto">
          <a:xfrm>
            <a:off x="-2" y="1092037"/>
            <a:ext cx="2585961" cy="5299981"/>
          </a:xfrm>
          <a:prstGeom prst="rect">
            <a:avLst/>
          </a:prstGeom>
          <a:solidFill>
            <a:srgbClr val="99134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09728" tIns="658368" rIns="64008" bIns="109728" rtlCol="0" anchor="ctr"/>
          <a:lstStyle/>
          <a:p>
            <a:pPr marL="12700" algn="l">
              <a:lnSpc>
                <a:spcPct val="100000"/>
              </a:lnSpc>
              <a:spcBef>
                <a:spcPts val="100"/>
              </a:spcBef>
              <a:spcAft>
                <a:spcPts val="1549"/>
              </a:spcAft>
              <a:tabLst>
                <a:tab pos="495300" algn="l"/>
              </a:tabLst>
              <a:defRPr/>
            </a:pPr>
            <a:r>
              <a:rPr sz="1150" b="0" i="0">
                <a:solidFill>
                  <a:srgbClr val="FFFFFF"/>
                </a:solidFill>
                <a:latin typeface="Times New Roman"/>
              </a:rPr>
              <a:t>Domain &amp; Problem</a:t>
            </a:r>
            <a:endParaRPr lang="en-IN" b="1" spc="-35">
              <a:solidFill>
                <a:schemeClr val="accent4"/>
              </a:solidFill>
              <a:latin typeface="Times New Roman"/>
              <a:ea typeface="Cambria"/>
              <a:cs typeface="Times New Roman"/>
            </a:endParaRPr>
          </a:p>
          <a:p>
            <a:pPr algn="l">
              <a:lnSpc>
                <a:spcPct val="100000"/>
              </a:lnSpc>
              <a:spcAft>
                <a:spcPts val="1549"/>
              </a:spcAft>
              <a:defRPr/>
            </a:pPr>
            <a:r>
              <a:rPr sz="1150" b="0" i="0">
                <a:solidFill>
                  <a:srgbClr val="FFFFFF"/>
                </a:solidFill>
                <a:latin typeface="Times New Roman"/>
              </a:rPr>
              <a:t>Motivation &amp; Objectives</a:t>
            </a:r>
            <a:endParaRPr/>
          </a:p>
          <a:p>
            <a:pPr algn="l">
              <a:lnSpc>
                <a:spcPct val="100000"/>
              </a:lnSpc>
              <a:spcAft>
                <a:spcPts val="1549"/>
              </a:spcAft>
              <a:defRPr/>
            </a:pPr>
            <a:r>
              <a:rPr sz="1150" b="0" i="0">
                <a:solidFill>
                  <a:srgbClr val="FFFFFF"/>
                </a:solidFill>
                <a:latin typeface="Times New Roman"/>
              </a:rPr>
              <a:t>Proposed System</a:t>
            </a:r>
            <a:endParaRPr/>
          </a:p>
          <a:p>
            <a:pPr algn="l">
              <a:lnSpc>
                <a:spcPct val="100000"/>
              </a:lnSpc>
              <a:spcAft>
                <a:spcPts val="1549"/>
              </a:spcAft>
              <a:defRPr/>
            </a:pPr>
            <a:r>
              <a:rPr sz="1150" b="1" i="0">
                <a:solidFill>
                  <a:srgbClr val="E6B84A"/>
                </a:solidFill>
                <a:latin typeface="Times New Roman"/>
              </a:rPr>
              <a:t>Technology Stack</a:t>
            </a:r>
            <a:endParaRPr/>
          </a:p>
          <a:p>
            <a:pPr algn="l">
              <a:lnSpc>
                <a:spcPct val="100000"/>
              </a:lnSpc>
              <a:spcAft>
                <a:spcPts val="1549"/>
              </a:spcAft>
              <a:defRPr/>
            </a:pPr>
            <a:r>
              <a:rPr sz="1150" b="0" i="0">
                <a:solidFill>
                  <a:srgbClr val="FFFFFF"/>
                </a:solidFill>
                <a:latin typeface="Times New Roman"/>
              </a:rPr>
              <a:t>System Architecture</a:t>
            </a:r>
            <a:endParaRPr/>
          </a:p>
          <a:p>
            <a:pPr algn="l">
              <a:lnSpc>
                <a:spcPct val="100000"/>
              </a:lnSpc>
              <a:spcAft>
                <a:spcPts val="1549"/>
              </a:spcAft>
              <a:defRPr/>
            </a:pPr>
            <a:r>
              <a:rPr sz="1150" b="0" i="0">
                <a:solidFill>
                  <a:srgbClr val="FFFFFF"/>
                </a:solidFill>
                <a:latin typeface="Times New Roman"/>
              </a:rPr>
              <a:t>AI Agent Interaction</a:t>
            </a:r>
            <a:endParaRPr/>
          </a:p>
          <a:p>
            <a:pPr algn="l">
              <a:lnSpc>
                <a:spcPct val="100000"/>
              </a:lnSpc>
              <a:spcAft>
                <a:spcPts val="1549"/>
              </a:spcAft>
              <a:defRPr/>
            </a:pPr>
            <a:r>
              <a:rPr sz="1150" b="0" i="0">
                <a:solidFill>
                  <a:srgbClr val="FFFFFF"/>
                </a:solidFill>
                <a:latin typeface="Times New Roman"/>
              </a:rPr>
              <a:t>Implementation &amp; Results</a:t>
            </a:r>
            <a:endParaRPr/>
          </a:p>
          <a:p>
            <a:pPr algn="l">
              <a:lnSpc>
                <a:spcPct val="100000"/>
              </a:lnSpc>
              <a:spcAft>
                <a:spcPts val="1549"/>
              </a:spcAft>
              <a:defRPr/>
            </a:pPr>
            <a:r>
              <a:rPr sz="1150" b="0" i="0">
                <a:solidFill>
                  <a:srgbClr val="FFFFFF"/>
                </a:solidFill>
                <a:latin typeface="Times New Roman"/>
              </a:rPr>
              <a:t>Conclusion &amp; Repository</a:t>
            </a:r>
            <a:endParaRPr/>
          </a:p>
        </p:txBody>
      </p:sp>
      <p:sp>
        <p:nvSpPr>
          <p:cNvPr id="1312899820" name="Rectangle 162"/>
          <p:cNvSpPr/>
          <p:nvPr/>
        </p:nvSpPr>
        <p:spPr bwMode="auto">
          <a:xfrm>
            <a:off x="2907792" y="1389888"/>
            <a:ext cx="8778240" cy="420624"/>
          </a:xfrm>
          <a:prstGeom prst="rect">
            <a:avLst/>
          </a:prstGeom>
          <a:solidFill>
            <a:srgbClr val="9D174D"/>
          </a:solidFill>
          <a:ln w="5080">
            <a:solidFill>
              <a:srgbClr val="9D17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965502247" name="TextBox 163"/>
          <p:cNvSpPr txBox="1"/>
          <p:nvPr/>
        </p:nvSpPr>
        <p:spPr bwMode="auto">
          <a:xfrm>
            <a:off x="3035808" y="1444752"/>
            <a:ext cx="1856231" cy="301752"/>
          </a:xfrm>
          <a:prstGeom prst="rect">
            <a:avLst/>
          </a:prstGeom>
          <a:noFill/>
        </p:spPr>
        <p:txBody>
          <a:bodyPr wrap="square" lIns="9144" tIns="9144" rIns="9144" bIns="9144" anchor="ctr">
            <a:spAutoFit/>
          </a:bodyPr>
          <a:lstStyle/>
          <a:p>
            <a:pPr algn="l">
              <a:lnSpc>
                <a:spcPct val="100000"/>
              </a:lnSpc>
              <a:defRPr/>
            </a:pPr>
            <a:r>
              <a:rPr sz="1400" b="1" i="0">
                <a:solidFill>
                  <a:srgbClr val="FFFFFF"/>
                </a:solidFill>
                <a:latin typeface="Times New Roman"/>
              </a:rPr>
              <a:t>LAYER</a:t>
            </a:r>
            <a:endParaRPr/>
          </a:p>
        </p:txBody>
      </p:sp>
      <p:sp>
        <p:nvSpPr>
          <p:cNvPr id="2002164906" name="TextBox 164"/>
          <p:cNvSpPr txBox="1"/>
          <p:nvPr/>
        </p:nvSpPr>
        <p:spPr bwMode="auto">
          <a:xfrm>
            <a:off x="4956048" y="1444752"/>
            <a:ext cx="6537960" cy="301752"/>
          </a:xfrm>
          <a:prstGeom prst="rect">
            <a:avLst/>
          </a:prstGeom>
          <a:noFill/>
        </p:spPr>
        <p:txBody>
          <a:bodyPr wrap="square" lIns="9144" tIns="9144" rIns="9144" bIns="9144" anchor="ctr">
            <a:spAutoFit/>
          </a:bodyPr>
          <a:lstStyle/>
          <a:p>
            <a:pPr algn="l">
              <a:lnSpc>
                <a:spcPct val="100000"/>
              </a:lnSpc>
              <a:defRPr/>
            </a:pPr>
            <a:r>
              <a:rPr sz="1400" b="1" i="0">
                <a:solidFill>
                  <a:srgbClr val="FFFFFF"/>
                </a:solidFill>
                <a:latin typeface="Times New Roman"/>
              </a:rPr>
              <a:t>TECHNOLOGY / ROLE</a:t>
            </a:r>
            <a:endParaRPr/>
          </a:p>
        </p:txBody>
      </p:sp>
      <p:sp>
        <p:nvSpPr>
          <p:cNvPr id="1469476755" name="Rectangle 165"/>
          <p:cNvSpPr/>
          <p:nvPr/>
        </p:nvSpPr>
        <p:spPr bwMode="auto">
          <a:xfrm>
            <a:off x="2907792" y="1810512"/>
            <a:ext cx="8778240" cy="502920"/>
          </a:xfrm>
          <a:prstGeom prst="rect">
            <a:avLst/>
          </a:prstGeom>
          <a:solidFill>
            <a:srgbClr val="F4E9EE"/>
          </a:solidFill>
          <a:ln w="5715">
            <a:solidFill>
              <a:srgbClr val="DCD5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224958248" name="TextBox 166"/>
          <p:cNvSpPr txBox="1"/>
          <p:nvPr/>
        </p:nvSpPr>
        <p:spPr bwMode="auto">
          <a:xfrm>
            <a:off x="3035808" y="1865376"/>
            <a:ext cx="1856231" cy="393192"/>
          </a:xfrm>
          <a:prstGeom prst="rect">
            <a:avLst/>
          </a:prstGeom>
          <a:noFill/>
        </p:spPr>
        <p:txBody>
          <a:bodyPr wrap="square" lIns="9144" tIns="9144" rIns="9144" bIns="9144" anchor="ctr">
            <a:spAutoFit/>
          </a:bodyPr>
          <a:lstStyle/>
          <a:p>
            <a:pPr algn="l">
              <a:lnSpc>
                <a:spcPct val="100000"/>
              </a:lnSpc>
              <a:defRPr/>
            </a:pPr>
            <a:r>
              <a:rPr sz="1250" b="1" i="0">
                <a:solidFill>
                  <a:srgbClr val="9D174D"/>
                </a:solidFill>
                <a:latin typeface="Times New Roman"/>
              </a:rPr>
              <a:t>Frontend</a:t>
            </a:r>
            <a:endParaRPr/>
          </a:p>
        </p:txBody>
      </p:sp>
      <p:sp>
        <p:nvSpPr>
          <p:cNvPr id="213954047" name="TextBox 167"/>
          <p:cNvSpPr txBox="1"/>
          <p:nvPr/>
        </p:nvSpPr>
        <p:spPr bwMode="auto">
          <a:xfrm>
            <a:off x="4956048" y="1856231"/>
            <a:ext cx="6565392" cy="411480"/>
          </a:xfrm>
          <a:prstGeom prst="rect">
            <a:avLst/>
          </a:prstGeom>
          <a:noFill/>
        </p:spPr>
        <p:txBody>
          <a:bodyPr wrap="square" lIns="9144" tIns="9144" rIns="9144" bIns="9144" anchor="ctr">
            <a:spAutoFit/>
          </a:bodyPr>
          <a:lstStyle/>
          <a:p>
            <a:pPr algn="l">
              <a:lnSpc>
                <a:spcPct val="100000"/>
              </a:lnSpc>
              <a:defRPr/>
            </a:pPr>
            <a:r>
              <a:rPr sz="1250" b="0" i="0">
                <a:solidFill>
                  <a:srgbClr val="242026"/>
                </a:solidFill>
                <a:latin typeface="Times New Roman"/>
              </a:rPr>
              <a:t>React Native + Expo + TypeScript; React Navigation / native stack</a:t>
            </a:r>
            <a:endParaRPr/>
          </a:p>
        </p:txBody>
      </p:sp>
      <p:sp>
        <p:nvSpPr>
          <p:cNvPr id="683239206" name="Rectangle 168"/>
          <p:cNvSpPr/>
          <p:nvPr/>
        </p:nvSpPr>
        <p:spPr bwMode="auto">
          <a:xfrm>
            <a:off x="2907792" y="2313432"/>
            <a:ext cx="8778240" cy="502920"/>
          </a:xfrm>
          <a:prstGeom prst="rect">
            <a:avLst/>
          </a:prstGeom>
          <a:solidFill>
            <a:srgbClr val="F7F8FA"/>
          </a:solidFill>
          <a:ln w="5715">
            <a:solidFill>
              <a:srgbClr val="DCD5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07981158" name="TextBox 169"/>
          <p:cNvSpPr txBox="1"/>
          <p:nvPr/>
        </p:nvSpPr>
        <p:spPr bwMode="auto">
          <a:xfrm>
            <a:off x="3035808" y="2368296"/>
            <a:ext cx="1856231" cy="393192"/>
          </a:xfrm>
          <a:prstGeom prst="rect">
            <a:avLst/>
          </a:prstGeom>
          <a:noFill/>
        </p:spPr>
        <p:txBody>
          <a:bodyPr wrap="square" lIns="9144" tIns="9144" rIns="9144" bIns="9144" anchor="ctr">
            <a:spAutoFit/>
          </a:bodyPr>
          <a:lstStyle/>
          <a:p>
            <a:pPr algn="l">
              <a:lnSpc>
                <a:spcPct val="100000"/>
              </a:lnSpc>
              <a:defRPr/>
            </a:pPr>
            <a:r>
              <a:rPr sz="1250" b="1" i="0">
                <a:solidFill>
                  <a:srgbClr val="9D174D"/>
                </a:solidFill>
                <a:latin typeface="Times New Roman"/>
              </a:rPr>
              <a:t>Primary interaction</a:t>
            </a:r>
            <a:endParaRPr/>
          </a:p>
        </p:txBody>
      </p:sp>
      <p:sp>
        <p:nvSpPr>
          <p:cNvPr id="539232941" name="TextBox 170"/>
          <p:cNvSpPr txBox="1"/>
          <p:nvPr/>
        </p:nvSpPr>
        <p:spPr bwMode="auto">
          <a:xfrm>
            <a:off x="4956048" y="2359152"/>
            <a:ext cx="6565392" cy="411480"/>
          </a:xfrm>
          <a:prstGeom prst="rect">
            <a:avLst/>
          </a:prstGeom>
          <a:noFill/>
        </p:spPr>
        <p:txBody>
          <a:bodyPr wrap="square" lIns="9144" tIns="9144" rIns="9144" bIns="9144" anchor="ctr">
            <a:spAutoFit/>
          </a:bodyPr>
          <a:lstStyle/>
          <a:p>
            <a:pPr algn="l">
              <a:lnSpc>
                <a:spcPct val="100000"/>
              </a:lnSpc>
              <a:defRPr/>
            </a:pPr>
            <a:r>
              <a:rPr sz="1250" b="0" i="0">
                <a:solidFill>
                  <a:srgbClr val="242026"/>
                </a:solidFill>
                <a:latin typeface="Times New Roman"/>
              </a:rPr>
              <a:t>AI Chatbot + AI Consultant screens; image and text input</a:t>
            </a:r>
            <a:endParaRPr/>
          </a:p>
        </p:txBody>
      </p:sp>
      <p:sp>
        <p:nvSpPr>
          <p:cNvPr id="487392543" name="Rectangle 171"/>
          <p:cNvSpPr/>
          <p:nvPr/>
        </p:nvSpPr>
        <p:spPr bwMode="auto">
          <a:xfrm>
            <a:off x="2907792" y="2816352"/>
            <a:ext cx="8778240" cy="502920"/>
          </a:xfrm>
          <a:prstGeom prst="rect">
            <a:avLst/>
          </a:prstGeom>
          <a:solidFill>
            <a:srgbClr val="F4E9EE"/>
          </a:solidFill>
          <a:ln w="5715">
            <a:solidFill>
              <a:srgbClr val="DCD5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543917693" name="TextBox 172"/>
          <p:cNvSpPr txBox="1"/>
          <p:nvPr/>
        </p:nvSpPr>
        <p:spPr bwMode="auto">
          <a:xfrm>
            <a:off x="3035808" y="2871216"/>
            <a:ext cx="1856231" cy="393192"/>
          </a:xfrm>
          <a:prstGeom prst="rect">
            <a:avLst/>
          </a:prstGeom>
          <a:noFill/>
        </p:spPr>
        <p:txBody>
          <a:bodyPr wrap="square" lIns="9144" tIns="9144" rIns="9144" bIns="9144" anchor="ctr">
            <a:spAutoFit/>
          </a:bodyPr>
          <a:lstStyle/>
          <a:p>
            <a:pPr algn="l">
              <a:lnSpc>
                <a:spcPct val="100000"/>
              </a:lnSpc>
              <a:defRPr/>
            </a:pPr>
            <a:r>
              <a:rPr sz="1250" b="1" i="0">
                <a:solidFill>
                  <a:srgbClr val="9D174D"/>
                </a:solidFill>
                <a:latin typeface="Times New Roman"/>
              </a:rPr>
              <a:t>Backend / API</a:t>
            </a:r>
            <a:endParaRPr/>
          </a:p>
        </p:txBody>
      </p:sp>
      <p:sp>
        <p:nvSpPr>
          <p:cNvPr id="1462677466" name="TextBox 173"/>
          <p:cNvSpPr txBox="1"/>
          <p:nvPr/>
        </p:nvSpPr>
        <p:spPr bwMode="auto">
          <a:xfrm>
            <a:off x="4956048" y="2862072"/>
            <a:ext cx="6565392" cy="411480"/>
          </a:xfrm>
          <a:prstGeom prst="rect">
            <a:avLst/>
          </a:prstGeom>
          <a:noFill/>
        </p:spPr>
        <p:txBody>
          <a:bodyPr wrap="square" lIns="9144" tIns="9144" rIns="9144" bIns="9144" anchor="ctr">
            <a:spAutoFit/>
          </a:bodyPr>
          <a:lstStyle/>
          <a:p>
            <a:pPr algn="l">
              <a:lnSpc>
                <a:spcPct val="100000"/>
              </a:lnSpc>
              <a:defRPr/>
            </a:pPr>
            <a:r>
              <a:rPr sz="1250" b="0" i="0">
                <a:solidFill>
                  <a:srgbClr val="242026"/>
                </a:solidFill>
                <a:latin typeface="Times New Roman"/>
              </a:rPr>
              <a:t>Supabase Edge Functions (Deno): ai-router, admin-api, verify-email</a:t>
            </a:r>
            <a:endParaRPr/>
          </a:p>
        </p:txBody>
      </p:sp>
      <p:sp>
        <p:nvSpPr>
          <p:cNvPr id="648193563" name="Rectangle 174"/>
          <p:cNvSpPr/>
          <p:nvPr/>
        </p:nvSpPr>
        <p:spPr bwMode="auto">
          <a:xfrm>
            <a:off x="2907792" y="3319272"/>
            <a:ext cx="8778240" cy="502920"/>
          </a:xfrm>
          <a:prstGeom prst="rect">
            <a:avLst/>
          </a:prstGeom>
          <a:solidFill>
            <a:srgbClr val="F7F8FA"/>
          </a:solidFill>
          <a:ln w="5715">
            <a:solidFill>
              <a:srgbClr val="DCD5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745943276" name="TextBox 175"/>
          <p:cNvSpPr txBox="1"/>
          <p:nvPr/>
        </p:nvSpPr>
        <p:spPr bwMode="auto">
          <a:xfrm>
            <a:off x="3035808" y="3374136"/>
            <a:ext cx="1856231" cy="393192"/>
          </a:xfrm>
          <a:prstGeom prst="rect">
            <a:avLst/>
          </a:prstGeom>
          <a:noFill/>
        </p:spPr>
        <p:txBody>
          <a:bodyPr wrap="square" lIns="9144" tIns="9144" rIns="9144" bIns="9144" anchor="ctr">
            <a:spAutoFit/>
          </a:bodyPr>
          <a:lstStyle/>
          <a:p>
            <a:pPr algn="l">
              <a:lnSpc>
                <a:spcPct val="100000"/>
              </a:lnSpc>
              <a:defRPr/>
            </a:pPr>
            <a:r>
              <a:rPr sz="1250" b="1" i="0">
                <a:solidFill>
                  <a:srgbClr val="9D174D"/>
                </a:solidFill>
                <a:latin typeface="Times New Roman"/>
              </a:rPr>
              <a:t>Client / Data API</a:t>
            </a:r>
            <a:endParaRPr/>
          </a:p>
        </p:txBody>
      </p:sp>
      <p:sp>
        <p:nvSpPr>
          <p:cNvPr id="859253078" name="TextBox 176"/>
          <p:cNvSpPr txBox="1"/>
          <p:nvPr/>
        </p:nvSpPr>
        <p:spPr bwMode="auto">
          <a:xfrm>
            <a:off x="4956048" y="3364991"/>
            <a:ext cx="6565392" cy="411480"/>
          </a:xfrm>
          <a:prstGeom prst="rect">
            <a:avLst/>
          </a:prstGeom>
          <a:noFill/>
        </p:spPr>
        <p:txBody>
          <a:bodyPr wrap="square" lIns="9144" tIns="9144" rIns="9144" bIns="9144" anchor="ctr">
            <a:spAutoFit/>
          </a:bodyPr>
          <a:lstStyle/>
          <a:p>
            <a:pPr algn="l">
              <a:lnSpc>
                <a:spcPct val="100000"/>
              </a:lnSpc>
              <a:defRPr/>
            </a:pPr>
            <a:r>
              <a:rPr sz="1250" b="0" i="0">
                <a:solidFill>
                  <a:srgbClr val="242026"/>
                </a:solidFill>
                <a:latin typeface="Times New Roman"/>
              </a:rPr>
              <a:t>supabase-js; JWT session persistence via AsyncStorage; PostgREST + RPC</a:t>
            </a:r>
            <a:endParaRPr/>
          </a:p>
        </p:txBody>
      </p:sp>
      <p:sp>
        <p:nvSpPr>
          <p:cNvPr id="1026800767" name="Rectangle 177"/>
          <p:cNvSpPr/>
          <p:nvPr/>
        </p:nvSpPr>
        <p:spPr bwMode="auto">
          <a:xfrm>
            <a:off x="2907792" y="3822191"/>
            <a:ext cx="8778240" cy="502920"/>
          </a:xfrm>
          <a:prstGeom prst="rect">
            <a:avLst/>
          </a:prstGeom>
          <a:solidFill>
            <a:srgbClr val="F4E9EE"/>
          </a:solidFill>
          <a:ln w="5715">
            <a:solidFill>
              <a:srgbClr val="DCD5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108935846" name="TextBox 178"/>
          <p:cNvSpPr txBox="1"/>
          <p:nvPr/>
        </p:nvSpPr>
        <p:spPr bwMode="auto">
          <a:xfrm>
            <a:off x="3035808" y="3877055"/>
            <a:ext cx="1856231" cy="393192"/>
          </a:xfrm>
          <a:prstGeom prst="rect">
            <a:avLst/>
          </a:prstGeom>
          <a:noFill/>
        </p:spPr>
        <p:txBody>
          <a:bodyPr wrap="square" lIns="9144" tIns="9144" rIns="9144" bIns="9144" anchor="ctr">
            <a:spAutoFit/>
          </a:bodyPr>
          <a:lstStyle/>
          <a:p>
            <a:pPr algn="l">
              <a:lnSpc>
                <a:spcPct val="100000"/>
              </a:lnSpc>
              <a:defRPr/>
            </a:pPr>
            <a:r>
              <a:rPr sz="1250" b="1" i="0">
                <a:solidFill>
                  <a:srgbClr val="9D174D"/>
                </a:solidFill>
                <a:latin typeface="Times New Roman"/>
              </a:rPr>
              <a:t>Database / security</a:t>
            </a:r>
            <a:endParaRPr/>
          </a:p>
        </p:txBody>
      </p:sp>
      <p:sp>
        <p:nvSpPr>
          <p:cNvPr id="1316587916" name="TextBox 179"/>
          <p:cNvSpPr txBox="1"/>
          <p:nvPr/>
        </p:nvSpPr>
        <p:spPr bwMode="auto">
          <a:xfrm>
            <a:off x="4956048" y="3867911"/>
            <a:ext cx="6565392" cy="411480"/>
          </a:xfrm>
          <a:prstGeom prst="rect">
            <a:avLst/>
          </a:prstGeom>
          <a:noFill/>
        </p:spPr>
        <p:txBody>
          <a:bodyPr wrap="square" lIns="9144" tIns="9144" rIns="9144" bIns="9144" anchor="ctr">
            <a:spAutoFit/>
          </a:bodyPr>
          <a:lstStyle/>
          <a:p>
            <a:pPr algn="l">
              <a:lnSpc>
                <a:spcPct val="100000"/>
              </a:lnSpc>
              <a:defRPr/>
            </a:pPr>
            <a:r>
              <a:rPr sz="1250" b="0" i="0">
                <a:solidFill>
                  <a:srgbClr val="242026"/>
                </a:solidFill>
                <a:latin typeface="Times New Roman"/>
              </a:rPr>
              <a:t>PostgreSQL 15; Row Level Security (RLS), stored functions, triggers, pg_trgm</a:t>
            </a:r>
            <a:endParaRPr/>
          </a:p>
        </p:txBody>
      </p:sp>
      <p:sp>
        <p:nvSpPr>
          <p:cNvPr id="1799860952" name="Rectangle 180"/>
          <p:cNvSpPr/>
          <p:nvPr/>
        </p:nvSpPr>
        <p:spPr bwMode="auto">
          <a:xfrm>
            <a:off x="2907792" y="4325112"/>
            <a:ext cx="8778240" cy="502920"/>
          </a:xfrm>
          <a:prstGeom prst="rect">
            <a:avLst/>
          </a:prstGeom>
          <a:solidFill>
            <a:srgbClr val="F7F8FA"/>
          </a:solidFill>
          <a:ln w="5715">
            <a:solidFill>
              <a:srgbClr val="DCD5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072842087" name="TextBox 181"/>
          <p:cNvSpPr txBox="1"/>
          <p:nvPr/>
        </p:nvSpPr>
        <p:spPr bwMode="auto">
          <a:xfrm>
            <a:off x="3035808" y="4379975"/>
            <a:ext cx="1856231" cy="393192"/>
          </a:xfrm>
          <a:prstGeom prst="rect">
            <a:avLst/>
          </a:prstGeom>
          <a:noFill/>
        </p:spPr>
        <p:txBody>
          <a:bodyPr wrap="square" lIns="9144" tIns="9144" rIns="9144" bIns="9144" anchor="ctr">
            <a:spAutoFit/>
          </a:bodyPr>
          <a:lstStyle/>
          <a:p>
            <a:pPr algn="l">
              <a:lnSpc>
                <a:spcPct val="100000"/>
              </a:lnSpc>
              <a:defRPr/>
            </a:pPr>
            <a:r>
              <a:rPr sz="1250" b="1" i="0">
                <a:solidFill>
                  <a:srgbClr val="9D174D"/>
                </a:solidFill>
                <a:latin typeface="Times New Roman"/>
              </a:rPr>
              <a:t>OCR / matching</a:t>
            </a:r>
            <a:endParaRPr/>
          </a:p>
        </p:txBody>
      </p:sp>
      <p:sp>
        <p:nvSpPr>
          <p:cNvPr id="1872066674" name="TextBox 182"/>
          <p:cNvSpPr txBox="1"/>
          <p:nvPr/>
        </p:nvSpPr>
        <p:spPr bwMode="auto">
          <a:xfrm>
            <a:off x="4956048" y="4370831"/>
            <a:ext cx="6565392" cy="411480"/>
          </a:xfrm>
          <a:prstGeom prst="rect">
            <a:avLst/>
          </a:prstGeom>
          <a:noFill/>
        </p:spPr>
        <p:txBody>
          <a:bodyPr wrap="square" lIns="9144" tIns="9144" rIns="9144" bIns="9144" anchor="ctr">
            <a:spAutoFit/>
          </a:bodyPr>
          <a:lstStyle/>
          <a:p>
            <a:pPr algn="l">
              <a:lnSpc>
                <a:spcPct val="100000"/>
              </a:lnSpc>
              <a:defRPr/>
            </a:pPr>
            <a:r>
              <a:rPr sz="1250" b="0" i="0">
                <a:solidFill>
                  <a:srgbClr val="242026"/>
                </a:solidFill>
                <a:latin typeface="Times New Roman"/>
              </a:rPr>
              <a:t>Expo Camera + Google ML Kit OCR; spatial line clustering, Levenshtein + trigram matching</a:t>
            </a:r>
            <a:endParaRPr/>
          </a:p>
        </p:txBody>
      </p:sp>
      <p:sp>
        <p:nvSpPr>
          <p:cNvPr id="1658570357" name="Rectangle 183"/>
          <p:cNvSpPr/>
          <p:nvPr/>
        </p:nvSpPr>
        <p:spPr bwMode="auto">
          <a:xfrm>
            <a:off x="2907792" y="4828031"/>
            <a:ext cx="8778240" cy="502920"/>
          </a:xfrm>
          <a:prstGeom prst="rect">
            <a:avLst/>
          </a:prstGeom>
          <a:solidFill>
            <a:srgbClr val="F4E9EE"/>
          </a:solidFill>
          <a:ln w="5715">
            <a:solidFill>
              <a:srgbClr val="DCD5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659291590" name="TextBox 184"/>
          <p:cNvSpPr txBox="1"/>
          <p:nvPr/>
        </p:nvSpPr>
        <p:spPr bwMode="auto">
          <a:xfrm>
            <a:off x="3035808" y="4882895"/>
            <a:ext cx="1856231" cy="393192"/>
          </a:xfrm>
          <a:prstGeom prst="rect">
            <a:avLst/>
          </a:prstGeom>
          <a:noFill/>
        </p:spPr>
        <p:txBody>
          <a:bodyPr wrap="square" lIns="9144" tIns="9144" rIns="9144" bIns="9144" anchor="ctr">
            <a:spAutoFit/>
          </a:bodyPr>
          <a:lstStyle/>
          <a:p>
            <a:pPr algn="l">
              <a:lnSpc>
                <a:spcPct val="100000"/>
              </a:lnSpc>
              <a:defRPr/>
            </a:pPr>
            <a:r>
              <a:rPr sz="1250" b="1" i="0">
                <a:solidFill>
                  <a:srgbClr val="9D174D"/>
                </a:solidFill>
                <a:latin typeface="Times New Roman"/>
              </a:rPr>
              <a:t>AI providers</a:t>
            </a:r>
            <a:endParaRPr/>
          </a:p>
        </p:txBody>
      </p:sp>
      <p:sp>
        <p:nvSpPr>
          <p:cNvPr id="1584162304" name="TextBox 185"/>
          <p:cNvSpPr txBox="1"/>
          <p:nvPr/>
        </p:nvSpPr>
        <p:spPr bwMode="auto">
          <a:xfrm>
            <a:off x="4956048" y="4873751"/>
            <a:ext cx="6565392" cy="411480"/>
          </a:xfrm>
          <a:prstGeom prst="rect">
            <a:avLst/>
          </a:prstGeom>
          <a:noFill/>
        </p:spPr>
        <p:txBody>
          <a:bodyPr wrap="square" lIns="9144" tIns="9144" rIns="9144" bIns="9144" anchor="ctr">
            <a:spAutoFit/>
          </a:bodyPr>
          <a:lstStyle/>
          <a:p>
            <a:pPr algn="l">
              <a:lnSpc>
                <a:spcPct val="100000"/>
              </a:lnSpc>
              <a:defRPr/>
            </a:pPr>
            <a:r>
              <a:rPr sz="1250" b="0" i="0">
                <a:solidFill>
                  <a:srgbClr val="242026"/>
                </a:solidFill>
                <a:latin typeface="Times New Roman"/>
              </a:rPr>
              <a:t>Gemini 1.5 Flash (primary); Groq Llama 3.3 70B (fallback); OpenRouter where configured</a:t>
            </a:r>
            <a:endParaRPr/>
          </a:p>
        </p:txBody>
      </p:sp>
      <p:sp>
        <p:nvSpPr>
          <p:cNvPr id="1215575792" name="Rectangle 186"/>
          <p:cNvSpPr/>
          <p:nvPr/>
        </p:nvSpPr>
        <p:spPr bwMode="auto">
          <a:xfrm>
            <a:off x="2907792" y="5330951"/>
            <a:ext cx="8778240" cy="502920"/>
          </a:xfrm>
          <a:prstGeom prst="rect">
            <a:avLst/>
          </a:prstGeom>
          <a:solidFill>
            <a:srgbClr val="F7F8FA"/>
          </a:solidFill>
          <a:ln w="5715">
            <a:solidFill>
              <a:srgbClr val="DCD5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92961804" name="TextBox 187"/>
          <p:cNvSpPr txBox="1"/>
          <p:nvPr/>
        </p:nvSpPr>
        <p:spPr bwMode="auto">
          <a:xfrm>
            <a:off x="3035808" y="5385815"/>
            <a:ext cx="1856231" cy="393192"/>
          </a:xfrm>
          <a:prstGeom prst="rect">
            <a:avLst/>
          </a:prstGeom>
          <a:noFill/>
        </p:spPr>
        <p:txBody>
          <a:bodyPr wrap="square" lIns="9144" tIns="9144" rIns="9144" bIns="9144" anchor="ctr">
            <a:spAutoFit/>
          </a:bodyPr>
          <a:lstStyle/>
          <a:p>
            <a:pPr algn="l">
              <a:lnSpc>
                <a:spcPct val="100000"/>
              </a:lnSpc>
              <a:defRPr/>
            </a:pPr>
            <a:r>
              <a:rPr sz="1250" b="1" i="0">
                <a:solidFill>
                  <a:srgbClr val="9D174D"/>
                </a:solidFill>
                <a:latin typeface="Times New Roman"/>
              </a:rPr>
              <a:t>Services</a:t>
            </a:r>
            <a:endParaRPr/>
          </a:p>
        </p:txBody>
      </p:sp>
      <p:sp>
        <p:nvSpPr>
          <p:cNvPr id="1399082790" name="TextBox 188"/>
          <p:cNvSpPr txBox="1"/>
          <p:nvPr/>
        </p:nvSpPr>
        <p:spPr bwMode="auto">
          <a:xfrm>
            <a:off x="4956048" y="5376671"/>
            <a:ext cx="6565392" cy="411480"/>
          </a:xfrm>
          <a:prstGeom prst="rect">
            <a:avLst/>
          </a:prstGeom>
          <a:noFill/>
        </p:spPr>
        <p:txBody>
          <a:bodyPr wrap="square" lIns="9144" tIns="9144" rIns="9144" bIns="9144" anchor="ctr">
            <a:spAutoFit/>
          </a:bodyPr>
          <a:lstStyle/>
          <a:p>
            <a:pPr algn="l">
              <a:lnSpc>
                <a:spcPct val="100000"/>
              </a:lnSpc>
              <a:defRPr/>
            </a:pPr>
            <a:r>
              <a:rPr sz="1250" b="0" i="0">
                <a:solidFill>
                  <a:srgbClr val="242026"/>
                </a:solidFill>
                <a:latin typeface="Times New Roman"/>
              </a:rPr>
              <a:t>Supabase Auth / Storage / Realtime; Expo Notifications; email via Resend</a:t>
            </a:r>
            <a:endParaRPr/>
          </a:p>
        </p:txBody>
      </p:sp>
      <p:sp>
        <p:nvSpPr>
          <p:cNvPr id="562090392" name="TextBox 189"/>
          <p:cNvSpPr txBox="1"/>
          <p:nvPr/>
        </p:nvSpPr>
        <p:spPr bwMode="auto">
          <a:xfrm>
            <a:off x="2880360" y="5961888"/>
            <a:ext cx="886968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defRPr/>
            </a:pPr>
            <a:r>
              <a:rPr sz="1000" b="0" i="1">
                <a:solidFill>
                  <a:srgbClr val="5F5A61"/>
                </a:solidFill>
                <a:latin typeface="Times New Roman"/>
              </a:rPr>
              <a:t>The AI routing options reflect the supplied architecture and code-asset notes; actual provider selection depends on deployed configuration and secrets.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02197608" name="Title 1"/>
          <p:cNvSpPr>
            <a:spLocks noGrp="1"/>
          </p:cNvSpPr>
          <p:nvPr>
            <p:ph type="title"/>
          </p:nvPr>
        </p:nvSpPr>
        <p:spPr bwMode="auto">
          <a:xfrm>
            <a:off x="1248636" y="180602"/>
            <a:ext cx="10515600" cy="777491"/>
          </a:xfrm>
        </p:spPr>
        <p:txBody>
          <a:bodyPr/>
          <a:lstStyle/>
          <a:p>
            <a:pPr>
              <a:defRPr/>
            </a:pPr>
            <a:r>
              <a:rPr lang="en-IN" sz="3200" b="1" spc="-35">
                <a:latin typeface="Times New Roman"/>
                <a:ea typeface="Cambria"/>
                <a:cs typeface="Times New Roman"/>
              </a:rPr>
              <a:t>System Architecture</a:t>
            </a:r>
            <a:endParaRPr lang="en-IN" sz="3200" b="1" spc="-35">
              <a:latin typeface="Times New Roman"/>
              <a:ea typeface="Cambria"/>
              <a:cs typeface="Times New Roman"/>
            </a:endParaRPr>
          </a:p>
        </p:txBody>
      </p:sp>
      <p:grpSp>
        <p:nvGrpSpPr>
          <p:cNvPr id="1628835186" name="Group 2"/>
          <p:cNvGrpSpPr/>
          <p:nvPr/>
        </p:nvGrpSpPr>
        <p:grpSpPr bwMode="auto">
          <a:xfrm>
            <a:off x="-3" y="6311900"/>
            <a:ext cx="12192001" cy="620884"/>
            <a:chOff x="-3" y="6311900"/>
            <a:chExt cx="12192001" cy="620884"/>
          </a:xfrm>
        </p:grpSpPr>
        <p:sp>
          <p:nvSpPr>
            <p:cNvPr id="6" name="Rectangle 5"/>
            <p:cNvSpPr/>
            <p:nvPr/>
          </p:nvSpPr>
          <p:spPr bwMode="auto">
            <a:xfrm>
              <a:off x="-3" y="6311900"/>
              <a:ext cx="12192001" cy="620884"/>
            </a:xfrm>
            <a:prstGeom prst="rect">
              <a:avLst/>
            </a:prstGeom>
            <a:solidFill>
              <a:srgbClr val="9B134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1346200">
                <a:lnSpc>
                  <a:spcPct val="200000"/>
                </a:lnSpc>
                <a:buClr>
                  <a:schemeClr val="bg1"/>
                </a:buClr>
                <a:defRPr/>
              </a:pPr>
              <a:endParaRPr lang="en-IN" sz="2200">
                <a:solidFill>
                  <a:schemeClr val="accent4"/>
                </a:solidFill>
                <a:latin typeface="Cambria"/>
                <a:ea typeface="Cambria"/>
              </a:endParaRPr>
            </a:p>
          </p:txBody>
        </p:sp>
        <p:pic>
          <p:nvPicPr>
            <p:cNvPr id="7" name="Google Shape;1736;p23"/>
            <p:cNvPicPr/>
            <p:nvPr/>
          </p:nvPicPr>
          <p:blipFill rotWithShape="1">
            <a:blip r:embed="rId3"/>
            <a:stretch/>
          </p:blipFill>
          <p:spPr bwMode="auto">
            <a:xfrm>
              <a:off x="10404388" y="6389101"/>
              <a:ext cx="1602539" cy="36029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036625331" name="Slide Number Placeholder 7"/>
          <p:cNvSpPr>
            <a:spLocks noGrp="1"/>
          </p:cNvSpPr>
          <p:nvPr>
            <p:ph type="sldNum" idx="12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7</a:t>
            </a:r>
            <a:endParaRPr/>
          </a:p>
        </p:txBody>
      </p:sp>
      <p:sp>
        <p:nvSpPr>
          <p:cNvPr id="1087987051" name="Rectangle 161"/>
          <p:cNvSpPr/>
          <p:nvPr/>
        </p:nvSpPr>
        <p:spPr bwMode="auto">
          <a:xfrm>
            <a:off x="-2" y="1092037"/>
            <a:ext cx="2585961" cy="5299981"/>
          </a:xfrm>
          <a:prstGeom prst="rect">
            <a:avLst/>
          </a:prstGeom>
          <a:solidFill>
            <a:srgbClr val="99134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09728" tIns="658368" rIns="64008" bIns="109728" rtlCol="0" anchor="ctr"/>
          <a:lstStyle/>
          <a:p>
            <a:pPr marL="12700" algn="l">
              <a:lnSpc>
                <a:spcPct val="100000"/>
              </a:lnSpc>
              <a:spcBef>
                <a:spcPts val="100"/>
              </a:spcBef>
              <a:spcAft>
                <a:spcPts val="1549"/>
              </a:spcAft>
              <a:tabLst>
                <a:tab pos="495300" algn="l"/>
              </a:tabLst>
              <a:defRPr/>
            </a:pPr>
            <a:r>
              <a:rPr sz="1150" b="0" i="0">
                <a:solidFill>
                  <a:srgbClr val="FFFFFF"/>
                </a:solidFill>
                <a:latin typeface="Times New Roman"/>
              </a:rPr>
              <a:t>Domain &amp; Problem</a:t>
            </a:r>
            <a:endParaRPr lang="en-IN" b="1" spc="-35">
              <a:solidFill>
                <a:schemeClr val="accent4"/>
              </a:solidFill>
              <a:latin typeface="Times New Roman"/>
              <a:ea typeface="Cambria"/>
              <a:cs typeface="Times New Roman"/>
            </a:endParaRPr>
          </a:p>
          <a:p>
            <a:pPr algn="l">
              <a:lnSpc>
                <a:spcPct val="100000"/>
              </a:lnSpc>
              <a:spcAft>
                <a:spcPts val="1549"/>
              </a:spcAft>
              <a:defRPr/>
            </a:pPr>
            <a:r>
              <a:rPr sz="1150" b="0" i="0">
                <a:solidFill>
                  <a:srgbClr val="FFFFFF"/>
                </a:solidFill>
                <a:latin typeface="Times New Roman"/>
              </a:rPr>
              <a:t>Motivation &amp; Objectives</a:t>
            </a:r>
            <a:endParaRPr/>
          </a:p>
          <a:p>
            <a:pPr algn="l">
              <a:lnSpc>
                <a:spcPct val="100000"/>
              </a:lnSpc>
              <a:spcAft>
                <a:spcPts val="1549"/>
              </a:spcAft>
              <a:defRPr/>
            </a:pPr>
            <a:r>
              <a:rPr sz="1150" b="0" i="0">
                <a:solidFill>
                  <a:srgbClr val="FFFFFF"/>
                </a:solidFill>
                <a:latin typeface="Times New Roman"/>
              </a:rPr>
              <a:t>Proposed System</a:t>
            </a:r>
            <a:endParaRPr/>
          </a:p>
          <a:p>
            <a:pPr algn="l">
              <a:lnSpc>
                <a:spcPct val="100000"/>
              </a:lnSpc>
              <a:spcAft>
                <a:spcPts val="1549"/>
              </a:spcAft>
              <a:defRPr/>
            </a:pPr>
            <a:r>
              <a:rPr sz="1150" b="0" i="0">
                <a:solidFill>
                  <a:srgbClr val="FFFFFF"/>
                </a:solidFill>
                <a:latin typeface="Times New Roman"/>
              </a:rPr>
              <a:t>Technology Stack</a:t>
            </a:r>
            <a:endParaRPr/>
          </a:p>
          <a:p>
            <a:pPr algn="l">
              <a:lnSpc>
                <a:spcPct val="100000"/>
              </a:lnSpc>
              <a:spcAft>
                <a:spcPts val="1549"/>
              </a:spcAft>
              <a:defRPr/>
            </a:pPr>
            <a:r>
              <a:rPr sz="1150" b="1" i="0">
                <a:solidFill>
                  <a:srgbClr val="E6B84A"/>
                </a:solidFill>
                <a:latin typeface="Times New Roman"/>
              </a:rPr>
              <a:t>System Architecture</a:t>
            </a:r>
            <a:endParaRPr/>
          </a:p>
          <a:p>
            <a:pPr algn="l">
              <a:lnSpc>
                <a:spcPct val="100000"/>
              </a:lnSpc>
              <a:spcAft>
                <a:spcPts val="1549"/>
              </a:spcAft>
              <a:defRPr/>
            </a:pPr>
            <a:r>
              <a:rPr sz="1150" b="0" i="0">
                <a:solidFill>
                  <a:srgbClr val="FFFFFF"/>
                </a:solidFill>
                <a:latin typeface="Times New Roman"/>
              </a:rPr>
              <a:t>AI Agent Interaction</a:t>
            </a:r>
            <a:endParaRPr/>
          </a:p>
          <a:p>
            <a:pPr algn="l">
              <a:lnSpc>
                <a:spcPct val="100000"/>
              </a:lnSpc>
              <a:spcAft>
                <a:spcPts val="1549"/>
              </a:spcAft>
              <a:defRPr/>
            </a:pPr>
            <a:r>
              <a:rPr sz="1150" b="0" i="0">
                <a:solidFill>
                  <a:srgbClr val="FFFFFF"/>
                </a:solidFill>
                <a:latin typeface="Times New Roman"/>
              </a:rPr>
              <a:t>Implementation &amp; Results</a:t>
            </a:r>
            <a:endParaRPr/>
          </a:p>
          <a:p>
            <a:pPr algn="l">
              <a:lnSpc>
                <a:spcPct val="100000"/>
              </a:lnSpc>
              <a:spcAft>
                <a:spcPts val="1549"/>
              </a:spcAft>
              <a:defRPr/>
            </a:pPr>
            <a:r>
              <a:rPr sz="1150" b="0" i="0">
                <a:solidFill>
                  <a:srgbClr val="FFFFFF"/>
                </a:solidFill>
                <a:latin typeface="Times New Roman"/>
              </a:rPr>
              <a:t>Conclusion &amp; Repository</a:t>
            </a:r>
            <a:endParaRPr/>
          </a:p>
        </p:txBody>
      </p:sp>
      <p:pic>
        <p:nvPicPr>
          <p:cNvPr id="2021311395" name="Picture 162" descr="medsentry_architecture_redrawn.png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>
            <a:off x="2852928" y="1280160"/>
            <a:ext cx="8887968" cy="4626864"/>
          </a:xfrm>
          <a:prstGeom prst="rect">
            <a:avLst/>
          </a:prstGeom>
        </p:spPr>
      </p:pic>
      <p:sp>
        <p:nvSpPr>
          <p:cNvPr id="1699665960" name="Rectangle 163"/>
          <p:cNvSpPr/>
          <p:nvPr/>
        </p:nvSpPr>
        <p:spPr bwMode="auto">
          <a:xfrm>
            <a:off x="2852928" y="1280160"/>
            <a:ext cx="8887968" cy="4626864"/>
          </a:xfrm>
          <a:prstGeom prst="rect">
            <a:avLst/>
          </a:prstGeom>
          <a:noFill/>
          <a:ln w="12700">
            <a:solidFill>
              <a:srgbClr val="D5C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750116444" name="TextBox 164"/>
          <p:cNvSpPr txBox="1"/>
          <p:nvPr/>
        </p:nvSpPr>
        <p:spPr bwMode="auto">
          <a:xfrm>
            <a:off x="2880360" y="5961888"/>
            <a:ext cx="886968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defRPr/>
            </a:pPr>
            <a:r>
              <a:rPr sz="1000" b="0" i="1">
                <a:solidFill>
                  <a:srgbClr val="5F5A61"/>
                </a:solidFill>
                <a:latin typeface="Times New Roman"/>
              </a:rPr>
              <a:t>Security boundary: provider secrets remain server-side; database reads/writes are governed by authentication and RLS.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77226303" name="Title 1"/>
          <p:cNvSpPr>
            <a:spLocks noGrp="1"/>
          </p:cNvSpPr>
          <p:nvPr>
            <p:ph type="title"/>
          </p:nvPr>
        </p:nvSpPr>
        <p:spPr bwMode="auto">
          <a:xfrm>
            <a:off x="1248636" y="180602"/>
            <a:ext cx="10515600" cy="777491"/>
          </a:xfrm>
        </p:spPr>
        <p:txBody>
          <a:bodyPr/>
          <a:lstStyle/>
          <a:p>
            <a:pPr>
              <a:defRPr/>
            </a:pPr>
            <a:r>
              <a:rPr lang="en-IN" sz="3200" b="1" spc="-35">
                <a:latin typeface="Times New Roman"/>
                <a:ea typeface="Cambria"/>
                <a:cs typeface="Times New Roman"/>
              </a:rPr>
              <a:t>Datasets Used &amp; Their Role</a:t>
            </a:r>
            <a:endParaRPr lang="en-IN" sz="3200" b="1" spc="-35">
              <a:latin typeface="Times New Roman"/>
              <a:ea typeface="Cambria"/>
              <a:cs typeface="Times New Roman"/>
            </a:endParaRPr>
          </a:p>
        </p:txBody>
      </p:sp>
      <p:grpSp>
        <p:nvGrpSpPr>
          <p:cNvPr id="737924582" name="Group 2"/>
          <p:cNvGrpSpPr/>
          <p:nvPr/>
        </p:nvGrpSpPr>
        <p:grpSpPr bwMode="auto">
          <a:xfrm>
            <a:off x="-3" y="6311900"/>
            <a:ext cx="12192001" cy="620884"/>
            <a:chOff x="-3" y="6311900"/>
            <a:chExt cx="12192001" cy="620884"/>
          </a:xfrm>
        </p:grpSpPr>
        <p:sp>
          <p:nvSpPr>
            <p:cNvPr id="6" name="Rectangle 5"/>
            <p:cNvSpPr/>
            <p:nvPr/>
          </p:nvSpPr>
          <p:spPr bwMode="auto">
            <a:xfrm>
              <a:off x="-3" y="6311900"/>
              <a:ext cx="12192001" cy="620884"/>
            </a:xfrm>
            <a:prstGeom prst="rect">
              <a:avLst/>
            </a:prstGeom>
            <a:solidFill>
              <a:srgbClr val="9B134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1346200">
                <a:lnSpc>
                  <a:spcPct val="200000"/>
                </a:lnSpc>
                <a:buClr>
                  <a:schemeClr val="bg1"/>
                </a:buClr>
                <a:defRPr/>
              </a:pPr>
              <a:endParaRPr lang="en-IN" sz="2200">
                <a:solidFill>
                  <a:schemeClr val="accent4"/>
                </a:solidFill>
                <a:latin typeface="Cambria"/>
                <a:ea typeface="Cambria"/>
              </a:endParaRPr>
            </a:p>
          </p:txBody>
        </p:sp>
        <p:pic>
          <p:nvPicPr>
            <p:cNvPr id="7" name="Google Shape;1736;p23"/>
            <p:cNvPicPr/>
            <p:nvPr/>
          </p:nvPicPr>
          <p:blipFill rotWithShape="1">
            <a:blip r:embed="rId3"/>
            <a:stretch/>
          </p:blipFill>
          <p:spPr bwMode="auto">
            <a:xfrm>
              <a:off x="10404388" y="6389101"/>
              <a:ext cx="1602539" cy="36029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2113060237" name="Slide Number Placeholder 7"/>
          <p:cNvSpPr>
            <a:spLocks noGrp="1"/>
          </p:cNvSpPr>
          <p:nvPr>
            <p:ph type="sldNum" idx="12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8</a:t>
            </a:r>
            <a:endParaRPr/>
          </a:p>
        </p:txBody>
      </p:sp>
      <p:sp>
        <p:nvSpPr>
          <p:cNvPr id="1956862289" name="Rectangle 161"/>
          <p:cNvSpPr/>
          <p:nvPr/>
        </p:nvSpPr>
        <p:spPr bwMode="auto">
          <a:xfrm>
            <a:off x="-2" y="1092037"/>
            <a:ext cx="2585961" cy="5299981"/>
          </a:xfrm>
          <a:prstGeom prst="rect">
            <a:avLst/>
          </a:prstGeom>
          <a:solidFill>
            <a:srgbClr val="99134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09728" tIns="658368" rIns="64008" bIns="109728" rtlCol="0" anchor="ctr"/>
          <a:lstStyle/>
          <a:p>
            <a:pPr marL="12700" algn="l">
              <a:lnSpc>
                <a:spcPct val="100000"/>
              </a:lnSpc>
              <a:spcBef>
                <a:spcPts val="100"/>
              </a:spcBef>
              <a:spcAft>
                <a:spcPts val="1549"/>
              </a:spcAft>
              <a:tabLst>
                <a:tab pos="495300" algn="l"/>
              </a:tabLst>
              <a:defRPr/>
            </a:pPr>
            <a:r>
              <a:rPr sz="1150" b="0">
                <a:solidFill>
                  <a:srgbClr val="FFFFFF"/>
                </a:solidFill>
                <a:latin typeface="Times New Roman"/>
              </a:rPr>
              <a:t>Domain &amp; Problem</a:t>
            </a:r>
            <a:endParaRPr lang="en-IN" b="1" spc="-35">
              <a:solidFill>
                <a:schemeClr val="accent4"/>
              </a:solidFill>
              <a:latin typeface="Times New Roman"/>
              <a:ea typeface="Cambria"/>
              <a:cs typeface="Times New Roman"/>
            </a:endParaRPr>
          </a:p>
          <a:p>
            <a:pPr algn="l">
              <a:lnSpc>
                <a:spcPct val="100000"/>
              </a:lnSpc>
              <a:spcAft>
                <a:spcPts val="1549"/>
              </a:spcAft>
              <a:defRPr/>
            </a:pPr>
            <a:r>
              <a:rPr sz="1150" b="0">
                <a:solidFill>
                  <a:srgbClr val="FFFFFF"/>
                </a:solidFill>
                <a:latin typeface="Times New Roman"/>
              </a:rPr>
              <a:t>Motivation &amp; Objectives</a:t>
            </a:r>
            <a:endParaRPr/>
          </a:p>
          <a:p>
            <a:pPr algn="l">
              <a:lnSpc>
                <a:spcPct val="100000"/>
              </a:lnSpc>
              <a:spcAft>
                <a:spcPts val="1549"/>
              </a:spcAft>
              <a:defRPr/>
            </a:pPr>
            <a:r>
              <a:rPr sz="1150" b="0">
                <a:solidFill>
                  <a:srgbClr val="FFFFFF"/>
                </a:solidFill>
                <a:latin typeface="Times New Roman"/>
              </a:rPr>
              <a:t>Proposed System</a:t>
            </a:r>
            <a:endParaRPr/>
          </a:p>
          <a:p>
            <a:pPr algn="l">
              <a:lnSpc>
                <a:spcPct val="100000"/>
              </a:lnSpc>
              <a:spcAft>
                <a:spcPts val="1549"/>
              </a:spcAft>
              <a:defRPr/>
            </a:pPr>
            <a:r>
              <a:rPr sz="1150" b="0">
                <a:solidFill>
                  <a:srgbClr val="FFFFFF"/>
                </a:solidFill>
                <a:latin typeface="Times New Roman"/>
              </a:rPr>
              <a:t>Technology Stack</a:t>
            </a:r>
            <a:endParaRPr/>
          </a:p>
          <a:p>
            <a:pPr algn="l">
              <a:lnSpc>
                <a:spcPct val="100000"/>
              </a:lnSpc>
              <a:spcAft>
                <a:spcPts val="1549"/>
              </a:spcAft>
              <a:defRPr/>
            </a:pPr>
            <a:r>
              <a:rPr sz="1150" b="1">
                <a:solidFill>
                  <a:srgbClr val="E6B84A"/>
                </a:solidFill>
                <a:latin typeface="Times New Roman"/>
              </a:rPr>
              <a:t>Architecture &amp; Data</a:t>
            </a:r>
            <a:endParaRPr/>
          </a:p>
          <a:p>
            <a:pPr algn="l">
              <a:lnSpc>
                <a:spcPct val="100000"/>
              </a:lnSpc>
              <a:spcAft>
                <a:spcPts val="1549"/>
              </a:spcAft>
              <a:defRPr/>
            </a:pPr>
            <a:r>
              <a:rPr sz="1150" b="0">
                <a:solidFill>
                  <a:srgbClr val="FFFFFF"/>
                </a:solidFill>
                <a:latin typeface="Times New Roman"/>
              </a:rPr>
              <a:t>AI Agent Interaction</a:t>
            </a:r>
            <a:endParaRPr/>
          </a:p>
          <a:p>
            <a:pPr algn="l">
              <a:lnSpc>
                <a:spcPct val="100000"/>
              </a:lnSpc>
              <a:spcAft>
                <a:spcPts val="1549"/>
              </a:spcAft>
              <a:defRPr/>
            </a:pPr>
            <a:r>
              <a:rPr sz="1150" b="0">
                <a:solidFill>
                  <a:srgbClr val="FFFFFF"/>
                </a:solidFill>
                <a:latin typeface="Times New Roman"/>
              </a:rPr>
              <a:t>Implementation &amp; Results</a:t>
            </a:r>
            <a:endParaRPr/>
          </a:p>
          <a:p>
            <a:pPr algn="l">
              <a:lnSpc>
                <a:spcPct val="100000"/>
              </a:lnSpc>
              <a:spcAft>
                <a:spcPts val="1549"/>
              </a:spcAft>
              <a:defRPr/>
            </a:pPr>
            <a:r>
              <a:rPr sz="1150" b="0">
                <a:solidFill>
                  <a:srgbClr val="FFFFFF"/>
                </a:solidFill>
                <a:latin typeface="Times New Roman"/>
              </a:rPr>
              <a:t>Conclusion &amp; Repository</a:t>
            </a:r>
            <a:endParaRPr/>
          </a:p>
        </p:txBody>
      </p:sp>
      <p:sp>
        <p:nvSpPr>
          <p:cNvPr id="1105960894" name="Rounded Rectangle 162"/>
          <p:cNvSpPr/>
          <p:nvPr/>
        </p:nvSpPr>
        <p:spPr bwMode="auto">
          <a:xfrm>
            <a:off x="2907792" y="1261872"/>
            <a:ext cx="8778240" cy="603504"/>
          </a:xfrm>
          <a:prstGeom prst="roundRect">
            <a:avLst>
              <a:gd name="adj" fmla="val 16667"/>
            </a:avLst>
          </a:prstGeom>
          <a:solidFill>
            <a:srgbClr val="F7EAF0"/>
          </a:solidFill>
          <a:ln w="12700">
            <a:solidFill>
              <a:srgbClr val="9D17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21443186" name="TextBox 163"/>
          <p:cNvSpPr txBox="1"/>
          <p:nvPr/>
        </p:nvSpPr>
        <p:spPr bwMode="auto">
          <a:xfrm>
            <a:off x="3072384" y="1353312"/>
            <a:ext cx="8449056" cy="402336"/>
          </a:xfrm>
          <a:prstGeom prst="rect">
            <a:avLst/>
          </a:prstGeom>
          <a:noFill/>
        </p:spPr>
        <p:txBody>
          <a:bodyPr wrap="square" lIns="73152" tIns="36576" rIns="73152" bIns="27432" anchor="ctr">
            <a:spAutoFit/>
          </a:bodyPr>
          <a:lstStyle/>
          <a:p>
            <a:pPr algn="l">
              <a:spcAft>
                <a:spcPts val="0"/>
              </a:spcAft>
              <a:defRPr/>
            </a:pPr>
            <a:r>
              <a:rPr sz="1400" b="1">
                <a:solidFill>
                  <a:srgbClr val="7D123D"/>
                </a:solidFill>
                <a:latin typeface="Times New Roman"/>
              </a:rPr>
              <a:t>MedSentry combines medicine-reference data with user-entered medication records and privacy-protected aggregate insights.</a:t>
            </a:r>
            <a:endParaRPr/>
          </a:p>
        </p:txBody>
      </p:sp>
      <p:sp>
        <p:nvSpPr>
          <p:cNvPr id="1623871650" name="Rounded Rectangle 164"/>
          <p:cNvSpPr/>
          <p:nvPr/>
        </p:nvSpPr>
        <p:spPr bwMode="auto">
          <a:xfrm>
            <a:off x="2907792" y="2029968"/>
            <a:ext cx="2770632" cy="1874519"/>
          </a:xfrm>
          <a:prstGeom prst="roundRect">
            <a:avLst>
              <a:gd name="adj" fmla="val 16667"/>
            </a:avLst>
          </a:prstGeom>
          <a:solidFill>
            <a:srgbClr val="FBF7F8"/>
          </a:solidFill>
          <a:ln w="12700">
            <a:solidFill>
              <a:srgbClr val="9D17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744758583" name="Rectangle 165"/>
          <p:cNvSpPr/>
          <p:nvPr/>
        </p:nvSpPr>
        <p:spPr bwMode="auto">
          <a:xfrm>
            <a:off x="2907792" y="2029968"/>
            <a:ext cx="2770632" cy="68580"/>
          </a:xfrm>
          <a:prstGeom prst="rect">
            <a:avLst/>
          </a:prstGeom>
          <a:solidFill>
            <a:srgbClr val="9D174D"/>
          </a:solidFill>
          <a:ln w="12700">
            <a:solidFill>
              <a:srgbClr val="9D17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456320982" name="TextBox 166"/>
          <p:cNvSpPr txBox="1"/>
          <p:nvPr/>
        </p:nvSpPr>
        <p:spPr bwMode="auto">
          <a:xfrm>
            <a:off x="3035808" y="2227890"/>
            <a:ext cx="2514600" cy="320040"/>
          </a:xfrm>
          <a:prstGeom prst="rect">
            <a:avLst/>
          </a:prstGeom>
          <a:noFill/>
        </p:spPr>
        <p:txBody>
          <a:bodyPr wrap="square" lIns="73152" tIns="36576" rIns="73152" bIns="27432" anchor="ctr">
            <a:spAutoFit/>
          </a:bodyPr>
          <a:lstStyle/>
          <a:p>
            <a:pPr algn="l">
              <a:spcAft>
                <a:spcPts val="0"/>
              </a:spcAft>
              <a:defRPr/>
            </a:pPr>
            <a:r>
              <a:rPr sz="1500" b="1">
                <a:solidFill>
                  <a:srgbClr val="9D174D"/>
                </a:solidFill>
                <a:latin typeface="Times New Roman"/>
              </a:rPr>
              <a:t>1  MEDICINE FORMULARY</a:t>
            </a:r>
            <a:endParaRPr/>
          </a:p>
        </p:txBody>
      </p:sp>
      <p:sp>
        <p:nvSpPr>
          <p:cNvPr id="1775387281" name="TextBox 167"/>
          <p:cNvSpPr txBox="1"/>
          <p:nvPr/>
        </p:nvSpPr>
        <p:spPr bwMode="auto">
          <a:xfrm>
            <a:off x="3035808" y="2611938"/>
            <a:ext cx="2514600" cy="1298448"/>
          </a:xfrm>
          <a:prstGeom prst="rect">
            <a:avLst/>
          </a:prstGeom>
          <a:noFill/>
        </p:spPr>
        <p:txBody>
          <a:bodyPr wrap="square" lIns="73152" tIns="36576" rIns="73152" bIns="27432" anchor="t">
            <a:spAutoFit/>
          </a:bodyPr>
          <a:lstStyle/>
          <a:p>
            <a:pPr algn="l">
              <a:spcAft>
                <a:spcPts val="600"/>
              </a:spcAft>
              <a:defRPr sz="1100">
                <a:solidFill>
                  <a:srgbClr val="242026"/>
                </a:solidFill>
                <a:latin typeface="Times New Roman"/>
              </a:defRPr>
            </a:pPr>
            <a:r>
              <a:rPr/>
              <a:t>• Verified medicine formulary (documented as 10,000+ entries)</a:t>
            </a:r>
            <a:endParaRPr/>
          </a:p>
          <a:p>
            <a:pPr>
              <a:spcAft>
                <a:spcPts val="600"/>
              </a:spcAft>
              <a:defRPr sz="1100">
                <a:solidFill>
                  <a:srgbClr val="242026"/>
                </a:solidFill>
                <a:latin typeface="Times New Roman"/>
              </a:defRPr>
            </a:pPr>
            <a:r>
              <a:rPr/>
              <a:t>• Fuzzy matching helps resolve OCR spelling errors</a:t>
            </a:r>
            <a:endParaRPr/>
          </a:p>
          <a:p>
            <a:pPr>
              <a:spcAft>
                <a:spcPts val="600"/>
              </a:spcAft>
              <a:defRPr sz="1100">
                <a:solidFill>
                  <a:srgbClr val="242026"/>
                </a:solidFill>
                <a:latin typeface="Times New Roman"/>
              </a:defRPr>
            </a:pPr>
            <a:r>
              <a:rPr/>
              <a:t>• Matched details are shown for user review</a:t>
            </a:r>
            <a:endParaRPr/>
          </a:p>
        </p:txBody>
      </p:sp>
      <p:sp>
        <p:nvSpPr>
          <p:cNvPr id="1864224928" name="Rounded Rectangle 168"/>
          <p:cNvSpPr/>
          <p:nvPr/>
        </p:nvSpPr>
        <p:spPr bwMode="auto">
          <a:xfrm>
            <a:off x="5907024" y="2029968"/>
            <a:ext cx="2770632" cy="1874519"/>
          </a:xfrm>
          <a:prstGeom prst="roundRect">
            <a:avLst>
              <a:gd name="adj" fmla="val 16667"/>
            </a:avLst>
          </a:prstGeom>
          <a:solidFill>
            <a:srgbClr val="F1F8F2"/>
          </a:solidFill>
          <a:ln w="12700">
            <a:solidFill>
              <a:srgbClr val="2C7A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23532615" name="Rectangle 169"/>
          <p:cNvSpPr/>
          <p:nvPr/>
        </p:nvSpPr>
        <p:spPr bwMode="auto">
          <a:xfrm>
            <a:off x="5907024" y="2029968"/>
            <a:ext cx="2770632" cy="68580"/>
          </a:xfrm>
          <a:prstGeom prst="rect">
            <a:avLst/>
          </a:prstGeom>
          <a:solidFill>
            <a:srgbClr val="2C7A45"/>
          </a:solidFill>
          <a:ln w="12700">
            <a:solidFill>
              <a:srgbClr val="2C7A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743004326" name="TextBox 170"/>
          <p:cNvSpPr txBox="1"/>
          <p:nvPr/>
        </p:nvSpPr>
        <p:spPr bwMode="auto">
          <a:xfrm>
            <a:off x="6035039" y="2227890"/>
            <a:ext cx="2514600" cy="320040"/>
          </a:xfrm>
          <a:prstGeom prst="rect">
            <a:avLst/>
          </a:prstGeom>
          <a:noFill/>
        </p:spPr>
        <p:txBody>
          <a:bodyPr wrap="square" lIns="73152" tIns="36576" rIns="73152" bIns="27432" anchor="ctr">
            <a:spAutoFit/>
          </a:bodyPr>
          <a:lstStyle/>
          <a:p>
            <a:pPr algn="l">
              <a:spcAft>
                <a:spcPts val="0"/>
              </a:spcAft>
              <a:defRPr/>
            </a:pPr>
            <a:r>
              <a:rPr sz="1500" b="1">
                <a:solidFill>
                  <a:srgbClr val="2C7A45"/>
                </a:solidFill>
                <a:latin typeface="Times New Roman"/>
              </a:rPr>
              <a:t>2  WHO AWaRe CLASSIFICATION</a:t>
            </a:r>
            <a:endParaRPr/>
          </a:p>
        </p:txBody>
      </p:sp>
      <p:sp>
        <p:nvSpPr>
          <p:cNvPr id="2123978490" name="TextBox 171"/>
          <p:cNvSpPr txBox="1"/>
          <p:nvPr/>
        </p:nvSpPr>
        <p:spPr bwMode="auto">
          <a:xfrm>
            <a:off x="6035039" y="2611938"/>
            <a:ext cx="2514600" cy="1298448"/>
          </a:xfrm>
          <a:prstGeom prst="rect">
            <a:avLst/>
          </a:prstGeom>
          <a:noFill/>
        </p:spPr>
        <p:txBody>
          <a:bodyPr wrap="square" lIns="73152" tIns="36576" rIns="73152" bIns="27432" anchor="t">
            <a:spAutoFit/>
          </a:bodyPr>
          <a:lstStyle/>
          <a:p>
            <a:pPr algn="l">
              <a:spcAft>
                <a:spcPts val="600"/>
              </a:spcAft>
              <a:defRPr sz="1100">
                <a:solidFill>
                  <a:srgbClr val="242026"/>
                </a:solidFill>
                <a:latin typeface="Times New Roman"/>
              </a:defRPr>
            </a:pPr>
            <a:r>
              <a:rPr/>
              <a:t>• WHO AWaRe: Access, Watch, Reserve</a:t>
            </a:r>
            <a:endParaRPr/>
          </a:p>
          <a:p>
            <a:pPr>
              <a:spcAft>
                <a:spcPts val="600"/>
              </a:spcAft>
              <a:defRPr sz="1100">
                <a:solidFill>
                  <a:srgbClr val="242026"/>
                </a:solidFill>
                <a:latin typeface="Times New Roman"/>
              </a:defRPr>
            </a:pPr>
            <a:r>
              <a:rPr/>
              <a:t>• Adds antibiotic-stewardship context to medicine information</a:t>
            </a:r>
            <a:endParaRPr/>
          </a:p>
          <a:p>
            <a:pPr>
              <a:spcAft>
                <a:spcPts val="600"/>
              </a:spcAft>
              <a:defRPr sz="1100">
                <a:solidFill>
                  <a:srgbClr val="242026"/>
                </a:solidFill>
                <a:latin typeface="Times New Roman"/>
              </a:defRPr>
            </a:pPr>
            <a:r>
              <a:rPr/>
              <a:t>• Supports awareness—not prescribing decisions</a:t>
            </a:r>
            <a:endParaRPr/>
          </a:p>
        </p:txBody>
      </p:sp>
      <p:sp>
        <p:nvSpPr>
          <p:cNvPr id="1468068455" name="Rounded Rectangle 172"/>
          <p:cNvSpPr/>
          <p:nvPr/>
        </p:nvSpPr>
        <p:spPr bwMode="auto">
          <a:xfrm>
            <a:off x="8906256" y="2029968"/>
            <a:ext cx="2779776" cy="1874519"/>
          </a:xfrm>
          <a:prstGeom prst="roundRect">
            <a:avLst>
              <a:gd name="adj" fmla="val 16667"/>
            </a:avLst>
          </a:prstGeom>
          <a:solidFill>
            <a:srgbClr val="F2F6FB"/>
          </a:solidFill>
          <a:ln w="12700">
            <a:solidFill>
              <a:srgbClr val="276C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039968699" name="Rectangle 173"/>
          <p:cNvSpPr/>
          <p:nvPr/>
        </p:nvSpPr>
        <p:spPr bwMode="auto">
          <a:xfrm>
            <a:off x="8906256" y="2029968"/>
            <a:ext cx="2779776" cy="68580"/>
          </a:xfrm>
          <a:prstGeom prst="rect">
            <a:avLst/>
          </a:prstGeom>
          <a:solidFill>
            <a:srgbClr val="276C70"/>
          </a:solidFill>
          <a:ln w="12700">
            <a:solidFill>
              <a:srgbClr val="276C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4687880" name="TextBox 174"/>
          <p:cNvSpPr txBox="1"/>
          <p:nvPr/>
        </p:nvSpPr>
        <p:spPr bwMode="auto">
          <a:xfrm>
            <a:off x="9034272" y="2227890"/>
            <a:ext cx="2523744" cy="320040"/>
          </a:xfrm>
          <a:prstGeom prst="rect">
            <a:avLst/>
          </a:prstGeom>
          <a:noFill/>
        </p:spPr>
        <p:txBody>
          <a:bodyPr wrap="square" lIns="73152" tIns="36576" rIns="73152" bIns="27432" anchor="ctr">
            <a:spAutoFit/>
          </a:bodyPr>
          <a:lstStyle/>
          <a:p>
            <a:pPr algn="l">
              <a:spcAft>
                <a:spcPts val="0"/>
              </a:spcAft>
              <a:defRPr/>
            </a:pPr>
            <a:r>
              <a:rPr sz="1500" b="1">
                <a:solidFill>
                  <a:srgbClr val="276C70"/>
                </a:solidFill>
                <a:latin typeface="Times New Roman"/>
              </a:rPr>
              <a:t>3  APP / OPERATIONAL DATA</a:t>
            </a:r>
            <a:endParaRPr/>
          </a:p>
        </p:txBody>
      </p:sp>
      <p:sp>
        <p:nvSpPr>
          <p:cNvPr id="1169039474" name="TextBox 175"/>
          <p:cNvSpPr txBox="1"/>
          <p:nvPr/>
        </p:nvSpPr>
        <p:spPr bwMode="auto">
          <a:xfrm>
            <a:off x="9034272" y="2611938"/>
            <a:ext cx="2523744" cy="1298448"/>
          </a:xfrm>
          <a:prstGeom prst="rect">
            <a:avLst/>
          </a:prstGeom>
          <a:noFill/>
        </p:spPr>
        <p:txBody>
          <a:bodyPr wrap="square" lIns="73152" tIns="36576" rIns="73152" bIns="27432" anchor="t">
            <a:spAutoFit/>
          </a:bodyPr>
          <a:lstStyle/>
          <a:p>
            <a:pPr algn="l">
              <a:spcAft>
                <a:spcPts val="600"/>
              </a:spcAft>
              <a:defRPr sz="1100">
                <a:solidFill>
                  <a:srgbClr val="242026"/>
                </a:solidFill>
                <a:latin typeface="Times New Roman"/>
              </a:defRPr>
            </a:pPr>
            <a:r>
              <a:rPr/>
              <a:t>• Profiles, medication courses and dose logs</a:t>
            </a:r>
            <a:endParaRPr/>
          </a:p>
          <a:p>
            <a:pPr>
              <a:spcAft>
                <a:spcPts val="600"/>
              </a:spcAft>
              <a:defRPr sz="1100">
                <a:solidFill>
                  <a:srgbClr val="242026"/>
                </a:solidFill>
                <a:latin typeface="Times New Roman"/>
              </a:defRPr>
            </a:pPr>
            <a:r>
              <a:rPr/>
              <a:t>• Chatbot messages and family-care records</a:t>
            </a:r>
            <a:endParaRPr/>
          </a:p>
          <a:p>
            <a:pPr>
              <a:spcAft>
                <a:spcPts val="600"/>
              </a:spcAft>
              <a:defRPr sz="1100">
                <a:solidFill>
                  <a:srgbClr val="242026"/>
                </a:solidFill>
                <a:latin typeface="Times New Roman"/>
              </a:defRPr>
            </a:pPr>
            <a:r>
              <a:rPr/>
              <a:t>• Stored in PostgreSQL with authentication + RLS</a:t>
            </a:r>
            <a:endParaRPr/>
          </a:p>
        </p:txBody>
      </p:sp>
      <p:sp>
        <p:nvSpPr>
          <p:cNvPr id="1374388649" name="TextBox 176"/>
          <p:cNvSpPr txBox="1"/>
          <p:nvPr/>
        </p:nvSpPr>
        <p:spPr bwMode="auto">
          <a:xfrm>
            <a:off x="2907792" y="4105656"/>
            <a:ext cx="8778240" cy="310896"/>
          </a:xfrm>
          <a:prstGeom prst="rect">
            <a:avLst/>
          </a:prstGeom>
          <a:noFill/>
        </p:spPr>
        <p:txBody>
          <a:bodyPr wrap="square" lIns="73152" tIns="36576" rIns="73152" bIns="27432" anchor="ctr">
            <a:spAutoFit/>
          </a:bodyPr>
          <a:lstStyle/>
          <a:p>
            <a:pPr algn="l">
              <a:spcAft>
                <a:spcPts val="0"/>
              </a:spcAft>
              <a:defRPr/>
            </a:pPr>
            <a:r>
              <a:rPr sz="1400" b="1">
                <a:solidFill>
                  <a:srgbClr val="9D174D"/>
                </a:solidFill>
                <a:latin typeface="Times New Roman"/>
              </a:rPr>
              <a:t>HOW THE DATA IS USED IN THE APPLICATION</a:t>
            </a:r>
            <a:endParaRPr/>
          </a:p>
        </p:txBody>
      </p:sp>
      <p:sp>
        <p:nvSpPr>
          <p:cNvPr id="275806824" name="Rounded Rectangle 177"/>
          <p:cNvSpPr/>
          <p:nvPr/>
        </p:nvSpPr>
        <p:spPr bwMode="auto">
          <a:xfrm>
            <a:off x="2907792" y="4507992"/>
            <a:ext cx="1645920" cy="932688"/>
          </a:xfrm>
          <a:prstGeom prst="roundRect">
            <a:avLst>
              <a:gd name="adj" fmla="val 16667"/>
            </a:avLst>
          </a:prstGeom>
          <a:solidFill>
            <a:srgbClr val="F7EAF0"/>
          </a:solidFill>
          <a:ln w="12700">
            <a:solidFill>
              <a:srgbClr val="9D17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792567325" name="TextBox 178"/>
          <p:cNvSpPr txBox="1"/>
          <p:nvPr/>
        </p:nvSpPr>
        <p:spPr bwMode="auto">
          <a:xfrm>
            <a:off x="2962656" y="4590288"/>
            <a:ext cx="1536192" cy="219456"/>
          </a:xfrm>
          <a:prstGeom prst="rect">
            <a:avLst/>
          </a:prstGeom>
          <a:noFill/>
        </p:spPr>
        <p:txBody>
          <a:bodyPr wrap="square" lIns="73152" tIns="36576" rIns="73152" bIns="27432" anchor="ctr">
            <a:spAutoFit/>
          </a:bodyPr>
          <a:lstStyle/>
          <a:p>
            <a:pPr algn="ctr">
              <a:spcAft>
                <a:spcPts val="0"/>
              </a:spcAft>
              <a:defRPr/>
            </a:pPr>
            <a:r>
              <a:rPr sz="1150" b="1">
                <a:solidFill>
                  <a:srgbClr val="9D174D"/>
                </a:solidFill>
                <a:latin typeface="Times New Roman"/>
              </a:rPr>
              <a:t>SCAN</a:t>
            </a:r>
            <a:endParaRPr/>
          </a:p>
        </p:txBody>
      </p:sp>
      <p:sp>
        <p:nvSpPr>
          <p:cNvPr id="1624953653" name="TextBox 179"/>
          <p:cNvSpPr txBox="1"/>
          <p:nvPr/>
        </p:nvSpPr>
        <p:spPr bwMode="auto">
          <a:xfrm>
            <a:off x="2971800" y="4846320"/>
            <a:ext cx="1517904" cy="493776"/>
          </a:xfrm>
          <a:prstGeom prst="rect">
            <a:avLst/>
          </a:prstGeom>
          <a:noFill/>
        </p:spPr>
        <p:txBody>
          <a:bodyPr wrap="square" lIns="73152" tIns="36576" rIns="73152" bIns="27432" anchor="ctr">
            <a:spAutoFit/>
          </a:bodyPr>
          <a:lstStyle/>
          <a:p>
            <a:pPr algn="ctr">
              <a:spcAft>
                <a:spcPts val="0"/>
              </a:spcAft>
              <a:defRPr/>
            </a:pPr>
            <a:r>
              <a:rPr sz="1000" b="0">
                <a:solidFill>
                  <a:srgbClr val="242026"/>
                </a:solidFill>
                <a:latin typeface="Times New Roman"/>
              </a:rPr>
              <a:t>Camera image → ML Kit OCR</a:t>
            </a:r>
            <a:endParaRPr/>
          </a:p>
        </p:txBody>
      </p:sp>
      <p:sp>
        <p:nvSpPr>
          <p:cNvPr id="437017072" name="TextBox 180"/>
          <p:cNvSpPr txBox="1"/>
          <p:nvPr/>
        </p:nvSpPr>
        <p:spPr bwMode="auto">
          <a:xfrm>
            <a:off x="4544568" y="4800600"/>
            <a:ext cx="146304" cy="237744"/>
          </a:xfrm>
          <a:prstGeom prst="rect">
            <a:avLst/>
          </a:prstGeom>
          <a:noFill/>
        </p:spPr>
        <p:txBody>
          <a:bodyPr wrap="square" lIns="73152" tIns="36576" rIns="73152" bIns="27432" anchor="ctr">
            <a:spAutoFit/>
          </a:bodyPr>
          <a:lstStyle/>
          <a:p>
            <a:pPr algn="ctr">
              <a:spcAft>
                <a:spcPts val="0"/>
              </a:spcAft>
              <a:defRPr/>
            </a:pPr>
            <a:r>
              <a:rPr sz="1300" b="1">
                <a:solidFill>
                  <a:srgbClr val="9D174D"/>
                </a:solidFill>
                <a:latin typeface="Times New Roman"/>
              </a:rPr>
              <a:t>→</a:t>
            </a:r>
            <a:endParaRPr/>
          </a:p>
        </p:txBody>
      </p:sp>
      <p:sp>
        <p:nvSpPr>
          <p:cNvPr id="1033351554" name="Rounded Rectangle 181"/>
          <p:cNvSpPr/>
          <p:nvPr/>
        </p:nvSpPr>
        <p:spPr bwMode="auto">
          <a:xfrm>
            <a:off x="4690872" y="4507992"/>
            <a:ext cx="1645920" cy="932688"/>
          </a:xfrm>
          <a:prstGeom prst="roundRect">
            <a:avLst>
              <a:gd name="adj" fmla="val 16667"/>
            </a:avLst>
          </a:prstGeom>
          <a:solidFill>
            <a:srgbClr val="EEF4FA"/>
          </a:solidFill>
          <a:ln w="12700">
            <a:solidFill>
              <a:srgbClr val="2E62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728642182" name="TextBox 182"/>
          <p:cNvSpPr txBox="1"/>
          <p:nvPr/>
        </p:nvSpPr>
        <p:spPr bwMode="auto">
          <a:xfrm>
            <a:off x="4745736" y="4590288"/>
            <a:ext cx="1536192" cy="219456"/>
          </a:xfrm>
          <a:prstGeom prst="rect">
            <a:avLst/>
          </a:prstGeom>
          <a:noFill/>
        </p:spPr>
        <p:txBody>
          <a:bodyPr wrap="square" lIns="73152" tIns="36576" rIns="73152" bIns="27432" anchor="ctr">
            <a:spAutoFit/>
          </a:bodyPr>
          <a:lstStyle/>
          <a:p>
            <a:pPr algn="ctr">
              <a:spcAft>
                <a:spcPts val="0"/>
              </a:spcAft>
              <a:defRPr/>
            </a:pPr>
            <a:r>
              <a:rPr sz="1150" b="1">
                <a:solidFill>
                  <a:srgbClr val="2E628F"/>
                </a:solidFill>
                <a:latin typeface="Times New Roman"/>
              </a:rPr>
              <a:t>MATCH</a:t>
            </a:r>
            <a:endParaRPr/>
          </a:p>
        </p:txBody>
      </p:sp>
      <p:sp>
        <p:nvSpPr>
          <p:cNvPr id="1191054123" name="TextBox 183"/>
          <p:cNvSpPr txBox="1"/>
          <p:nvPr/>
        </p:nvSpPr>
        <p:spPr bwMode="auto">
          <a:xfrm>
            <a:off x="4754880" y="4846320"/>
            <a:ext cx="1517904" cy="493776"/>
          </a:xfrm>
          <a:prstGeom prst="rect">
            <a:avLst/>
          </a:prstGeom>
          <a:noFill/>
        </p:spPr>
        <p:txBody>
          <a:bodyPr wrap="square" lIns="73152" tIns="36576" rIns="73152" bIns="27432" anchor="ctr">
            <a:spAutoFit/>
          </a:bodyPr>
          <a:lstStyle/>
          <a:p>
            <a:pPr algn="ctr">
              <a:spcAft>
                <a:spcPts val="0"/>
              </a:spcAft>
              <a:defRPr/>
            </a:pPr>
            <a:r>
              <a:rPr sz="1000" b="0">
                <a:solidFill>
                  <a:srgbClr val="242026"/>
                </a:solidFill>
                <a:latin typeface="Times New Roman"/>
              </a:rPr>
              <a:t>Line clustering + Levenshtein / trigram search</a:t>
            </a:r>
            <a:endParaRPr/>
          </a:p>
        </p:txBody>
      </p:sp>
      <p:sp>
        <p:nvSpPr>
          <p:cNvPr id="2083399180" name="TextBox 184"/>
          <p:cNvSpPr txBox="1"/>
          <p:nvPr/>
        </p:nvSpPr>
        <p:spPr bwMode="auto">
          <a:xfrm>
            <a:off x="6327648" y="4800600"/>
            <a:ext cx="146304" cy="237744"/>
          </a:xfrm>
          <a:prstGeom prst="rect">
            <a:avLst/>
          </a:prstGeom>
          <a:noFill/>
        </p:spPr>
        <p:txBody>
          <a:bodyPr wrap="square" lIns="73152" tIns="36576" rIns="73152" bIns="27432" anchor="ctr">
            <a:spAutoFit/>
          </a:bodyPr>
          <a:lstStyle/>
          <a:p>
            <a:pPr algn="ctr">
              <a:spcAft>
                <a:spcPts val="0"/>
              </a:spcAft>
              <a:defRPr/>
            </a:pPr>
            <a:r>
              <a:rPr sz="1300" b="1">
                <a:solidFill>
                  <a:srgbClr val="9D174D"/>
                </a:solidFill>
                <a:latin typeface="Times New Roman"/>
              </a:rPr>
              <a:t>→</a:t>
            </a:r>
            <a:endParaRPr/>
          </a:p>
        </p:txBody>
      </p:sp>
      <p:sp>
        <p:nvSpPr>
          <p:cNvPr id="1149591248" name="Rounded Rectangle 185"/>
          <p:cNvSpPr/>
          <p:nvPr/>
        </p:nvSpPr>
        <p:spPr bwMode="auto">
          <a:xfrm>
            <a:off x="6473952" y="4507992"/>
            <a:ext cx="1645920" cy="932688"/>
          </a:xfrm>
          <a:prstGeom prst="roundRect">
            <a:avLst>
              <a:gd name="adj" fmla="val 16667"/>
            </a:avLst>
          </a:prstGeom>
          <a:solidFill>
            <a:srgbClr val="FFF8E8"/>
          </a:solidFill>
          <a:ln w="12700">
            <a:solidFill>
              <a:srgbClr val="B76C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31395212" name="TextBox 186"/>
          <p:cNvSpPr txBox="1"/>
          <p:nvPr/>
        </p:nvSpPr>
        <p:spPr bwMode="auto">
          <a:xfrm>
            <a:off x="6528816" y="4590288"/>
            <a:ext cx="1536192" cy="219456"/>
          </a:xfrm>
          <a:prstGeom prst="rect">
            <a:avLst/>
          </a:prstGeom>
          <a:noFill/>
        </p:spPr>
        <p:txBody>
          <a:bodyPr wrap="square" lIns="73152" tIns="36576" rIns="73152" bIns="27432" anchor="ctr">
            <a:spAutoFit/>
          </a:bodyPr>
          <a:lstStyle/>
          <a:p>
            <a:pPr algn="ctr">
              <a:spcAft>
                <a:spcPts val="0"/>
              </a:spcAft>
              <a:defRPr/>
            </a:pPr>
            <a:r>
              <a:rPr sz="1150" b="1">
                <a:solidFill>
                  <a:srgbClr val="B76C18"/>
                </a:solidFill>
                <a:latin typeface="Times New Roman"/>
              </a:rPr>
              <a:t>VERIFY</a:t>
            </a:r>
            <a:endParaRPr/>
          </a:p>
        </p:txBody>
      </p:sp>
      <p:sp>
        <p:nvSpPr>
          <p:cNvPr id="387085324" name="TextBox 187"/>
          <p:cNvSpPr txBox="1"/>
          <p:nvPr/>
        </p:nvSpPr>
        <p:spPr bwMode="auto">
          <a:xfrm>
            <a:off x="6537960" y="4846320"/>
            <a:ext cx="1517904" cy="493776"/>
          </a:xfrm>
          <a:prstGeom prst="rect">
            <a:avLst/>
          </a:prstGeom>
          <a:noFill/>
        </p:spPr>
        <p:txBody>
          <a:bodyPr wrap="square" lIns="73152" tIns="36576" rIns="73152" bIns="27432" anchor="ctr">
            <a:spAutoFit/>
          </a:bodyPr>
          <a:lstStyle/>
          <a:p>
            <a:pPr algn="ctr">
              <a:spcAft>
                <a:spcPts val="0"/>
              </a:spcAft>
              <a:defRPr/>
            </a:pPr>
            <a:r>
              <a:rPr sz="1000" b="0">
                <a:solidFill>
                  <a:srgbClr val="242026"/>
                </a:solidFill>
                <a:latin typeface="Times New Roman"/>
              </a:rPr>
              <a:t>User reviews extracted medicine fields</a:t>
            </a:r>
            <a:endParaRPr/>
          </a:p>
        </p:txBody>
      </p:sp>
      <p:sp>
        <p:nvSpPr>
          <p:cNvPr id="1151508924" name="TextBox 188"/>
          <p:cNvSpPr txBox="1"/>
          <p:nvPr/>
        </p:nvSpPr>
        <p:spPr bwMode="auto">
          <a:xfrm>
            <a:off x="8110728" y="4800600"/>
            <a:ext cx="146304" cy="237744"/>
          </a:xfrm>
          <a:prstGeom prst="rect">
            <a:avLst/>
          </a:prstGeom>
          <a:noFill/>
        </p:spPr>
        <p:txBody>
          <a:bodyPr wrap="square" lIns="73152" tIns="36576" rIns="73152" bIns="27432" anchor="ctr">
            <a:spAutoFit/>
          </a:bodyPr>
          <a:lstStyle/>
          <a:p>
            <a:pPr algn="ctr">
              <a:spcAft>
                <a:spcPts val="0"/>
              </a:spcAft>
              <a:defRPr/>
            </a:pPr>
            <a:r>
              <a:rPr sz="1300" b="1">
                <a:solidFill>
                  <a:srgbClr val="9D174D"/>
                </a:solidFill>
                <a:latin typeface="Times New Roman"/>
              </a:rPr>
              <a:t>→</a:t>
            </a:r>
            <a:endParaRPr/>
          </a:p>
        </p:txBody>
      </p:sp>
      <p:sp>
        <p:nvSpPr>
          <p:cNvPr id="726636429" name="Rounded Rectangle 189"/>
          <p:cNvSpPr/>
          <p:nvPr/>
        </p:nvSpPr>
        <p:spPr bwMode="auto">
          <a:xfrm>
            <a:off x="8257031" y="4507992"/>
            <a:ext cx="1645920" cy="932688"/>
          </a:xfrm>
          <a:prstGeom prst="roundRect">
            <a:avLst>
              <a:gd name="adj" fmla="val 16667"/>
            </a:avLst>
          </a:prstGeom>
          <a:solidFill>
            <a:srgbClr val="F1F8F2"/>
          </a:solidFill>
          <a:ln w="12700">
            <a:solidFill>
              <a:srgbClr val="2C7A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228969959" name="TextBox 190"/>
          <p:cNvSpPr txBox="1"/>
          <p:nvPr/>
        </p:nvSpPr>
        <p:spPr bwMode="auto">
          <a:xfrm>
            <a:off x="8311896" y="4590288"/>
            <a:ext cx="1536192" cy="219456"/>
          </a:xfrm>
          <a:prstGeom prst="rect">
            <a:avLst/>
          </a:prstGeom>
          <a:noFill/>
        </p:spPr>
        <p:txBody>
          <a:bodyPr wrap="square" lIns="73152" tIns="36576" rIns="73152" bIns="27432" anchor="ctr">
            <a:spAutoFit/>
          </a:bodyPr>
          <a:lstStyle/>
          <a:p>
            <a:pPr algn="ctr">
              <a:spcAft>
                <a:spcPts val="0"/>
              </a:spcAft>
              <a:defRPr/>
            </a:pPr>
            <a:r>
              <a:rPr sz="1150" b="1">
                <a:solidFill>
                  <a:srgbClr val="2C7A45"/>
                </a:solidFill>
                <a:latin typeface="Times New Roman"/>
              </a:rPr>
              <a:t>TRACK</a:t>
            </a:r>
            <a:endParaRPr/>
          </a:p>
        </p:txBody>
      </p:sp>
      <p:sp>
        <p:nvSpPr>
          <p:cNvPr id="1369688153" name="TextBox 191"/>
          <p:cNvSpPr txBox="1"/>
          <p:nvPr/>
        </p:nvSpPr>
        <p:spPr bwMode="auto">
          <a:xfrm>
            <a:off x="8321039" y="4846320"/>
            <a:ext cx="1517904" cy="493776"/>
          </a:xfrm>
          <a:prstGeom prst="rect">
            <a:avLst/>
          </a:prstGeom>
          <a:noFill/>
        </p:spPr>
        <p:txBody>
          <a:bodyPr wrap="square" lIns="73152" tIns="36576" rIns="73152" bIns="27432" anchor="ctr">
            <a:spAutoFit/>
          </a:bodyPr>
          <a:lstStyle/>
          <a:p>
            <a:pPr algn="ctr">
              <a:spcAft>
                <a:spcPts val="0"/>
              </a:spcAft>
              <a:defRPr/>
            </a:pPr>
            <a:r>
              <a:rPr sz="1000" b="0">
                <a:solidFill>
                  <a:srgbClr val="242026"/>
                </a:solidFill>
                <a:latin typeface="Times New Roman"/>
              </a:rPr>
              <a:t>Confirmed courses and dose events are stored</a:t>
            </a:r>
            <a:endParaRPr/>
          </a:p>
        </p:txBody>
      </p:sp>
      <p:sp>
        <p:nvSpPr>
          <p:cNvPr id="957460588" name="TextBox 192"/>
          <p:cNvSpPr txBox="1"/>
          <p:nvPr/>
        </p:nvSpPr>
        <p:spPr bwMode="auto">
          <a:xfrm>
            <a:off x="9893808" y="4800600"/>
            <a:ext cx="146304" cy="237744"/>
          </a:xfrm>
          <a:prstGeom prst="rect">
            <a:avLst/>
          </a:prstGeom>
          <a:noFill/>
        </p:spPr>
        <p:txBody>
          <a:bodyPr wrap="square" lIns="73152" tIns="36576" rIns="73152" bIns="27432" anchor="ctr">
            <a:spAutoFit/>
          </a:bodyPr>
          <a:lstStyle/>
          <a:p>
            <a:pPr algn="ctr">
              <a:spcAft>
                <a:spcPts val="0"/>
              </a:spcAft>
              <a:defRPr/>
            </a:pPr>
            <a:r>
              <a:rPr sz="1300" b="1">
                <a:solidFill>
                  <a:srgbClr val="9D174D"/>
                </a:solidFill>
                <a:latin typeface="Times New Roman"/>
              </a:rPr>
              <a:t>→</a:t>
            </a:r>
            <a:endParaRPr/>
          </a:p>
        </p:txBody>
      </p:sp>
      <p:sp>
        <p:nvSpPr>
          <p:cNvPr id="1582026063" name="Rounded Rectangle 193"/>
          <p:cNvSpPr/>
          <p:nvPr/>
        </p:nvSpPr>
        <p:spPr bwMode="auto">
          <a:xfrm>
            <a:off x="10040112" y="4507992"/>
            <a:ext cx="1645920" cy="932688"/>
          </a:xfrm>
          <a:prstGeom prst="roundRect">
            <a:avLst>
              <a:gd name="adj" fmla="val 16667"/>
            </a:avLst>
          </a:prstGeom>
          <a:solidFill>
            <a:srgbClr val="F2F6FB"/>
          </a:solidFill>
          <a:ln w="12700">
            <a:solidFill>
              <a:srgbClr val="276C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470898118" name="TextBox 194"/>
          <p:cNvSpPr txBox="1"/>
          <p:nvPr/>
        </p:nvSpPr>
        <p:spPr bwMode="auto">
          <a:xfrm>
            <a:off x="10094976" y="4590288"/>
            <a:ext cx="1536192" cy="219456"/>
          </a:xfrm>
          <a:prstGeom prst="rect">
            <a:avLst/>
          </a:prstGeom>
          <a:noFill/>
        </p:spPr>
        <p:txBody>
          <a:bodyPr wrap="square" lIns="73152" tIns="36576" rIns="73152" bIns="27432" anchor="ctr">
            <a:spAutoFit/>
          </a:bodyPr>
          <a:lstStyle/>
          <a:p>
            <a:pPr algn="ctr">
              <a:spcAft>
                <a:spcPts val="0"/>
              </a:spcAft>
              <a:defRPr/>
            </a:pPr>
            <a:r>
              <a:rPr sz="1150" b="1">
                <a:solidFill>
                  <a:srgbClr val="276C70"/>
                </a:solidFill>
                <a:latin typeface="Times New Roman"/>
              </a:rPr>
              <a:t>AGGREGATE</a:t>
            </a:r>
            <a:endParaRPr/>
          </a:p>
        </p:txBody>
      </p:sp>
      <p:sp>
        <p:nvSpPr>
          <p:cNvPr id="1833176162" name="TextBox 195"/>
          <p:cNvSpPr txBox="1"/>
          <p:nvPr/>
        </p:nvSpPr>
        <p:spPr bwMode="auto">
          <a:xfrm>
            <a:off x="10104120" y="4846320"/>
            <a:ext cx="1517904" cy="493776"/>
          </a:xfrm>
          <a:prstGeom prst="rect">
            <a:avLst/>
          </a:prstGeom>
          <a:noFill/>
        </p:spPr>
        <p:txBody>
          <a:bodyPr wrap="square" lIns="73152" tIns="36576" rIns="73152" bIns="27432" anchor="ctr">
            <a:spAutoFit/>
          </a:bodyPr>
          <a:lstStyle/>
          <a:p>
            <a:pPr algn="ctr">
              <a:spcAft>
                <a:spcPts val="0"/>
              </a:spcAft>
              <a:defRPr/>
            </a:pPr>
            <a:r>
              <a:rPr sz="1000" b="0">
                <a:solidFill>
                  <a:srgbClr val="242026"/>
                </a:solidFill>
                <a:latin typeface="Times New Roman"/>
              </a:rPr>
              <a:t>AMR trends only after privacy thresholds</a:t>
            </a:r>
            <a:endParaRPr/>
          </a:p>
        </p:txBody>
      </p:sp>
      <p:sp>
        <p:nvSpPr>
          <p:cNvPr id="426155043" name="Rounded Rectangle 196"/>
          <p:cNvSpPr/>
          <p:nvPr/>
        </p:nvSpPr>
        <p:spPr bwMode="auto">
          <a:xfrm>
            <a:off x="2907792" y="5577840"/>
            <a:ext cx="8778240" cy="329184"/>
          </a:xfrm>
          <a:prstGeom prst="roundRect">
            <a:avLst>
              <a:gd name="adj" fmla="val 16667"/>
            </a:avLst>
          </a:prstGeom>
          <a:solidFill>
            <a:srgbClr val="FFF8E8"/>
          </a:solidFill>
          <a:ln w="12700">
            <a:solidFill>
              <a:srgbClr val="B76C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592690111" name="TextBox 197"/>
          <p:cNvSpPr txBox="1"/>
          <p:nvPr/>
        </p:nvSpPr>
        <p:spPr bwMode="auto">
          <a:xfrm>
            <a:off x="3026664" y="5605272"/>
            <a:ext cx="8540496" cy="256032"/>
          </a:xfrm>
          <a:prstGeom prst="rect">
            <a:avLst/>
          </a:prstGeom>
          <a:noFill/>
        </p:spPr>
        <p:txBody>
          <a:bodyPr wrap="square" lIns="73152" tIns="36576" rIns="73152" bIns="27432" anchor="ctr">
            <a:spAutoFit/>
          </a:bodyPr>
          <a:lstStyle/>
          <a:p>
            <a:pPr algn="l">
              <a:spcAft>
                <a:spcPts val="0"/>
              </a:spcAft>
              <a:defRPr/>
            </a:pPr>
            <a:r>
              <a:rPr sz="1000" b="0">
                <a:solidFill>
                  <a:srgbClr val="8B510E"/>
                </a:solidFill>
                <a:latin typeface="Times New Roman"/>
              </a:rPr>
              <a:t>Scope note: supplied materials do not identify exact dataset filenames, versions, or licenses; no model-training dataset is documented.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65303313" name="Title 1"/>
          <p:cNvSpPr>
            <a:spLocks noGrp="1"/>
          </p:cNvSpPr>
          <p:nvPr>
            <p:ph type="title"/>
          </p:nvPr>
        </p:nvSpPr>
        <p:spPr bwMode="auto">
          <a:xfrm>
            <a:off x="1248636" y="180602"/>
            <a:ext cx="10515600" cy="777491"/>
          </a:xfrm>
        </p:spPr>
        <p:txBody>
          <a:bodyPr/>
          <a:lstStyle/>
          <a:p>
            <a:pPr>
              <a:defRPr/>
            </a:pPr>
            <a:r>
              <a:rPr lang="en-IN" sz="3200" b="1">
                <a:latin typeface="Times New Roman"/>
                <a:cs typeface="Times New Roman"/>
              </a:rPr>
              <a:t>Chatbot / AI Agent Interaction</a:t>
            </a:r>
            <a:endParaRPr lang="en-IN" sz="3200" b="1">
              <a:solidFill>
                <a:srgbClr val="C00000"/>
              </a:solidFill>
              <a:latin typeface="Times New Roman"/>
              <a:ea typeface="Cambria"/>
              <a:cs typeface="Times New Roman"/>
            </a:endParaRPr>
          </a:p>
        </p:txBody>
      </p:sp>
      <p:grpSp>
        <p:nvGrpSpPr>
          <p:cNvPr id="958673901" name="Group 2"/>
          <p:cNvGrpSpPr/>
          <p:nvPr/>
        </p:nvGrpSpPr>
        <p:grpSpPr bwMode="auto">
          <a:xfrm>
            <a:off x="-3" y="6311900"/>
            <a:ext cx="12192001" cy="620884"/>
            <a:chOff x="-3" y="6311900"/>
            <a:chExt cx="12192001" cy="620884"/>
          </a:xfrm>
        </p:grpSpPr>
        <p:sp>
          <p:nvSpPr>
            <p:cNvPr id="6" name="Rectangle 5"/>
            <p:cNvSpPr/>
            <p:nvPr/>
          </p:nvSpPr>
          <p:spPr bwMode="auto">
            <a:xfrm>
              <a:off x="-3" y="6311900"/>
              <a:ext cx="12192001" cy="620884"/>
            </a:xfrm>
            <a:prstGeom prst="rect">
              <a:avLst/>
            </a:prstGeom>
            <a:solidFill>
              <a:srgbClr val="9B134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1346200">
                <a:lnSpc>
                  <a:spcPct val="200000"/>
                </a:lnSpc>
                <a:buClr>
                  <a:schemeClr val="bg1"/>
                </a:buClr>
                <a:defRPr/>
              </a:pPr>
              <a:endParaRPr lang="en-IN" sz="2200">
                <a:solidFill>
                  <a:schemeClr val="accent4"/>
                </a:solidFill>
                <a:latin typeface="Cambria"/>
                <a:ea typeface="Cambria"/>
              </a:endParaRPr>
            </a:p>
          </p:txBody>
        </p:sp>
        <p:pic>
          <p:nvPicPr>
            <p:cNvPr id="7" name="Google Shape;1736;p23"/>
            <p:cNvPicPr/>
            <p:nvPr/>
          </p:nvPicPr>
          <p:blipFill rotWithShape="1">
            <a:blip r:embed="rId3"/>
            <a:stretch/>
          </p:blipFill>
          <p:spPr bwMode="auto">
            <a:xfrm>
              <a:off x="10404388" y="6389101"/>
              <a:ext cx="1602539" cy="36029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854814167" name="Slide Number Placeholder 7"/>
          <p:cNvSpPr>
            <a:spLocks noGrp="1"/>
          </p:cNvSpPr>
          <p:nvPr>
            <p:ph type="sldNum" idx="12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9</a:t>
            </a:r>
            <a:endParaRPr/>
          </a:p>
        </p:txBody>
      </p:sp>
      <p:sp>
        <p:nvSpPr>
          <p:cNvPr id="2053398785" name="Rectangle 161"/>
          <p:cNvSpPr/>
          <p:nvPr/>
        </p:nvSpPr>
        <p:spPr bwMode="auto">
          <a:xfrm>
            <a:off x="-2" y="1157351"/>
            <a:ext cx="2635048" cy="5191125"/>
          </a:xfrm>
          <a:prstGeom prst="rect">
            <a:avLst/>
          </a:prstGeom>
          <a:solidFill>
            <a:srgbClr val="99134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09728" tIns="658368" rIns="64008" bIns="109728" rtlCol="0" anchor="ctr"/>
          <a:lstStyle/>
          <a:p>
            <a:pPr marL="12700" algn="l">
              <a:lnSpc>
                <a:spcPct val="100000"/>
              </a:lnSpc>
              <a:spcBef>
                <a:spcPts val="100"/>
              </a:spcBef>
              <a:spcAft>
                <a:spcPts val="1549"/>
              </a:spcAft>
              <a:tabLst>
                <a:tab pos="495300" algn="l"/>
              </a:tabLst>
              <a:defRPr/>
            </a:pPr>
            <a:r>
              <a:rPr sz="1150" b="0" i="0">
                <a:solidFill>
                  <a:srgbClr val="FFFFFF"/>
                </a:solidFill>
                <a:latin typeface="Times New Roman"/>
              </a:rPr>
              <a:t>Domain &amp; Problem</a:t>
            </a:r>
            <a:endParaRPr lang="en-IN" b="1" spc="-35">
              <a:solidFill>
                <a:schemeClr val="accent4"/>
              </a:solidFill>
              <a:latin typeface="Times New Roman"/>
              <a:ea typeface="Cambria"/>
              <a:cs typeface="Times New Roman"/>
            </a:endParaRPr>
          </a:p>
          <a:p>
            <a:pPr algn="l">
              <a:lnSpc>
                <a:spcPct val="100000"/>
              </a:lnSpc>
              <a:spcAft>
                <a:spcPts val="1549"/>
              </a:spcAft>
              <a:defRPr/>
            </a:pPr>
            <a:r>
              <a:rPr sz="1150" b="0" i="0">
                <a:solidFill>
                  <a:srgbClr val="FFFFFF"/>
                </a:solidFill>
                <a:latin typeface="Times New Roman"/>
              </a:rPr>
              <a:t>Motivation &amp; Objectives</a:t>
            </a:r>
            <a:endParaRPr/>
          </a:p>
          <a:p>
            <a:pPr algn="l">
              <a:lnSpc>
                <a:spcPct val="100000"/>
              </a:lnSpc>
              <a:spcAft>
                <a:spcPts val="1549"/>
              </a:spcAft>
              <a:defRPr/>
            </a:pPr>
            <a:r>
              <a:rPr sz="1150" b="0" i="0">
                <a:solidFill>
                  <a:srgbClr val="FFFFFF"/>
                </a:solidFill>
                <a:latin typeface="Times New Roman"/>
              </a:rPr>
              <a:t>Proposed System</a:t>
            </a:r>
            <a:endParaRPr/>
          </a:p>
          <a:p>
            <a:pPr algn="l">
              <a:lnSpc>
                <a:spcPct val="100000"/>
              </a:lnSpc>
              <a:spcAft>
                <a:spcPts val="1549"/>
              </a:spcAft>
              <a:defRPr/>
            </a:pPr>
            <a:r>
              <a:rPr sz="1150" b="0" i="0">
                <a:solidFill>
                  <a:srgbClr val="FFFFFF"/>
                </a:solidFill>
                <a:latin typeface="Times New Roman"/>
              </a:rPr>
              <a:t>Technology Stack</a:t>
            </a:r>
            <a:endParaRPr/>
          </a:p>
          <a:p>
            <a:pPr algn="l">
              <a:lnSpc>
                <a:spcPct val="100000"/>
              </a:lnSpc>
              <a:spcAft>
                <a:spcPts val="1549"/>
              </a:spcAft>
              <a:defRPr/>
            </a:pPr>
            <a:r>
              <a:rPr sz="1150" b="0" i="0">
                <a:solidFill>
                  <a:srgbClr val="FFFFFF"/>
                </a:solidFill>
                <a:latin typeface="Times New Roman"/>
              </a:rPr>
              <a:t>System Architecture</a:t>
            </a:r>
            <a:endParaRPr/>
          </a:p>
          <a:p>
            <a:pPr algn="l">
              <a:lnSpc>
                <a:spcPct val="100000"/>
              </a:lnSpc>
              <a:spcAft>
                <a:spcPts val="1549"/>
              </a:spcAft>
              <a:defRPr/>
            </a:pPr>
            <a:r>
              <a:rPr sz="1150" b="1" i="0">
                <a:solidFill>
                  <a:srgbClr val="E6B84A"/>
                </a:solidFill>
                <a:latin typeface="Times New Roman"/>
              </a:rPr>
              <a:t>AI Agent Interaction</a:t>
            </a:r>
            <a:endParaRPr/>
          </a:p>
          <a:p>
            <a:pPr algn="l">
              <a:lnSpc>
                <a:spcPct val="100000"/>
              </a:lnSpc>
              <a:spcAft>
                <a:spcPts val="1549"/>
              </a:spcAft>
              <a:defRPr/>
            </a:pPr>
            <a:r>
              <a:rPr sz="1150" b="0" i="0">
                <a:solidFill>
                  <a:srgbClr val="FFFFFF"/>
                </a:solidFill>
                <a:latin typeface="Times New Roman"/>
              </a:rPr>
              <a:t>Implementation &amp; Results</a:t>
            </a:r>
            <a:endParaRPr/>
          </a:p>
          <a:p>
            <a:pPr algn="l">
              <a:lnSpc>
                <a:spcPct val="100000"/>
              </a:lnSpc>
              <a:spcAft>
                <a:spcPts val="1549"/>
              </a:spcAft>
              <a:defRPr/>
            </a:pPr>
            <a:r>
              <a:rPr sz="1150" b="0" i="0">
                <a:solidFill>
                  <a:srgbClr val="FFFFFF"/>
                </a:solidFill>
                <a:latin typeface="Times New Roman"/>
              </a:rPr>
              <a:t>Conclusion &amp; Repository</a:t>
            </a:r>
            <a:endParaRPr/>
          </a:p>
        </p:txBody>
      </p:sp>
      <p:sp>
        <p:nvSpPr>
          <p:cNvPr id="1504169088" name="TextBox 162"/>
          <p:cNvSpPr txBox="1"/>
          <p:nvPr/>
        </p:nvSpPr>
        <p:spPr bwMode="auto">
          <a:xfrm>
            <a:off x="2880360" y="1188720"/>
            <a:ext cx="20574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defRPr/>
            </a:pPr>
            <a:r>
              <a:rPr sz="1150" b="1" i="0">
                <a:solidFill>
                  <a:srgbClr val="9D174D"/>
                </a:solidFill>
                <a:latin typeface="Times New Roman"/>
              </a:rPr>
              <a:t>AI CHAT — PROVIDED UI CAPTURE</a:t>
            </a:r>
            <a:endParaRPr/>
          </a:p>
        </p:txBody>
      </p:sp>
      <p:pic>
        <p:nvPicPr>
          <p:cNvPr id="2022327586" name="Picture 163" descr="20_ai_chatbot_conversation.png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>
            <a:off x="2971800" y="1481328"/>
            <a:ext cx="1847088" cy="3904487"/>
          </a:xfrm>
          <a:prstGeom prst="rect">
            <a:avLst/>
          </a:prstGeom>
        </p:spPr>
      </p:pic>
      <p:sp>
        <p:nvSpPr>
          <p:cNvPr id="79446847" name="Rectangle 164"/>
          <p:cNvSpPr/>
          <p:nvPr/>
        </p:nvSpPr>
        <p:spPr bwMode="auto">
          <a:xfrm>
            <a:off x="2971800" y="1481328"/>
            <a:ext cx="1847088" cy="3904487"/>
          </a:xfrm>
          <a:prstGeom prst="rect">
            <a:avLst/>
          </a:prstGeom>
          <a:noFill/>
          <a:ln w="12700">
            <a:solidFill>
              <a:srgbClr val="DDCB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589453081" name="Rounded Rectangle 165"/>
          <p:cNvSpPr/>
          <p:nvPr/>
        </p:nvSpPr>
        <p:spPr bwMode="auto">
          <a:xfrm>
            <a:off x="5047488" y="1335024"/>
            <a:ext cx="1609344" cy="658368"/>
          </a:xfrm>
          <a:prstGeom prst="roundRect">
            <a:avLst>
              <a:gd name="adj" fmla="val 16667"/>
            </a:avLst>
          </a:prstGeom>
          <a:solidFill>
            <a:srgbClr val="F7E9EE"/>
          </a:solidFill>
          <a:ln w="12700">
            <a:solidFill>
              <a:srgbClr val="9D17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866846764" name="TextBox 166"/>
          <p:cNvSpPr txBox="1"/>
          <p:nvPr/>
        </p:nvSpPr>
        <p:spPr bwMode="auto">
          <a:xfrm>
            <a:off x="5093207" y="1399032"/>
            <a:ext cx="1517904" cy="228600"/>
          </a:xfrm>
          <a:prstGeom prst="rect">
            <a:avLst/>
          </a:prstGeom>
          <a:noFill/>
        </p:spPr>
        <p:txBody>
          <a:bodyPr wrap="square" lIns="9144" tIns="9144" rIns="9144" bIns="9144" anchor="t">
            <a:spAutoFit/>
          </a:bodyPr>
          <a:lstStyle/>
          <a:p>
            <a:pPr algn="ctr">
              <a:lnSpc>
                <a:spcPct val="100000"/>
              </a:lnSpc>
              <a:defRPr/>
            </a:pPr>
            <a:r>
              <a:rPr sz="1200" b="1" i="0">
                <a:solidFill>
                  <a:srgbClr val="9D174D"/>
                </a:solidFill>
                <a:latin typeface="Times New Roman"/>
              </a:rPr>
              <a:t>1. ASK</a:t>
            </a:r>
            <a:endParaRPr/>
          </a:p>
        </p:txBody>
      </p:sp>
      <p:sp>
        <p:nvSpPr>
          <p:cNvPr id="299328199" name="TextBox 167"/>
          <p:cNvSpPr txBox="1"/>
          <p:nvPr/>
        </p:nvSpPr>
        <p:spPr bwMode="auto">
          <a:xfrm>
            <a:off x="5093207" y="1645920"/>
            <a:ext cx="1517904" cy="246888"/>
          </a:xfrm>
          <a:prstGeom prst="rect">
            <a:avLst/>
          </a:prstGeom>
          <a:noFill/>
        </p:spPr>
        <p:txBody>
          <a:bodyPr wrap="square" lIns="9144" tIns="9144" rIns="9144" bIns="9144" anchor="ctr">
            <a:spAutoFit/>
          </a:bodyPr>
          <a:lstStyle/>
          <a:p>
            <a:pPr algn="ctr">
              <a:lnSpc>
                <a:spcPct val="100000"/>
              </a:lnSpc>
              <a:defRPr/>
            </a:pPr>
            <a:r>
              <a:rPr sz="1100" b="0" i="0">
                <a:solidFill>
                  <a:srgbClr val="242026"/>
                </a:solidFill>
                <a:latin typeface="Times New Roman"/>
              </a:rPr>
              <a:t>Text or image</a:t>
            </a:r>
            <a:endParaRPr/>
          </a:p>
        </p:txBody>
      </p:sp>
      <p:sp>
        <p:nvSpPr>
          <p:cNvPr id="643644078" name="TextBox 168"/>
          <p:cNvSpPr txBox="1"/>
          <p:nvPr/>
        </p:nvSpPr>
        <p:spPr bwMode="auto">
          <a:xfrm>
            <a:off x="6656831" y="1517904"/>
            <a:ext cx="109728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defRPr/>
            </a:pPr>
            <a:r>
              <a:rPr sz="1400" b="1" i="0">
                <a:solidFill>
                  <a:srgbClr val="9D174D"/>
                </a:solidFill>
                <a:latin typeface="Times New Roman"/>
              </a:rPr>
              <a:t>→</a:t>
            </a:r>
            <a:endParaRPr/>
          </a:p>
        </p:txBody>
      </p:sp>
      <p:sp>
        <p:nvSpPr>
          <p:cNvPr id="96493209" name="Rounded Rectangle 169"/>
          <p:cNvSpPr/>
          <p:nvPr/>
        </p:nvSpPr>
        <p:spPr bwMode="auto">
          <a:xfrm>
            <a:off x="6766559" y="1335024"/>
            <a:ext cx="1609344" cy="658368"/>
          </a:xfrm>
          <a:prstGeom prst="roundRect">
            <a:avLst>
              <a:gd name="adj" fmla="val 16667"/>
            </a:avLst>
          </a:prstGeom>
          <a:solidFill>
            <a:srgbClr val="EEF4FA"/>
          </a:solidFill>
          <a:ln w="12700">
            <a:solidFill>
              <a:srgbClr val="2E62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173316899" name="TextBox 170"/>
          <p:cNvSpPr txBox="1"/>
          <p:nvPr/>
        </p:nvSpPr>
        <p:spPr bwMode="auto">
          <a:xfrm>
            <a:off x="6812279" y="1399032"/>
            <a:ext cx="1517904" cy="228600"/>
          </a:xfrm>
          <a:prstGeom prst="rect">
            <a:avLst/>
          </a:prstGeom>
          <a:noFill/>
        </p:spPr>
        <p:txBody>
          <a:bodyPr wrap="square" lIns="9144" tIns="9144" rIns="9144" bIns="9144" anchor="t">
            <a:spAutoFit/>
          </a:bodyPr>
          <a:lstStyle/>
          <a:p>
            <a:pPr algn="ctr">
              <a:lnSpc>
                <a:spcPct val="100000"/>
              </a:lnSpc>
              <a:defRPr/>
            </a:pPr>
            <a:r>
              <a:rPr sz="1200" b="1" i="0">
                <a:solidFill>
                  <a:srgbClr val="2E628F"/>
                </a:solidFill>
                <a:latin typeface="Times New Roman"/>
              </a:rPr>
              <a:t>2. ROUTE</a:t>
            </a:r>
            <a:endParaRPr/>
          </a:p>
        </p:txBody>
      </p:sp>
      <p:sp>
        <p:nvSpPr>
          <p:cNvPr id="1086666100" name="TextBox 171"/>
          <p:cNvSpPr txBox="1"/>
          <p:nvPr/>
        </p:nvSpPr>
        <p:spPr bwMode="auto">
          <a:xfrm>
            <a:off x="6812279" y="1645920"/>
            <a:ext cx="1517904" cy="246888"/>
          </a:xfrm>
          <a:prstGeom prst="rect">
            <a:avLst/>
          </a:prstGeom>
          <a:noFill/>
        </p:spPr>
        <p:txBody>
          <a:bodyPr wrap="square" lIns="9144" tIns="9144" rIns="9144" bIns="9144" anchor="ctr">
            <a:spAutoFit/>
          </a:bodyPr>
          <a:lstStyle/>
          <a:p>
            <a:pPr algn="ctr">
              <a:lnSpc>
                <a:spcPct val="100000"/>
              </a:lnSpc>
              <a:defRPr/>
            </a:pPr>
            <a:r>
              <a:rPr sz="1100" b="0" i="0">
                <a:solidFill>
                  <a:srgbClr val="242026"/>
                </a:solidFill>
                <a:latin typeface="Times New Roman"/>
              </a:rPr>
              <a:t>Edge Function</a:t>
            </a:r>
            <a:endParaRPr/>
          </a:p>
        </p:txBody>
      </p:sp>
      <p:sp>
        <p:nvSpPr>
          <p:cNvPr id="37467686" name="TextBox 172"/>
          <p:cNvSpPr txBox="1"/>
          <p:nvPr/>
        </p:nvSpPr>
        <p:spPr bwMode="auto">
          <a:xfrm>
            <a:off x="8375904" y="1517904"/>
            <a:ext cx="109728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defRPr/>
            </a:pPr>
            <a:r>
              <a:rPr sz="1400" b="1" i="0">
                <a:solidFill>
                  <a:srgbClr val="9D174D"/>
                </a:solidFill>
                <a:latin typeface="Times New Roman"/>
              </a:rPr>
              <a:t>→</a:t>
            </a:r>
            <a:endParaRPr/>
          </a:p>
        </p:txBody>
      </p:sp>
      <p:sp>
        <p:nvSpPr>
          <p:cNvPr id="298106456" name="Rounded Rectangle 173"/>
          <p:cNvSpPr/>
          <p:nvPr/>
        </p:nvSpPr>
        <p:spPr bwMode="auto">
          <a:xfrm>
            <a:off x="8485632" y="1335024"/>
            <a:ext cx="1609344" cy="658368"/>
          </a:xfrm>
          <a:prstGeom prst="roundRect">
            <a:avLst>
              <a:gd name="adj" fmla="val 16667"/>
            </a:avLst>
          </a:prstGeom>
          <a:solidFill>
            <a:srgbClr val="F1F0FB"/>
          </a:solidFill>
          <a:ln w="12700">
            <a:solidFill>
              <a:srgbClr val="5A5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668566135" name="TextBox 174"/>
          <p:cNvSpPr txBox="1"/>
          <p:nvPr/>
        </p:nvSpPr>
        <p:spPr bwMode="auto">
          <a:xfrm>
            <a:off x="8531352" y="1399032"/>
            <a:ext cx="1517904" cy="228600"/>
          </a:xfrm>
          <a:prstGeom prst="rect">
            <a:avLst/>
          </a:prstGeom>
          <a:noFill/>
        </p:spPr>
        <p:txBody>
          <a:bodyPr wrap="square" lIns="9144" tIns="9144" rIns="9144" bIns="9144" anchor="t">
            <a:spAutoFit/>
          </a:bodyPr>
          <a:lstStyle/>
          <a:p>
            <a:pPr algn="ctr">
              <a:lnSpc>
                <a:spcPct val="100000"/>
              </a:lnSpc>
              <a:defRPr/>
            </a:pPr>
            <a:r>
              <a:rPr sz="1200" b="1" i="0">
                <a:solidFill>
                  <a:srgbClr val="5A56A6"/>
                </a:solidFill>
                <a:latin typeface="Times New Roman"/>
              </a:rPr>
              <a:t>3. CHECK</a:t>
            </a:r>
            <a:endParaRPr/>
          </a:p>
        </p:txBody>
      </p:sp>
      <p:sp>
        <p:nvSpPr>
          <p:cNvPr id="8237323" name="TextBox 175"/>
          <p:cNvSpPr txBox="1"/>
          <p:nvPr/>
        </p:nvSpPr>
        <p:spPr bwMode="auto">
          <a:xfrm>
            <a:off x="8531352" y="1645920"/>
            <a:ext cx="1517904" cy="246888"/>
          </a:xfrm>
          <a:prstGeom prst="rect">
            <a:avLst/>
          </a:prstGeom>
          <a:noFill/>
        </p:spPr>
        <p:txBody>
          <a:bodyPr wrap="square" lIns="9144" tIns="9144" rIns="9144" bIns="9144" anchor="ctr">
            <a:spAutoFit/>
          </a:bodyPr>
          <a:lstStyle/>
          <a:p>
            <a:pPr algn="ctr">
              <a:lnSpc>
                <a:spcPct val="100000"/>
              </a:lnSpc>
              <a:defRPr/>
            </a:pPr>
            <a:r>
              <a:rPr sz="1100" b="0" i="0">
                <a:solidFill>
                  <a:srgbClr val="242026"/>
                </a:solidFill>
                <a:latin typeface="Times New Roman"/>
              </a:rPr>
              <a:t>Allergies + drug data</a:t>
            </a:r>
            <a:endParaRPr/>
          </a:p>
        </p:txBody>
      </p:sp>
      <p:sp>
        <p:nvSpPr>
          <p:cNvPr id="2025732418" name="TextBox 176"/>
          <p:cNvSpPr txBox="1"/>
          <p:nvPr/>
        </p:nvSpPr>
        <p:spPr bwMode="auto">
          <a:xfrm>
            <a:off x="10094976" y="1517904"/>
            <a:ext cx="109728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defRPr/>
            </a:pPr>
            <a:r>
              <a:rPr sz="1400" b="1" i="0">
                <a:solidFill>
                  <a:srgbClr val="9D174D"/>
                </a:solidFill>
                <a:latin typeface="Times New Roman"/>
              </a:rPr>
              <a:t>→</a:t>
            </a:r>
            <a:endParaRPr/>
          </a:p>
        </p:txBody>
      </p:sp>
      <p:sp>
        <p:nvSpPr>
          <p:cNvPr id="1270805857" name="Rounded Rectangle 177"/>
          <p:cNvSpPr/>
          <p:nvPr/>
        </p:nvSpPr>
        <p:spPr bwMode="auto">
          <a:xfrm>
            <a:off x="10204704" y="1335024"/>
            <a:ext cx="1609344" cy="658368"/>
          </a:xfrm>
          <a:prstGeom prst="roundRect">
            <a:avLst>
              <a:gd name="adj" fmla="val 16667"/>
            </a:avLst>
          </a:prstGeom>
          <a:solidFill>
            <a:srgbClr val="EDF7EF"/>
          </a:solidFill>
          <a:ln w="12700">
            <a:solidFill>
              <a:srgbClr val="2E7D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464334511" name="TextBox 178"/>
          <p:cNvSpPr txBox="1"/>
          <p:nvPr/>
        </p:nvSpPr>
        <p:spPr bwMode="auto">
          <a:xfrm>
            <a:off x="10250424" y="1399032"/>
            <a:ext cx="1517904" cy="228600"/>
          </a:xfrm>
          <a:prstGeom prst="rect">
            <a:avLst/>
          </a:prstGeom>
          <a:noFill/>
        </p:spPr>
        <p:txBody>
          <a:bodyPr wrap="square" lIns="9144" tIns="9144" rIns="9144" bIns="9144" anchor="t">
            <a:spAutoFit/>
          </a:bodyPr>
          <a:lstStyle/>
          <a:p>
            <a:pPr algn="ctr">
              <a:lnSpc>
                <a:spcPct val="100000"/>
              </a:lnSpc>
              <a:defRPr/>
            </a:pPr>
            <a:r>
              <a:rPr sz="1200" b="1" i="0">
                <a:solidFill>
                  <a:srgbClr val="2E7D48"/>
                </a:solidFill>
                <a:latin typeface="Times New Roman"/>
              </a:rPr>
              <a:t>4. REPLY</a:t>
            </a:r>
            <a:endParaRPr/>
          </a:p>
        </p:txBody>
      </p:sp>
      <p:sp>
        <p:nvSpPr>
          <p:cNvPr id="1232982654" name="TextBox 179"/>
          <p:cNvSpPr txBox="1"/>
          <p:nvPr/>
        </p:nvSpPr>
        <p:spPr bwMode="auto">
          <a:xfrm>
            <a:off x="10250424" y="1645920"/>
            <a:ext cx="1517904" cy="246888"/>
          </a:xfrm>
          <a:prstGeom prst="rect">
            <a:avLst/>
          </a:prstGeom>
          <a:noFill/>
        </p:spPr>
        <p:txBody>
          <a:bodyPr wrap="square" lIns="9144" tIns="9144" rIns="9144" bIns="9144" anchor="ctr">
            <a:spAutoFit/>
          </a:bodyPr>
          <a:lstStyle/>
          <a:p>
            <a:pPr algn="ctr">
              <a:lnSpc>
                <a:spcPct val="100000"/>
              </a:lnSpc>
              <a:defRPr/>
            </a:pPr>
            <a:r>
              <a:rPr sz="1100" b="0" i="0">
                <a:solidFill>
                  <a:srgbClr val="242026"/>
                </a:solidFill>
                <a:latin typeface="Times New Roman"/>
              </a:rPr>
              <a:t>Answer + usage log</a:t>
            </a:r>
            <a:endParaRPr/>
          </a:p>
        </p:txBody>
      </p:sp>
      <p:sp>
        <p:nvSpPr>
          <p:cNvPr id="745742362" name="Rounded Rectangle 180"/>
          <p:cNvSpPr/>
          <p:nvPr/>
        </p:nvSpPr>
        <p:spPr bwMode="auto">
          <a:xfrm>
            <a:off x="5047488" y="2157984"/>
            <a:ext cx="6903720" cy="102412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0160">
            <a:solidFill>
              <a:srgbClr val="DDCB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060556673" name="TextBox 181"/>
          <p:cNvSpPr txBox="1"/>
          <p:nvPr/>
        </p:nvSpPr>
        <p:spPr bwMode="auto">
          <a:xfrm>
            <a:off x="5193792" y="2231136"/>
            <a:ext cx="65836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defRPr/>
            </a:pPr>
            <a:r>
              <a:rPr sz="1200" b="1" i="0">
                <a:solidFill>
                  <a:srgbClr val="9D174D"/>
                </a:solidFill>
                <a:latin typeface="Times New Roman"/>
              </a:rPr>
              <a:t>QUERY 1  •  MEDICINE INFORMATION</a:t>
            </a:r>
            <a:endParaRPr/>
          </a:p>
        </p:txBody>
      </p:sp>
      <p:sp>
        <p:nvSpPr>
          <p:cNvPr id="1925441219" name="TextBox 182"/>
          <p:cNvSpPr txBox="1"/>
          <p:nvPr/>
        </p:nvSpPr>
        <p:spPr bwMode="auto">
          <a:xfrm>
            <a:off x="5193792" y="2450591"/>
            <a:ext cx="6583680" cy="2651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defRPr/>
            </a:pPr>
            <a:r>
              <a:rPr sz="1300" b="1" i="0">
                <a:solidFill>
                  <a:srgbClr val="242026"/>
                </a:solidFill>
                <a:latin typeface="Times New Roman"/>
              </a:rPr>
              <a:t>“What should I check on my medicine strip?”</a:t>
            </a:r>
            <a:endParaRPr/>
          </a:p>
        </p:txBody>
      </p:sp>
      <p:sp>
        <p:nvSpPr>
          <p:cNvPr id="1620944031" name="TextBox 183"/>
          <p:cNvSpPr txBox="1"/>
          <p:nvPr/>
        </p:nvSpPr>
        <p:spPr bwMode="auto">
          <a:xfrm>
            <a:off x="5193792" y="2724911"/>
            <a:ext cx="658368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defRPr/>
            </a:pPr>
            <a:r>
              <a:rPr sz="1150" b="0" i="0">
                <a:solidFill>
                  <a:srgbClr val="5F5A61"/>
                </a:solidFill>
                <a:latin typeface="Times New Roman"/>
              </a:rPr>
              <a:t>Response pattern: Check the name, strength, expiry, batch details, and prescribed instructions. Ask a pharmacist if unclear.</a:t>
            </a:r>
            <a:endParaRPr/>
          </a:p>
        </p:txBody>
      </p:sp>
      <p:sp>
        <p:nvSpPr>
          <p:cNvPr id="947951180" name="Rounded Rectangle 184"/>
          <p:cNvSpPr/>
          <p:nvPr/>
        </p:nvSpPr>
        <p:spPr bwMode="auto">
          <a:xfrm>
            <a:off x="5047488" y="3273552"/>
            <a:ext cx="6903720" cy="102412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0160">
            <a:solidFill>
              <a:srgbClr val="DDCB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142740839" name="TextBox 185"/>
          <p:cNvSpPr txBox="1"/>
          <p:nvPr/>
        </p:nvSpPr>
        <p:spPr bwMode="auto">
          <a:xfrm>
            <a:off x="5193792" y="3346704"/>
            <a:ext cx="65836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defRPr/>
            </a:pPr>
            <a:r>
              <a:rPr sz="1200" b="1" i="0">
                <a:solidFill>
                  <a:srgbClr val="B76C18"/>
                </a:solidFill>
                <a:latin typeface="Times New Roman"/>
              </a:rPr>
              <a:t>QUERY 2  •  MISSED DOSE</a:t>
            </a:r>
            <a:endParaRPr/>
          </a:p>
        </p:txBody>
      </p:sp>
      <p:sp>
        <p:nvSpPr>
          <p:cNvPr id="151761107" name="TextBox 186"/>
          <p:cNvSpPr txBox="1"/>
          <p:nvPr/>
        </p:nvSpPr>
        <p:spPr bwMode="auto">
          <a:xfrm>
            <a:off x="5193792" y="3566160"/>
            <a:ext cx="6583680" cy="2651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defRPr/>
            </a:pPr>
            <a:r>
              <a:rPr sz="1300" b="1" i="0">
                <a:solidFill>
                  <a:srgbClr val="242026"/>
                </a:solidFill>
                <a:latin typeface="Times New Roman"/>
              </a:rPr>
              <a:t>“I missed my afternoon dose. What now?”</a:t>
            </a:r>
            <a:endParaRPr/>
          </a:p>
        </p:txBody>
      </p:sp>
      <p:sp>
        <p:nvSpPr>
          <p:cNvPr id="2058015284" name="TextBox 187"/>
          <p:cNvSpPr txBox="1"/>
          <p:nvPr/>
        </p:nvSpPr>
        <p:spPr bwMode="auto">
          <a:xfrm>
            <a:off x="5193792" y="3840480"/>
            <a:ext cx="658368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defRPr/>
            </a:pPr>
            <a:r>
              <a:rPr sz="1150" b="0" i="0">
                <a:solidFill>
                  <a:srgbClr val="5F5A61"/>
                </a:solidFill>
                <a:latin typeface="Times New Roman"/>
              </a:rPr>
              <a:t>Response pattern: Follow the medicine-specific instructions; do not double doses. Ask a pharmacist or prescriber if unsure.</a:t>
            </a:r>
            <a:endParaRPr/>
          </a:p>
        </p:txBody>
      </p:sp>
      <p:sp>
        <p:nvSpPr>
          <p:cNvPr id="1376251448" name="Rounded Rectangle 188"/>
          <p:cNvSpPr/>
          <p:nvPr/>
        </p:nvSpPr>
        <p:spPr bwMode="auto">
          <a:xfrm>
            <a:off x="5047488" y="4389120"/>
            <a:ext cx="6903720" cy="102412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0160">
            <a:solidFill>
              <a:srgbClr val="DDCB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699382057" name="TextBox 189"/>
          <p:cNvSpPr txBox="1"/>
          <p:nvPr/>
        </p:nvSpPr>
        <p:spPr bwMode="auto">
          <a:xfrm>
            <a:off x="5193792" y="4462272"/>
            <a:ext cx="65836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defRPr/>
            </a:pPr>
            <a:r>
              <a:rPr sz="1200" b="1" i="0">
                <a:solidFill>
                  <a:srgbClr val="2E7D48"/>
                </a:solidFill>
                <a:latin typeface="Times New Roman"/>
              </a:rPr>
              <a:t>QUERY 3  •  ANTIBIOTIC COURSE</a:t>
            </a:r>
            <a:endParaRPr/>
          </a:p>
        </p:txBody>
      </p:sp>
      <p:sp>
        <p:nvSpPr>
          <p:cNvPr id="1926399205" name="TextBox 190"/>
          <p:cNvSpPr txBox="1"/>
          <p:nvPr/>
        </p:nvSpPr>
        <p:spPr bwMode="auto">
          <a:xfrm>
            <a:off x="5193792" y="4681728"/>
            <a:ext cx="6583680" cy="2651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defRPr/>
            </a:pPr>
            <a:r>
              <a:rPr sz="1300" b="1" i="0">
                <a:solidFill>
                  <a:srgbClr val="242026"/>
                </a:solidFill>
                <a:latin typeface="Times New Roman"/>
              </a:rPr>
              <a:t>“I feel better. Can I stop early?”</a:t>
            </a:r>
            <a:endParaRPr/>
          </a:p>
        </p:txBody>
      </p:sp>
      <p:sp>
        <p:nvSpPr>
          <p:cNvPr id="1011796559" name="TextBox 191"/>
          <p:cNvSpPr txBox="1"/>
          <p:nvPr/>
        </p:nvSpPr>
        <p:spPr bwMode="auto">
          <a:xfrm>
            <a:off x="5193792" y="4956048"/>
            <a:ext cx="658368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defRPr/>
            </a:pPr>
            <a:r>
              <a:rPr sz="1150" b="0" i="0">
                <a:solidFill>
                  <a:srgbClr val="5F5A61"/>
                </a:solidFill>
                <a:latin typeface="Times New Roman"/>
              </a:rPr>
              <a:t>Response pattern: Do not stop or change a prescribed course without contacting the prescribing clinician.</a:t>
            </a:r>
            <a:endParaRPr/>
          </a:p>
        </p:txBody>
      </p:sp>
      <p:sp>
        <p:nvSpPr>
          <p:cNvPr id="703030822" name="TextBox 192"/>
          <p:cNvSpPr txBox="1"/>
          <p:nvPr/>
        </p:nvSpPr>
        <p:spPr bwMode="auto">
          <a:xfrm>
            <a:off x="2880360" y="5961888"/>
            <a:ext cx="886968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defRPr/>
            </a:pPr>
            <a:r>
              <a:rPr sz="1000" b="0" i="1">
                <a:solidFill>
                  <a:srgbClr val="5F5A61"/>
                </a:solidFill>
                <a:latin typeface="Times New Roman"/>
              </a:rPr>
              <a:t>Safety guardrails: no unsupported diagnosis or dose changes; serious symptoms and medication uncertainty should be escalated to a qualified professional.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64194231" name="Title 1"/>
          <p:cNvSpPr>
            <a:spLocks noGrp="1"/>
          </p:cNvSpPr>
          <p:nvPr>
            <p:ph type="title"/>
          </p:nvPr>
        </p:nvSpPr>
        <p:spPr bwMode="auto">
          <a:xfrm>
            <a:off x="1248636" y="180602"/>
            <a:ext cx="10515600" cy="777491"/>
          </a:xfrm>
        </p:spPr>
        <p:txBody>
          <a:bodyPr/>
          <a:lstStyle/>
          <a:p>
            <a:pPr>
              <a:defRPr/>
            </a:pPr>
            <a:r>
              <a:rPr lang="en-IN" sz="3200" b="1">
                <a:latin typeface="Times New Roman"/>
                <a:cs typeface="Times New Roman"/>
              </a:rPr>
              <a:t>Implementation and Key Modules</a:t>
            </a:r>
            <a:endParaRPr lang="en-IN" sz="3200" b="1">
              <a:solidFill>
                <a:srgbClr val="C00000"/>
              </a:solidFill>
              <a:latin typeface="Times New Roman"/>
              <a:ea typeface="Cambria"/>
              <a:cs typeface="Times New Roman"/>
            </a:endParaRPr>
          </a:p>
        </p:txBody>
      </p:sp>
      <p:grpSp>
        <p:nvGrpSpPr>
          <p:cNvPr id="1513898580" name="Group 2"/>
          <p:cNvGrpSpPr/>
          <p:nvPr/>
        </p:nvGrpSpPr>
        <p:grpSpPr bwMode="auto">
          <a:xfrm>
            <a:off x="-3" y="6311900"/>
            <a:ext cx="12192001" cy="620884"/>
            <a:chOff x="-3" y="6311900"/>
            <a:chExt cx="12192001" cy="620884"/>
          </a:xfrm>
        </p:grpSpPr>
        <p:sp>
          <p:nvSpPr>
            <p:cNvPr id="6" name="Rectangle 5"/>
            <p:cNvSpPr/>
            <p:nvPr/>
          </p:nvSpPr>
          <p:spPr bwMode="auto">
            <a:xfrm>
              <a:off x="-3" y="6311900"/>
              <a:ext cx="12192001" cy="620884"/>
            </a:xfrm>
            <a:prstGeom prst="rect">
              <a:avLst/>
            </a:prstGeom>
            <a:solidFill>
              <a:srgbClr val="9B134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1346200">
                <a:lnSpc>
                  <a:spcPct val="200000"/>
                </a:lnSpc>
                <a:buClr>
                  <a:schemeClr val="bg1"/>
                </a:buClr>
                <a:defRPr/>
              </a:pPr>
              <a:endParaRPr lang="en-IN" sz="2200">
                <a:solidFill>
                  <a:schemeClr val="accent4"/>
                </a:solidFill>
                <a:latin typeface="Cambria"/>
                <a:ea typeface="Cambria"/>
              </a:endParaRPr>
            </a:p>
          </p:txBody>
        </p:sp>
        <p:pic>
          <p:nvPicPr>
            <p:cNvPr id="7" name="Google Shape;1736;p23"/>
            <p:cNvPicPr/>
            <p:nvPr/>
          </p:nvPicPr>
          <p:blipFill rotWithShape="1">
            <a:blip r:embed="rId3"/>
            <a:stretch/>
          </p:blipFill>
          <p:spPr bwMode="auto">
            <a:xfrm>
              <a:off x="10404388" y="6389101"/>
              <a:ext cx="1602539" cy="36029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715883829" name="Slide Number Placeholder 7"/>
          <p:cNvSpPr>
            <a:spLocks noGrp="1"/>
          </p:cNvSpPr>
          <p:nvPr>
            <p:ph type="sldNum" idx="12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10</a:t>
            </a:r>
            <a:endParaRPr/>
          </a:p>
        </p:txBody>
      </p:sp>
      <p:sp>
        <p:nvSpPr>
          <p:cNvPr id="108464807" name="Rectangle 161"/>
          <p:cNvSpPr/>
          <p:nvPr/>
        </p:nvSpPr>
        <p:spPr bwMode="auto">
          <a:xfrm>
            <a:off x="-2" y="1157351"/>
            <a:ext cx="2302935" cy="5191125"/>
          </a:xfrm>
          <a:prstGeom prst="rect">
            <a:avLst/>
          </a:prstGeom>
          <a:solidFill>
            <a:srgbClr val="99134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09728" tIns="658368" rIns="64008" bIns="109728" rtlCol="0" anchor="ctr"/>
          <a:lstStyle/>
          <a:p>
            <a:pPr marL="12700" algn="l">
              <a:lnSpc>
                <a:spcPct val="100000"/>
              </a:lnSpc>
              <a:spcBef>
                <a:spcPts val="100"/>
              </a:spcBef>
              <a:spcAft>
                <a:spcPts val="1549"/>
              </a:spcAft>
              <a:tabLst>
                <a:tab pos="495300" algn="l"/>
              </a:tabLst>
              <a:defRPr/>
            </a:pPr>
            <a:r>
              <a:rPr sz="1150" b="0" i="0">
                <a:solidFill>
                  <a:srgbClr val="FFFFFF"/>
                </a:solidFill>
                <a:latin typeface="Times New Roman"/>
              </a:rPr>
              <a:t>Domain &amp; Problem</a:t>
            </a:r>
            <a:endParaRPr lang="en-IN" b="1" spc="-35">
              <a:solidFill>
                <a:schemeClr val="accent4"/>
              </a:solidFill>
              <a:latin typeface="Times New Roman"/>
              <a:ea typeface="Cambria"/>
              <a:cs typeface="Times New Roman"/>
            </a:endParaRPr>
          </a:p>
          <a:p>
            <a:pPr algn="l">
              <a:lnSpc>
                <a:spcPct val="100000"/>
              </a:lnSpc>
              <a:spcAft>
                <a:spcPts val="1549"/>
              </a:spcAft>
              <a:defRPr/>
            </a:pPr>
            <a:r>
              <a:rPr sz="1150" b="0" i="0">
                <a:solidFill>
                  <a:srgbClr val="FFFFFF"/>
                </a:solidFill>
                <a:latin typeface="Times New Roman"/>
              </a:rPr>
              <a:t>Motivation &amp; Objectives</a:t>
            </a:r>
            <a:endParaRPr/>
          </a:p>
          <a:p>
            <a:pPr algn="l">
              <a:lnSpc>
                <a:spcPct val="100000"/>
              </a:lnSpc>
              <a:spcAft>
                <a:spcPts val="1549"/>
              </a:spcAft>
              <a:defRPr/>
            </a:pPr>
            <a:r>
              <a:rPr sz="1150" b="0" i="0">
                <a:solidFill>
                  <a:srgbClr val="FFFFFF"/>
                </a:solidFill>
                <a:latin typeface="Times New Roman"/>
              </a:rPr>
              <a:t>Proposed System</a:t>
            </a:r>
            <a:endParaRPr/>
          </a:p>
          <a:p>
            <a:pPr algn="l">
              <a:lnSpc>
                <a:spcPct val="100000"/>
              </a:lnSpc>
              <a:spcAft>
                <a:spcPts val="1549"/>
              </a:spcAft>
              <a:defRPr/>
            </a:pPr>
            <a:r>
              <a:rPr sz="1150" b="0" i="0">
                <a:solidFill>
                  <a:srgbClr val="FFFFFF"/>
                </a:solidFill>
                <a:latin typeface="Times New Roman"/>
              </a:rPr>
              <a:t>Technology Stack</a:t>
            </a:r>
            <a:endParaRPr/>
          </a:p>
          <a:p>
            <a:pPr algn="l">
              <a:lnSpc>
                <a:spcPct val="100000"/>
              </a:lnSpc>
              <a:spcAft>
                <a:spcPts val="1549"/>
              </a:spcAft>
              <a:defRPr/>
            </a:pPr>
            <a:r>
              <a:rPr sz="1150" b="0" i="0">
                <a:solidFill>
                  <a:srgbClr val="FFFFFF"/>
                </a:solidFill>
                <a:latin typeface="Times New Roman"/>
              </a:rPr>
              <a:t>System Architecture</a:t>
            </a:r>
            <a:endParaRPr/>
          </a:p>
          <a:p>
            <a:pPr algn="l">
              <a:lnSpc>
                <a:spcPct val="100000"/>
              </a:lnSpc>
              <a:spcAft>
                <a:spcPts val="1549"/>
              </a:spcAft>
              <a:defRPr/>
            </a:pPr>
            <a:r>
              <a:rPr sz="1150" b="0" i="0">
                <a:solidFill>
                  <a:srgbClr val="FFFFFF"/>
                </a:solidFill>
                <a:latin typeface="Times New Roman"/>
              </a:rPr>
              <a:t>AI Agent Interaction</a:t>
            </a:r>
            <a:endParaRPr/>
          </a:p>
          <a:p>
            <a:pPr algn="l">
              <a:lnSpc>
                <a:spcPct val="100000"/>
              </a:lnSpc>
              <a:spcAft>
                <a:spcPts val="1549"/>
              </a:spcAft>
              <a:defRPr/>
            </a:pPr>
            <a:r>
              <a:rPr sz="1150" b="1" i="0">
                <a:solidFill>
                  <a:srgbClr val="E6B84A"/>
                </a:solidFill>
                <a:latin typeface="Times New Roman"/>
              </a:rPr>
              <a:t>Implementation &amp; Results</a:t>
            </a:r>
            <a:endParaRPr/>
          </a:p>
          <a:p>
            <a:pPr algn="l">
              <a:lnSpc>
                <a:spcPct val="100000"/>
              </a:lnSpc>
              <a:spcAft>
                <a:spcPts val="1549"/>
              </a:spcAft>
              <a:defRPr/>
            </a:pPr>
            <a:r>
              <a:rPr sz="1150" b="0" i="0">
                <a:solidFill>
                  <a:srgbClr val="FFFFFF"/>
                </a:solidFill>
                <a:latin typeface="Times New Roman"/>
              </a:rPr>
              <a:t>Conclusion &amp; Repository</a:t>
            </a:r>
            <a:endParaRPr/>
          </a:p>
        </p:txBody>
      </p:sp>
      <p:sp>
        <p:nvSpPr>
          <p:cNvPr id="2018803037" name="Rounded Rectangle 8"/>
          <p:cNvSpPr/>
          <p:nvPr/>
        </p:nvSpPr>
        <p:spPr bwMode="auto">
          <a:xfrm>
            <a:off x="2871216" y="1325880"/>
            <a:ext cx="1682496" cy="804672"/>
          </a:xfrm>
          <a:prstGeom prst="roundRect">
            <a:avLst>
              <a:gd name="adj" fmla="val 16667"/>
            </a:avLst>
          </a:prstGeom>
          <a:solidFill>
            <a:srgbClr val="F7EAF0"/>
          </a:solidFill>
          <a:ln w="11430">
            <a:solidFill>
              <a:srgbClr val="9D17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562950509" name="TextBox 9"/>
          <p:cNvSpPr txBox="1"/>
          <p:nvPr/>
        </p:nvSpPr>
        <p:spPr bwMode="auto">
          <a:xfrm>
            <a:off x="2944368" y="1408176"/>
            <a:ext cx="1536192" cy="219456"/>
          </a:xfrm>
          <a:prstGeom prst="rect">
            <a:avLst/>
          </a:prstGeom>
          <a:noFill/>
        </p:spPr>
        <p:txBody>
          <a:bodyPr wrap="square" lIns="9144" tIns="9144" rIns="9144" bIns="9144" anchor="t">
            <a:spAutoFit/>
          </a:bodyPr>
          <a:lstStyle/>
          <a:p>
            <a:pPr algn="ctr">
              <a:lnSpc>
                <a:spcPct val="100000"/>
              </a:lnSpc>
              <a:defRPr/>
            </a:pPr>
            <a:r>
              <a:rPr sz="1200" b="1" i="0">
                <a:solidFill>
                  <a:srgbClr val="9D174D"/>
                </a:solidFill>
                <a:latin typeface="Times New Roman"/>
              </a:rPr>
              <a:t>Frontend</a:t>
            </a:r>
            <a:endParaRPr/>
          </a:p>
        </p:txBody>
      </p:sp>
      <p:sp>
        <p:nvSpPr>
          <p:cNvPr id="878148414" name="TextBox 10"/>
          <p:cNvSpPr txBox="1"/>
          <p:nvPr/>
        </p:nvSpPr>
        <p:spPr bwMode="auto">
          <a:xfrm>
            <a:off x="2944368" y="1673352"/>
            <a:ext cx="1536192" cy="329184"/>
          </a:xfrm>
          <a:prstGeom prst="rect">
            <a:avLst/>
          </a:prstGeom>
          <a:noFill/>
        </p:spPr>
        <p:txBody>
          <a:bodyPr wrap="square" lIns="9144" tIns="9144" rIns="9144" bIns="9144" anchor="ctr">
            <a:spAutoFit/>
          </a:bodyPr>
          <a:lstStyle/>
          <a:p>
            <a:pPr algn="ctr">
              <a:lnSpc>
                <a:spcPct val="100000"/>
              </a:lnSpc>
              <a:defRPr/>
            </a:pPr>
            <a:r>
              <a:rPr sz="1050" b="0" i="0">
                <a:solidFill>
                  <a:srgbClr val="242026"/>
                </a:solidFill>
                <a:latin typeface="Times New Roman"/>
              </a:rPr>
              <a:t>React Native / Expo</a:t>
            </a:r>
            <a:endParaRPr/>
          </a:p>
        </p:txBody>
      </p:sp>
      <p:sp>
        <p:nvSpPr>
          <p:cNvPr id="324863820" name="Rounded Rectangle 11"/>
          <p:cNvSpPr/>
          <p:nvPr/>
        </p:nvSpPr>
        <p:spPr bwMode="auto">
          <a:xfrm>
            <a:off x="4663440" y="1325880"/>
            <a:ext cx="1682496" cy="804672"/>
          </a:xfrm>
          <a:prstGeom prst="roundRect">
            <a:avLst>
              <a:gd name="adj" fmla="val 16667"/>
            </a:avLst>
          </a:prstGeom>
          <a:solidFill>
            <a:srgbClr val="EDF4FA"/>
          </a:solidFill>
          <a:ln w="11430">
            <a:solidFill>
              <a:srgbClr val="2E62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968766514" name="TextBox 12"/>
          <p:cNvSpPr txBox="1"/>
          <p:nvPr/>
        </p:nvSpPr>
        <p:spPr bwMode="auto">
          <a:xfrm>
            <a:off x="4736592" y="1408176"/>
            <a:ext cx="1536192" cy="219456"/>
          </a:xfrm>
          <a:prstGeom prst="rect">
            <a:avLst/>
          </a:prstGeom>
          <a:noFill/>
        </p:spPr>
        <p:txBody>
          <a:bodyPr wrap="square" lIns="9144" tIns="9144" rIns="9144" bIns="9144" anchor="t">
            <a:spAutoFit/>
          </a:bodyPr>
          <a:lstStyle/>
          <a:p>
            <a:pPr algn="ctr">
              <a:lnSpc>
                <a:spcPct val="100000"/>
              </a:lnSpc>
              <a:defRPr/>
            </a:pPr>
            <a:r>
              <a:rPr sz="1200" b="1" i="0">
                <a:solidFill>
                  <a:srgbClr val="2E628F"/>
                </a:solidFill>
                <a:latin typeface="Times New Roman"/>
              </a:rPr>
              <a:t>OCR</a:t>
            </a:r>
            <a:endParaRPr/>
          </a:p>
        </p:txBody>
      </p:sp>
      <p:sp>
        <p:nvSpPr>
          <p:cNvPr id="1701280920" name="TextBox 13"/>
          <p:cNvSpPr txBox="1"/>
          <p:nvPr/>
        </p:nvSpPr>
        <p:spPr bwMode="auto">
          <a:xfrm>
            <a:off x="4736592" y="1673352"/>
            <a:ext cx="1536192" cy="329184"/>
          </a:xfrm>
          <a:prstGeom prst="rect">
            <a:avLst/>
          </a:prstGeom>
          <a:noFill/>
        </p:spPr>
        <p:txBody>
          <a:bodyPr wrap="square" lIns="9144" tIns="9144" rIns="9144" bIns="9144" anchor="ctr">
            <a:spAutoFit/>
          </a:bodyPr>
          <a:lstStyle/>
          <a:p>
            <a:pPr algn="ctr">
              <a:lnSpc>
                <a:spcPct val="100000"/>
              </a:lnSpc>
              <a:defRPr/>
            </a:pPr>
            <a:r>
              <a:rPr sz="1050" b="0" i="0">
                <a:solidFill>
                  <a:srgbClr val="242026"/>
                </a:solidFill>
                <a:latin typeface="Times New Roman"/>
              </a:rPr>
              <a:t>ML Kit + matching</a:t>
            </a:r>
            <a:endParaRPr/>
          </a:p>
        </p:txBody>
      </p:sp>
      <p:sp>
        <p:nvSpPr>
          <p:cNvPr id="261848210" name="Rounded Rectangle 14"/>
          <p:cNvSpPr/>
          <p:nvPr/>
        </p:nvSpPr>
        <p:spPr bwMode="auto">
          <a:xfrm>
            <a:off x="6455664" y="1325880"/>
            <a:ext cx="1682496" cy="804672"/>
          </a:xfrm>
          <a:prstGeom prst="roundRect">
            <a:avLst>
              <a:gd name="adj" fmla="val 16667"/>
            </a:avLst>
          </a:prstGeom>
          <a:solidFill>
            <a:srgbClr val="F1EFFA"/>
          </a:solidFill>
          <a:ln w="11430">
            <a:solidFill>
              <a:srgbClr val="5A5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639195426" name="TextBox 15"/>
          <p:cNvSpPr txBox="1"/>
          <p:nvPr/>
        </p:nvSpPr>
        <p:spPr bwMode="auto">
          <a:xfrm>
            <a:off x="6528816" y="1408176"/>
            <a:ext cx="1536192" cy="219456"/>
          </a:xfrm>
          <a:prstGeom prst="rect">
            <a:avLst/>
          </a:prstGeom>
          <a:noFill/>
        </p:spPr>
        <p:txBody>
          <a:bodyPr wrap="square" lIns="9144" tIns="9144" rIns="9144" bIns="9144" anchor="t">
            <a:spAutoFit/>
          </a:bodyPr>
          <a:lstStyle/>
          <a:p>
            <a:pPr algn="ctr">
              <a:lnSpc>
                <a:spcPct val="100000"/>
              </a:lnSpc>
              <a:defRPr/>
            </a:pPr>
            <a:r>
              <a:rPr sz="1200" b="1" i="0">
                <a:solidFill>
                  <a:srgbClr val="5A56A6"/>
                </a:solidFill>
                <a:latin typeface="Times New Roman"/>
              </a:rPr>
              <a:t>AI Router</a:t>
            </a:r>
            <a:endParaRPr/>
          </a:p>
        </p:txBody>
      </p:sp>
      <p:sp>
        <p:nvSpPr>
          <p:cNvPr id="1407602111" name="TextBox 16"/>
          <p:cNvSpPr txBox="1"/>
          <p:nvPr/>
        </p:nvSpPr>
        <p:spPr bwMode="auto">
          <a:xfrm>
            <a:off x="6528816" y="1673352"/>
            <a:ext cx="1536192" cy="329184"/>
          </a:xfrm>
          <a:prstGeom prst="rect">
            <a:avLst/>
          </a:prstGeom>
          <a:noFill/>
        </p:spPr>
        <p:txBody>
          <a:bodyPr wrap="square" lIns="9144" tIns="9144" rIns="9144" bIns="9144" anchor="ctr">
            <a:spAutoFit/>
          </a:bodyPr>
          <a:lstStyle/>
          <a:p>
            <a:pPr algn="ctr">
              <a:lnSpc>
                <a:spcPct val="100000"/>
              </a:lnSpc>
              <a:defRPr/>
            </a:pPr>
            <a:r>
              <a:rPr sz="1050" b="0" i="0">
                <a:solidFill>
                  <a:srgbClr val="242026"/>
                </a:solidFill>
                <a:latin typeface="Times New Roman"/>
              </a:rPr>
              <a:t>Supabase Edge Functions</a:t>
            </a:r>
            <a:endParaRPr/>
          </a:p>
        </p:txBody>
      </p:sp>
      <p:sp>
        <p:nvSpPr>
          <p:cNvPr id="1524889591" name="Rounded Rectangle 17"/>
          <p:cNvSpPr/>
          <p:nvPr/>
        </p:nvSpPr>
        <p:spPr bwMode="auto">
          <a:xfrm>
            <a:off x="8247888" y="1325880"/>
            <a:ext cx="1682496" cy="804672"/>
          </a:xfrm>
          <a:prstGeom prst="roundRect">
            <a:avLst>
              <a:gd name="adj" fmla="val 16667"/>
            </a:avLst>
          </a:prstGeom>
          <a:solidFill>
            <a:srgbClr val="EDF7EF"/>
          </a:solidFill>
          <a:ln w="11430">
            <a:solidFill>
              <a:srgbClr val="2E7D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690454851" name="TextBox 18"/>
          <p:cNvSpPr txBox="1"/>
          <p:nvPr/>
        </p:nvSpPr>
        <p:spPr bwMode="auto">
          <a:xfrm>
            <a:off x="8321039" y="1408176"/>
            <a:ext cx="1536192" cy="219456"/>
          </a:xfrm>
          <a:prstGeom prst="rect">
            <a:avLst/>
          </a:prstGeom>
          <a:noFill/>
        </p:spPr>
        <p:txBody>
          <a:bodyPr wrap="square" lIns="9144" tIns="9144" rIns="9144" bIns="9144" anchor="t">
            <a:spAutoFit/>
          </a:bodyPr>
          <a:lstStyle/>
          <a:p>
            <a:pPr algn="ctr">
              <a:lnSpc>
                <a:spcPct val="100000"/>
              </a:lnSpc>
              <a:defRPr/>
            </a:pPr>
            <a:r>
              <a:rPr sz="1200" b="1" i="0">
                <a:solidFill>
                  <a:srgbClr val="2E7D48"/>
                </a:solidFill>
                <a:latin typeface="Times New Roman"/>
              </a:rPr>
              <a:t>Data &amp; Security</a:t>
            </a:r>
            <a:endParaRPr/>
          </a:p>
        </p:txBody>
      </p:sp>
      <p:sp>
        <p:nvSpPr>
          <p:cNvPr id="1462142917" name="TextBox 19"/>
          <p:cNvSpPr txBox="1"/>
          <p:nvPr/>
        </p:nvSpPr>
        <p:spPr bwMode="auto">
          <a:xfrm>
            <a:off x="8321039" y="1673352"/>
            <a:ext cx="1536192" cy="329184"/>
          </a:xfrm>
          <a:prstGeom prst="rect">
            <a:avLst/>
          </a:prstGeom>
          <a:noFill/>
        </p:spPr>
        <p:txBody>
          <a:bodyPr wrap="square" lIns="9144" tIns="9144" rIns="9144" bIns="9144" anchor="ctr">
            <a:spAutoFit/>
          </a:bodyPr>
          <a:lstStyle/>
          <a:p>
            <a:pPr algn="ctr">
              <a:lnSpc>
                <a:spcPct val="100000"/>
              </a:lnSpc>
              <a:defRPr/>
            </a:pPr>
            <a:r>
              <a:rPr sz="1050" b="0" i="0">
                <a:solidFill>
                  <a:srgbClr val="242026"/>
                </a:solidFill>
                <a:latin typeface="Times New Roman"/>
              </a:rPr>
              <a:t>Postgres + RLS</a:t>
            </a:r>
            <a:endParaRPr/>
          </a:p>
        </p:txBody>
      </p:sp>
      <p:sp>
        <p:nvSpPr>
          <p:cNvPr id="97454934" name="Rounded Rectangle 20"/>
          <p:cNvSpPr/>
          <p:nvPr/>
        </p:nvSpPr>
        <p:spPr bwMode="auto">
          <a:xfrm>
            <a:off x="10040112" y="1325880"/>
            <a:ext cx="1682496" cy="804672"/>
          </a:xfrm>
          <a:prstGeom prst="roundRect">
            <a:avLst>
              <a:gd name="adj" fmla="val 16667"/>
            </a:avLst>
          </a:prstGeom>
          <a:solidFill>
            <a:srgbClr val="FFF4E7"/>
          </a:solidFill>
          <a:ln w="11430">
            <a:solidFill>
              <a:srgbClr val="B76C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424054209" name="TextBox 21"/>
          <p:cNvSpPr txBox="1"/>
          <p:nvPr/>
        </p:nvSpPr>
        <p:spPr bwMode="auto">
          <a:xfrm>
            <a:off x="10113264" y="1408176"/>
            <a:ext cx="1536192" cy="219456"/>
          </a:xfrm>
          <a:prstGeom prst="rect">
            <a:avLst/>
          </a:prstGeom>
          <a:noFill/>
        </p:spPr>
        <p:txBody>
          <a:bodyPr wrap="square" lIns="9144" tIns="9144" rIns="9144" bIns="9144" anchor="t">
            <a:spAutoFit/>
          </a:bodyPr>
          <a:lstStyle/>
          <a:p>
            <a:pPr algn="ctr">
              <a:lnSpc>
                <a:spcPct val="100000"/>
              </a:lnSpc>
              <a:defRPr/>
            </a:pPr>
            <a:r>
              <a:rPr sz="1200" b="1" i="0">
                <a:solidFill>
                  <a:srgbClr val="B76C18"/>
                </a:solidFill>
                <a:latin typeface="Times New Roman"/>
              </a:rPr>
              <a:t>Care &amp; Insights</a:t>
            </a:r>
            <a:endParaRPr/>
          </a:p>
        </p:txBody>
      </p:sp>
      <p:sp>
        <p:nvSpPr>
          <p:cNvPr id="99601441" name="TextBox 22"/>
          <p:cNvSpPr txBox="1"/>
          <p:nvPr/>
        </p:nvSpPr>
        <p:spPr bwMode="auto">
          <a:xfrm>
            <a:off x="10113264" y="1673352"/>
            <a:ext cx="1536192" cy="329184"/>
          </a:xfrm>
          <a:prstGeom prst="rect">
            <a:avLst/>
          </a:prstGeom>
          <a:noFill/>
        </p:spPr>
        <p:txBody>
          <a:bodyPr wrap="square" lIns="9144" tIns="9144" rIns="9144" bIns="9144" anchor="ctr">
            <a:spAutoFit/>
          </a:bodyPr>
          <a:lstStyle/>
          <a:p>
            <a:pPr algn="ctr">
              <a:lnSpc>
                <a:spcPct val="100000"/>
              </a:lnSpc>
              <a:defRPr/>
            </a:pPr>
            <a:r>
              <a:rPr sz="1050" b="0" i="0">
                <a:solidFill>
                  <a:srgbClr val="242026"/>
                </a:solidFill>
                <a:latin typeface="Times New Roman"/>
              </a:rPr>
              <a:t>Family, reminders, AMR</a:t>
            </a:r>
            <a:endParaRPr/>
          </a:p>
        </p:txBody>
      </p:sp>
      <p:sp>
        <p:nvSpPr>
          <p:cNvPr id="1074727759" name="TextBox 23"/>
          <p:cNvSpPr txBox="1"/>
          <p:nvPr/>
        </p:nvSpPr>
        <p:spPr bwMode="auto">
          <a:xfrm>
            <a:off x="2889504" y="2267712"/>
            <a:ext cx="12801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defRPr/>
            </a:pPr>
            <a:r>
              <a:rPr sz="1050" b="1" i="0">
                <a:solidFill>
                  <a:srgbClr val="9D174D"/>
                </a:solidFill>
                <a:latin typeface="Times New Roman"/>
              </a:rPr>
              <a:t>OCR INPUT</a:t>
            </a:r>
            <a:endParaRPr/>
          </a:p>
        </p:txBody>
      </p:sp>
      <p:pic>
        <p:nvPicPr>
          <p:cNvPr id="1921779696" name="Picture 24" descr="07_ocr_camera_viewfinder.png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>
            <a:off x="2889504" y="2514600"/>
            <a:ext cx="1280160" cy="2706624"/>
          </a:xfrm>
          <a:prstGeom prst="rect">
            <a:avLst/>
          </a:prstGeom>
        </p:spPr>
      </p:pic>
      <p:sp>
        <p:nvSpPr>
          <p:cNvPr id="461869526" name="Rectangle 25"/>
          <p:cNvSpPr/>
          <p:nvPr/>
        </p:nvSpPr>
        <p:spPr bwMode="auto">
          <a:xfrm>
            <a:off x="2889504" y="2514600"/>
            <a:ext cx="1280160" cy="2706624"/>
          </a:xfrm>
          <a:prstGeom prst="rect">
            <a:avLst/>
          </a:prstGeom>
          <a:noFill/>
          <a:ln w="12700">
            <a:solidFill>
              <a:srgbClr val="DDCB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869403850" name="TextBox 26"/>
          <p:cNvSpPr txBox="1"/>
          <p:nvPr/>
        </p:nvSpPr>
        <p:spPr bwMode="auto">
          <a:xfrm>
            <a:off x="4306824" y="2267712"/>
            <a:ext cx="12801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defRPr/>
            </a:pPr>
            <a:r>
              <a:rPr sz="1050" b="1" i="0">
                <a:solidFill>
                  <a:srgbClr val="9D174D"/>
                </a:solidFill>
                <a:latin typeface="Times New Roman"/>
              </a:rPr>
              <a:t>OCR OUTPUT</a:t>
            </a:r>
            <a:endParaRPr/>
          </a:p>
        </p:txBody>
      </p:sp>
      <p:pic>
        <p:nvPicPr>
          <p:cNvPr id="1870822372" name="Picture 27" descr="09_ocr_medication_table.png"/>
          <p:cNvPicPr>
            <a:picLocks noChangeAspect="1"/>
          </p:cNvPicPr>
          <p:nvPr/>
        </p:nvPicPr>
        <p:blipFill rotWithShape="1">
          <a:blip r:embed="rId5"/>
          <a:stretch/>
        </p:blipFill>
        <p:spPr bwMode="auto">
          <a:xfrm>
            <a:off x="4306824" y="2514600"/>
            <a:ext cx="1280160" cy="2706624"/>
          </a:xfrm>
          <a:prstGeom prst="rect">
            <a:avLst/>
          </a:prstGeom>
        </p:spPr>
      </p:pic>
      <p:sp>
        <p:nvSpPr>
          <p:cNvPr id="1332294315" name="Rectangle 28"/>
          <p:cNvSpPr/>
          <p:nvPr/>
        </p:nvSpPr>
        <p:spPr bwMode="auto">
          <a:xfrm>
            <a:off x="4306824" y="2514600"/>
            <a:ext cx="1280160" cy="2706624"/>
          </a:xfrm>
          <a:prstGeom prst="rect">
            <a:avLst/>
          </a:prstGeom>
          <a:noFill/>
          <a:ln w="12700">
            <a:solidFill>
              <a:srgbClr val="DDCB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30563641" name="TextBox 29"/>
          <p:cNvSpPr txBox="1"/>
          <p:nvPr/>
        </p:nvSpPr>
        <p:spPr bwMode="auto">
          <a:xfrm>
            <a:off x="5724144" y="2267712"/>
            <a:ext cx="12801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defRPr/>
            </a:pPr>
            <a:r>
              <a:rPr sz="1050" b="1" i="0">
                <a:solidFill>
                  <a:srgbClr val="9D174D"/>
                </a:solidFill>
                <a:latin typeface="Times New Roman"/>
              </a:rPr>
              <a:t>AI CHAT UI</a:t>
            </a:r>
            <a:endParaRPr/>
          </a:p>
        </p:txBody>
      </p:sp>
      <p:pic>
        <p:nvPicPr>
          <p:cNvPr id="2089813381" name="Picture 30" descr="20_ai_chatbot_conversation.png"/>
          <p:cNvPicPr>
            <a:picLocks noChangeAspect="1"/>
          </p:cNvPicPr>
          <p:nvPr/>
        </p:nvPicPr>
        <p:blipFill rotWithShape="1">
          <a:blip r:embed="rId6"/>
          <a:stretch/>
        </p:blipFill>
        <p:spPr bwMode="auto">
          <a:xfrm>
            <a:off x="5724144" y="2514600"/>
            <a:ext cx="1280160" cy="2706624"/>
          </a:xfrm>
          <a:prstGeom prst="rect">
            <a:avLst/>
          </a:prstGeom>
        </p:spPr>
      </p:pic>
      <p:sp>
        <p:nvSpPr>
          <p:cNvPr id="320349221" name="Rectangle 31"/>
          <p:cNvSpPr/>
          <p:nvPr/>
        </p:nvSpPr>
        <p:spPr bwMode="auto">
          <a:xfrm>
            <a:off x="5724144" y="2514600"/>
            <a:ext cx="1280160" cy="2706624"/>
          </a:xfrm>
          <a:prstGeom prst="rect">
            <a:avLst/>
          </a:prstGeom>
          <a:noFill/>
          <a:ln w="12700">
            <a:solidFill>
              <a:srgbClr val="DDCB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443569745" name="TextBox 32"/>
          <p:cNvSpPr txBox="1"/>
          <p:nvPr/>
        </p:nvSpPr>
        <p:spPr bwMode="auto">
          <a:xfrm>
            <a:off x="7205471" y="2267712"/>
            <a:ext cx="44805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defRPr/>
            </a:pPr>
            <a:r>
              <a:rPr sz="1050" b="1" i="0">
                <a:solidFill>
                  <a:srgbClr val="9D174D"/>
                </a:solidFill>
                <a:latin typeface="Times New Roman"/>
              </a:rPr>
              <a:t>BACKEND AI ROUTER — CODE SCREENSHOT</a:t>
            </a:r>
            <a:endParaRPr/>
          </a:p>
        </p:txBody>
      </p:sp>
      <p:pic>
        <p:nvPicPr>
          <p:cNvPr id="170674859" name="Picture 33" descr="02_backend_ai_router_edge_function.png"/>
          <p:cNvPicPr>
            <a:picLocks noChangeAspect="1"/>
          </p:cNvPicPr>
          <p:nvPr/>
        </p:nvPicPr>
        <p:blipFill rotWithShape="1">
          <a:blip r:embed="rId7"/>
          <a:stretch/>
        </p:blipFill>
        <p:spPr bwMode="auto">
          <a:xfrm>
            <a:off x="7223760" y="2514600"/>
            <a:ext cx="4407408" cy="2706624"/>
          </a:xfrm>
          <a:prstGeom prst="rect">
            <a:avLst/>
          </a:prstGeom>
        </p:spPr>
      </p:pic>
      <p:sp>
        <p:nvSpPr>
          <p:cNvPr id="116235524" name="Rectangle 34"/>
          <p:cNvSpPr/>
          <p:nvPr/>
        </p:nvSpPr>
        <p:spPr bwMode="auto">
          <a:xfrm>
            <a:off x="7223760" y="2514600"/>
            <a:ext cx="4407408" cy="2706624"/>
          </a:xfrm>
          <a:prstGeom prst="rect">
            <a:avLst/>
          </a:prstGeom>
          <a:noFill/>
          <a:ln w="12700">
            <a:solidFill>
              <a:srgbClr val="DDCB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645154403" name="TextBox 35"/>
          <p:cNvSpPr txBox="1"/>
          <p:nvPr/>
        </p:nvSpPr>
        <p:spPr bwMode="auto">
          <a:xfrm>
            <a:off x="2889504" y="5330952"/>
            <a:ext cx="4114800" cy="438912"/>
          </a:xfrm>
          <a:prstGeom prst="rect">
            <a:avLst/>
          </a:prstGeom>
          <a:noFill/>
        </p:spPr>
        <p:txBody>
          <a:bodyPr wrap="square" lIns="9144" tIns="9144" rIns="9144" bIns="9144" anchor="t">
            <a:spAutoFit/>
          </a:bodyPr>
          <a:lstStyle/>
          <a:p>
            <a:pPr algn="l">
              <a:lnSpc>
                <a:spcPct val="100000"/>
              </a:lnSpc>
              <a:defRPr/>
            </a:pPr>
            <a:r>
              <a:rPr sz="1150" b="0" i="0">
                <a:solidFill>
                  <a:srgbClr val="5F5A61"/>
                </a:solidFill>
                <a:latin typeface="Times New Roman"/>
              </a:rPr>
              <a:t>OCR flow: capture → recognize → review extracted fields → confirm before creating a medication course.</a:t>
            </a:r>
            <a:endParaRPr/>
          </a:p>
        </p:txBody>
      </p:sp>
      <p:sp>
        <p:nvSpPr>
          <p:cNvPr id="271563574" name="TextBox 36"/>
          <p:cNvSpPr txBox="1"/>
          <p:nvPr/>
        </p:nvSpPr>
        <p:spPr bwMode="auto">
          <a:xfrm>
            <a:off x="7223760" y="5330952"/>
            <a:ext cx="4407408" cy="438912"/>
          </a:xfrm>
          <a:prstGeom prst="rect">
            <a:avLst/>
          </a:prstGeom>
          <a:noFill/>
        </p:spPr>
        <p:txBody>
          <a:bodyPr wrap="square" lIns="9144" tIns="9144" rIns="9144" bIns="9144" anchor="t">
            <a:spAutoFit/>
          </a:bodyPr>
          <a:lstStyle/>
          <a:p>
            <a:pPr algn="l">
              <a:lnSpc>
                <a:spcPct val="100000"/>
              </a:lnSpc>
              <a:defRPr/>
            </a:pPr>
            <a:r>
              <a:rPr sz="1150" b="0" i="0">
                <a:solidFill>
                  <a:srgbClr val="5F5A61"/>
                </a:solidFill>
                <a:latin typeface="Times New Roman"/>
              </a:rPr>
              <a:t>Backend focus: server-side provider routing, protected admin calls, database policies, and usage logging.</a:t>
            </a:r>
            <a:endParaRPr/>
          </a:p>
        </p:txBody>
      </p:sp>
      <p:sp>
        <p:nvSpPr>
          <p:cNvPr id="622901485" name="TextBox 37"/>
          <p:cNvSpPr txBox="1"/>
          <p:nvPr/>
        </p:nvSpPr>
        <p:spPr bwMode="auto">
          <a:xfrm>
            <a:off x="2880360" y="5961888"/>
            <a:ext cx="886968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defRPr/>
            </a:pPr>
            <a:r>
              <a:rPr sz="1000" b="0" i="1">
                <a:solidFill>
                  <a:srgbClr val="5F5A61"/>
                </a:solidFill>
                <a:latin typeface="Times New Roman"/>
              </a:rPr>
              <a:t>Images are selected from report_assets/app_screenshots and report_assets/code_snippets; no pre-made diagram images from report_assets/diagrams are used.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77931502" name="Title 1"/>
          <p:cNvSpPr>
            <a:spLocks noGrp="1"/>
          </p:cNvSpPr>
          <p:nvPr>
            <p:ph type="title"/>
          </p:nvPr>
        </p:nvSpPr>
        <p:spPr bwMode="auto">
          <a:xfrm>
            <a:off x="1248636" y="180602"/>
            <a:ext cx="10515600" cy="777491"/>
          </a:xfrm>
        </p:spPr>
        <p:txBody>
          <a:bodyPr/>
          <a:lstStyle/>
          <a:p>
            <a:pPr>
              <a:defRPr/>
            </a:pPr>
            <a:r>
              <a:rPr lang="en-IN" sz="3200" b="1"/>
              <a:t>Results and Discussion</a:t>
            </a:r>
            <a:endParaRPr lang="en-IN" sz="3200" b="1">
              <a:solidFill>
                <a:srgbClr val="C00000"/>
              </a:solidFill>
              <a:latin typeface="Times New Roman"/>
              <a:ea typeface="Cambria"/>
              <a:cs typeface="Times New Roman"/>
            </a:endParaRPr>
          </a:p>
        </p:txBody>
      </p:sp>
      <p:grpSp>
        <p:nvGrpSpPr>
          <p:cNvPr id="1366000390" name="Group 2"/>
          <p:cNvGrpSpPr/>
          <p:nvPr/>
        </p:nvGrpSpPr>
        <p:grpSpPr bwMode="auto">
          <a:xfrm>
            <a:off x="-3" y="6311900"/>
            <a:ext cx="12192001" cy="620884"/>
            <a:chOff x="-3" y="6311900"/>
            <a:chExt cx="12192001" cy="620884"/>
          </a:xfrm>
        </p:grpSpPr>
        <p:sp>
          <p:nvSpPr>
            <p:cNvPr id="6" name="Rectangle 5"/>
            <p:cNvSpPr/>
            <p:nvPr/>
          </p:nvSpPr>
          <p:spPr bwMode="auto">
            <a:xfrm>
              <a:off x="-3" y="6311900"/>
              <a:ext cx="12192001" cy="620884"/>
            </a:xfrm>
            <a:prstGeom prst="rect">
              <a:avLst/>
            </a:prstGeom>
            <a:solidFill>
              <a:srgbClr val="9B134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1346200">
                <a:lnSpc>
                  <a:spcPct val="200000"/>
                </a:lnSpc>
                <a:buClr>
                  <a:schemeClr val="bg1"/>
                </a:buClr>
                <a:defRPr/>
              </a:pPr>
              <a:endParaRPr lang="en-IN" sz="2200">
                <a:solidFill>
                  <a:schemeClr val="accent4"/>
                </a:solidFill>
                <a:latin typeface="Cambria"/>
                <a:ea typeface="Cambria"/>
              </a:endParaRPr>
            </a:p>
          </p:txBody>
        </p:sp>
        <p:pic>
          <p:nvPicPr>
            <p:cNvPr id="7" name="Google Shape;1736;p23"/>
            <p:cNvPicPr/>
            <p:nvPr/>
          </p:nvPicPr>
          <p:blipFill rotWithShape="1">
            <a:blip r:embed="rId3"/>
            <a:stretch/>
          </p:blipFill>
          <p:spPr bwMode="auto">
            <a:xfrm>
              <a:off x="10404388" y="6389101"/>
              <a:ext cx="1602539" cy="36029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236851149" name="Slide Number Placeholder 7"/>
          <p:cNvSpPr>
            <a:spLocks noGrp="1"/>
          </p:cNvSpPr>
          <p:nvPr>
            <p:ph type="sldNum" idx="12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11</a:t>
            </a:r>
            <a:endParaRPr/>
          </a:p>
        </p:txBody>
      </p:sp>
      <p:sp>
        <p:nvSpPr>
          <p:cNvPr id="1263465008" name="Rectangle 161"/>
          <p:cNvSpPr/>
          <p:nvPr/>
        </p:nvSpPr>
        <p:spPr bwMode="auto">
          <a:xfrm>
            <a:off x="-2" y="1157351"/>
            <a:ext cx="2302935" cy="5191125"/>
          </a:xfrm>
          <a:prstGeom prst="rect">
            <a:avLst/>
          </a:prstGeom>
          <a:solidFill>
            <a:srgbClr val="99134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09728" tIns="658368" rIns="64008" bIns="109728" rtlCol="0" anchor="ctr"/>
          <a:lstStyle/>
          <a:p>
            <a:pPr marL="12700" algn="l">
              <a:lnSpc>
                <a:spcPct val="100000"/>
              </a:lnSpc>
              <a:spcBef>
                <a:spcPts val="100"/>
              </a:spcBef>
              <a:spcAft>
                <a:spcPts val="1549"/>
              </a:spcAft>
              <a:tabLst>
                <a:tab pos="495300" algn="l"/>
              </a:tabLst>
              <a:defRPr/>
            </a:pPr>
            <a:r>
              <a:rPr sz="1150" b="0" i="0">
                <a:solidFill>
                  <a:srgbClr val="FFFFFF"/>
                </a:solidFill>
                <a:latin typeface="Times New Roman"/>
              </a:rPr>
              <a:t>Domain &amp; Problem</a:t>
            </a:r>
            <a:endParaRPr lang="en-IN" b="1" spc="-35">
              <a:solidFill>
                <a:schemeClr val="accent4"/>
              </a:solidFill>
              <a:latin typeface="Times New Roman"/>
              <a:ea typeface="Cambria"/>
              <a:cs typeface="Times New Roman"/>
            </a:endParaRPr>
          </a:p>
          <a:p>
            <a:pPr algn="l">
              <a:lnSpc>
                <a:spcPct val="100000"/>
              </a:lnSpc>
              <a:spcAft>
                <a:spcPts val="1549"/>
              </a:spcAft>
              <a:defRPr/>
            </a:pPr>
            <a:r>
              <a:rPr sz="1150" b="0" i="0">
                <a:solidFill>
                  <a:srgbClr val="FFFFFF"/>
                </a:solidFill>
                <a:latin typeface="Times New Roman"/>
              </a:rPr>
              <a:t>Motivation &amp; Objectives</a:t>
            </a:r>
            <a:endParaRPr/>
          </a:p>
          <a:p>
            <a:pPr algn="l">
              <a:lnSpc>
                <a:spcPct val="100000"/>
              </a:lnSpc>
              <a:spcAft>
                <a:spcPts val="1549"/>
              </a:spcAft>
              <a:defRPr/>
            </a:pPr>
            <a:r>
              <a:rPr sz="1150" b="0" i="0">
                <a:solidFill>
                  <a:srgbClr val="FFFFFF"/>
                </a:solidFill>
                <a:latin typeface="Times New Roman"/>
              </a:rPr>
              <a:t>Proposed System</a:t>
            </a:r>
            <a:endParaRPr/>
          </a:p>
          <a:p>
            <a:pPr algn="l">
              <a:lnSpc>
                <a:spcPct val="100000"/>
              </a:lnSpc>
              <a:spcAft>
                <a:spcPts val="1549"/>
              </a:spcAft>
              <a:defRPr/>
            </a:pPr>
            <a:r>
              <a:rPr sz="1150" b="0" i="0">
                <a:solidFill>
                  <a:srgbClr val="FFFFFF"/>
                </a:solidFill>
                <a:latin typeface="Times New Roman"/>
              </a:rPr>
              <a:t>Technology Stack</a:t>
            </a:r>
            <a:endParaRPr/>
          </a:p>
          <a:p>
            <a:pPr algn="l">
              <a:lnSpc>
                <a:spcPct val="100000"/>
              </a:lnSpc>
              <a:spcAft>
                <a:spcPts val="1549"/>
              </a:spcAft>
              <a:defRPr/>
            </a:pPr>
            <a:r>
              <a:rPr sz="1150" b="0" i="0">
                <a:solidFill>
                  <a:srgbClr val="FFFFFF"/>
                </a:solidFill>
                <a:latin typeface="Times New Roman"/>
              </a:rPr>
              <a:t>System Architecture</a:t>
            </a:r>
            <a:endParaRPr/>
          </a:p>
          <a:p>
            <a:pPr algn="l">
              <a:lnSpc>
                <a:spcPct val="100000"/>
              </a:lnSpc>
              <a:spcAft>
                <a:spcPts val="1549"/>
              </a:spcAft>
              <a:defRPr/>
            </a:pPr>
            <a:r>
              <a:rPr sz="1150" b="0" i="0">
                <a:solidFill>
                  <a:srgbClr val="FFFFFF"/>
                </a:solidFill>
                <a:latin typeface="Times New Roman"/>
              </a:rPr>
              <a:t>AI Agent Interaction</a:t>
            </a:r>
            <a:endParaRPr/>
          </a:p>
          <a:p>
            <a:pPr algn="l">
              <a:lnSpc>
                <a:spcPct val="100000"/>
              </a:lnSpc>
              <a:spcAft>
                <a:spcPts val="1549"/>
              </a:spcAft>
              <a:defRPr/>
            </a:pPr>
            <a:r>
              <a:rPr sz="1150" b="1" i="0">
                <a:solidFill>
                  <a:srgbClr val="E6B84A"/>
                </a:solidFill>
                <a:latin typeface="Times New Roman"/>
              </a:rPr>
              <a:t>Implementation &amp; Results</a:t>
            </a:r>
            <a:endParaRPr/>
          </a:p>
          <a:p>
            <a:pPr algn="l">
              <a:lnSpc>
                <a:spcPct val="100000"/>
              </a:lnSpc>
              <a:spcAft>
                <a:spcPts val="1549"/>
              </a:spcAft>
              <a:defRPr/>
            </a:pPr>
            <a:r>
              <a:rPr sz="1150" b="0" i="0">
                <a:solidFill>
                  <a:srgbClr val="FFFFFF"/>
                </a:solidFill>
                <a:latin typeface="Times New Roman"/>
              </a:rPr>
              <a:t>Conclusion &amp; Repository</a:t>
            </a:r>
            <a:endParaRPr/>
          </a:p>
        </p:txBody>
      </p:sp>
      <p:sp>
        <p:nvSpPr>
          <p:cNvPr id="1719479521" name="TextBox 162"/>
          <p:cNvSpPr txBox="1"/>
          <p:nvPr/>
        </p:nvSpPr>
        <p:spPr bwMode="auto">
          <a:xfrm>
            <a:off x="2889504" y="1417320"/>
            <a:ext cx="1344168" cy="347472"/>
          </a:xfrm>
          <a:prstGeom prst="rect">
            <a:avLst/>
          </a:prstGeom>
          <a:noFill/>
        </p:spPr>
        <p:txBody>
          <a:bodyPr wrap="square" lIns="9144" tIns="9144" rIns="9144" bIns="9144" anchor="ctr">
            <a:spAutoFit/>
          </a:bodyPr>
          <a:lstStyle/>
          <a:p>
            <a:pPr algn="ctr">
              <a:lnSpc>
                <a:spcPct val="100000"/>
              </a:lnSpc>
              <a:defRPr/>
            </a:pPr>
            <a:r>
              <a:rPr sz="1000" b="1" i="0">
                <a:solidFill>
                  <a:srgbClr val="9D174D"/>
                </a:solidFill>
                <a:latin typeface="Times New Roman"/>
              </a:rPr>
              <a:t>HOME DASHBOARD</a:t>
            </a:r>
            <a:endParaRPr/>
          </a:p>
        </p:txBody>
      </p:sp>
      <p:pic>
        <p:nvPicPr>
          <p:cNvPr id="1656293806" name="Picture 163" descr="05_home_dashboard_morning.png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>
            <a:off x="2889504" y="1792224"/>
            <a:ext cx="1344168" cy="2834640"/>
          </a:xfrm>
          <a:prstGeom prst="rect">
            <a:avLst/>
          </a:prstGeom>
        </p:spPr>
      </p:pic>
      <p:sp>
        <p:nvSpPr>
          <p:cNvPr id="443807344" name="Rectangle 164"/>
          <p:cNvSpPr/>
          <p:nvPr/>
        </p:nvSpPr>
        <p:spPr bwMode="auto">
          <a:xfrm>
            <a:off x="2889504" y="1792224"/>
            <a:ext cx="1344168" cy="2834640"/>
          </a:xfrm>
          <a:prstGeom prst="rect">
            <a:avLst/>
          </a:prstGeom>
          <a:noFill/>
          <a:ln w="12700">
            <a:solidFill>
              <a:srgbClr val="DDCB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990553747" name="TextBox 165"/>
          <p:cNvSpPr txBox="1"/>
          <p:nvPr/>
        </p:nvSpPr>
        <p:spPr bwMode="auto">
          <a:xfrm>
            <a:off x="2889504" y="4681728"/>
            <a:ext cx="1344168" cy="54864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ctr">
              <a:lnSpc>
                <a:spcPct val="100000"/>
              </a:lnSpc>
              <a:defRPr/>
            </a:pPr>
            <a:r>
              <a:rPr sz="1050" b="0" i="0">
                <a:solidFill>
                  <a:srgbClr val="5F5A61"/>
                </a:solidFill>
                <a:latin typeface="Times New Roman"/>
              </a:rPr>
              <a:t>Dose cards, progress, next-dose reminders.</a:t>
            </a:r>
            <a:endParaRPr/>
          </a:p>
        </p:txBody>
      </p:sp>
      <p:sp>
        <p:nvSpPr>
          <p:cNvPr id="201495009" name="TextBox 166"/>
          <p:cNvSpPr txBox="1"/>
          <p:nvPr/>
        </p:nvSpPr>
        <p:spPr bwMode="auto">
          <a:xfrm>
            <a:off x="4370832" y="1417320"/>
            <a:ext cx="1344168" cy="347472"/>
          </a:xfrm>
          <a:prstGeom prst="rect">
            <a:avLst/>
          </a:prstGeom>
          <a:noFill/>
        </p:spPr>
        <p:txBody>
          <a:bodyPr wrap="square" lIns="9144" tIns="9144" rIns="9144" bIns="9144" anchor="ctr">
            <a:spAutoFit/>
          </a:bodyPr>
          <a:lstStyle/>
          <a:p>
            <a:pPr algn="ctr">
              <a:lnSpc>
                <a:spcPct val="100000"/>
              </a:lnSpc>
              <a:defRPr/>
            </a:pPr>
            <a:r>
              <a:rPr sz="1000" b="1" i="0">
                <a:solidFill>
                  <a:srgbClr val="9D174D"/>
                </a:solidFill>
                <a:latin typeface="Times New Roman"/>
              </a:rPr>
              <a:t>AI CHAT</a:t>
            </a:r>
            <a:endParaRPr/>
          </a:p>
        </p:txBody>
      </p:sp>
      <p:pic>
        <p:nvPicPr>
          <p:cNvPr id="1224936084" name="Picture 167" descr="20_ai_chatbot_conversation.png"/>
          <p:cNvPicPr>
            <a:picLocks noChangeAspect="1"/>
          </p:cNvPicPr>
          <p:nvPr/>
        </p:nvPicPr>
        <p:blipFill rotWithShape="1">
          <a:blip r:embed="rId5"/>
          <a:stretch/>
        </p:blipFill>
        <p:spPr bwMode="auto">
          <a:xfrm>
            <a:off x="4370832" y="1792224"/>
            <a:ext cx="1344168" cy="2834640"/>
          </a:xfrm>
          <a:prstGeom prst="rect">
            <a:avLst/>
          </a:prstGeom>
        </p:spPr>
      </p:pic>
      <p:sp>
        <p:nvSpPr>
          <p:cNvPr id="2096916118" name="Rectangle 168"/>
          <p:cNvSpPr/>
          <p:nvPr/>
        </p:nvSpPr>
        <p:spPr bwMode="auto">
          <a:xfrm>
            <a:off x="4370832" y="1792224"/>
            <a:ext cx="1344168" cy="2834640"/>
          </a:xfrm>
          <a:prstGeom prst="rect">
            <a:avLst/>
          </a:prstGeom>
          <a:noFill/>
          <a:ln w="12700">
            <a:solidFill>
              <a:srgbClr val="DDCB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565022462" name="TextBox 169"/>
          <p:cNvSpPr txBox="1"/>
          <p:nvPr/>
        </p:nvSpPr>
        <p:spPr bwMode="auto">
          <a:xfrm>
            <a:off x="4370832" y="4681728"/>
            <a:ext cx="1344168" cy="54864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ctr">
              <a:lnSpc>
                <a:spcPct val="100000"/>
              </a:lnSpc>
              <a:defRPr/>
            </a:pPr>
            <a:r>
              <a:rPr sz="1050" b="0" i="0">
                <a:solidFill>
                  <a:srgbClr val="5F5A61"/>
                </a:solidFill>
                <a:latin typeface="Times New Roman"/>
              </a:rPr>
              <a:t>User prompts and chat-style guidance.</a:t>
            </a:r>
            <a:endParaRPr/>
          </a:p>
        </p:txBody>
      </p:sp>
      <p:sp>
        <p:nvSpPr>
          <p:cNvPr id="2017277083" name="TextBox 170"/>
          <p:cNvSpPr txBox="1"/>
          <p:nvPr/>
        </p:nvSpPr>
        <p:spPr bwMode="auto">
          <a:xfrm>
            <a:off x="5852160" y="1417320"/>
            <a:ext cx="1344168" cy="347472"/>
          </a:xfrm>
          <a:prstGeom prst="rect">
            <a:avLst/>
          </a:prstGeom>
          <a:noFill/>
        </p:spPr>
        <p:txBody>
          <a:bodyPr wrap="square" lIns="9144" tIns="9144" rIns="9144" bIns="9144" anchor="ctr">
            <a:spAutoFit/>
          </a:bodyPr>
          <a:lstStyle/>
          <a:p>
            <a:pPr algn="ctr">
              <a:lnSpc>
                <a:spcPct val="100000"/>
              </a:lnSpc>
              <a:defRPr/>
            </a:pPr>
            <a:r>
              <a:rPr sz="1000" b="1" i="0">
                <a:solidFill>
                  <a:srgbClr val="9D174D"/>
                </a:solidFill>
                <a:latin typeface="Times New Roman"/>
              </a:rPr>
              <a:t>AMR HEATMAP</a:t>
            </a:r>
            <a:endParaRPr/>
          </a:p>
        </p:txBody>
      </p:sp>
      <p:pic>
        <p:nvPicPr>
          <p:cNvPr id="1809880183" name="Picture 171" descr="30_admin_amr_heatmap_surveillance.png"/>
          <p:cNvPicPr>
            <a:picLocks noChangeAspect="1"/>
          </p:cNvPicPr>
          <p:nvPr/>
        </p:nvPicPr>
        <p:blipFill rotWithShape="1">
          <a:blip r:embed="rId6"/>
          <a:stretch/>
        </p:blipFill>
        <p:spPr bwMode="auto">
          <a:xfrm>
            <a:off x="5852160" y="1792224"/>
            <a:ext cx="1344168" cy="2834640"/>
          </a:xfrm>
          <a:prstGeom prst="rect">
            <a:avLst/>
          </a:prstGeom>
        </p:spPr>
      </p:pic>
      <p:sp>
        <p:nvSpPr>
          <p:cNvPr id="642529513" name="Rectangle 172"/>
          <p:cNvSpPr/>
          <p:nvPr/>
        </p:nvSpPr>
        <p:spPr bwMode="auto">
          <a:xfrm>
            <a:off x="5852160" y="1792224"/>
            <a:ext cx="1344168" cy="2834640"/>
          </a:xfrm>
          <a:prstGeom prst="rect">
            <a:avLst/>
          </a:prstGeom>
          <a:noFill/>
          <a:ln w="12700">
            <a:solidFill>
              <a:srgbClr val="DDCB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832689671" name="TextBox 173"/>
          <p:cNvSpPr txBox="1"/>
          <p:nvPr/>
        </p:nvSpPr>
        <p:spPr bwMode="auto">
          <a:xfrm>
            <a:off x="5852160" y="4681728"/>
            <a:ext cx="1344168" cy="54864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ctr">
              <a:lnSpc>
                <a:spcPct val="100000"/>
              </a:lnSpc>
              <a:defRPr/>
            </a:pPr>
            <a:r>
              <a:rPr sz="1050" b="0" i="0">
                <a:solidFill>
                  <a:srgbClr val="5F5A61"/>
                </a:solidFill>
                <a:latin typeface="Times New Roman"/>
              </a:rPr>
              <a:t>Aggregated surveillance-style interface.</a:t>
            </a:r>
            <a:endParaRPr/>
          </a:p>
        </p:txBody>
      </p:sp>
      <p:sp>
        <p:nvSpPr>
          <p:cNvPr id="1868098183" name="Rounded Rectangle 174"/>
          <p:cNvSpPr/>
          <p:nvPr/>
        </p:nvSpPr>
        <p:spPr bwMode="auto">
          <a:xfrm>
            <a:off x="7388352" y="1417320"/>
            <a:ext cx="4279392" cy="1901952"/>
          </a:xfrm>
          <a:prstGeom prst="roundRect">
            <a:avLst>
              <a:gd name="adj" fmla="val 16667"/>
            </a:avLst>
          </a:prstGeom>
          <a:solidFill>
            <a:srgbClr val="F1F8F2"/>
          </a:solidFill>
          <a:ln w="12700">
            <a:solidFill>
              <a:srgbClr val="DDCB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747024565" name="Rectangle 175"/>
          <p:cNvSpPr/>
          <p:nvPr/>
        </p:nvSpPr>
        <p:spPr bwMode="auto">
          <a:xfrm>
            <a:off x="7388352" y="1417320"/>
            <a:ext cx="4279392" cy="68580"/>
          </a:xfrm>
          <a:prstGeom prst="rect">
            <a:avLst/>
          </a:prstGeom>
          <a:solidFill>
            <a:srgbClr val="2E7D48"/>
          </a:solidFill>
          <a:ln w="1270">
            <a:solidFill>
              <a:srgbClr val="2E7D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690906671" name="TextBox 176"/>
          <p:cNvSpPr txBox="1"/>
          <p:nvPr/>
        </p:nvSpPr>
        <p:spPr bwMode="auto">
          <a:xfrm>
            <a:off x="7507224" y="1527048"/>
            <a:ext cx="4041648" cy="402336"/>
          </a:xfrm>
          <a:prstGeom prst="rect">
            <a:avLst/>
          </a:prstGeom>
          <a:noFill/>
        </p:spPr>
        <p:txBody>
          <a:bodyPr wrap="square" lIns="9144" tIns="9144" rIns="9144" bIns="9144" anchor="ctr">
            <a:spAutoFit/>
          </a:bodyPr>
          <a:lstStyle/>
          <a:p>
            <a:pPr algn="l">
              <a:lnSpc>
                <a:spcPct val="100000"/>
              </a:lnSpc>
              <a:defRPr/>
            </a:pPr>
            <a:r>
              <a:rPr sz="1400" b="1" i="0">
                <a:solidFill>
                  <a:srgbClr val="2E7D48"/>
                </a:solidFill>
                <a:latin typeface="Times New Roman"/>
              </a:rPr>
              <a:t>EVIDENCE IN THE PROVIDED ASSETS</a:t>
            </a:r>
            <a:endParaRPr/>
          </a:p>
        </p:txBody>
      </p:sp>
      <p:sp>
        <p:nvSpPr>
          <p:cNvPr id="32971897" name="TextBox 177"/>
          <p:cNvSpPr txBox="1"/>
          <p:nvPr/>
        </p:nvSpPr>
        <p:spPr bwMode="auto">
          <a:xfrm>
            <a:off x="7507224" y="1984248"/>
            <a:ext cx="4041648" cy="1225295"/>
          </a:xfrm>
          <a:prstGeom prst="rect">
            <a:avLst/>
          </a:prstGeom>
          <a:noFill/>
        </p:spPr>
        <p:txBody>
          <a:bodyPr wrap="square" lIns="9144" tIns="9144" rIns="9144" bIns="9144" anchor="t">
            <a:spAutoFit/>
          </a:bodyPr>
          <a:lstStyle/>
          <a:p>
            <a:pPr algn="l">
              <a:lnSpc>
                <a:spcPct val="100000"/>
              </a:lnSpc>
              <a:defRPr/>
            </a:pPr>
            <a:r>
              <a:rPr sz="1250" b="0" i="0">
                <a:solidFill>
                  <a:srgbClr val="242026"/>
                </a:solidFill>
                <a:latin typeface="Times New Roman"/>
              </a:rPr>
              <a:t>• Mobile screens cover scanning, medicines, AI chat, family, profile, and admin.</a:t>
            </a:r>
            <a:br>
              <a:rPr sz="1250" b="0" i="0">
                <a:solidFill>
                  <a:srgbClr val="242026"/>
                </a:solidFill>
                <a:latin typeface="Times New Roman"/>
              </a:rPr>
            </a:br>
            <a:r>
              <a:rPr sz="1250" b="0" i="0">
                <a:solidFill>
                  <a:srgbClr val="242026"/>
                </a:solidFill>
                <a:latin typeface="Times New Roman"/>
              </a:rPr>
              <a:t>• Code screenshots illustrate AI routing and OCR-related modules.</a:t>
            </a:r>
            <a:endParaRPr/>
          </a:p>
        </p:txBody>
      </p:sp>
      <p:sp>
        <p:nvSpPr>
          <p:cNvPr id="295420101" name="Rounded Rectangle 178"/>
          <p:cNvSpPr/>
          <p:nvPr/>
        </p:nvSpPr>
        <p:spPr bwMode="auto">
          <a:xfrm>
            <a:off x="7388352" y="3493008"/>
            <a:ext cx="4279392" cy="1810512"/>
          </a:xfrm>
          <a:prstGeom prst="roundRect">
            <a:avLst>
              <a:gd name="adj" fmla="val 16667"/>
            </a:avLst>
          </a:prstGeom>
          <a:solidFill>
            <a:srgbClr val="FFF8E8"/>
          </a:solidFill>
          <a:ln w="12700">
            <a:solidFill>
              <a:srgbClr val="DDCB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931197287" name="Rectangle 179"/>
          <p:cNvSpPr/>
          <p:nvPr/>
        </p:nvSpPr>
        <p:spPr bwMode="auto">
          <a:xfrm>
            <a:off x="7388352" y="3493008"/>
            <a:ext cx="4279392" cy="68580"/>
          </a:xfrm>
          <a:prstGeom prst="rect">
            <a:avLst/>
          </a:prstGeom>
          <a:solidFill>
            <a:srgbClr val="B76C18"/>
          </a:solidFill>
          <a:ln w="1270">
            <a:solidFill>
              <a:srgbClr val="B76C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93469136" name="TextBox 180"/>
          <p:cNvSpPr txBox="1"/>
          <p:nvPr/>
        </p:nvSpPr>
        <p:spPr bwMode="auto">
          <a:xfrm>
            <a:off x="7507224" y="3602735"/>
            <a:ext cx="4041648" cy="402336"/>
          </a:xfrm>
          <a:prstGeom prst="rect">
            <a:avLst/>
          </a:prstGeom>
          <a:noFill/>
        </p:spPr>
        <p:txBody>
          <a:bodyPr wrap="square" lIns="9144" tIns="9144" rIns="9144" bIns="9144" anchor="ctr">
            <a:spAutoFit/>
          </a:bodyPr>
          <a:lstStyle/>
          <a:p>
            <a:pPr algn="l">
              <a:lnSpc>
                <a:spcPct val="100000"/>
              </a:lnSpc>
              <a:defRPr/>
            </a:pPr>
            <a:r>
              <a:rPr sz="1400" b="1" i="0">
                <a:solidFill>
                  <a:srgbClr val="B76C18"/>
                </a:solidFill>
                <a:latin typeface="Times New Roman"/>
              </a:rPr>
              <a:t>VALIDATION STILL NEEDED</a:t>
            </a:r>
            <a:endParaRPr/>
          </a:p>
        </p:txBody>
      </p:sp>
      <p:sp>
        <p:nvSpPr>
          <p:cNvPr id="342468298" name="TextBox 181"/>
          <p:cNvSpPr txBox="1"/>
          <p:nvPr/>
        </p:nvSpPr>
        <p:spPr bwMode="auto">
          <a:xfrm>
            <a:off x="7507224" y="4059935"/>
            <a:ext cx="4041648" cy="1133856"/>
          </a:xfrm>
          <a:prstGeom prst="rect">
            <a:avLst/>
          </a:prstGeom>
          <a:noFill/>
        </p:spPr>
        <p:txBody>
          <a:bodyPr wrap="square" lIns="9144" tIns="9144" rIns="9144" bIns="9144" anchor="t">
            <a:spAutoFit/>
          </a:bodyPr>
          <a:lstStyle/>
          <a:p>
            <a:pPr algn="l">
              <a:lnSpc>
                <a:spcPct val="100000"/>
              </a:lnSpc>
              <a:defRPr/>
            </a:pPr>
            <a:r>
              <a:rPr sz="1250" b="0" i="0">
                <a:solidFill>
                  <a:srgbClr val="242026"/>
                </a:solidFill>
                <a:latin typeface="Times New Roman"/>
              </a:rPr>
              <a:t>No repeatable end-to-end test report or measured OCR accuracy, response latency, or adherence improvement was included. Do not claim these as measured results.</a:t>
            </a:r>
            <a:endParaRPr/>
          </a:p>
        </p:txBody>
      </p:sp>
      <p:sp>
        <p:nvSpPr>
          <p:cNvPr id="1091990331" name="Rounded Rectangle 182"/>
          <p:cNvSpPr/>
          <p:nvPr/>
        </p:nvSpPr>
        <p:spPr bwMode="auto">
          <a:xfrm>
            <a:off x="7388352" y="5468112"/>
            <a:ext cx="4279392" cy="429768"/>
          </a:xfrm>
          <a:prstGeom prst="roundRect">
            <a:avLst>
              <a:gd name="adj" fmla="val 16667"/>
            </a:avLst>
          </a:prstGeom>
          <a:solidFill>
            <a:srgbClr val="F8F2F4"/>
          </a:solidFill>
          <a:ln w="10160">
            <a:solidFill>
              <a:srgbClr val="9D17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672196505" name="TextBox 183"/>
          <p:cNvSpPr txBox="1"/>
          <p:nvPr/>
        </p:nvSpPr>
        <p:spPr bwMode="auto">
          <a:xfrm>
            <a:off x="7516368" y="5513832"/>
            <a:ext cx="4023360" cy="292608"/>
          </a:xfrm>
          <a:prstGeom prst="rect">
            <a:avLst/>
          </a:prstGeom>
          <a:noFill/>
        </p:spPr>
        <p:txBody>
          <a:bodyPr wrap="square" lIns="9144" tIns="9144" rIns="9144" bIns="9144" anchor="ctr">
            <a:spAutoFit/>
          </a:bodyPr>
          <a:lstStyle/>
          <a:p>
            <a:pPr algn="l">
              <a:lnSpc>
                <a:spcPct val="100000"/>
              </a:lnSpc>
              <a:defRPr/>
            </a:pPr>
            <a:r>
              <a:rPr sz="1100" b="1" i="0">
                <a:solidFill>
                  <a:srgbClr val="9D174D"/>
                </a:solidFill>
                <a:latin typeface="Times New Roman"/>
              </a:rPr>
              <a:t>Next demo: run scan → chat → confirm → log dose live.</a:t>
            </a:r>
            <a:endParaRPr/>
          </a:p>
        </p:txBody>
      </p:sp>
      <p:sp>
        <p:nvSpPr>
          <p:cNvPr id="1105802854" name="TextBox 184"/>
          <p:cNvSpPr txBox="1"/>
          <p:nvPr/>
        </p:nvSpPr>
        <p:spPr bwMode="auto">
          <a:xfrm>
            <a:off x="2880360" y="5961888"/>
            <a:ext cx="886968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defRPr/>
            </a:pPr>
            <a:r>
              <a:rPr sz="1000" b="0" i="1">
                <a:solidFill>
                  <a:srgbClr val="5F5A61"/>
                </a:solidFill>
                <a:latin typeface="Times New Roman"/>
              </a:rPr>
              <a:t>The screenshots are UI evidence from the supplied asset bundle; they are not a substitute for recording a live end-to-end demo.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7990284" name="Title 1"/>
          <p:cNvSpPr>
            <a:spLocks noGrp="1"/>
          </p:cNvSpPr>
          <p:nvPr>
            <p:ph type="title"/>
          </p:nvPr>
        </p:nvSpPr>
        <p:spPr bwMode="auto">
          <a:xfrm>
            <a:off x="1248636" y="180602"/>
            <a:ext cx="10515600" cy="777491"/>
          </a:xfrm>
        </p:spPr>
        <p:txBody>
          <a:bodyPr/>
          <a:lstStyle/>
          <a:p>
            <a:pPr>
              <a:defRPr/>
            </a:pPr>
            <a:r>
              <a:rPr lang="en-IN" sz="3200" b="1">
                <a:latin typeface="Times New Roman"/>
                <a:cs typeface="Times New Roman"/>
              </a:rPr>
              <a:t>Conclusion and Future Enhancement</a:t>
            </a:r>
            <a:endParaRPr lang="en-IN" sz="3200" b="1">
              <a:solidFill>
                <a:srgbClr val="C00000"/>
              </a:solidFill>
              <a:latin typeface="Times New Roman"/>
              <a:ea typeface="Cambria"/>
              <a:cs typeface="Times New Roman"/>
            </a:endParaRPr>
          </a:p>
        </p:txBody>
      </p:sp>
      <p:grpSp>
        <p:nvGrpSpPr>
          <p:cNvPr id="1548962860" name="Group 2"/>
          <p:cNvGrpSpPr/>
          <p:nvPr/>
        </p:nvGrpSpPr>
        <p:grpSpPr bwMode="auto">
          <a:xfrm>
            <a:off x="-3" y="6311900"/>
            <a:ext cx="12192001" cy="620884"/>
            <a:chOff x="-3" y="6311900"/>
            <a:chExt cx="12192001" cy="620884"/>
          </a:xfrm>
        </p:grpSpPr>
        <p:sp>
          <p:nvSpPr>
            <p:cNvPr id="6" name="Rectangle 5"/>
            <p:cNvSpPr/>
            <p:nvPr/>
          </p:nvSpPr>
          <p:spPr bwMode="auto">
            <a:xfrm>
              <a:off x="-3" y="6311900"/>
              <a:ext cx="12192001" cy="620884"/>
            </a:xfrm>
            <a:prstGeom prst="rect">
              <a:avLst/>
            </a:prstGeom>
            <a:solidFill>
              <a:srgbClr val="9B134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1346200">
                <a:lnSpc>
                  <a:spcPct val="200000"/>
                </a:lnSpc>
                <a:buClr>
                  <a:schemeClr val="bg1"/>
                </a:buClr>
                <a:defRPr/>
              </a:pPr>
              <a:endParaRPr lang="en-IN" sz="2200">
                <a:solidFill>
                  <a:schemeClr val="accent4"/>
                </a:solidFill>
                <a:latin typeface="Cambria"/>
                <a:ea typeface="Cambria"/>
              </a:endParaRPr>
            </a:p>
          </p:txBody>
        </p:sp>
        <p:pic>
          <p:nvPicPr>
            <p:cNvPr id="7" name="Google Shape;1736;p23"/>
            <p:cNvPicPr/>
            <p:nvPr/>
          </p:nvPicPr>
          <p:blipFill rotWithShape="1">
            <a:blip r:embed="rId3"/>
            <a:stretch/>
          </p:blipFill>
          <p:spPr bwMode="auto">
            <a:xfrm>
              <a:off x="10404388" y="6389101"/>
              <a:ext cx="1602539" cy="36029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871910503" name="Slide Number Placeholder 7"/>
          <p:cNvSpPr>
            <a:spLocks noGrp="1"/>
          </p:cNvSpPr>
          <p:nvPr>
            <p:ph type="sldNum" idx="12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12</a:t>
            </a:r>
            <a:endParaRPr/>
          </a:p>
        </p:txBody>
      </p:sp>
      <p:sp>
        <p:nvSpPr>
          <p:cNvPr id="1975448907" name="Rectangle 161"/>
          <p:cNvSpPr/>
          <p:nvPr/>
        </p:nvSpPr>
        <p:spPr bwMode="auto">
          <a:xfrm>
            <a:off x="-2" y="1157351"/>
            <a:ext cx="2302935" cy="5191125"/>
          </a:xfrm>
          <a:prstGeom prst="rect">
            <a:avLst/>
          </a:prstGeom>
          <a:solidFill>
            <a:srgbClr val="99134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09728" tIns="658368" rIns="64008" bIns="109728" rtlCol="0" anchor="ctr"/>
          <a:lstStyle/>
          <a:p>
            <a:pPr marL="12700" algn="l">
              <a:lnSpc>
                <a:spcPct val="100000"/>
              </a:lnSpc>
              <a:spcBef>
                <a:spcPts val="100"/>
              </a:spcBef>
              <a:spcAft>
                <a:spcPts val="1549"/>
              </a:spcAft>
              <a:tabLst>
                <a:tab pos="495300" algn="l"/>
              </a:tabLst>
              <a:defRPr/>
            </a:pPr>
            <a:r>
              <a:rPr sz="1150" b="0" i="0">
                <a:solidFill>
                  <a:srgbClr val="FFFFFF"/>
                </a:solidFill>
                <a:latin typeface="Times New Roman"/>
              </a:rPr>
              <a:t>Domain &amp; Problem</a:t>
            </a:r>
            <a:endParaRPr lang="en-IN" b="1" spc="-35">
              <a:solidFill>
                <a:schemeClr val="accent4"/>
              </a:solidFill>
              <a:latin typeface="Times New Roman"/>
              <a:ea typeface="Cambria"/>
              <a:cs typeface="Times New Roman"/>
            </a:endParaRPr>
          </a:p>
          <a:p>
            <a:pPr algn="l">
              <a:lnSpc>
                <a:spcPct val="100000"/>
              </a:lnSpc>
              <a:spcAft>
                <a:spcPts val="1549"/>
              </a:spcAft>
              <a:defRPr/>
            </a:pPr>
            <a:r>
              <a:rPr sz="1150" b="0" i="0">
                <a:solidFill>
                  <a:srgbClr val="FFFFFF"/>
                </a:solidFill>
                <a:latin typeface="Times New Roman"/>
              </a:rPr>
              <a:t>Motivation &amp; Objectives</a:t>
            </a:r>
            <a:endParaRPr/>
          </a:p>
          <a:p>
            <a:pPr algn="l">
              <a:lnSpc>
                <a:spcPct val="100000"/>
              </a:lnSpc>
              <a:spcAft>
                <a:spcPts val="1549"/>
              </a:spcAft>
              <a:defRPr/>
            </a:pPr>
            <a:r>
              <a:rPr sz="1150" b="0" i="0">
                <a:solidFill>
                  <a:srgbClr val="FFFFFF"/>
                </a:solidFill>
                <a:latin typeface="Times New Roman"/>
              </a:rPr>
              <a:t>Proposed System</a:t>
            </a:r>
            <a:endParaRPr/>
          </a:p>
          <a:p>
            <a:pPr algn="l">
              <a:lnSpc>
                <a:spcPct val="100000"/>
              </a:lnSpc>
              <a:spcAft>
                <a:spcPts val="1549"/>
              </a:spcAft>
              <a:defRPr/>
            </a:pPr>
            <a:r>
              <a:rPr sz="1150" b="0" i="0">
                <a:solidFill>
                  <a:srgbClr val="FFFFFF"/>
                </a:solidFill>
                <a:latin typeface="Times New Roman"/>
              </a:rPr>
              <a:t>Technology Stack</a:t>
            </a:r>
            <a:endParaRPr/>
          </a:p>
          <a:p>
            <a:pPr algn="l">
              <a:lnSpc>
                <a:spcPct val="100000"/>
              </a:lnSpc>
              <a:spcAft>
                <a:spcPts val="1549"/>
              </a:spcAft>
              <a:defRPr/>
            </a:pPr>
            <a:r>
              <a:rPr sz="1150" b="0" i="0">
                <a:solidFill>
                  <a:srgbClr val="FFFFFF"/>
                </a:solidFill>
                <a:latin typeface="Times New Roman"/>
              </a:rPr>
              <a:t>System Architecture</a:t>
            </a:r>
            <a:endParaRPr/>
          </a:p>
          <a:p>
            <a:pPr algn="l">
              <a:lnSpc>
                <a:spcPct val="100000"/>
              </a:lnSpc>
              <a:spcAft>
                <a:spcPts val="1549"/>
              </a:spcAft>
              <a:defRPr/>
            </a:pPr>
            <a:r>
              <a:rPr sz="1150" b="0" i="0">
                <a:solidFill>
                  <a:srgbClr val="FFFFFF"/>
                </a:solidFill>
                <a:latin typeface="Times New Roman"/>
              </a:rPr>
              <a:t>AI Agent Interaction</a:t>
            </a:r>
            <a:endParaRPr/>
          </a:p>
          <a:p>
            <a:pPr algn="l">
              <a:lnSpc>
                <a:spcPct val="100000"/>
              </a:lnSpc>
              <a:spcAft>
                <a:spcPts val="1549"/>
              </a:spcAft>
              <a:defRPr/>
            </a:pPr>
            <a:r>
              <a:rPr sz="1150" b="0" i="0">
                <a:solidFill>
                  <a:srgbClr val="FFFFFF"/>
                </a:solidFill>
                <a:latin typeface="Times New Roman"/>
              </a:rPr>
              <a:t>Implementation &amp; Results</a:t>
            </a:r>
            <a:endParaRPr/>
          </a:p>
          <a:p>
            <a:pPr algn="l">
              <a:lnSpc>
                <a:spcPct val="100000"/>
              </a:lnSpc>
              <a:spcAft>
                <a:spcPts val="1549"/>
              </a:spcAft>
              <a:defRPr/>
            </a:pPr>
            <a:r>
              <a:rPr sz="1150" b="1" i="0">
                <a:solidFill>
                  <a:srgbClr val="E6B84A"/>
                </a:solidFill>
                <a:latin typeface="Times New Roman"/>
              </a:rPr>
              <a:t>Conclusion &amp; Repository</a:t>
            </a:r>
            <a:endParaRPr/>
          </a:p>
        </p:txBody>
      </p:sp>
      <p:sp>
        <p:nvSpPr>
          <p:cNvPr id="581604813" name="Rounded Rectangle 8"/>
          <p:cNvSpPr/>
          <p:nvPr/>
        </p:nvSpPr>
        <p:spPr bwMode="auto">
          <a:xfrm>
            <a:off x="2907792" y="1417320"/>
            <a:ext cx="4224528" cy="4069080"/>
          </a:xfrm>
          <a:prstGeom prst="roundRect">
            <a:avLst>
              <a:gd name="adj" fmla="val 16667"/>
            </a:avLst>
          </a:prstGeom>
          <a:solidFill>
            <a:srgbClr val="FBF7F8"/>
          </a:solidFill>
          <a:ln w="12700">
            <a:solidFill>
              <a:srgbClr val="DDCB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653719082" name="Rectangle 9"/>
          <p:cNvSpPr/>
          <p:nvPr/>
        </p:nvSpPr>
        <p:spPr bwMode="auto">
          <a:xfrm>
            <a:off x="2907792" y="1417320"/>
            <a:ext cx="4224528" cy="68580"/>
          </a:xfrm>
          <a:prstGeom prst="rect">
            <a:avLst/>
          </a:prstGeom>
          <a:solidFill>
            <a:srgbClr val="9D174D"/>
          </a:solidFill>
          <a:ln w="1270">
            <a:solidFill>
              <a:srgbClr val="9D17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55530153" name="TextBox 10"/>
          <p:cNvSpPr txBox="1"/>
          <p:nvPr/>
        </p:nvSpPr>
        <p:spPr bwMode="auto">
          <a:xfrm>
            <a:off x="3026664" y="1879825"/>
            <a:ext cx="3986784" cy="420624"/>
          </a:xfrm>
          <a:prstGeom prst="rect">
            <a:avLst/>
          </a:prstGeom>
          <a:noFill/>
        </p:spPr>
        <p:txBody>
          <a:bodyPr wrap="square" lIns="9144" tIns="9144" rIns="9144" bIns="9144" anchor="ctr">
            <a:spAutoFit/>
          </a:bodyPr>
          <a:lstStyle/>
          <a:p>
            <a:pPr algn="l">
              <a:lnSpc>
                <a:spcPct val="100000"/>
              </a:lnSpc>
              <a:defRPr/>
            </a:pPr>
            <a:r>
              <a:rPr sz="1600" b="1" i="0">
                <a:solidFill>
                  <a:srgbClr val="9D174D"/>
                </a:solidFill>
                <a:latin typeface="Times New Roman"/>
              </a:rPr>
              <a:t>CONCLUSION / CONTRIBUTION</a:t>
            </a:r>
            <a:endParaRPr/>
          </a:p>
        </p:txBody>
      </p:sp>
      <p:sp>
        <p:nvSpPr>
          <p:cNvPr id="402042839" name="TextBox 11"/>
          <p:cNvSpPr txBox="1"/>
          <p:nvPr/>
        </p:nvSpPr>
        <p:spPr bwMode="auto">
          <a:xfrm>
            <a:off x="3026664" y="2355313"/>
            <a:ext cx="3986784" cy="3374136"/>
          </a:xfrm>
          <a:prstGeom prst="rect">
            <a:avLst/>
          </a:prstGeom>
          <a:noFill/>
        </p:spPr>
        <p:txBody>
          <a:bodyPr wrap="square" lIns="9144" tIns="9144" rIns="9144" bIns="9144" anchor="t">
            <a:spAutoFit/>
          </a:bodyPr>
          <a:lstStyle/>
          <a:p>
            <a:pPr algn="l">
              <a:lnSpc>
                <a:spcPct val="100000"/>
              </a:lnSpc>
              <a:defRPr/>
            </a:pPr>
            <a:r>
              <a:rPr sz="1400" b="0" i="0">
                <a:solidFill>
                  <a:srgbClr val="242026"/>
                </a:solidFill>
                <a:latin typeface="Times New Roman"/>
              </a:rPr>
              <a:t>MedSentry brings together:</a:t>
            </a:r>
            <a:br>
              <a:rPr sz="1400" b="0" i="0">
                <a:solidFill>
                  <a:srgbClr val="242026"/>
                </a:solidFill>
                <a:latin typeface="Times New Roman"/>
              </a:rPr>
            </a:br>
            <a:br>
              <a:rPr sz="1400" b="0" i="0">
                <a:solidFill>
                  <a:srgbClr val="242026"/>
                </a:solidFill>
                <a:latin typeface="Times New Roman"/>
              </a:rPr>
            </a:br>
            <a:r>
              <a:rPr sz="1400" b="0" i="0">
                <a:solidFill>
                  <a:srgbClr val="242026"/>
                </a:solidFill>
                <a:latin typeface="Times New Roman"/>
              </a:rPr>
              <a:t>• Chat-first medication assistance</a:t>
            </a:r>
            <a:br>
              <a:rPr sz="1400" b="0" i="0">
                <a:solidFill>
                  <a:srgbClr val="242026"/>
                </a:solidFill>
                <a:latin typeface="Times New Roman"/>
              </a:rPr>
            </a:br>
            <a:br>
              <a:rPr sz="1400" b="0" i="0">
                <a:solidFill>
                  <a:srgbClr val="242026"/>
                </a:solidFill>
                <a:latin typeface="Times New Roman"/>
              </a:rPr>
            </a:br>
            <a:r>
              <a:rPr sz="1400" b="0" i="0">
                <a:solidFill>
                  <a:srgbClr val="242026"/>
                </a:solidFill>
                <a:latin typeface="Times New Roman"/>
              </a:rPr>
              <a:t>• OCR-supported medicine and prescription capture</a:t>
            </a:r>
            <a:br>
              <a:rPr sz="1400" b="0" i="0">
                <a:solidFill>
                  <a:srgbClr val="242026"/>
                </a:solidFill>
                <a:latin typeface="Times New Roman"/>
              </a:rPr>
            </a:br>
            <a:br>
              <a:rPr sz="1400" b="0" i="0">
                <a:solidFill>
                  <a:srgbClr val="242026"/>
                </a:solidFill>
                <a:latin typeface="Times New Roman"/>
              </a:rPr>
            </a:br>
            <a:r>
              <a:rPr sz="1400" b="0" i="0">
                <a:solidFill>
                  <a:srgbClr val="242026"/>
                </a:solidFill>
                <a:latin typeface="Times New Roman"/>
              </a:rPr>
              <a:t>• Medication courses, dose logs, and reminders</a:t>
            </a:r>
            <a:br>
              <a:rPr sz="1400" b="0" i="0">
                <a:solidFill>
                  <a:srgbClr val="242026"/>
                </a:solidFill>
                <a:latin typeface="Times New Roman"/>
              </a:rPr>
            </a:br>
            <a:br>
              <a:rPr sz="1400" b="0" i="0">
                <a:solidFill>
                  <a:srgbClr val="242026"/>
                </a:solidFill>
                <a:latin typeface="Times New Roman"/>
              </a:rPr>
            </a:br>
            <a:r>
              <a:rPr sz="1400" b="0" i="0">
                <a:solidFill>
                  <a:srgbClr val="242026"/>
                </a:solidFill>
                <a:latin typeface="Times New Roman"/>
              </a:rPr>
              <a:t>• Family roles and caregiver support</a:t>
            </a:r>
            <a:br>
              <a:rPr sz="1400" b="0" i="0">
                <a:solidFill>
                  <a:srgbClr val="242026"/>
                </a:solidFill>
                <a:latin typeface="Times New Roman"/>
              </a:rPr>
            </a:br>
            <a:br>
              <a:rPr sz="1400" b="0" i="0">
                <a:solidFill>
                  <a:srgbClr val="242026"/>
                </a:solidFill>
                <a:latin typeface="Times New Roman"/>
              </a:rPr>
            </a:br>
            <a:r>
              <a:rPr sz="1400" b="0" i="0">
                <a:solidFill>
                  <a:srgbClr val="242026"/>
                </a:solidFill>
                <a:latin typeface="Times New Roman"/>
              </a:rPr>
              <a:t>• Admin visibility and AMR-oriented aggregate insights</a:t>
            </a:r>
            <a:endParaRPr/>
          </a:p>
        </p:txBody>
      </p:sp>
      <p:sp>
        <p:nvSpPr>
          <p:cNvPr id="1929098710" name="Rounded Rectangle 12"/>
          <p:cNvSpPr/>
          <p:nvPr/>
        </p:nvSpPr>
        <p:spPr bwMode="auto">
          <a:xfrm>
            <a:off x="7287768" y="1417320"/>
            <a:ext cx="4398264" cy="4069080"/>
          </a:xfrm>
          <a:prstGeom prst="roundRect">
            <a:avLst>
              <a:gd name="adj" fmla="val 16667"/>
            </a:avLst>
          </a:prstGeom>
          <a:solidFill>
            <a:srgbClr val="F2F6FB"/>
          </a:solidFill>
          <a:ln w="12700">
            <a:solidFill>
              <a:srgbClr val="DDCB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481127928" name="Rectangle 13"/>
          <p:cNvSpPr/>
          <p:nvPr/>
        </p:nvSpPr>
        <p:spPr bwMode="auto">
          <a:xfrm>
            <a:off x="7287768" y="1417320"/>
            <a:ext cx="4398264" cy="68580"/>
          </a:xfrm>
          <a:prstGeom prst="rect">
            <a:avLst/>
          </a:prstGeom>
          <a:solidFill>
            <a:srgbClr val="276C70"/>
          </a:solidFill>
          <a:ln w="1270">
            <a:solidFill>
              <a:srgbClr val="276C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456311423" name="TextBox 14"/>
          <p:cNvSpPr txBox="1"/>
          <p:nvPr/>
        </p:nvSpPr>
        <p:spPr bwMode="auto">
          <a:xfrm>
            <a:off x="7406640" y="1879825"/>
            <a:ext cx="4160519" cy="420624"/>
          </a:xfrm>
          <a:prstGeom prst="rect">
            <a:avLst/>
          </a:prstGeom>
          <a:noFill/>
        </p:spPr>
        <p:txBody>
          <a:bodyPr wrap="square" lIns="9144" tIns="9144" rIns="9144" bIns="9144" anchor="ctr">
            <a:spAutoFit/>
          </a:bodyPr>
          <a:lstStyle/>
          <a:p>
            <a:pPr algn="l">
              <a:lnSpc>
                <a:spcPct val="100000"/>
              </a:lnSpc>
              <a:defRPr/>
            </a:pPr>
            <a:r>
              <a:rPr sz="1600" b="1" i="0">
                <a:solidFill>
                  <a:srgbClr val="276C70"/>
                </a:solidFill>
                <a:latin typeface="Times New Roman"/>
              </a:rPr>
              <a:t>FUTURE ENHANCEMENTS</a:t>
            </a:r>
            <a:endParaRPr/>
          </a:p>
        </p:txBody>
      </p:sp>
      <p:sp>
        <p:nvSpPr>
          <p:cNvPr id="329304471" name="TextBox 15"/>
          <p:cNvSpPr txBox="1"/>
          <p:nvPr/>
        </p:nvSpPr>
        <p:spPr bwMode="auto">
          <a:xfrm>
            <a:off x="7406640" y="2355313"/>
            <a:ext cx="4160519" cy="3374136"/>
          </a:xfrm>
          <a:prstGeom prst="rect">
            <a:avLst/>
          </a:prstGeom>
          <a:noFill/>
        </p:spPr>
        <p:txBody>
          <a:bodyPr wrap="square" lIns="9144" tIns="9144" rIns="9144" bIns="9144" anchor="t">
            <a:spAutoFit/>
          </a:bodyPr>
          <a:lstStyle/>
          <a:p>
            <a:pPr algn="l">
              <a:lnSpc>
                <a:spcPct val="100000"/>
              </a:lnSpc>
              <a:defRPr/>
            </a:pPr>
            <a:r>
              <a:rPr sz="1350" b="0" i="0">
                <a:solidFill>
                  <a:srgbClr val="242026"/>
                </a:solidFill>
                <a:latin typeface="Times New Roman"/>
              </a:rPr>
              <a:t>• Test OCR and fuzzy matching against labeled prescriptions.</a:t>
            </a:r>
            <a:br>
              <a:rPr sz="1350" b="0" i="0">
                <a:solidFill>
                  <a:srgbClr val="242026"/>
                </a:solidFill>
                <a:latin typeface="Times New Roman"/>
              </a:rPr>
            </a:br>
            <a:br>
              <a:rPr sz="1350" b="0" i="0">
                <a:solidFill>
                  <a:srgbClr val="242026"/>
                </a:solidFill>
                <a:latin typeface="Times New Roman"/>
              </a:rPr>
            </a:br>
            <a:r>
              <a:rPr sz="1350" b="0" i="0">
                <a:solidFill>
                  <a:srgbClr val="242026"/>
                </a:solidFill>
                <a:latin typeface="Times New Roman"/>
              </a:rPr>
              <a:t>• Validate medication / interaction data with trusted sources.</a:t>
            </a:r>
            <a:br>
              <a:rPr sz="1350" b="0" i="0">
                <a:solidFill>
                  <a:srgbClr val="242026"/>
                </a:solidFill>
                <a:latin typeface="Times New Roman"/>
              </a:rPr>
            </a:br>
            <a:br>
              <a:rPr sz="1350" b="0" i="0">
                <a:solidFill>
                  <a:srgbClr val="242026"/>
                </a:solidFill>
                <a:latin typeface="Times New Roman"/>
              </a:rPr>
            </a:br>
            <a:r>
              <a:rPr sz="1350" b="0" i="0">
                <a:solidFill>
                  <a:srgbClr val="242026"/>
                </a:solidFill>
                <a:latin typeface="Times New Roman"/>
              </a:rPr>
              <a:t>• Benchmark provider fallback, latency, and failure recovery.</a:t>
            </a:r>
            <a:br>
              <a:rPr sz="1350" b="0" i="0">
                <a:solidFill>
                  <a:srgbClr val="242026"/>
                </a:solidFill>
                <a:latin typeface="Times New Roman"/>
              </a:rPr>
            </a:br>
            <a:br>
              <a:rPr sz="1350" b="0" i="0">
                <a:solidFill>
                  <a:srgbClr val="242026"/>
                </a:solidFill>
                <a:latin typeface="Times New Roman"/>
              </a:rPr>
            </a:br>
            <a:r>
              <a:rPr sz="1350" b="0" i="0">
                <a:solidFill>
                  <a:srgbClr val="242026"/>
                </a:solidFill>
                <a:latin typeface="Times New Roman"/>
              </a:rPr>
              <a:t>• Expand multilingual and accessibility support.</a:t>
            </a:r>
            <a:br>
              <a:rPr sz="1350" b="0" i="0">
                <a:solidFill>
                  <a:srgbClr val="242026"/>
                </a:solidFill>
                <a:latin typeface="Times New Roman"/>
              </a:rPr>
            </a:br>
            <a:br>
              <a:rPr sz="1350" b="0" i="0">
                <a:solidFill>
                  <a:srgbClr val="242026"/>
                </a:solidFill>
                <a:latin typeface="Times New Roman"/>
              </a:rPr>
            </a:br>
            <a:r>
              <a:rPr sz="1350" b="0" i="0">
                <a:solidFill>
                  <a:srgbClr val="242026"/>
                </a:solidFill>
                <a:latin typeface="Times New Roman"/>
              </a:rPr>
              <a:t>• Improve clinical review, privacy checks, and deploy-time monitoring.</a:t>
            </a:r>
            <a:endParaRPr/>
          </a:p>
        </p:txBody>
      </p:sp>
      <p:sp>
        <p:nvSpPr>
          <p:cNvPr id="217381863" name="Rounded Rectangle 16"/>
          <p:cNvSpPr/>
          <p:nvPr/>
        </p:nvSpPr>
        <p:spPr bwMode="auto">
          <a:xfrm>
            <a:off x="2907792" y="5614416"/>
            <a:ext cx="8778240" cy="365760"/>
          </a:xfrm>
          <a:prstGeom prst="roundRect">
            <a:avLst>
              <a:gd name="adj" fmla="val 16667"/>
            </a:avLst>
          </a:prstGeom>
          <a:solidFill>
            <a:srgbClr val="FFF8E8"/>
          </a:solidFill>
          <a:ln w="10160">
            <a:solidFill>
              <a:srgbClr val="B76C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870050231" name="TextBox 17"/>
          <p:cNvSpPr txBox="1"/>
          <p:nvPr/>
        </p:nvSpPr>
        <p:spPr bwMode="auto">
          <a:xfrm>
            <a:off x="3054096" y="5641848"/>
            <a:ext cx="8485632" cy="274320"/>
          </a:xfrm>
          <a:prstGeom prst="rect">
            <a:avLst/>
          </a:prstGeom>
          <a:noFill/>
        </p:spPr>
        <p:txBody>
          <a:bodyPr wrap="square" lIns="9144" tIns="9144" rIns="9144" bIns="9144" anchor="ctr">
            <a:spAutoFit/>
          </a:bodyPr>
          <a:lstStyle/>
          <a:p>
            <a:pPr algn="l">
              <a:lnSpc>
                <a:spcPct val="100000"/>
              </a:lnSpc>
              <a:defRPr/>
            </a:pPr>
            <a:r>
              <a:rPr sz="1200" b="1" i="0">
                <a:solidFill>
                  <a:srgbClr val="8B510E"/>
                </a:solidFill>
                <a:latin typeface="Times New Roman"/>
              </a:rPr>
              <a:t>Safety boundary: AI guidance is informational and must not replace qualified medical advice.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27045917" name="Title 1"/>
          <p:cNvSpPr>
            <a:spLocks noGrp="1"/>
          </p:cNvSpPr>
          <p:nvPr>
            <p:ph type="title"/>
          </p:nvPr>
        </p:nvSpPr>
        <p:spPr bwMode="auto">
          <a:xfrm>
            <a:off x="1248636" y="180602"/>
            <a:ext cx="10515600" cy="777491"/>
          </a:xfrm>
        </p:spPr>
        <p:txBody>
          <a:bodyPr/>
          <a:lstStyle/>
          <a:p>
            <a:pPr>
              <a:defRPr/>
            </a:pPr>
            <a:r>
              <a:rPr lang="en-IN" sz="3200" b="1">
                <a:latin typeface="Times New Roman"/>
                <a:cs typeface="Times New Roman"/>
              </a:rPr>
              <a:t>GitHub Repository</a:t>
            </a:r>
            <a:endParaRPr lang="en-IN" sz="3200" b="1">
              <a:solidFill>
                <a:srgbClr val="C00000"/>
              </a:solidFill>
              <a:latin typeface="Times New Roman"/>
              <a:ea typeface="Cambria"/>
              <a:cs typeface="Times New Roman"/>
            </a:endParaRPr>
          </a:p>
        </p:txBody>
      </p:sp>
      <p:grpSp>
        <p:nvGrpSpPr>
          <p:cNvPr id="949466837" name="Group 2"/>
          <p:cNvGrpSpPr/>
          <p:nvPr/>
        </p:nvGrpSpPr>
        <p:grpSpPr bwMode="auto">
          <a:xfrm>
            <a:off x="-3" y="6311900"/>
            <a:ext cx="12192001" cy="620884"/>
            <a:chOff x="-3" y="6311900"/>
            <a:chExt cx="12192001" cy="620884"/>
          </a:xfrm>
        </p:grpSpPr>
        <p:sp>
          <p:nvSpPr>
            <p:cNvPr id="6" name="Rectangle 5"/>
            <p:cNvSpPr/>
            <p:nvPr/>
          </p:nvSpPr>
          <p:spPr bwMode="auto">
            <a:xfrm>
              <a:off x="-3" y="6311900"/>
              <a:ext cx="12192001" cy="620884"/>
            </a:xfrm>
            <a:prstGeom prst="rect">
              <a:avLst/>
            </a:prstGeom>
            <a:solidFill>
              <a:srgbClr val="9B134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1346200">
                <a:lnSpc>
                  <a:spcPct val="200000"/>
                </a:lnSpc>
                <a:buClr>
                  <a:schemeClr val="bg1"/>
                </a:buClr>
                <a:defRPr/>
              </a:pPr>
              <a:endParaRPr lang="en-IN" sz="2200">
                <a:solidFill>
                  <a:schemeClr val="accent4"/>
                </a:solidFill>
                <a:latin typeface="Cambria"/>
                <a:ea typeface="Cambria"/>
              </a:endParaRPr>
            </a:p>
          </p:txBody>
        </p:sp>
        <p:pic>
          <p:nvPicPr>
            <p:cNvPr id="7" name="Google Shape;1736;p23"/>
            <p:cNvPicPr/>
            <p:nvPr/>
          </p:nvPicPr>
          <p:blipFill rotWithShape="1">
            <a:blip r:embed="rId3"/>
            <a:stretch/>
          </p:blipFill>
          <p:spPr bwMode="auto">
            <a:xfrm>
              <a:off x="10404388" y="6389101"/>
              <a:ext cx="1602539" cy="36029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893161074" name="Slide Number Placeholder 7"/>
          <p:cNvSpPr>
            <a:spLocks noGrp="1"/>
          </p:cNvSpPr>
          <p:nvPr>
            <p:ph type="sldNum" idx="12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13</a:t>
            </a:r>
            <a:endParaRPr/>
          </a:p>
        </p:txBody>
      </p:sp>
      <p:sp>
        <p:nvSpPr>
          <p:cNvPr id="764446023" name="Rectangle 161"/>
          <p:cNvSpPr/>
          <p:nvPr/>
        </p:nvSpPr>
        <p:spPr bwMode="auto">
          <a:xfrm>
            <a:off x="-2" y="1157351"/>
            <a:ext cx="2302935" cy="5191125"/>
          </a:xfrm>
          <a:prstGeom prst="rect">
            <a:avLst/>
          </a:prstGeom>
          <a:solidFill>
            <a:srgbClr val="99134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09728" tIns="658368" rIns="64008" bIns="109728" rtlCol="0" anchor="ctr"/>
          <a:lstStyle/>
          <a:p>
            <a:pPr marL="12700" algn="l">
              <a:lnSpc>
                <a:spcPct val="100000"/>
              </a:lnSpc>
              <a:spcBef>
                <a:spcPts val="100"/>
              </a:spcBef>
              <a:spcAft>
                <a:spcPts val="1549"/>
              </a:spcAft>
              <a:tabLst>
                <a:tab pos="495300" algn="l"/>
              </a:tabLst>
              <a:defRPr/>
            </a:pPr>
            <a:r>
              <a:rPr sz="1150" b="0" i="0">
                <a:solidFill>
                  <a:srgbClr val="FFFFFF"/>
                </a:solidFill>
                <a:latin typeface="Times New Roman"/>
              </a:rPr>
              <a:t>Domain &amp; Problem</a:t>
            </a:r>
            <a:endParaRPr lang="en-IN" b="1" spc="-35">
              <a:solidFill>
                <a:schemeClr val="accent4"/>
              </a:solidFill>
              <a:latin typeface="Times New Roman"/>
              <a:ea typeface="Cambria"/>
              <a:cs typeface="Times New Roman"/>
            </a:endParaRPr>
          </a:p>
          <a:p>
            <a:pPr algn="l">
              <a:lnSpc>
                <a:spcPct val="100000"/>
              </a:lnSpc>
              <a:spcAft>
                <a:spcPts val="1549"/>
              </a:spcAft>
              <a:defRPr/>
            </a:pPr>
            <a:r>
              <a:rPr sz="1150" b="0" i="0">
                <a:solidFill>
                  <a:srgbClr val="FFFFFF"/>
                </a:solidFill>
                <a:latin typeface="Times New Roman"/>
              </a:rPr>
              <a:t>Motivation &amp; Objectives</a:t>
            </a:r>
            <a:endParaRPr/>
          </a:p>
          <a:p>
            <a:pPr algn="l">
              <a:lnSpc>
                <a:spcPct val="100000"/>
              </a:lnSpc>
              <a:spcAft>
                <a:spcPts val="1549"/>
              </a:spcAft>
              <a:defRPr/>
            </a:pPr>
            <a:r>
              <a:rPr sz="1150" b="0" i="0">
                <a:solidFill>
                  <a:srgbClr val="FFFFFF"/>
                </a:solidFill>
                <a:latin typeface="Times New Roman"/>
              </a:rPr>
              <a:t>Proposed System</a:t>
            </a:r>
            <a:endParaRPr/>
          </a:p>
          <a:p>
            <a:pPr algn="l">
              <a:lnSpc>
                <a:spcPct val="100000"/>
              </a:lnSpc>
              <a:spcAft>
                <a:spcPts val="1549"/>
              </a:spcAft>
              <a:defRPr/>
            </a:pPr>
            <a:r>
              <a:rPr sz="1150" b="0" i="0">
                <a:solidFill>
                  <a:srgbClr val="FFFFFF"/>
                </a:solidFill>
                <a:latin typeface="Times New Roman"/>
              </a:rPr>
              <a:t>Technology Stack</a:t>
            </a:r>
            <a:endParaRPr/>
          </a:p>
          <a:p>
            <a:pPr algn="l">
              <a:lnSpc>
                <a:spcPct val="100000"/>
              </a:lnSpc>
              <a:spcAft>
                <a:spcPts val="1549"/>
              </a:spcAft>
              <a:defRPr/>
            </a:pPr>
            <a:r>
              <a:rPr sz="1150" b="0" i="0">
                <a:solidFill>
                  <a:srgbClr val="FFFFFF"/>
                </a:solidFill>
                <a:latin typeface="Times New Roman"/>
              </a:rPr>
              <a:t>System Architecture</a:t>
            </a:r>
            <a:endParaRPr/>
          </a:p>
          <a:p>
            <a:pPr algn="l">
              <a:lnSpc>
                <a:spcPct val="100000"/>
              </a:lnSpc>
              <a:spcAft>
                <a:spcPts val="1549"/>
              </a:spcAft>
              <a:defRPr/>
            </a:pPr>
            <a:r>
              <a:rPr sz="1150" b="0" i="0">
                <a:solidFill>
                  <a:srgbClr val="FFFFFF"/>
                </a:solidFill>
                <a:latin typeface="Times New Roman"/>
              </a:rPr>
              <a:t>AI Agent Interaction</a:t>
            </a:r>
            <a:endParaRPr/>
          </a:p>
          <a:p>
            <a:pPr algn="l">
              <a:lnSpc>
                <a:spcPct val="100000"/>
              </a:lnSpc>
              <a:spcAft>
                <a:spcPts val="1549"/>
              </a:spcAft>
              <a:defRPr/>
            </a:pPr>
            <a:r>
              <a:rPr sz="1150" b="0" i="0">
                <a:solidFill>
                  <a:srgbClr val="FFFFFF"/>
                </a:solidFill>
                <a:latin typeface="Times New Roman"/>
              </a:rPr>
              <a:t>Implementation &amp; Results</a:t>
            </a:r>
            <a:endParaRPr/>
          </a:p>
          <a:p>
            <a:pPr algn="l">
              <a:lnSpc>
                <a:spcPct val="100000"/>
              </a:lnSpc>
              <a:spcAft>
                <a:spcPts val="1549"/>
              </a:spcAft>
              <a:defRPr/>
            </a:pPr>
            <a:r>
              <a:rPr sz="1150" b="1" i="0">
                <a:solidFill>
                  <a:srgbClr val="E6B84A"/>
                </a:solidFill>
                <a:latin typeface="Times New Roman"/>
              </a:rPr>
              <a:t>Conclusion &amp; Repository</a:t>
            </a:r>
            <a:endParaRPr/>
          </a:p>
        </p:txBody>
      </p:sp>
      <p:sp>
        <p:nvSpPr>
          <p:cNvPr id="163146855" name="Rounded Rectangle 162"/>
          <p:cNvSpPr/>
          <p:nvPr/>
        </p:nvSpPr>
        <p:spPr bwMode="auto">
          <a:xfrm>
            <a:off x="2907792" y="1389888"/>
            <a:ext cx="8778240" cy="749808"/>
          </a:xfrm>
          <a:prstGeom prst="roundRect">
            <a:avLst>
              <a:gd name="adj" fmla="val 16667"/>
            </a:avLst>
          </a:prstGeom>
          <a:solidFill>
            <a:srgbClr val="F7EAF0"/>
          </a:solidFill>
          <a:ln w="13970">
            <a:solidFill>
              <a:srgbClr val="9D17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539283880" name="TextBox 163"/>
          <p:cNvSpPr txBox="1"/>
          <p:nvPr/>
        </p:nvSpPr>
        <p:spPr bwMode="auto">
          <a:xfrm>
            <a:off x="3090672" y="1490472"/>
            <a:ext cx="1417320" cy="256032"/>
          </a:xfrm>
          <a:prstGeom prst="rect">
            <a:avLst/>
          </a:prstGeom>
          <a:noFill/>
        </p:spPr>
        <p:txBody>
          <a:bodyPr wrap="square" lIns="9144" tIns="9144" rIns="9144" bIns="9144" anchor="ctr">
            <a:spAutoFit/>
          </a:bodyPr>
          <a:lstStyle/>
          <a:p>
            <a:pPr algn="l">
              <a:lnSpc>
                <a:spcPct val="100000"/>
              </a:lnSpc>
              <a:defRPr/>
            </a:pPr>
            <a:r>
              <a:rPr sz="1350" b="1" i="0">
                <a:solidFill>
                  <a:srgbClr val="9D174D"/>
                </a:solidFill>
                <a:latin typeface="Times New Roman"/>
              </a:rPr>
              <a:t>GITHUB</a:t>
            </a:r>
            <a:endParaRPr/>
          </a:p>
        </p:txBody>
      </p:sp>
      <p:sp>
        <p:nvSpPr>
          <p:cNvPr id="1599292163" name="TextBox 164">
            <a:hlinkClick r:id="rId4"/>
          </p:cNvPr>
          <p:cNvSpPr txBox="1"/>
          <p:nvPr/>
        </p:nvSpPr>
        <p:spPr bwMode="auto">
          <a:xfrm>
            <a:off x="4462272" y="1472184"/>
            <a:ext cx="6949440" cy="365760"/>
          </a:xfrm>
          <a:prstGeom prst="rect">
            <a:avLst/>
          </a:prstGeom>
          <a:noFill/>
        </p:spPr>
        <p:txBody>
          <a:bodyPr wrap="square" lIns="9144" tIns="9144" rIns="9144" bIns="9144" anchor="ctr">
            <a:spAutoFit/>
          </a:bodyPr>
          <a:lstStyle/>
          <a:p>
            <a:pPr algn="l">
              <a:lnSpc>
                <a:spcPct val="100000"/>
              </a:lnSpc>
              <a:defRPr/>
            </a:pPr>
            <a:r>
              <a:rPr sz="1700" b="1" i="0" u="sng">
                <a:solidFill>
                  <a:srgbClr val="1F4E79"/>
                </a:solidFill>
                <a:latin typeface="Times New Roman"/>
              </a:rPr>
              <a:t>https://github.com/Subhash-777/MedSentry</a:t>
            </a:r>
            <a:endParaRPr/>
          </a:p>
        </p:txBody>
      </p:sp>
      <p:sp>
        <p:nvSpPr>
          <p:cNvPr id="1502277893" name="Rounded Rectangle 165"/>
          <p:cNvSpPr/>
          <p:nvPr/>
        </p:nvSpPr>
        <p:spPr bwMode="auto">
          <a:xfrm>
            <a:off x="2907792" y="2359152"/>
            <a:ext cx="5349240" cy="3328416"/>
          </a:xfrm>
          <a:prstGeom prst="roundRect">
            <a:avLst>
              <a:gd name="adj" fmla="val 16667"/>
            </a:avLst>
          </a:prstGeom>
          <a:solidFill>
            <a:srgbClr val="FBF7F8"/>
          </a:solidFill>
          <a:ln w="12700">
            <a:solidFill>
              <a:srgbClr val="DDCB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471351098" name="Rectangle 166"/>
          <p:cNvSpPr/>
          <p:nvPr/>
        </p:nvSpPr>
        <p:spPr bwMode="auto">
          <a:xfrm>
            <a:off x="2907792" y="2359152"/>
            <a:ext cx="5349240" cy="68580"/>
          </a:xfrm>
          <a:prstGeom prst="rect">
            <a:avLst/>
          </a:prstGeom>
          <a:solidFill>
            <a:srgbClr val="9D174D"/>
          </a:solidFill>
          <a:ln w="1270">
            <a:solidFill>
              <a:srgbClr val="9D17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468646806" name="TextBox 167"/>
          <p:cNvSpPr txBox="1"/>
          <p:nvPr/>
        </p:nvSpPr>
        <p:spPr bwMode="auto">
          <a:xfrm>
            <a:off x="3026664" y="2468880"/>
            <a:ext cx="5111496" cy="393192"/>
          </a:xfrm>
          <a:prstGeom prst="rect">
            <a:avLst/>
          </a:prstGeom>
          <a:noFill/>
        </p:spPr>
        <p:txBody>
          <a:bodyPr wrap="square" lIns="9144" tIns="9144" rIns="9144" bIns="9144" anchor="ctr">
            <a:spAutoFit/>
          </a:bodyPr>
          <a:lstStyle/>
          <a:p>
            <a:pPr algn="l">
              <a:lnSpc>
                <a:spcPct val="100000"/>
              </a:lnSpc>
              <a:defRPr/>
            </a:pPr>
            <a:r>
              <a:rPr sz="1500" b="1" i="0">
                <a:solidFill>
                  <a:srgbClr val="9D174D"/>
                </a:solidFill>
                <a:latin typeface="Times New Roman"/>
              </a:rPr>
              <a:t>REPOSITORY STRUCTURE</a:t>
            </a:r>
            <a:endParaRPr/>
          </a:p>
        </p:txBody>
      </p:sp>
      <p:sp>
        <p:nvSpPr>
          <p:cNvPr id="1475593059" name="TextBox 168"/>
          <p:cNvSpPr txBox="1"/>
          <p:nvPr/>
        </p:nvSpPr>
        <p:spPr bwMode="auto">
          <a:xfrm>
            <a:off x="3026664" y="2916936"/>
            <a:ext cx="5111496" cy="2660904"/>
          </a:xfrm>
          <a:prstGeom prst="rect">
            <a:avLst/>
          </a:prstGeom>
          <a:noFill/>
        </p:spPr>
        <p:txBody>
          <a:bodyPr wrap="square" lIns="9144" tIns="9144" rIns="9144" bIns="9144" anchor="t">
            <a:spAutoFit/>
          </a:bodyPr>
          <a:lstStyle/>
          <a:p>
            <a:pPr algn="l">
              <a:lnSpc>
                <a:spcPct val="100000"/>
              </a:lnSpc>
              <a:defRPr/>
            </a:pPr>
            <a:r>
              <a:rPr sz="1250" b="0" i="0">
                <a:solidFill>
                  <a:srgbClr val="242026"/>
                </a:solidFill>
                <a:latin typeface="Times New Roman"/>
              </a:rPr>
              <a:t>mobile-app/  — React Native + Expo client</a:t>
            </a:r>
            <a:br>
              <a:rPr sz="1250" b="0" i="0">
                <a:solidFill>
                  <a:srgbClr val="242026"/>
                </a:solidFill>
                <a:latin typeface="Times New Roman"/>
              </a:rPr>
            </a:br>
            <a:br>
              <a:rPr sz="1250" b="0" i="0">
                <a:solidFill>
                  <a:srgbClr val="242026"/>
                </a:solidFill>
                <a:latin typeface="Times New Roman"/>
              </a:rPr>
            </a:br>
            <a:r>
              <a:rPr sz="1250" b="0" i="0">
                <a:solidFill>
                  <a:srgbClr val="242026"/>
                </a:solidFill>
                <a:latin typeface="Times New Roman"/>
              </a:rPr>
              <a:t>supabase/functions/  — Edge APIs and AI routing</a:t>
            </a:r>
            <a:br>
              <a:rPr sz="1250" b="0" i="0">
                <a:solidFill>
                  <a:srgbClr val="242026"/>
                </a:solidFill>
                <a:latin typeface="Times New Roman"/>
              </a:rPr>
            </a:br>
            <a:br>
              <a:rPr sz="1250" b="0" i="0">
                <a:solidFill>
                  <a:srgbClr val="242026"/>
                </a:solidFill>
                <a:latin typeface="Times New Roman"/>
              </a:rPr>
            </a:br>
            <a:r>
              <a:rPr sz="1250" b="0" i="0">
                <a:solidFill>
                  <a:srgbClr val="242026"/>
                </a:solidFill>
                <a:latin typeface="Times New Roman"/>
              </a:rPr>
              <a:t>supabase/migrations/  — schema, RLS, RPCs, triggers</a:t>
            </a:r>
            <a:br>
              <a:rPr sz="1250" b="0" i="0">
                <a:solidFill>
                  <a:srgbClr val="242026"/>
                </a:solidFill>
                <a:latin typeface="Times New Roman"/>
              </a:rPr>
            </a:br>
            <a:br>
              <a:rPr sz="1250" b="0" i="0">
                <a:solidFill>
                  <a:srgbClr val="242026"/>
                </a:solidFill>
                <a:latin typeface="Times New Roman"/>
              </a:rPr>
            </a:br>
            <a:r>
              <a:rPr sz="1250" b="0" i="0">
                <a:solidFill>
                  <a:srgbClr val="242026"/>
                </a:solidFill>
                <a:latin typeface="Times New Roman"/>
              </a:rPr>
              <a:t>datasets/ + scripts/  — reference data and seeding utilities</a:t>
            </a:r>
            <a:br>
              <a:rPr sz="1250" b="0" i="0">
                <a:solidFill>
                  <a:srgbClr val="242026"/>
                </a:solidFill>
                <a:latin typeface="Times New Roman"/>
              </a:rPr>
            </a:br>
            <a:br>
              <a:rPr sz="1250" b="0" i="0">
                <a:solidFill>
                  <a:srgbClr val="242026"/>
                </a:solidFill>
                <a:latin typeface="Times New Roman"/>
              </a:rPr>
            </a:br>
            <a:r>
              <a:rPr sz="1250" b="0" i="0">
                <a:solidFill>
                  <a:srgbClr val="242026"/>
                </a:solidFill>
                <a:latin typeface="Times New Roman"/>
              </a:rPr>
              <a:t>docs/plan.md  — implementation plan / architecture</a:t>
            </a:r>
            <a:br>
              <a:rPr sz="1250" b="0" i="0">
                <a:solidFill>
                  <a:srgbClr val="242026"/>
                </a:solidFill>
                <a:latin typeface="Times New Roman"/>
              </a:rPr>
            </a:br>
            <a:br>
              <a:rPr sz="1250" b="0" i="0">
                <a:solidFill>
                  <a:srgbClr val="242026"/>
                </a:solidFill>
                <a:latin typeface="Times New Roman"/>
              </a:rPr>
            </a:br>
            <a:r>
              <a:rPr sz="1250" b="0" i="0">
                <a:solidFill>
                  <a:srgbClr val="242026"/>
                </a:solidFill>
                <a:latin typeface="Times New Roman"/>
              </a:rPr>
              <a:t>README.md  — repository entry point</a:t>
            </a:r>
            <a:endParaRPr/>
          </a:p>
        </p:txBody>
      </p:sp>
      <p:sp>
        <p:nvSpPr>
          <p:cNvPr id="1979071960" name="Rounded Rectangle 169"/>
          <p:cNvSpPr/>
          <p:nvPr/>
        </p:nvSpPr>
        <p:spPr bwMode="auto">
          <a:xfrm>
            <a:off x="8412480" y="2359152"/>
            <a:ext cx="3273552" cy="1901952"/>
          </a:xfrm>
          <a:prstGeom prst="roundRect">
            <a:avLst>
              <a:gd name="adj" fmla="val 16667"/>
            </a:avLst>
          </a:prstGeom>
          <a:solidFill>
            <a:srgbClr val="F1F8F2"/>
          </a:solidFill>
          <a:ln w="12700">
            <a:solidFill>
              <a:srgbClr val="DDCB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10346366" name="Rectangle 170"/>
          <p:cNvSpPr/>
          <p:nvPr/>
        </p:nvSpPr>
        <p:spPr bwMode="auto">
          <a:xfrm>
            <a:off x="8412480" y="2359152"/>
            <a:ext cx="3273552" cy="68580"/>
          </a:xfrm>
          <a:prstGeom prst="rect">
            <a:avLst/>
          </a:prstGeom>
          <a:solidFill>
            <a:srgbClr val="2E7D48"/>
          </a:solidFill>
          <a:ln w="1270">
            <a:solidFill>
              <a:srgbClr val="2E7D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367701454" name="TextBox 171"/>
          <p:cNvSpPr txBox="1"/>
          <p:nvPr/>
        </p:nvSpPr>
        <p:spPr bwMode="auto">
          <a:xfrm>
            <a:off x="8531352" y="2468880"/>
            <a:ext cx="3035808" cy="393192"/>
          </a:xfrm>
          <a:prstGeom prst="rect">
            <a:avLst/>
          </a:prstGeom>
          <a:noFill/>
        </p:spPr>
        <p:txBody>
          <a:bodyPr wrap="square" lIns="9144" tIns="9144" rIns="9144" bIns="9144" anchor="ctr">
            <a:spAutoFit/>
          </a:bodyPr>
          <a:lstStyle/>
          <a:p>
            <a:pPr algn="l">
              <a:lnSpc>
                <a:spcPct val="100000"/>
              </a:lnSpc>
              <a:defRPr/>
            </a:pPr>
            <a:r>
              <a:rPr sz="1400" b="1" i="0">
                <a:solidFill>
                  <a:srgbClr val="2E7D48"/>
                </a:solidFill>
                <a:latin typeface="Times New Roman"/>
              </a:rPr>
              <a:t>IMPORTANT MODULES</a:t>
            </a:r>
            <a:endParaRPr/>
          </a:p>
        </p:txBody>
      </p:sp>
      <p:sp>
        <p:nvSpPr>
          <p:cNvPr id="1210714548" name="TextBox 172"/>
          <p:cNvSpPr txBox="1"/>
          <p:nvPr/>
        </p:nvSpPr>
        <p:spPr bwMode="auto">
          <a:xfrm>
            <a:off x="8531352" y="2916936"/>
            <a:ext cx="3035808" cy="1234439"/>
          </a:xfrm>
          <a:prstGeom prst="rect">
            <a:avLst/>
          </a:prstGeom>
          <a:noFill/>
        </p:spPr>
        <p:txBody>
          <a:bodyPr wrap="square" lIns="9144" tIns="9144" rIns="9144" bIns="9144" anchor="t">
            <a:spAutoFit/>
          </a:bodyPr>
          <a:lstStyle/>
          <a:p>
            <a:pPr algn="l">
              <a:lnSpc>
                <a:spcPct val="100000"/>
              </a:lnSpc>
              <a:defRPr/>
            </a:pPr>
            <a:r>
              <a:rPr sz="1200" b="0" i="0">
                <a:solidFill>
                  <a:srgbClr val="242026"/>
                </a:solidFill>
                <a:latin typeface="Times New Roman"/>
              </a:rPr>
              <a:t>• OCR: spatial clustering + medicine matching</a:t>
            </a:r>
            <a:br>
              <a:rPr sz="1200" b="0" i="0">
                <a:solidFill>
                  <a:srgbClr val="242026"/>
                </a:solidFill>
                <a:latin typeface="Times New Roman"/>
              </a:rPr>
            </a:br>
            <a:r>
              <a:rPr sz="1200" b="0" i="0">
                <a:solidFill>
                  <a:srgbClr val="242026"/>
                </a:solidFill>
                <a:latin typeface="Times New Roman"/>
              </a:rPr>
              <a:t>• AI router: provider fallback + guardrails</a:t>
            </a:r>
            <a:br>
              <a:rPr sz="1200" b="0" i="0">
                <a:solidFill>
                  <a:srgbClr val="242026"/>
                </a:solidFill>
                <a:latin typeface="Times New Roman"/>
              </a:rPr>
            </a:br>
            <a:r>
              <a:rPr sz="1200" b="0" i="0">
                <a:solidFill>
                  <a:srgbClr val="242026"/>
                </a:solidFill>
                <a:latin typeface="Times New Roman"/>
              </a:rPr>
              <a:t>• Dose logging and reminder flows</a:t>
            </a:r>
            <a:br>
              <a:rPr sz="1200" b="0" i="0">
                <a:solidFill>
                  <a:srgbClr val="242026"/>
                </a:solidFill>
                <a:latin typeface="Times New Roman"/>
              </a:rPr>
            </a:br>
            <a:r>
              <a:rPr sz="1200" b="0" i="0">
                <a:solidFill>
                  <a:srgbClr val="242026"/>
                </a:solidFill>
                <a:latin typeface="Times New Roman"/>
              </a:rPr>
              <a:t>• Caregiver access / RLS and audit trail</a:t>
            </a:r>
            <a:br>
              <a:rPr sz="1200" b="0" i="0">
                <a:solidFill>
                  <a:srgbClr val="242026"/>
                </a:solidFill>
                <a:latin typeface="Times New Roman"/>
              </a:rPr>
            </a:br>
            <a:r>
              <a:rPr sz="1200" b="0" i="0">
                <a:solidFill>
                  <a:srgbClr val="242026"/>
                </a:solidFill>
                <a:latin typeface="Times New Roman"/>
              </a:rPr>
              <a:t>• Admin metrics and AMR aggregation</a:t>
            </a:r>
            <a:endParaRPr/>
          </a:p>
        </p:txBody>
      </p:sp>
      <p:sp>
        <p:nvSpPr>
          <p:cNvPr id="2029078047" name="Rounded Rectangle 173"/>
          <p:cNvSpPr/>
          <p:nvPr/>
        </p:nvSpPr>
        <p:spPr bwMode="auto">
          <a:xfrm>
            <a:off x="8412480" y="4443984"/>
            <a:ext cx="3273552" cy="1243584"/>
          </a:xfrm>
          <a:prstGeom prst="roundRect">
            <a:avLst>
              <a:gd name="adj" fmla="val 16667"/>
            </a:avLst>
          </a:prstGeom>
          <a:solidFill>
            <a:srgbClr val="FFF8E8"/>
          </a:solidFill>
          <a:ln w="12700">
            <a:solidFill>
              <a:srgbClr val="DDCB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78418078" name="Rectangle 174"/>
          <p:cNvSpPr/>
          <p:nvPr/>
        </p:nvSpPr>
        <p:spPr bwMode="auto">
          <a:xfrm>
            <a:off x="8412480" y="4443984"/>
            <a:ext cx="3273552" cy="68580"/>
          </a:xfrm>
          <a:prstGeom prst="rect">
            <a:avLst/>
          </a:prstGeom>
          <a:solidFill>
            <a:srgbClr val="B76C18"/>
          </a:solidFill>
          <a:ln w="1270">
            <a:solidFill>
              <a:srgbClr val="B76C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593491594" name="TextBox 175"/>
          <p:cNvSpPr txBox="1"/>
          <p:nvPr/>
        </p:nvSpPr>
        <p:spPr bwMode="auto">
          <a:xfrm>
            <a:off x="8531352" y="4553712"/>
            <a:ext cx="3035808" cy="393192"/>
          </a:xfrm>
          <a:prstGeom prst="rect">
            <a:avLst/>
          </a:prstGeom>
          <a:noFill/>
        </p:spPr>
        <p:txBody>
          <a:bodyPr wrap="square" lIns="9144" tIns="9144" rIns="9144" bIns="9144" anchor="ctr">
            <a:spAutoFit/>
          </a:bodyPr>
          <a:lstStyle/>
          <a:p>
            <a:pPr algn="l">
              <a:lnSpc>
                <a:spcPct val="100000"/>
              </a:lnSpc>
              <a:defRPr/>
            </a:pPr>
            <a:r>
              <a:rPr sz="1400" b="1" i="0">
                <a:solidFill>
                  <a:srgbClr val="B76C18"/>
                </a:solidFill>
                <a:latin typeface="Times New Roman"/>
              </a:rPr>
              <a:t>DOCUMENTATION</a:t>
            </a:r>
            <a:endParaRPr/>
          </a:p>
        </p:txBody>
      </p:sp>
      <p:sp>
        <p:nvSpPr>
          <p:cNvPr id="644222630" name="TextBox 176"/>
          <p:cNvSpPr txBox="1"/>
          <p:nvPr/>
        </p:nvSpPr>
        <p:spPr bwMode="auto">
          <a:xfrm>
            <a:off x="8531352" y="5001768"/>
            <a:ext cx="3035808" cy="576072"/>
          </a:xfrm>
          <a:prstGeom prst="rect">
            <a:avLst/>
          </a:prstGeom>
          <a:noFill/>
        </p:spPr>
        <p:txBody>
          <a:bodyPr wrap="square" lIns="9144" tIns="9144" rIns="9144" bIns="9144" anchor="t">
            <a:spAutoFit/>
          </a:bodyPr>
          <a:lstStyle/>
          <a:p>
            <a:pPr algn="l">
              <a:lnSpc>
                <a:spcPct val="100000"/>
              </a:lnSpc>
              <a:defRPr/>
            </a:pPr>
            <a:r>
              <a:rPr sz="1150" b="0" i="0">
                <a:solidFill>
                  <a:srgbClr val="242026"/>
                </a:solidFill>
                <a:latin typeface="Times New Roman"/>
              </a:rPr>
              <a:t>Use docs/plan.md for detailed technical design. Expand README with setup, environment variables, database migrations, and run instructions.</a:t>
            </a:r>
            <a:endParaRPr/>
          </a:p>
        </p:txBody>
      </p:sp>
      <p:sp>
        <p:nvSpPr>
          <p:cNvPr id="1275102008" name="TextBox 177"/>
          <p:cNvSpPr txBox="1"/>
          <p:nvPr/>
        </p:nvSpPr>
        <p:spPr bwMode="auto">
          <a:xfrm>
            <a:off x="2880360" y="5961888"/>
            <a:ext cx="886968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defRPr/>
            </a:pPr>
            <a:r>
              <a:rPr sz="1000" b="0" i="1">
                <a:solidFill>
                  <a:srgbClr val="5F5A61"/>
                </a:solidFill>
                <a:latin typeface="Times New Roman"/>
              </a:rPr>
              <a:t>Before submission: ensure the repository has reproducible setup steps, non-secret environment examples, migrations, and a recorded live demo.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theme/_rels/theme1.xml.rels><?xml version="1.0" encoding="UTF-8" standalone="yes"?><Relationships xmlns="http://schemas.openxmlformats.org/package/2006/relationships"></Relationships>
</file>

<file path=ppt/theme/_rels/theme2.xml.rels><?xml version="1.0" encoding="UTF-8" standalone="yes"?><Relationships xmlns="http://schemas.openxmlformats.org/package/2006/relationships"></Relationships>
</file>

<file path=ppt/theme/_rels/theme3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Custom 10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1487B4"/>
      </a:accent1>
      <a:accent2>
        <a:srgbClr val="F0466E"/>
      </a:accent2>
      <a:accent3>
        <a:srgbClr val="B90F50"/>
      </a:accent3>
      <a:accent4>
        <a:srgbClr val="FFD264"/>
      </a:accent4>
      <a:accent5>
        <a:srgbClr val="0A3C4B"/>
      </a:accent5>
      <a:accent6>
        <a:srgbClr val="0AD7A0"/>
      </a:accent6>
      <a:hlink>
        <a:srgbClr val="FFC000"/>
      </a:hlink>
      <a:folHlink>
        <a:srgbClr val="954F72"/>
      </a:folHlink>
    </a:clrScheme>
    <a:fontScheme name="Offic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/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/>
        <a:ea typeface="Arial"/>
        <a:cs typeface="Arial"/>
      </a:majorFont>
      <a:minorFont>
        <a:latin typeface="Aptos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 bwMode="auto"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</a:theme>
</file>

<file path=ppt/theme/theme3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ONLYOFFICE/9.4.0.129</Application>
  <PresentationFormat>On-screen Show (4:3)</PresentationFormat>
  <Paragraphs>0</Paragraphs>
  <Slides>13</Slides>
  <Notes>13</Notes>
  <HiddenSlides>0</HiddenSlides>
  <MMClips>2</MMClips>
  <ScaleCrop>0</ScaleCrop>
  <HeadingPairs>
    <vt:vector size="4" baseType="variant">
      <vt:variant>
        <vt:lpstr>Theme</vt:lpstr>
      </vt:variant>
      <vt:variant>
        <vt:i4>2</vt:i4>
      </vt:variant>
      <vt:variant>
        <vt:lpstr>Slide Titles</vt:lpstr>
      </vt:variant>
      <vt:variant>
        <vt:i4>13</vt:i4>
      </vt:variant>
    </vt:vector>
  </HeadingPairs>
  <TitlesOfParts>
    <vt:vector size="15" baseType="lpstr">
      <vt:lpstr>Theme 1</vt:lpstr>
      <vt:lpstr>Theme 2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MedSentry — Full Stack Development Project Presentation</dc:title>
  <dc:subject>Full Stack Development presentation with dataset/reference-data slide</dc:subject>
  <dc:creator>MedSentry Project Team</dc:creator>
  <cp:keywords>MedSentry, React Native, Supabase, AI Agent, Medication Tracking, OCR</cp:keywords>
  <cp:lastModifiedBy/>
  <cp:revision>68</cp:revision>
  <dcterms:created xsi:type="dcterms:W3CDTF">2026-01-19T04:09:00Z</dcterms:created>
  <dcterms:modified xsi:type="dcterms:W3CDTF">2026-10-12T02:31:13Z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7B93CCE2B59E7AF4D8AB6D691BDA5D7F_42</vt:lpwstr>
  </property>
  <property fmtid="{D5CDD505-2E9C-101B-9397-08002B2CF9AE}" pid="3" name="KSOProductBuildVer">
    <vt:lpwstr>1033-12.1.0.26880</vt:lpwstr>
  </property>
</Properties>
</file>